
<file path=[Content_Types].xml><?xml version="1.0" encoding="utf-8"?>
<Types xmlns="http://schemas.openxmlformats.org/package/2006/content-types">
  <Default Extension="bin" ContentType="application/vnd.openxmlformats-officedocument.oleObject"/>
  <Default Extension="png" ContentType="image/png"/>
  <Default Extension="jpeg" ContentType="image/jpeg"/>
  <Default Extension="emf" ContentType="image/x-emf"/>
  <Default Extension="rels" ContentType="application/vnd.openxmlformats-package.relationships+xml"/>
  <Default Extension="xml" ContentType="application/xml"/>
  <Default Extension="vml" ContentType="application/vnd.openxmlformats-officedocument.vmlDrawing"/>
  <Default Extension="jpg" ContentType="image/jpeg"/>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slides/slide59.xml" ContentType="application/vnd.openxmlformats-officedocument.presentationml.slide+xml"/>
  <Override PartName="/ppt/slides/slide60.xml" ContentType="application/vnd.openxmlformats-officedocument.presentationml.slide+xml"/>
  <Override PartName="/ppt/slides/slide61.xml" ContentType="application/vnd.openxmlformats-officedocument.presentationml.slide+xml"/>
  <Override PartName="/ppt/slides/slide62.xml" ContentType="application/vnd.openxmlformats-officedocument.presentationml.slide+xml"/>
  <Override PartName="/ppt/slides/slide63.xml" ContentType="application/vnd.openxmlformats-officedocument.presentationml.slide+xml"/>
  <Override PartName="/ppt/slides/slide64.xml" ContentType="application/vnd.openxmlformats-officedocument.presentationml.slide+xml"/>
  <Override PartName="/ppt/slides/slide65.xml" ContentType="application/vnd.openxmlformats-officedocument.presentationml.slide+xml"/>
  <Override PartName="/ppt/slides/slide66.xml" ContentType="application/vnd.openxmlformats-officedocument.presentationml.slide+xml"/>
  <Override PartName="/ppt/slides/slide67.xml" ContentType="application/vnd.openxmlformats-officedocument.presentationml.slide+xml"/>
  <Override PartName="/ppt/slides/slide68.xml" ContentType="application/vnd.openxmlformats-officedocument.presentationml.slide+xml"/>
  <Override PartName="/ppt/slides/slide69.xml" ContentType="application/vnd.openxmlformats-officedocument.presentationml.slide+xml"/>
  <Override PartName="/ppt/slides/slide70.xml" ContentType="application/vnd.openxmlformats-officedocument.presentationml.slide+xml"/>
  <Override PartName="/ppt/slides/slide71.xml" ContentType="application/vnd.openxmlformats-officedocument.presentationml.slide+xml"/>
  <Override PartName="/ppt/slides/slide72.xml" ContentType="application/vnd.openxmlformats-officedocument.presentationml.slide+xml"/>
  <Override PartName="/ppt/slides/slide73.xml" ContentType="application/vnd.openxmlformats-officedocument.presentationml.slide+xml"/>
  <Override PartName="/ppt/slides/slide74.xml" ContentType="application/vnd.openxmlformats-officedocument.presentationml.slide+xml"/>
  <Override PartName="/ppt/slides/slide75.xml" ContentType="application/vnd.openxmlformats-officedocument.presentationml.slide+xml"/>
  <Override PartName="/ppt/slides/slide76.xml" ContentType="application/vnd.openxmlformats-officedocument.presentationml.slide+xml"/>
  <Override PartName="/ppt/slides/slide77.xml" ContentType="application/vnd.openxmlformats-officedocument.presentationml.slide+xml"/>
  <Override PartName="/ppt/slides/slide78.xml" ContentType="application/vnd.openxmlformats-officedocument.presentationml.slide+xml"/>
  <Override PartName="/ppt/slides/slide79.xml" ContentType="application/vnd.openxmlformats-officedocument.presentationml.slide+xml"/>
  <Override PartName="/ppt/slides/slide80.xml" ContentType="application/vnd.openxmlformats-officedocument.presentationml.slide+xml"/>
  <Override PartName="/ppt/slides/slide81.xml" ContentType="application/vnd.openxmlformats-officedocument.presentationml.slide+xml"/>
  <Override PartName="/ppt/slides/slide82.xml" ContentType="application/vnd.openxmlformats-officedocument.presentationml.slide+xml"/>
  <Override PartName="/ppt/slides/slide83.xml" ContentType="application/vnd.openxmlformats-officedocument.presentationml.slide+xml"/>
  <Override PartName="/ppt/slides/slide84.xml" ContentType="application/vnd.openxmlformats-officedocument.presentationml.slide+xml"/>
  <Override PartName="/ppt/slides/slide85.xml" ContentType="application/vnd.openxmlformats-officedocument.presentationml.slide+xml"/>
  <Override PartName="/ppt/slides/slide86.xml" ContentType="application/vnd.openxmlformats-officedocument.presentationml.slide+xml"/>
  <Override PartName="/ppt/slides/slide87.xml" ContentType="application/vnd.openxmlformats-officedocument.presentationml.slide+xml"/>
  <Override PartName="/ppt/slides/slide88.xml" ContentType="application/vnd.openxmlformats-officedocument.presentationml.slide+xml"/>
  <Override PartName="/ppt/slides/slide89.xml" ContentType="application/vnd.openxmlformats-officedocument.presentationml.slide+xml"/>
  <Override PartName="/ppt/slides/slide90.xml" ContentType="application/vnd.openxmlformats-officedocument.presentationml.slide+xml"/>
  <Override PartName="/ppt/slides/slide91.xml" ContentType="application/vnd.openxmlformats-officedocument.presentationml.slide+xml"/>
  <Override PartName="/ppt/slides/slide92.xml" ContentType="application/vnd.openxmlformats-officedocument.presentationml.slide+xml"/>
  <Override PartName="/ppt/slides/slide93.xml" ContentType="application/vnd.openxmlformats-officedocument.presentationml.slide+xml"/>
  <Override PartName="/ppt/slides/slide94.xml" ContentType="application/vnd.openxmlformats-officedocument.presentationml.slide+xml"/>
  <Override PartName="/ppt/slides/slide95.xml" ContentType="application/vnd.openxmlformats-officedocument.presentationml.slide+xml"/>
  <Override PartName="/ppt/slides/slide96.xml" ContentType="application/vnd.openxmlformats-officedocument.presentationml.slide+xml"/>
  <Override PartName="/ppt/slides/slide97.xml" ContentType="application/vnd.openxmlformats-officedocument.presentationml.slide+xml"/>
  <Override PartName="/ppt/slides/slide98.xml" ContentType="application/vnd.openxmlformats-officedocument.presentationml.slide+xml"/>
  <Override PartName="/ppt/slides/slide99.xml" ContentType="application/vnd.openxmlformats-officedocument.presentationml.slide+xml"/>
  <Override PartName="/ppt/slides/slide100.xml" ContentType="application/vnd.openxmlformats-officedocument.presentationml.slide+xml"/>
  <Override PartName="/ppt/slides/slide101.xml" ContentType="application/vnd.openxmlformats-officedocument.presentationml.slide+xml"/>
  <Override PartName="/ppt/slides/slide102.xml" ContentType="application/vnd.openxmlformats-officedocument.presentationml.slide+xml"/>
  <Override PartName="/ppt/slides/slide103.xml" ContentType="application/vnd.openxmlformats-officedocument.presentationml.slide+xml"/>
  <Override PartName="/ppt/slides/slide104.xml" ContentType="application/vnd.openxmlformats-officedocument.presentationml.slide+xml"/>
  <Override PartName="/ppt/slides/slide105.xml" ContentType="application/vnd.openxmlformats-officedocument.presentationml.slide+xml"/>
  <Override PartName="/ppt/slides/slide106.xml" ContentType="application/vnd.openxmlformats-officedocument.presentationml.slide+xml"/>
  <Override PartName="/ppt/slides/slide107.xml" ContentType="application/vnd.openxmlformats-officedocument.presentationml.slide+xml"/>
  <Override PartName="/ppt/slides/slide108.xml" ContentType="application/vnd.openxmlformats-officedocument.presentationml.slide+xml"/>
  <Override PartName="/ppt/slides/slide109.xml" ContentType="application/vnd.openxmlformats-officedocument.presentationml.slide+xml"/>
  <Override PartName="/ppt/slides/slide110.xml" ContentType="application/vnd.openxmlformats-officedocument.presentationml.slide+xml"/>
  <Override PartName="/ppt/slides/slide111.xml" ContentType="application/vnd.openxmlformats-officedocument.presentationml.slide+xml"/>
  <Override PartName="/ppt/slides/slide112.xml" ContentType="application/vnd.openxmlformats-officedocument.presentationml.slide+xml"/>
  <Override PartName="/ppt/slides/slide113.xml" ContentType="application/vnd.openxmlformats-officedocument.presentationml.slide+xml"/>
  <Override PartName="/ppt/slides/slide114.xml" ContentType="application/vnd.openxmlformats-officedocument.presentationml.slide+xml"/>
  <Override PartName="/ppt/slides/slide115.xml" ContentType="application/vnd.openxmlformats-officedocument.presentationml.slide+xml"/>
  <Override PartName="/ppt/slides/slide116.xml" ContentType="application/vnd.openxmlformats-officedocument.presentationml.slide+xml"/>
  <Override PartName="/ppt/slides/slide117.xml" ContentType="application/vnd.openxmlformats-officedocument.presentationml.slide+xml"/>
  <Override PartName="/ppt/slides/slide118.xml" ContentType="application/vnd.openxmlformats-officedocument.presentationml.slide+xml"/>
  <Override PartName="/ppt/slides/slide119.xml" ContentType="application/vnd.openxmlformats-officedocument.presentationml.slide+xml"/>
  <Override PartName="/ppt/slides/slide120.xml" ContentType="application/vnd.openxmlformats-officedocument.presentationml.slide+xml"/>
  <Override PartName="/ppt/slides/slide121.xml" ContentType="application/vnd.openxmlformats-officedocument.presentationml.slide+xml"/>
  <Override PartName="/ppt/slides/slide122.xml" ContentType="application/vnd.openxmlformats-officedocument.presentationml.slide+xml"/>
  <Override PartName="/ppt/slides/slide123.xml" ContentType="application/vnd.openxmlformats-officedocument.presentationml.slide+xml"/>
  <Override PartName="/ppt/slides/slide124.xml" ContentType="application/vnd.openxmlformats-officedocument.presentationml.slide+xml"/>
  <Override PartName="/ppt/slides/slide125.xml" ContentType="application/vnd.openxmlformats-officedocument.presentationml.slide+xml"/>
  <Override PartName="/ppt/slides/slide126.xml" ContentType="application/vnd.openxmlformats-officedocument.presentationml.slide+xml"/>
  <Override PartName="/ppt/slides/slide127.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ppt/notesSlides/notesSlide38.xml" ContentType="application/vnd.openxmlformats-officedocument.presentationml.notesSlide+xml"/>
  <Override PartName="/ppt/notesSlides/notesSlide39.xml" ContentType="application/vnd.openxmlformats-officedocument.presentationml.notesSlide+xml"/>
  <Override PartName="/ppt/notesSlides/notesSlide40.xml" ContentType="application/vnd.openxmlformats-officedocument.presentationml.notesSlide+xml"/>
  <Override PartName="/ppt/notesSlides/notesSlide41.xml" ContentType="application/vnd.openxmlformats-officedocument.presentationml.notesSlide+xml"/>
  <Override PartName="/ppt/notesSlides/notesSlide42.xml" ContentType="application/vnd.openxmlformats-officedocument.presentationml.notesSlide+xml"/>
  <Override PartName="/ppt/notesSlides/notesSlide43.xml" ContentType="application/vnd.openxmlformats-officedocument.presentationml.notesSlide+xml"/>
  <Override PartName="/ppt/notesSlides/notesSlide44.xml" ContentType="application/vnd.openxmlformats-officedocument.presentationml.notesSlide+xml"/>
  <Override PartName="/ppt/notesSlides/notesSlide45.xml" ContentType="application/vnd.openxmlformats-officedocument.presentationml.notesSlide+xml"/>
  <Override PartName="/ppt/notesSlides/notesSlide46.xml" ContentType="application/vnd.openxmlformats-officedocument.presentationml.notesSlide+xml"/>
  <Override PartName="/ppt/notesSlides/notesSlide47.xml" ContentType="application/vnd.openxmlformats-officedocument.presentationml.notesSlide+xml"/>
  <Override PartName="/ppt/notesSlides/notesSlide48.xml" ContentType="application/vnd.openxmlformats-officedocument.presentationml.notesSlide+xml"/>
  <Override PartName="/ppt/notesSlides/notesSlide49.xml" ContentType="application/vnd.openxmlformats-officedocument.presentationml.notesSlide+xml"/>
  <Override PartName="/ppt/notesSlides/notesSlide50.xml" ContentType="application/vnd.openxmlformats-officedocument.presentationml.notesSlide+xml"/>
  <Override PartName="/ppt/notesSlides/notesSlide51.xml" ContentType="application/vnd.openxmlformats-officedocument.presentationml.notesSlide+xml"/>
  <Override PartName="/ppt/notesSlides/notesSlide52.xml" ContentType="application/vnd.openxmlformats-officedocument.presentationml.notesSlide+xml"/>
  <Override PartName="/ppt/notesSlides/notesSlide53.xml" ContentType="application/vnd.openxmlformats-officedocument.presentationml.notesSlide+xml"/>
  <Override PartName="/ppt/notesSlides/notesSlide54.xml" ContentType="application/vnd.openxmlformats-officedocument.presentationml.notesSlide+xml"/>
  <Override PartName="/ppt/notesSlides/notesSlide55.xml" ContentType="application/vnd.openxmlformats-officedocument.presentationml.notesSlide+xml"/>
  <Override PartName="/ppt/notesSlides/notesSlide56.xml" ContentType="application/vnd.openxmlformats-officedocument.presentationml.notesSlide+xml"/>
  <Override PartName="/ppt/notesSlides/notesSlide57.xml" ContentType="application/vnd.openxmlformats-officedocument.presentationml.notesSlide+xml"/>
  <Override PartName="/ppt/notesSlides/notesSlide58.xml" ContentType="application/vnd.openxmlformats-officedocument.presentationml.notesSlide+xml"/>
  <Override PartName="/ppt/notesSlides/notesSlide59.xml" ContentType="application/vnd.openxmlformats-officedocument.presentationml.notesSlide+xml"/>
  <Override PartName="/ppt/notesSlides/notesSlide60.xml" ContentType="application/vnd.openxmlformats-officedocument.presentationml.notesSlide+xml"/>
  <Override PartName="/ppt/notesSlides/notesSlide61.xml" ContentType="application/vnd.openxmlformats-officedocument.presentationml.notesSlide+xml"/>
  <Override PartName="/ppt/notesSlides/notesSlide62.xml" ContentType="application/vnd.openxmlformats-officedocument.presentationml.notesSlide+xml"/>
  <Override PartName="/ppt/notesSlides/notesSlide63.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howSpecialPlsOnTitleSld="0">
  <p:sldMasterIdLst>
    <p:sldMasterId id="2147483648" r:id="rId1"/>
  </p:sldMasterIdLst>
  <p:notesMasterIdLst>
    <p:notesMasterId r:id="rId129"/>
  </p:notesMasterIdLst>
  <p:handoutMasterIdLst>
    <p:handoutMasterId r:id="rId130"/>
  </p:handoutMasterIdLst>
  <p:sldIdLst>
    <p:sldId id="1613" r:id="rId2"/>
    <p:sldId id="1706" r:id="rId3"/>
    <p:sldId id="1970" r:id="rId4"/>
    <p:sldId id="1615" r:id="rId5"/>
    <p:sldId id="1614" r:id="rId6"/>
    <p:sldId id="1707" r:id="rId7"/>
    <p:sldId id="1709" r:id="rId8"/>
    <p:sldId id="1710" r:id="rId9"/>
    <p:sldId id="1711" r:id="rId10"/>
    <p:sldId id="1618" r:id="rId11"/>
    <p:sldId id="1619" r:id="rId12"/>
    <p:sldId id="1798" r:id="rId13"/>
    <p:sldId id="1799" r:id="rId14"/>
    <p:sldId id="1800" r:id="rId15"/>
    <p:sldId id="1801" r:id="rId16"/>
    <p:sldId id="1621" r:id="rId17"/>
    <p:sldId id="1622" r:id="rId18"/>
    <p:sldId id="1623" r:id="rId19"/>
    <p:sldId id="1624" r:id="rId20"/>
    <p:sldId id="1625" r:id="rId21"/>
    <p:sldId id="1626" r:id="rId22"/>
    <p:sldId id="1885" r:id="rId23"/>
    <p:sldId id="1886" r:id="rId24"/>
    <p:sldId id="1887" r:id="rId25"/>
    <p:sldId id="1627" r:id="rId26"/>
    <p:sldId id="1628" r:id="rId27"/>
    <p:sldId id="1629" r:id="rId28"/>
    <p:sldId id="1630" r:id="rId29"/>
    <p:sldId id="1631" r:id="rId30"/>
    <p:sldId id="1632" r:id="rId31"/>
    <p:sldId id="1971" r:id="rId32"/>
    <p:sldId id="1972" r:id="rId33"/>
    <p:sldId id="1633" r:id="rId34"/>
    <p:sldId id="1634" r:id="rId35"/>
    <p:sldId id="1635" r:id="rId36"/>
    <p:sldId id="1636" r:id="rId37"/>
    <p:sldId id="1637" r:id="rId38"/>
    <p:sldId id="1638" r:id="rId39"/>
    <p:sldId id="1888" r:id="rId40"/>
    <p:sldId id="1889" r:id="rId41"/>
    <p:sldId id="1639" r:id="rId42"/>
    <p:sldId id="1995" r:id="rId43"/>
    <p:sldId id="1980" r:id="rId44"/>
    <p:sldId id="1996" r:id="rId45"/>
    <p:sldId id="1997" r:id="rId46"/>
    <p:sldId id="1998" r:id="rId47"/>
    <p:sldId id="1642" r:id="rId48"/>
    <p:sldId id="1967" r:id="rId49"/>
    <p:sldId id="1981" r:id="rId50"/>
    <p:sldId id="1984" r:id="rId51"/>
    <p:sldId id="1985" r:id="rId52"/>
    <p:sldId id="1983" r:id="rId53"/>
    <p:sldId id="1974" r:id="rId54"/>
    <p:sldId id="1643" r:id="rId55"/>
    <p:sldId id="1968" r:id="rId56"/>
    <p:sldId id="1969" r:id="rId57"/>
    <p:sldId id="1978" r:id="rId58"/>
    <p:sldId id="1979" r:id="rId59"/>
    <p:sldId id="1644" r:id="rId60"/>
    <p:sldId id="1645" r:id="rId61"/>
    <p:sldId id="1646" r:id="rId62"/>
    <p:sldId id="1647" r:id="rId63"/>
    <p:sldId id="1648" r:id="rId64"/>
    <p:sldId id="1649" r:id="rId65"/>
    <p:sldId id="1650" r:id="rId66"/>
    <p:sldId id="1651" r:id="rId67"/>
    <p:sldId id="1986" r:id="rId68"/>
    <p:sldId id="1987" r:id="rId69"/>
    <p:sldId id="1652" r:id="rId70"/>
    <p:sldId id="1975" r:id="rId71"/>
    <p:sldId id="1976" r:id="rId72"/>
    <p:sldId id="1653" r:id="rId73"/>
    <p:sldId id="1654" r:id="rId74"/>
    <p:sldId id="1655" r:id="rId75"/>
    <p:sldId id="1656" r:id="rId76"/>
    <p:sldId id="1657" r:id="rId77"/>
    <p:sldId id="1658" r:id="rId78"/>
    <p:sldId id="1977" r:id="rId79"/>
    <p:sldId id="1659" r:id="rId80"/>
    <p:sldId id="1660" r:id="rId81"/>
    <p:sldId id="1661" r:id="rId82"/>
    <p:sldId id="1662" r:id="rId83"/>
    <p:sldId id="1663" r:id="rId84"/>
    <p:sldId id="1664" r:id="rId85"/>
    <p:sldId id="1665" r:id="rId86"/>
    <p:sldId id="1666" r:id="rId87"/>
    <p:sldId id="1667" r:id="rId88"/>
    <p:sldId id="1668" r:id="rId89"/>
    <p:sldId id="1669" r:id="rId90"/>
    <p:sldId id="1670" r:id="rId91"/>
    <p:sldId id="1671" r:id="rId92"/>
    <p:sldId id="1672" r:id="rId93"/>
    <p:sldId id="1988" r:id="rId94"/>
    <p:sldId id="1990" r:id="rId95"/>
    <p:sldId id="1991" r:id="rId96"/>
    <p:sldId id="1989" r:id="rId97"/>
    <p:sldId id="1992" r:id="rId98"/>
    <p:sldId id="1993" r:id="rId99"/>
    <p:sldId id="1994" r:id="rId100"/>
    <p:sldId id="1673" r:id="rId101"/>
    <p:sldId id="1674" r:id="rId102"/>
    <p:sldId id="1675" r:id="rId103"/>
    <p:sldId id="1676" r:id="rId104"/>
    <p:sldId id="1677" r:id="rId105"/>
    <p:sldId id="1678" r:id="rId106"/>
    <p:sldId id="1679" r:id="rId107"/>
    <p:sldId id="1680" r:id="rId108"/>
    <p:sldId id="1681" r:id="rId109"/>
    <p:sldId id="1682" r:id="rId110"/>
    <p:sldId id="1683" r:id="rId111"/>
    <p:sldId id="1684" r:id="rId112"/>
    <p:sldId id="1685" r:id="rId113"/>
    <p:sldId id="1686" r:id="rId114"/>
    <p:sldId id="1687" r:id="rId115"/>
    <p:sldId id="1689" r:id="rId116"/>
    <p:sldId id="1690" r:id="rId117"/>
    <p:sldId id="1691" r:id="rId118"/>
    <p:sldId id="1692" r:id="rId119"/>
    <p:sldId id="1693" r:id="rId120"/>
    <p:sldId id="1694" r:id="rId121"/>
    <p:sldId id="1695" r:id="rId122"/>
    <p:sldId id="1696" r:id="rId123"/>
    <p:sldId id="1699" r:id="rId124"/>
    <p:sldId id="1700" r:id="rId125"/>
    <p:sldId id="1701" r:id="rId126"/>
    <p:sldId id="1702" r:id="rId127"/>
    <p:sldId id="1999" r:id="rId128"/>
  </p:sldIdLst>
  <p:sldSz cx="9144000" cy="6858000" type="screen4x3"/>
  <p:notesSz cx="6858000" cy="9144000"/>
  <p:defaultTextStyle>
    <a:defPPr>
      <a:defRPr lang="zh-CN"/>
    </a:defPPr>
    <a:lvl1pPr algn="l" rtl="0" fontAlgn="base">
      <a:spcBef>
        <a:spcPct val="0"/>
      </a:spcBef>
      <a:spcAft>
        <a:spcPct val="0"/>
      </a:spcAft>
      <a:defRPr kumimoji="1" b="1" kern="1200">
        <a:solidFill>
          <a:schemeClr val="tx1"/>
        </a:solidFill>
        <a:latin typeface="Tahoma" panose="020B0604030504040204" pitchFamily="34" charset="0"/>
        <a:ea typeface="宋体" panose="02010600030101010101" pitchFamily="2" charset="-122"/>
        <a:cs typeface="+mn-cs"/>
      </a:defRPr>
    </a:lvl1pPr>
    <a:lvl2pPr marL="457200" algn="l" rtl="0" fontAlgn="base">
      <a:spcBef>
        <a:spcPct val="0"/>
      </a:spcBef>
      <a:spcAft>
        <a:spcPct val="0"/>
      </a:spcAft>
      <a:defRPr kumimoji="1" b="1" kern="1200">
        <a:solidFill>
          <a:schemeClr val="tx1"/>
        </a:solidFill>
        <a:latin typeface="Tahoma" panose="020B0604030504040204" pitchFamily="34" charset="0"/>
        <a:ea typeface="宋体" panose="02010600030101010101" pitchFamily="2" charset="-122"/>
        <a:cs typeface="+mn-cs"/>
      </a:defRPr>
    </a:lvl2pPr>
    <a:lvl3pPr marL="914400" algn="l" rtl="0" fontAlgn="base">
      <a:spcBef>
        <a:spcPct val="0"/>
      </a:spcBef>
      <a:spcAft>
        <a:spcPct val="0"/>
      </a:spcAft>
      <a:defRPr kumimoji="1" b="1" kern="1200">
        <a:solidFill>
          <a:schemeClr val="tx1"/>
        </a:solidFill>
        <a:latin typeface="Tahoma" panose="020B0604030504040204" pitchFamily="34" charset="0"/>
        <a:ea typeface="宋体" panose="02010600030101010101" pitchFamily="2" charset="-122"/>
        <a:cs typeface="+mn-cs"/>
      </a:defRPr>
    </a:lvl3pPr>
    <a:lvl4pPr marL="1371600" algn="l" rtl="0" fontAlgn="base">
      <a:spcBef>
        <a:spcPct val="0"/>
      </a:spcBef>
      <a:spcAft>
        <a:spcPct val="0"/>
      </a:spcAft>
      <a:defRPr kumimoji="1" b="1" kern="1200">
        <a:solidFill>
          <a:schemeClr val="tx1"/>
        </a:solidFill>
        <a:latin typeface="Tahoma" panose="020B0604030504040204" pitchFamily="34" charset="0"/>
        <a:ea typeface="宋体" panose="02010600030101010101" pitchFamily="2" charset="-122"/>
        <a:cs typeface="+mn-cs"/>
      </a:defRPr>
    </a:lvl4pPr>
    <a:lvl5pPr marL="1828800" algn="l" rtl="0" fontAlgn="base">
      <a:spcBef>
        <a:spcPct val="0"/>
      </a:spcBef>
      <a:spcAft>
        <a:spcPct val="0"/>
      </a:spcAft>
      <a:defRPr kumimoji="1" b="1" kern="1200">
        <a:solidFill>
          <a:schemeClr val="tx1"/>
        </a:solidFill>
        <a:latin typeface="Tahoma" panose="020B0604030504040204" pitchFamily="34" charset="0"/>
        <a:ea typeface="宋体" panose="02010600030101010101" pitchFamily="2" charset="-122"/>
        <a:cs typeface="+mn-cs"/>
      </a:defRPr>
    </a:lvl5pPr>
    <a:lvl6pPr marL="2286000" algn="l" defTabSz="914400" rtl="0" eaLnBrk="1" latinLnBrk="0" hangingPunct="1">
      <a:defRPr kumimoji="1" b="1" kern="1200">
        <a:solidFill>
          <a:schemeClr val="tx1"/>
        </a:solidFill>
        <a:latin typeface="Tahoma" panose="020B0604030504040204" pitchFamily="34" charset="0"/>
        <a:ea typeface="宋体" panose="02010600030101010101" pitchFamily="2" charset="-122"/>
        <a:cs typeface="+mn-cs"/>
      </a:defRPr>
    </a:lvl6pPr>
    <a:lvl7pPr marL="2743200" algn="l" defTabSz="914400" rtl="0" eaLnBrk="1" latinLnBrk="0" hangingPunct="1">
      <a:defRPr kumimoji="1" b="1" kern="1200">
        <a:solidFill>
          <a:schemeClr val="tx1"/>
        </a:solidFill>
        <a:latin typeface="Tahoma" panose="020B0604030504040204" pitchFamily="34" charset="0"/>
        <a:ea typeface="宋体" panose="02010600030101010101" pitchFamily="2" charset="-122"/>
        <a:cs typeface="+mn-cs"/>
      </a:defRPr>
    </a:lvl7pPr>
    <a:lvl8pPr marL="3200400" algn="l" defTabSz="914400" rtl="0" eaLnBrk="1" latinLnBrk="0" hangingPunct="1">
      <a:defRPr kumimoji="1" b="1" kern="1200">
        <a:solidFill>
          <a:schemeClr val="tx1"/>
        </a:solidFill>
        <a:latin typeface="Tahoma" panose="020B0604030504040204" pitchFamily="34" charset="0"/>
        <a:ea typeface="宋体" panose="02010600030101010101" pitchFamily="2" charset="-122"/>
        <a:cs typeface="+mn-cs"/>
      </a:defRPr>
    </a:lvl8pPr>
    <a:lvl9pPr marL="3657600" algn="l" defTabSz="914400" rtl="0" eaLnBrk="1" latinLnBrk="0" hangingPunct="1">
      <a:defRPr kumimoji="1" b="1" kern="1200">
        <a:solidFill>
          <a:schemeClr val="tx1"/>
        </a:solidFill>
        <a:latin typeface="Tahoma" panose="020B0604030504040204" pitchFamily="34" charset="0"/>
        <a:ea typeface="宋体" panose="02010600030101010101" pitchFamily="2" charset="-122"/>
        <a:cs typeface="+mn-cs"/>
      </a:defRPr>
    </a:lvl9pPr>
  </p:defaultTextStyle>
  <p:extLst>
    <p:ext uri="{EFAFB233-063F-42B5-8137-9DF3F51BA10A}">
      <p15:sldGuideLst xmlns:p15="http://schemas.microsoft.com/office/powerpoint/2012/main">
        <p15:guide id="1" orient="horz" pos="2197">
          <p15:clr>
            <a:srgbClr val="A4A3A4"/>
          </p15:clr>
        </p15:guide>
        <p15:guide id="2" pos="2857">
          <p15:clr>
            <a:srgbClr val="A4A3A4"/>
          </p15:clr>
        </p15:guide>
      </p15:sldGuideLst>
    </p:ext>
    <p:ext uri="{2D200454-40CA-4A62-9FC3-DE9A4176ACB9}">
      <p15:notesGuideLst xmlns:p15="http://schemas.microsoft.com/office/powerpoint/2012/main">
        <p15:guide id="1" orient="horz" pos="2929">
          <p15:clr>
            <a:srgbClr val="A4A3A4"/>
          </p15:clr>
        </p15:guide>
        <p15:guide id="2" pos="2142">
          <p15:clr>
            <a:srgbClr val="A4A3A4"/>
          </p15:clr>
        </p15:guide>
      </p15:notes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clrMru>
    <a:srgbClr val="C0C0C0"/>
    <a:srgbClr val="FACA00"/>
    <a:srgbClr val="3366FF"/>
    <a:srgbClr val="0000CC"/>
    <a:srgbClr val="6699FF"/>
    <a:srgbClr val="000066"/>
    <a:srgbClr val="66FFCC"/>
    <a:srgbClr val="66CCFF"/>
    <a:srgbClr val="029A1B"/>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64" autoAdjust="0"/>
    <p:restoredTop sz="72844" autoAdjust="0"/>
  </p:normalViewPr>
  <p:slideViewPr>
    <p:cSldViewPr snapToGrid="0">
      <p:cViewPr varScale="1">
        <p:scale>
          <a:sx n="84" d="100"/>
          <a:sy n="84" d="100"/>
        </p:scale>
        <p:origin x="2394" y="78"/>
      </p:cViewPr>
      <p:guideLst>
        <p:guide orient="horz" pos="2197"/>
        <p:guide pos="2857"/>
      </p:guideLst>
    </p:cSldViewPr>
  </p:slideViewPr>
  <p:outlineViewPr>
    <p:cViewPr>
      <p:scale>
        <a:sx n="33" d="100"/>
        <a:sy n="33" d="100"/>
      </p:scale>
      <p:origin x="0" y="0"/>
    </p:cViewPr>
  </p:outlineViewPr>
  <p:notesTextViewPr>
    <p:cViewPr>
      <p:scale>
        <a:sx n="100" d="100"/>
        <a:sy n="100" d="100"/>
      </p:scale>
      <p:origin x="0" y="0"/>
    </p:cViewPr>
  </p:notesTextViewPr>
  <p:sorterViewPr>
    <p:cViewPr>
      <p:scale>
        <a:sx n="66" d="100"/>
        <a:sy n="66" d="100"/>
      </p:scale>
      <p:origin x="0" y="0"/>
    </p:cViewPr>
  </p:sorterViewPr>
  <p:notesViewPr>
    <p:cSldViewPr snapToGrid="0">
      <p:cViewPr>
        <p:scale>
          <a:sx n="100" d="100"/>
          <a:sy n="100" d="100"/>
        </p:scale>
        <p:origin x="-2832" y="228"/>
      </p:cViewPr>
      <p:guideLst>
        <p:guide orient="horz" pos="2929"/>
        <p:guide pos="2142"/>
      </p:guideLst>
    </p:cSldViewPr>
  </p:notesViewPr>
  <p:gridSpacing cx="72008" cy="72008"/>
</p:viewPr>
</file>

<file path=ppt/_rels/presentation.xml.rels><?xml version="1.0" encoding="UTF-8" standalone="yes"?>
<Relationships xmlns="http://schemas.openxmlformats.org/package/2006/relationships"><Relationship Id="rId117" Type="http://schemas.openxmlformats.org/officeDocument/2006/relationships/slide" Target="slides/slide116.xml"/><Relationship Id="rId21" Type="http://schemas.openxmlformats.org/officeDocument/2006/relationships/slide" Target="slides/slide20.xml"/><Relationship Id="rId42" Type="http://schemas.openxmlformats.org/officeDocument/2006/relationships/slide" Target="slides/slide41.xml"/><Relationship Id="rId63" Type="http://schemas.openxmlformats.org/officeDocument/2006/relationships/slide" Target="slides/slide62.xml"/><Relationship Id="rId84" Type="http://schemas.openxmlformats.org/officeDocument/2006/relationships/slide" Target="slides/slide83.xml"/><Relationship Id="rId16" Type="http://schemas.openxmlformats.org/officeDocument/2006/relationships/slide" Target="slides/slide15.xml"/><Relationship Id="rId107" Type="http://schemas.openxmlformats.org/officeDocument/2006/relationships/slide" Target="slides/slide106.xml"/><Relationship Id="rId11" Type="http://schemas.openxmlformats.org/officeDocument/2006/relationships/slide" Target="slides/slide10.xml"/><Relationship Id="rId32" Type="http://schemas.openxmlformats.org/officeDocument/2006/relationships/slide" Target="slides/slide31.xml"/><Relationship Id="rId37" Type="http://schemas.openxmlformats.org/officeDocument/2006/relationships/slide" Target="slides/slide36.xml"/><Relationship Id="rId53" Type="http://schemas.openxmlformats.org/officeDocument/2006/relationships/slide" Target="slides/slide52.xml"/><Relationship Id="rId58" Type="http://schemas.openxmlformats.org/officeDocument/2006/relationships/slide" Target="slides/slide57.xml"/><Relationship Id="rId74" Type="http://schemas.openxmlformats.org/officeDocument/2006/relationships/slide" Target="slides/slide73.xml"/><Relationship Id="rId79" Type="http://schemas.openxmlformats.org/officeDocument/2006/relationships/slide" Target="slides/slide78.xml"/><Relationship Id="rId102" Type="http://schemas.openxmlformats.org/officeDocument/2006/relationships/slide" Target="slides/slide101.xml"/><Relationship Id="rId123" Type="http://schemas.openxmlformats.org/officeDocument/2006/relationships/slide" Target="slides/slide122.xml"/><Relationship Id="rId128" Type="http://schemas.openxmlformats.org/officeDocument/2006/relationships/slide" Target="slides/slide127.xml"/><Relationship Id="rId5" Type="http://schemas.openxmlformats.org/officeDocument/2006/relationships/slide" Target="slides/slide4.xml"/><Relationship Id="rId90" Type="http://schemas.openxmlformats.org/officeDocument/2006/relationships/slide" Target="slides/slide89.xml"/><Relationship Id="rId95" Type="http://schemas.openxmlformats.org/officeDocument/2006/relationships/slide" Target="slides/slide94.xml"/><Relationship Id="rId22" Type="http://schemas.openxmlformats.org/officeDocument/2006/relationships/slide" Target="slides/slide21.xml"/><Relationship Id="rId27" Type="http://schemas.openxmlformats.org/officeDocument/2006/relationships/slide" Target="slides/slide26.xml"/><Relationship Id="rId43" Type="http://schemas.openxmlformats.org/officeDocument/2006/relationships/slide" Target="slides/slide42.xml"/><Relationship Id="rId48" Type="http://schemas.openxmlformats.org/officeDocument/2006/relationships/slide" Target="slides/slide47.xml"/><Relationship Id="rId64" Type="http://schemas.openxmlformats.org/officeDocument/2006/relationships/slide" Target="slides/slide63.xml"/><Relationship Id="rId69" Type="http://schemas.openxmlformats.org/officeDocument/2006/relationships/slide" Target="slides/slide68.xml"/><Relationship Id="rId113" Type="http://schemas.openxmlformats.org/officeDocument/2006/relationships/slide" Target="slides/slide112.xml"/><Relationship Id="rId118" Type="http://schemas.openxmlformats.org/officeDocument/2006/relationships/slide" Target="slides/slide117.xml"/><Relationship Id="rId134" Type="http://schemas.openxmlformats.org/officeDocument/2006/relationships/tableStyles" Target="tableStyles.xml"/><Relationship Id="rId80" Type="http://schemas.openxmlformats.org/officeDocument/2006/relationships/slide" Target="slides/slide79.xml"/><Relationship Id="rId85" Type="http://schemas.openxmlformats.org/officeDocument/2006/relationships/slide" Target="slides/slide84.xml"/><Relationship Id="rId12" Type="http://schemas.openxmlformats.org/officeDocument/2006/relationships/slide" Target="slides/slide11.xml"/><Relationship Id="rId17" Type="http://schemas.openxmlformats.org/officeDocument/2006/relationships/slide" Target="slides/slide16.xml"/><Relationship Id="rId33" Type="http://schemas.openxmlformats.org/officeDocument/2006/relationships/slide" Target="slides/slide32.xml"/><Relationship Id="rId38" Type="http://schemas.openxmlformats.org/officeDocument/2006/relationships/slide" Target="slides/slide37.xml"/><Relationship Id="rId59" Type="http://schemas.openxmlformats.org/officeDocument/2006/relationships/slide" Target="slides/slide58.xml"/><Relationship Id="rId103" Type="http://schemas.openxmlformats.org/officeDocument/2006/relationships/slide" Target="slides/slide102.xml"/><Relationship Id="rId108" Type="http://schemas.openxmlformats.org/officeDocument/2006/relationships/slide" Target="slides/slide107.xml"/><Relationship Id="rId124" Type="http://schemas.openxmlformats.org/officeDocument/2006/relationships/slide" Target="slides/slide123.xml"/><Relationship Id="rId129" Type="http://schemas.openxmlformats.org/officeDocument/2006/relationships/notesMaster" Target="notesMasters/notesMaster1.xml"/><Relationship Id="rId54" Type="http://schemas.openxmlformats.org/officeDocument/2006/relationships/slide" Target="slides/slide53.xml"/><Relationship Id="rId70" Type="http://schemas.openxmlformats.org/officeDocument/2006/relationships/slide" Target="slides/slide69.xml"/><Relationship Id="rId75" Type="http://schemas.openxmlformats.org/officeDocument/2006/relationships/slide" Target="slides/slide74.xml"/><Relationship Id="rId91" Type="http://schemas.openxmlformats.org/officeDocument/2006/relationships/slide" Target="slides/slide90.xml"/><Relationship Id="rId96" Type="http://schemas.openxmlformats.org/officeDocument/2006/relationships/slide" Target="slides/slide95.xml"/><Relationship Id="rId1" Type="http://schemas.openxmlformats.org/officeDocument/2006/relationships/slideMaster" Target="slideMasters/slideMaster1.xml"/><Relationship Id="rId6" Type="http://schemas.openxmlformats.org/officeDocument/2006/relationships/slide" Target="slides/slide5.xml"/><Relationship Id="rId23" Type="http://schemas.openxmlformats.org/officeDocument/2006/relationships/slide" Target="slides/slide22.xml"/><Relationship Id="rId28" Type="http://schemas.openxmlformats.org/officeDocument/2006/relationships/slide" Target="slides/slide27.xml"/><Relationship Id="rId49" Type="http://schemas.openxmlformats.org/officeDocument/2006/relationships/slide" Target="slides/slide48.xml"/><Relationship Id="rId114" Type="http://schemas.openxmlformats.org/officeDocument/2006/relationships/slide" Target="slides/slide113.xml"/><Relationship Id="rId119" Type="http://schemas.openxmlformats.org/officeDocument/2006/relationships/slide" Target="slides/slide118.xml"/><Relationship Id="rId44" Type="http://schemas.openxmlformats.org/officeDocument/2006/relationships/slide" Target="slides/slide43.xml"/><Relationship Id="rId60" Type="http://schemas.openxmlformats.org/officeDocument/2006/relationships/slide" Target="slides/slide59.xml"/><Relationship Id="rId65" Type="http://schemas.openxmlformats.org/officeDocument/2006/relationships/slide" Target="slides/slide64.xml"/><Relationship Id="rId81" Type="http://schemas.openxmlformats.org/officeDocument/2006/relationships/slide" Target="slides/slide80.xml"/><Relationship Id="rId86" Type="http://schemas.openxmlformats.org/officeDocument/2006/relationships/slide" Target="slides/slide85.xml"/><Relationship Id="rId130" Type="http://schemas.openxmlformats.org/officeDocument/2006/relationships/handoutMaster" Target="handoutMasters/handoutMaster1.xml"/><Relationship Id="rId13" Type="http://schemas.openxmlformats.org/officeDocument/2006/relationships/slide" Target="slides/slide12.xml"/><Relationship Id="rId18" Type="http://schemas.openxmlformats.org/officeDocument/2006/relationships/slide" Target="slides/slide17.xml"/><Relationship Id="rId39" Type="http://schemas.openxmlformats.org/officeDocument/2006/relationships/slide" Target="slides/slide38.xml"/><Relationship Id="rId109" Type="http://schemas.openxmlformats.org/officeDocument/2006/relationships/slide" Target="slides/slide108.xml"/><Relationship Id="rId34" Type="http://schemas.openxmlformats.org/officeDocument/2006/relationships/slide" Target="slides/slide33.xml"/><Relationship Id="rId50" Type="http://schemas.openxmlformats.org/officeDocument/2006/relationships/slide" Target="slides/slide49.xml"/><Relationship Id="rId55" Type="http://schemas.openxmlformats.org/officeDocument/2006/relationships/slide" Target="slides/slide54.xml"/><Relationship Id="rId76" Type="http://schemas.openxmlformats.org/officeDocument/2006/relationships/slide" Target="slides/slide75.xml"/><Relationship Id="rId97" Type="http://schemas.openxmlformats.org/officeDocument/2006/relationships/slide" Target="slides/slide96.xml"/><Relationship Id="rId104" Type="http://schemas.openxmlformats.org/officeDocument/2006/relationships/slide" Target="slides/slide103.xml"/><Relationship Id="rId120" Type="http://schemas.openxmlformats.org/officeDocument/2006/relationships/slide" Target="slides/slide119.xml"/><Relationship Id="rId125" Type="http://schemas.openxmlformats.org/officeDocument/2006/relationships/slide" Target="slides/slide124.xml"/><Relationship Id="rId7" Type="http://schemas.openxmlformats.org/officeDocument/2006/relationships/slide" Target="slides/slide6.xml"/><Relationship Id="rId71" Type="http://schemas.openxmlformats.org/officeDocument/2006/relationships/slide" Target="slides/slide70.xml"/><Relationship Id="rId92" Type="http://schemas.openxmlformats.org/officeDocument/2006/relationships/slide" Target="slides/slide91.xml"/><Relationship Id="rId2" Type="http://schemas.openxmlformats.org/officeDocument/2006/relationships/slide" Target="slides/slide1.xml"/><Relationship Id="rId29" Type="http://schemas.openxmlformats.org/officeDocument/2006/relationships/slide" Target="slides/slide28.xml"/><Relationship Id="rId24" Type="http://schemas.openxmlformats.org/officeDocument/2006/relationships/slide" Target="slides/slide23.xml"/><Relationship Id="rId40" Type="http://schemas.openxmlformats.org/officeDocument/2006/relationships/slide" Target="slides/slide39.xml"/><Relationship Id="rId45" Type="http://schemas.openxmlformats.org/officeDocument/2006/relationships/slide" Target="slides/slide44.xml"/><Relationship Id="rId66" Type="http://schemas.openxmlformats.org/officeDocument/2006/relationships/slide" Target="slides/slide65.xml"/><Relationship Id="rId87" Type="http://schemas.openxmlformats.org/officeDocument/2006/relationships/slide" Target="slides/slide86.xml"/><Relationship Id="rId110" Type="http://schemas.openxmlformats.org/officeDocument/2006/relationships/slide" Target="slides/slide109.xml"/><Relationship Id="rId115" Type="http://schemas.openxmlformats.org/officeDocument/2006/relationships/slide" Target="slides/slide114.xml"/><Relationship Id="rId131" Type="http://schemas.openxmlformats.org/officeDocument/2006/relationships/presProps" Target="presProps.xml"/><Relationship Id="rId61" Type="http://schemas.openxmlformats.org/officeDocument/2006/relationships/slide" Target="slides/slide60.xml"/><Relationship Id="rId82" Type="http://schemas.openxmlformats.org/officeDocument/2006/relationships/slide" Target="slides/slide81.xml"/><Relationship Id="rId19" Type="http://schemas.openxmlformats.org/officeDocument/2006/relationships/slide" Target="slides/slide18.xml"/><Relationship Id="rId14" Type="http://schemas.openxmlformats.org/officeDocument/2006/relationships/slide" Target="slides/slide13.xml"/><Relationship Id="rId30" Type="http://schemas.openxmlformats.org/officeDocument/2006/relationships/slide" Target="slides/slide29.xml"/><Relationship Id="rId35" Type="http://schemas.openxmlformats.org/officeDocument/2006/relationships/slide" Target="slides/slide34.xml"/><Relationship Id="rId56" Type="http://schemas.openxmlformats.org/officeDocument/2006/relationships/slide" Target="slides/slide55.xml"/><Relationship Id="rId77" Type="http://schemas.openxmlformats.org/officeDocument/2006/relationships/slide" Target="slides/slide76.xml"/><Relationship Id="rId100" Type="http://schemas.openxmlformats.org/officeDocument/2006/relationships/slide" Target="slides/slide99.xml"/><Relationship Id="rId105" Type="http://schemas.openxmlformats.org/officeDocument/2006/relationships/slide" Target="slides/slide104.xml"/><Relationship Id="rId126" Type="http://schemas.openxmlformats.org/officeDocument/2006/relationships/slide" Target="slides/slide125.xml"/><Relationship Id="rId8" Type="http://schemas.openxmlformats.org/officeDocument/2006/relationships/slide" Target="slides/slide7.xml"/><Relationship Id="rId51" Type="http://schemas.openxmlformats.org/officeDocument/2006/relationships/slide" Target="slides/slide50.xml"/><Relationship Id="rId72" Type="http://schemas.openxmlformats.org/officeDocument/2006/relationships/slide" Target="slides/slide71.xml"/><Relationship Id="rId93" Type="http://schemas.openxmlformats.org/officeDocument/2006/relationships/slide" Target="slides/slide92.xml"/><Relationship Id="rId98" Type="http://schemas.openxmlformats.org/officeDocument/2006/relationships/slide" Target="slides/slide97.xml"/><Relationship Id="rId121" Type="http://schemas.openxmlformats.org/officeDocument/2006/relationships/slide" Target="slides/slide120.xml"/><Relationship Id="rId3" Type="http://schemas.openxmlformats.org/officeDocument/2006/relationships/slide" Target="slides/slide2.xml"/><Relationship Id="rId25" Type="http://schemas.openxmlformats.org/officeDocument/2006/relationships/slide" Target="slides/slide24.xml"/><Relationship Id="rId46" Type="http://schemas.openxmlformats.org/officeDocument/2006/relationships/slide" Target="slides/slide45.xml"/><Relationship Id="rId67" Type="http://schemas.openxmlformats.org/officeDocument/2006/relationships/slide" Target="slides/slide66.xml"/><Relationship Id="rId116" Type="http://schemas.openxmlformats.org/officeDocument/2006/relationships/slide" Target="slides/slide115.xml"/><Relationship Id="rId20" Type="http://schemas.openxmlformats.org/officeDocument/2006/relationships/slide" Target="slides/slide19.xml"/><Relationship Id="rId41" Type="http://schemas.openxmlformats.org/officeDocument/2006/relationships/slide" Target="slides/slide40.xml"/><Relationship Id="rId62" Type="http://schemas.openxmlformats.org/officeDocument/2006/relationships/slide" Target="slides/slide61.xml"/><Relationship Id="rId83" Type="http://schemas.openxmlformats.org/officeDocument/2006/relationships/slide" Target="slides/slide82.xml"/><Relationship Id="rId88" Type="http://schemas.openxmlformats.org/officeDocument/2006/relationships/slide" Target="slides/slide87.xml"/><Relationship Id="rId111" Type="http://schemas.openxmlformats.org/officeDocument/2006/relationships/slide" Target="slides/slide110.xml"/><Relationship Id="rId132" Type="http://schemas.openxmlformats.org/officeDocument/2006/relationships/viewProps" Target="viewProps.xml"/><Relationship Id="rId15" Type="http://schemas.openxmlformats.org/officeDocument/2006/relationships/slide" Target="slides/slide14.xml"/><Relationship Id="rId36" Type="http://schemas.openxmlformats.org/officeDocument/2006/relationships/slide" Target="slides/slide35.xml"/><Relationship Id="rId57" Type="http://schemas.openxmlformats.org/officeDocument/2006/relationships/slide" Target="slides/slide56.xml"/><Relationship Id="rId106" Type="http://schemas.openxmlformats.org/officeDocument/2006/relationships/slide" Target="slides/slide105.xml"/><Relationship Id="rId127" Type="http://schemas.openxmlformats.org/officeDocument/2006/relationships/slide" Target="slides/slide126.xml"/><Relationship Id="rId10" Type="http://schemas.openxmlformats.org/officeDocument/2006/relationships/slide" Target="slides/slide9.xml"/><Relationship Id="rId31" Type="http://schemas.openxmlformats.org/officeDocument/2006/relationships/slide" Target="slides/slide30.xml"/><Relationship Id="rId52" Type="http://schemas.openxmlformats.org/officeDocument/2006/relationships/slide" Target="slides/slide51.xml"/><Relationship Id="rId73" Type="http://schemas.openxmlformats.org/officeDocument/2006/relationships/slide" Target="slides/slide72.xml"/><Relationship Id="rId78" Type="http://schemas.openxmlformats.org/officeDocument/2006/relationships/slide" Target="slides/slide77.xml"/><Relationship Id="rId94" Type="http://schemas.openxmlformats.org/officeDocument/2006/relationships/slide" Target="slides/slide93.xml"/><Relationship Id="rId99" Type="http://schemas.openxmlformats.org/officeDocument/2006/relationships/slide" Target="slides/slide98.xml"/><Relationship Id="rId101" Type="http://schemas.openxmlformats.org/officeDocument/2006/relationships/slide" Target="slides/slide100.xml"/><Relationship Id="rId122" Type="http://schemas.openxmlformats.org/officeDocument/2006/relationships/slide" Target="slides/slide121.xml"/><Relationship Id="rId4" Type="http://schemas.openxmlformats.org/officeDocument/2006/relationships/slide" Target="slides/slide3.xml"/><Relationship Id="rId9" Type="http://schemas.openxmlformats.org/officeDocument/2006/relationships/slide" Target="slides/slide8.xml"/><Relationship Id="rId26" Type="http://schemas.openxmlformats.org/officeDocument/2006/relationships/slide" Target="slides/slide25.xml"/><Relationship Id="rId47" Type="http://schemas.openxmlformats.org/officeDocument/2006/relationships/slide" Target="slides/slide46.xml"/><Relationship Id="rId68" Type="http://schemas.openxmlformats.org/officeDocument/2006/relationships/slide" Target="slides/slide67.xml"/><Relationship Id="rId89" Type="http://schemas.openxmlformats.org/officeDocument/2006/relationships/slide" Target="slides/slide88.xml"/><Relationship Id="rId112" Type="http://schemas.openxmlformats.org/officeDocument/2006/relationships/slide" Target="slides/slide111.xml"/><Relationship Id="rId133" Type="http://schemas.openxmlformats.org/officeDocument/2006/relationships/theme" Target="theme/theme1.xml"/></Relationships>
</file>

<file path=ppt/drawings/_rels/vmlDrawing1.vml.rels><?xml version="1.0" encoding="UTF-8" standalone="yes"?>
<Relationships xmlns="http://schemas.openxmlformats.org/package/2006/relationships"><Relationship Id="rId1" Type="http://schemas.openxmlformats.org/officeDocument/2006/relationships/image" Target="../media/image2.emf"/></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109570" name="Rectangle 2"/>
          <p:cNvSpPr>
            <a:spLocks noGrp="1" noChangeArrowheads="1"/>
          </p:cNvSpPr>
          <p:nvPr>
            <p:ph type="hdr" sz="quarter"/>
          </p:nvPr>
        </p:nvSpPr>
        <p:spPr bwMode="auto">
          <a:xfrm>
            <a:off x="0" y="0"/>
            <a:ext cx="2971800" cy="457200"/>
          </a:xfrm>
          <a:prstGeom prst="rect">
            <a:avLst/>
          </a:prstGeom>
          <a:noFill/>
          <a:ln w="9525">
            <a:noFill/>
            <a:miter lim="800000"/>
          </a:ln>
          <a:effectLst/>
        </p:spPr>
        <p:txBody>
          <a:bodyPr vert="horz" wrap="square" lIns="91440" tIns="45720" rIns="91440" bIns="45720" numCol="1" anchor="t" anchorCtr="0" compatLnSpc="1"/>
          <a:lstStyle>
            <a:lvl1pPr algn="l">
              <a:defRPr sz="1200" b="0">
                <a:latin typeface="Times New Roman" panose="02020603050405020304" pitchFamily="18" charset="0"/>
                <a:ea typeface="宋体" panose="02010600030101010101" pitchFamily="2" charset="-122"/>
              </a:defRPr>
            </a:lvl1pPr>
          </a:lstStyle>
          <a:p>
            <a:pPr>
              <a:defRPr/>
            </a:pPr>
            <a:endParaRPr lang="en-US" altLang="zh-CN"/>
          </a:p>
        </p:txBody>
      </p:sp>
      <p:sp>
        <p:nvSpPr>
          <p:cNvPr id="109571" name="Rectangle 3"/>
          <p:cNvSpPr>
            <a:spLocks noGrp="1" noChangeArrowheads="1"/>
          </p:cNvSpPr>
          <p:nvPr>
            <p:ph type="dt" sz="quarter" idx="1"/>
          </p:nvPr>
        </p:nvSpPr>
        <p:spPr bwMode="auto">
          <a:xfrm>
            <a:off x="3884613" y="0"/>
            <a:ext cx="2971800" cy="457200"/>
          </a:xfrm>
          <a:prstGeom prst="rect">
            <a:avLst/>
          </a:prstGeom>
          <a:noFill/>
          <a:ln w="9525">
            <a:noFill/>
            <a:miter lim="800000"/>
          </a:ln>
          <a:effectLst/>
        </p:spPr>
        <p:txBody>
          <a:bodyPr vert="horz" wrap="square" lIns="91440" tIns="45720" rIns="91440" bIns="45720" numCol="1" anchor="t" anchorCtr="0" compatLnSpc="1"/>
          <a:lstStyle>
            <a:lvl1pPr algn="r">
              <a:defRPr sz="1200" b="0">
                <a:latin typeface="Times New Roman" panose="02020603050405020304" pitchFamily="18" charset="0"/>
                <a:ea typeface="宋体" panose="02010600030101010101" pitchFamily="2" charset="-122"/>
              </a:defRPr>
            </a:lvl1pPr>
          </a:lstStyle>
          <a:p>
            <a:pPr>
              <a:defRPr/>
            </a:pPr>
            <a:endParaRPr lang="en-US" altLang="zh-CN"/>
          </a:p>
        </p:txBody>
      </p:sp>
      <p:sp>
        <p:nvSpPr>
          <p:cNvPr id="109572" name="Rectangle 4"/>
          <p:cNvSpPr>
            <a:spLocks noGrp="1" noChangeArrowheads="1"/>
          </p:cNvSpPr>
          <p:nvPr>
            <p:ph type="ftr" sz="quarter" idx="2"/>
          </p:nvPr>
        </p:nvSpPr>
        <p:spPr bwMode="auto">
          <a:xfrm>
            <a:off x="0" y="8685213"/>
            <a:ext cx="2971800" cy="457200"/>
          </a:xfrm>
          <a:prstGeom prst="rect">
            <a:avLst/>
          </a:prstGeom>
          <a:noFill/>
          <a:ln w="9525">
            <a:noFill/>
            <a:miter lim="800000"/>
          </a:ln>
          <a:effectLst/>
        </p:spPr>
        <p:txBody>
          <a:bodyPr vert="horz" wrap="square" lIns="91440" tIns="45720" rIns="91440" bIns="45720" numCol="1" anchor="b" anchorCtr="0" compatLnSpc="1"/>
          <a:lstStyle>
            <a:lvl1pPr algn="l">
              <a:defRPr sz="1200" b="0">
                <a:latin typeface="Times New Roman" panose="02020603050405020304" pitchFamily="18" charset="0"/>
                <a:ea typeface="宋体" panose="02010600030101010101" pitchFamily="2" charset="-122"/>
              </a:defRPr>
            </a:lvl1pPr>
          </a:lstStyle>
          <a:p>
            <a:pPr>
              <a:defRPr/>
            </a:pPr>
            <a:endParaRPr lang="en-US" altLang="zh-CN"/>
          </a:p>
        </p:txBody>
      </p:sp>
      <p:sp>
        <p:nvSpPr>
          <p:cNvPr id="109573" name="Rectangle 5"/>
          <p:cNvSpPr>
            <a:spLocks noGrp="1" noChangeArrowheads="1"/>
          </p:cNvSpPr>
          <p:nvPr>
            <p:ph type="sldNum" sz="quarter" idx="3"/>
          </p:nvPr>
        </p:nvSpPr>
        <p:spPr bwMode="auto">
          <a:xfrm>
            <a:off x="3884613" y="8685213"/>
            <a:ext cx="2971800" cy="457200"/>
          </a:xfrm>
          <a:prstGeom prst="rect">
            <a:avLst/>
          </a:prstGeom>
          <a:noFill/>
          <a:ln w="9525">
            <a:noFill/>
            <a:miter lim="800000"/>
          </a:ln>
          <a:effectLst/>
        </p:spPr>
        <p:txBody>
          <a:bodyPr vert="horz" wrap="square" lIns="91440" tIns="45720" rIns="91440" bIns="45720" numCol="1" anchor="b" anchorCtr="0" compatLnSpc="1"/>
          <a:lstStyle>
            <a:lvl1pPr algn="r">
              <a:defRPr sz="1200" b="0">
                <a:latin typeface="Times New Roman" panose="02020603050405020304" pitchFamily="18" charset="0"/>
                <a:ea typeface="宋体" panose="02010600030101010101" pitchFamily="2" charset="-122"/>
              </a:defRPr>
            </a:lvl1pPr>
          </a:lstStyle>
          <a:p>
            <a:pPr>
              <a:defRPr/>
            </a:pPr>
            <a:fld id="{3B4577F0-ED67-4FFE-A316-3B3AEC2EA4D6}" type="slidenum">
              <a:rPr lang="en-US" altLang="zh-CN"/>
              <a:t>‹#›</a:t>
            </a:fld>
            <a:endParaRPr lang="en-US" altLang="zh-CN"/>
          </a:p>
        </p:txBody>
      </p:sp>
    </p:spTree>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49154" name="Rectangle 2"/>
          <p:cNvSpPr>
            <a:spLocks noGrp="1" noChangeArrowheads="1"/>
          </p:cNvSpPr>
          <p:nvPr>
            <p:ph type="hdr" sz="quarter"/>
          </p:nvPr>
        </p:nvSpPr>
        <p:spPr bwMode="auto">
          <a:xfrm>
            <a:off x="0" y="0"/>
            <a:ext cx="2971800" cy="457200"/>
          </a:xfrm>
          <a:prstGeom prst="rect">
            <a:avLst/>
          </a:prstGeom>
          <a:noFill/>
          <a:ln w="9525">
            <a:noFill/>
            <a:miter lim="800000"/>
          </a:ln>
          <a:effectLst/>
        </p:spPr>
        <p:txBody>
          <a:bodyPr vert="horz" wrap="square" lIns="91440" tIns="45720" rIns="91440" bIns="45720" numCol="1" anchor="t" anchorCtr="0" compatLnSpc="1"/>
          <a:lstStyle>
            <a:lvl1pPr algn="l">
              <a:defRPr sz="1200" b="0">
                <a:latin typeface="Times New Roman" panose="02020603050405020304" pitchFamily="18" charset="0"/>
                <a:ea typeface="宋体" panose="02010600030101010101" pitchFamily="2" charset="-122"/>
              </a:defRPr>
            </a:lvl1pPr>
          </a:lstStyle>
          <a:p>
            <a:pPr>
              <a:defRPr/>
            </a:pPr>
            <a:endParaRPr lang="en-US" altLang="zh-CN"/>
          </a:p>
        </p:txBody>
      </p:sp>
      <p:sp>
        <p:nvSpPr>
          <p:cNvPr id="49155" name="Rectangle 3"/>
          <p:cNvSpPr>
            <a:spLocks noGrp="1" noChangeArrowheads="1"/>
          </p:cNvSpPr>
          <p:nvPr>
            <p:ph type="dt" idx="1"/>
          </p:nvPr>
        </p:nvSpPr>
        <p:spPr bwMode="auto">
          <a:xfrm>
            <a:off x="3884613" y="0"/>
            <a:ext cx="2971800" cy="457200"/>
          </a:xfrm>
          <a:prstGeom prst="rect">
            <a:avLst/>
          </a:prstGeom>
          <a:noFill/>
          <a:ln w="9525">
            <a:noFill/>
            <a:miter lim="800000"/>
          </a:ln>
          <a:effectLst/>
        </p:spPr>
        <p:txBody>
          <a:bodyPr vert="horz" wrap="square" lIns="91440" tIns="45720" rIns="91440" bIns="45720" numCol="1" anchor="t" anchorCtr="0" compatLnSpc="1"/>
          <a:lstStyle>
            <a:lvl1pPr algn="r">
              <a:defRPr sz="1200" b="0">
                <a:latin typeface="Times New Roman" panose="02020603050405020304" pitchFamily="18" charset="0"/>
                <a:ea typeface="宋体" panose="02010600030101010101" pitchFamily="2" charset="-122"/>
              </a:defRPr>
            </a:lvl1pPr>
          </a:lstStyle>
          <a:p>
            <a:pPr>
              <a:defRPr/>
            </a:pPr>
            <a:endParaRPr lang="en-US" altLang="zh-CN"/>
          </a:p>
        </p:txBody>
      </p:sp>
      <p:sp>
        <p:nvSpPr>
          <p:cNvPr id="111620" name="Rectangle 4"/>
          <p:cNvSpPr>
            <a:spLocks noGrp="1" noRot="1" noChangeAspect="1" noChangeArrowheads="1" noTextEdit="1"/>
          </p:cNvSpPr>
          <p:nvPr>
            <p:ph type="sldImg" idx="2"/>
          </p:nvPr>
        </p:nvSpPr>
        <p:spPr bwMode="auto">
          <a:xfrm>
            <a:off x="1143000" y="685800"/>
            <a:ext cx="4572000" cy="3429000"/>
          </a:xfrm>
          <a:prstGeom prst="rect">
            <a:avLst/>
          </a:prstGeom>
          <a:noFill/>
          <a:ln w="9525">
            <a:solidFill>
              <a:srgbClr val="000000"/>
            </a:solidFill>
            <a:miter lim="800000"/>
          </a:ln>
        </p:spPr>
      </p:sp>
      <p:sp>
        <p:nvSpPr>
          <p:cNvPr id="49157" name="Rectangle 5"/>
          <p:cNvSpPr>
            <a:spLocks noGrp="1" noChangeArrowheads="1"/>
          </p:cNvSpPr>
          <p:nvPr>
            <p:ph type="body" sz="quarter" idx="3"/>
          </p:nvPr>
        </p:nvSpPr>
        <p:spPr bwMode="auto">
          <a:xfrm>
            <a:off x="685800" y="4343400"/>
            <a:ext cx="5486400" cy="4114800"/>
          </a:xfrm>
          <a:prstGeom prst="rect">
            <a:avLst/>
          </a:prstGeom>
          <a:noFill/>
          <a:ln w="9525">
            <a:noFill/>
            <a:miter lim="800000"/>
          </a:ln>
          <a:effectLst/>
        </p:spPr>
        <p:txBody>
          <a:bodyPr vert="horz" wrap="square" lIns="91440" tIns="45720" rIns="91440" bIns="45720" numCol="1" anchor="t" anchorCtr="0" compatLnSpc="1"/>
          <a:lstStyle/>
          <a:p>
            <a:pPr lvl="0"/>
            <a:r>
              <a:rPr lang="zh-CN" altLang="en-US" noProof="0" smtClean="0"/>
              <a:t>单击此处编辑母版文本样式</a:t>
            </a:r>
          </a:p>
          <a:p>
            <a:pPr lvl="1"/>
            <a:r>
              <a:rPr lang="zh-CN" altLang="en-US" noProof="0" smtClean="0"/>
              <a:t>第二级</a:t>
            </a:r>
          </a:p>
          <a:p>
            <a:pPr lvl="2"/>
            <a:r>
              <a:rPr lang="zh-CN" altLang="en-US" noProof="0" smtClean="0"/>
              <a:t>第三级</a:t>
            </a:r>
          </a:p>
          <a:p>
            <a:pPr lvl="3"/>
            <a:r>
              <a:rPr lang="zh-CN" altLang="en-US" noProof="0" smtClean="0"/>
              <a:t>第四级</a:t>
            </a:r>
          </a:p>
          <a:p>
            <a:pPr lvl="4"/>
            <a:r>
              <a:rPr lang="zh-CN" altLang="en-US" noProof="0" smtClean="0"/>
              <a:t>第五级</a:t>
            </a:r>
          </a:p>
        </p:txBody>
      </p:sp>
      <p:sp>
        <p:nvSpPr>
          <p:cNvPr id="49158" name="Rectangle 6"/>
          <p:cNvSpPr>
            <a:spLocks noGrp="1" noChangeArrowheads="1"/>
          </p:cNvSpPr>
          <p:nvPr>
            <p:ph type="ftr" sz="quarter" idx="4"/>
          </p:nvPr>
        </p:nvSpPr>
        <p:spPr bwMode="auto">
          <a:xfrm>
            <a:off x="0" y="8685213"/>
            <a:ext cx="2971800" cy="457200"/>
          </a:xfrm>
          <a:prstGeom prst="rect">
            <a:avLst/>
          </a:prstGeom>
          <a:noFill/>
          <a:ln w="9525">
            <a:noFill/>
            <a:miter lim="800000"/>
          </a:ln>
          <a:effectLst/>
        </p:spPr>
        <p:txBody>
          <a:bodyPr vert="horz" wrap="square" lIns="91440" tIns="45720" rIns="91440" bIns="45720" numCol="1" anchor="b" anchorCtr="0" compatLnSpc="1"/>
          <a:lstStyle>
            <a:lvl1pPr algn="l">
              <a:defRPr sz="1200" b="0">
                <a:latin typeface="Times New Roman" panose="02020603050405020304" pitchFamily="18" charset="0"/>
                <a:ea typeface="宋体" panose="02010600030101010101" pitchFamily="2" charset="-122"/>
              </a:defRPr>
            </a:lvl1pPr>
          </a:lstStyle>
          <a:p>
            <a:pPr>
              <a:defRPr/>
            </a:pPr>
            <a:endParaRPr lang="en-US" altLang="zh-CN"/>
          </a:p>
        </p:txBody>
      </p:sp>
      <p:sp>
        <p:nvSpPr>
          <p:cNvPr id="49159" name="Rectangle 7"/>
          <p:cNvSpPr>
            <a:spLocks noGrp="1" noChangeArrowheads="1"/>
          </p:cNvSpPr>
          <p:nvPr>
            <p:ph type="sldNum" sz="quarter" idx="5"/>
          </p:nvPr>
        </p:nvSpPr>
        <p:spPr bwMode="auto">
          <a:xfrm>
            <a:off x="3884613" y="8685213"/>
            <a:ext cx="2971800" cy="457200"/>
          </a:xfrm>
          <a:prstGeom prst="rect">
            <a:avLst/>
          </a:prstGeom>
          <a:noFill/>
          <a:ln w="9525">
            <a:noFill/>
            <a:miter lim="800000"/>
          </a:ln>
          <a:effectLst/>
        </p:spPr>
        <p:txBody>
          <a:bodyPr vert="horz" wrap="square" lIns="91440" tIns="45720" rIns="91440" bIns="45720" numCol="1" anchor="b" anchorCtr="0" compatLnSpc="1"/>
          <a:lstStyle>
            <a:lvl1pPr algn="r">
              <a:defRPr sz="1200" b="0">
                <a:latin typeface="Times New Roman" panose="02020603050405020304" pitchFamily="18" charset="0"/>
                <a:ea typeface="宋体" panose="02010600030101010101" pitchFamily="2" charset="-122"/>
              </a:defRPr>
            </a:lvl1pPr>
          </a:lstStyle>
          <a:p>
            <a:pPr>
              <a:defRPr/>
            </a:pPr>
            <a:fld id="{E46A9642-FD4A-45CC-9F4F-8E10AB9AB4AA}" type="slidenum">
              <a:rPr lang="en-US" altLang="zh-CN"/>
              <a:t>‹#›</a:t>
            </a:fld>
            <a:endParaRPr lang="en-US" altLang="zh-CN"/>
          </a:p>
        </p:txBody>
      </p:sp>
    </p:spTree>
  </p:cSld>
  <p:clrMap bg1="lt1" tx1="dk1" bg2="lt2" tx2="dk2" accent1="accent1" accent2="accent2" accent3="accent3" accent4="accent4" accent5="accent5" accent6="accent6" hlink="hlink" folHlink="folHlink"/>
  <p:notesStyle>
    <a:lvl1pPr algn="l" rtl="0" eaLnBrk="0" fontAlgn="base" hangingPunct="0">
      <a:spcBef>
        <a:spcPct val="30000"/>
      </a:spcBef>
      <a:spcAft>
        <a:spcPct val="0"/>
      </a:spcAft>
      <a:defRPr kumimoji="1" sz="1200" kern="1200">
        <a:solidFill>
          <a:schemeClr val="tx1"/>
        </a:solidFill>
        <a:latin typeface="Times New Roman" panose="02020603050405020304" pitchFamily="18" charset="0"/>
        <a:ea typeface="宋体" panose="02010600030101010101" pitchFamily="2" charset="-122"/>
        <a:cs typeface="+mn-cs"/>
      </a:defRPr>
    </a:lvl1pPr>
    <a:lvl2pPr marL="457200" algn="l" rtl="0" eaLnBrk="0" fontAlgn="base" hangingPunct="0">
      <a:spcBef>
        <a:spcPct val="30000"/>
      </a:spcBef>
      <a:spcAft>
        <a:spcPct val="0"/>
      </a:spcAft>
      <a:defRPr kumimoji="1" sz="1200" kern="1200">
        <a:solidFill>
          <a:schemeClr val="tx1"/>
        </a:solidFill>
        <a:latin typeface="Times New Roman" panose="02020603050405020304" pitchFamily="18" charset="0"/>
        <a:ea typeface="宋体" panose="02010600030101010101" pitchFamily="2" charset="-122"/>
        <a:cs typeface="+mn-cs"/>
      </a:defRPr>
    </a:lvl2pPr>
    <a:lvl3pPr marL="914400" algn="l" rtl="0" eaLnBrk="0" fontAlgn="base" hangingPunct="0">
      <a:spcBef>
        <a:spcPct val="30000"/>
      </a:spcBef>
      <a:spcAft>
        <a:spcPct val="0"/>
      </a:spcAft>
      <a:defRPr kumimoji="1" sz="1200" kern="1200">
        <a:solidFill>
          <a:schemeClr val="tx1"/>
        </a:solidFill>
        <a:latin typeface="Times New Roman" panose="02020603050405020304" pitchFamily="18" charset="0"/>
        <a:ea typeface="宋体" panose="02010600030101010101" pitchFamily="2" charset="-122"/>
        <a:cs typeface="+mn-cs"/>
      </a:defRPr>
    </a:lvl3pPr>
    <a:lvl4pPr marL="1371600" algn="l" rtl="0" eaLnBrk="0" fontAlgn="base" hangingPunct="0">
      <a:spcBef>
        <a:spcPct val="30000"/>
      </a:spcBef>
      <a:spcAft>
        <a:spcPct val="0"/>
      </a:spcAft>
      <a:defRPr kumimoji="1" sz="1200" kern="1200">
        <a:solidFill>
          <a:schemeClr val="tx1"/>
        </a:solidFill>
        <a:latin typeface="Times New Roman" panose="02020603050405020304" pitchFamily="18" charset="0"/>
        <a:ea typeface="宋体" panose="02010600030101010101" pitchFamily="2" charset="-122"/>
        <a:cs typeface="+mn-cs"/>
      </a:defRPr>
    </a:lvl4pPr>
    <a:lvl5pPr marL="1828800" algn="l" rtl="0" eaLnBrk="0" fontAlgn="base" hangingPunct="0">
      <a:spcBef>
        <a:spcPct val="30000"/>
      </a:spcBef>
      <a:spcAft>
        <a:spcPct val="0"/>
      </a:spcAft>
      <a:defRPr kumimoji="1" sz="1200" kern="1200">
        <a:solidFill>
          <a:schemeClr val="tx1"/>
        </a:solidFill>
        <a:latin typeface="Times New Roman" panose="02020603050405020304" pitchFamily="18" charset="0"/>
        <a:ea typeface="宋体" panose="02010600030101010101" pitchFamily="2" charset="-122"/>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42.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43.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44.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45.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46.xml"/><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2" Type="http://schemas.openxmlformats.org/officeDocument/2006/relationships/slide" Target="../slides/slide47.xml"/><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2" Type="http://schemas.openxmlformats.org/officeDocument/2006/relationships/slide" Target="../slides/slide48.xml"/><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2" Type="http://schemas.openxmlformats.org/officeDocument/2006/relationships/slide" Target="../slides/slide49.xml"/><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2" Type="http://schemas.openxmlformats.org/officeDocument/2006/relationships/slide" Target="../slides/slide50.xml"/><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2" Type="http://schemas.openxmlformats.org/officeDocument/2006/relationships/slide" Target="../slides/slide51.xml"/><Relationship Id="rId1" Type="http://schemas.openxmlformats.org/officeDocument/2006/relationships/notesMaster" Target="../notesMasters/notesMaster1.xml"/></Relationships>
</file>

<file path=ppt/notesSlides/_rels/notesSlide31.xml.rels><?xml version="1.0" encoding="UTF-8" standalone="yes"?>
<Relationships xmlns="http://schemas.openxmlformats.org/package/2006/relationships"><Relationship Id="rId2" Type="http://schemas.openxmlformats.org/officeDocument/2006/relationships/slide" Target="../slides/slide52.xml"/><Relationship Id="rId1" Type="http://schemas.openxmlformats.org/officeDocument/2006/relationships/notesMaster" Target="../notesMasters/notesMaster1.xml"/></Relationships>
</file>

<file path=ppt/notesSlides/_rels/notesSlide32.xml.rels><?xml version="1.0" encoding="UTF-8" standalone="yes"?>
<Relationships xmlns="http://schemas.openxmlformats.org/package/2006/relationships"><Relationship Id="rId2" Type="http://schemas.openxmlformats.org/officeDocument/2006/relationships/slide" Target="../slides/slide53.xml"/><Relationship Id="rId1" Type="http://schemas.openxmlformats.org/officeDocument/2006/relationships/notesMaster" Target="../notesMasters/notesMaster1.xml"/></Relationships>
</file>

<file path=ppt/notesSlides/_rels/notesSlide33.xml.rels><?xml version="1.0" encoding="UTF-8" standalone="yes"?>
<Relationships xmlns="http://schemas.openxmlformats.org/package/2006/relationships"><Relationship Id="rId2" Type="http://schemas.openxmlformats.org/officeDocument/2006/relationships/slide" Target="../slides/slide54.xml"/><Relationship Id="rId1" Type="http://schemas.openxmlformats.org/officeDocument/2006/relationships/notesMaster" Target="../notesMasters/notesMaster1.xml"/></Relationships>
</file>

<file path=ppt/notesSlides/_rels/notesSlide34.xml.rels><?xml version="1.0" encoding="UTF-8" standalone="yes"?>
<Relationships xmlns="http://schemas.openxmlformats.org/package/2006/relationships"><Relationship Id="rId2" Type="http://schemas.openxmlformats.org/officeDocument/2006/relationships/slide" Target="../slides/slide55.xml"/><Relationship Id="rId1" Type="http://schemas.openxmlformats.org/officeDocument/2006/relationships/notesMaster" Target="../notesMasters/notesMaster1.xml"/></Relationships>
</file>

<file path=ppt/notesSlides/_rels/notesSlide35.xml.rels><?xml version="1.0" encoding="UTF-8" standalone="yes"?>
<Relationships xmlns="http://schemas.openxmlformats.org/package/2006/relationships"><Relationship Id="rId2" Type="http://schemas.openxmlformats.org/officeDocument/2006/relationships/slide" Target="../slides/slide56.xml"/><Relationship Id="rId1" Type="http://schemas.openxmlformats.org/officeDocument/2006/relationships/notesMaster" Target="../notesMasters/notesMaster1.xml"/></Relationships>
</file>

<file path=ppt/notesSlides/_rels/notesSlide36.xml.rels><?xml version="1.0" encoding="UTF-8" standalone="yes"?>
<Relationships xmlns="http://schemas.openxmlformats.org/package/2006/relationships"><Relationship Id="rId2" Type="http://schemas.openxmlformats.org/officeDocument/2006/relationships/slide" Target="../slides/slide58.xml"/><Relationship Id="rId1" Type="http://schemas.openxmlformats.org/officeDocument/2006/relationships/notesMaster" Target="../notesMasters/notesMaster1.xml"/></Relationships>
</file>

<file path=ppt/notesSlides/_rels/notesSlide37.xml.rels><?xml version="1.0" encoding="UTF-8" standalone="yes"?>
<Relationships xmlns="http://schemas.openxmlformats.org/package/2006/relationships"><Relationship Id="rId2" Type="http://schemas.openxmlformats.org/officeDocument/2006/relationships/slide" Target="../slides/slide59.xml"/><Relationship Id="rId1" Type="http://schemas.openxmlformats.org/officeDocument/2006/relationships/notesMaster" Target="../notesMasters/notesMaster1.xml"/></Relationships>
</file>

<file path=ppt/notesSlides/_rels/notesSlide38.xml.rels><?xml version="1.0" encoding="UTF-8" standalone="yes"?>
<Relationships xmlns="http://schemas.openxmlformats.org/package/2006/relationships"><Relationship Id="rId2" Type="http://schemas.openxmlformats.org/officeDocument/2006/relationships/slide" Target="../slides/slide61.xml"/><Relationship Id="rId1" Type="http://schemas.openxmlformats.org/officeDocument/2006/relationships/notesMaster" Target="../notesMasters/notesMaster1.xml"/></Relationships>
</file>

<file path=ppt/notesSlides/_rels/notesSlide39.xml.rels><?xml version="1.0" encoding="UTF-8" standalone="yes"?>
<Relationships xmlns="http://schemas.openxmlformats.org/package/2006/relationships"><Relationship Id="rId2" Type="http://schemas.openxmlformats.org/officeDocument/2006/relationships/slide" Target="../slides/slide62.xml"/><Relationship Id="rId1" Type="http://schemas.openxmlformats.org/officeDocument/2006/relationships/notesMaster" Target="../notesMasters/notesMaster1.xml"/></Relationships>
</file>

<file path=ppt/notesSlides/_rels/notesSlide40.xml.rels><?xml version="1.0" encoding="UTF-8" standalone="yes"?>
<Relationships xmlns="http://schemas.openxmlformats.org/package/2006/relationships"><Relationship Id="rId2" Type="http://schemas.openxmlformats.org/officeDocument/2006/relationships/slide" Target="../slides/slide64.xml"/><Relationship Id="rId1" Type="http://schemas.openxmlformats.org/officeDocument/2006/relationships/notesMaster" Target="../notesMasters/notesMaster1.xml"/></Relationships>
</file>

<file path=ppt/notesSlides/_rels/notesSlide41.xml.rels><?xml version="1.0" encoding="UTF-8" standalone="yes"?>
<Relationships xmlns="http://schemas.openxmlformats.org/package/2006/relationships"><Relationship Id="rId2" Type="http://schemas.openxmlformats.org/officeDocument/2006/relationships/slide" Target="../slides/slide65.xml"/><Relationship Id="rId1" Type="http://schemas.openxmlformats.org/officeDocument/2006/relationships/notesMaster" Target="../notesMasters/notesMaster1.xml"/></Relationships>
</file>

<file path=ppt/notesSlides/_rels/notesSlide42.xml.rels><?xml version="1.0" encoding="UTF-8" standalone="yes"?>
<Relationships xmlns="http://schemas.openxmlformats.org/package/2006/relationships"><Relationship Id="rId2" Type="http://schemas.openxmlformats.org/officeDocument/2006/relationships/slide" Target="../slides/slide66.xml"/><Relationship Id="rId1" Type="http://schemas.openxmlformats.org/officeDocument/2006/relationships/notesMaster" Target="../notesMasters/notesMaster1.xml"/></Relationships>
</file>

<file path=ppt/notesSlides/_rels/notesSlide43.xml.rels><?xml version="1.0" encoding="UTF-8" standalone="yes"?>
<Relationships xmlns="http://schemas.openxmlformats.org/package/2006/relationships"><Relationship Id="rId2" Type="http://schemas.openxmlformats.org/officeDocument/2006/relationships/slide" Target="../slides/slide67.xml"/><Relationship Id="rId1" Type="http://schemas.openxmlformats.org/officeDocument/2006/relationships/notesMaster" Target="../notesMasters/notesMaster1.xml"/></Relationships>
</file>

<file path=ppt/notesSlides/_rels/notesSlide44.xml.rels><?xml version="1.0" encoding="UTF-8" standalone="yes"?>
<Relationships xmlns="http://schemas.openxmlformats.org/package/2006/relationships"><Relationship Id="rId2" Type="http://schemas.openxmlformats.org/officeDocument/2006/relationships/slide" Target="../slides/slide68.xml"/><Relationship Id="rId1" Type="http://schemas.openxmlformats.org/officeDocument/2006/relationships/notesMaster" Target="../notesMasters/notesMaster1.xml"/></Relationships>
</file>

<file path=ppt/notesSlides/_rels/notesSlide45.xml.rels><?xml version="1.0" encoding="UTF-8" standalone="yes"?>
<Relationships xmlns="http://schemas.openxmlformats.org/package/2006/relationships"><Relationship Id="rId2" Type="http://schemas.openxmlformats.org/officeDocument/2006/relationships/slide" Target="../slides/slide74.xml"/><Relationship Id="rId1" Type="http://schemas.openxmlformats.org/officeDocument/2006/relationships/notesMaster" Target="../notesMasters/notesMaster1.xml"/></Relationships>
</file>

<file path=ppt/notesSlides/_rels/notesSlide46.xml.rels><?xml version="1.0" encoding="UTF-8" standalone="yes"?>
<Relationships xmlns="http://schemas.openxmlformats.org/package/2006/relationships"><Relationship Id="rId2" Type="http://schemas.openxmlformats.org/officeDocument/2006/relationships/slide" Target="../slides/slide75.xml"/><Relationship Id="rId1" Type="http://schemas.openxmlformats.org/officeDocument/2006/relationships/notesMaster" Target="../notesMasters/notesMaster1.xml"/></Relationships>
</file>

<file path=ppt/notesSlides/_rels/notesSlide47.xml.rels><?xml version="1.0" encoding="UTF-8" standalone="yes"?>
<Relationships xmlns="http://schemas.openxmlformats.org/package/2006/relationships"><Relationship Id="rId2" Type="http://schemas.openxmlformats.org/officeDocument/2006/relationships/slide" Target="../slides/slide77.xml"/><Relationship Id="rId1" Type="http://schemas.openxmlformats.org/officeDocument/2006/relationships/notesMaster" Target="../notesMasters/notesMaster1.xml"/></Relationships>
</file>

<file path=ppt/notesSlides/_rels/notesSlide48.xml.rels><?xml version="1.0" encoding="UTF-8" standalone="yes"?>
<Relationships xmlns="http://schemas.openxmlformats.org/package/2006/relationships"><Relationship Id="rId2" Type="http://schemas.openxmlformats.org/officeDocument/2006/relationships/slide" Target="../slides/slide78.xml"/><Relationship Id="rId1" Type="http://schemas.openxmlformats.org/officeDocument/2006/relationships/notesMaster" Target="../notesMasters/notesMaster1.xml"/></Relationships>
</file>

<file path=ppt/notesSlides/_rels/notesSlide49.xml.rels><?xml version="1.0" encoding="UTF-8" standalone="yes"?>
<Relationships xmlns="http://schemas.openxmlformats.org/package/2006/relationships"><Relationship Id="rId2" Type="http://schemas.openxmlformats.org/officeDocument/2006/relationships/slide" Target="../slides/slide79.xml"/><Relationship Id="rId1" Type="http://schemas.openxmlformats.org/officeDocument/2006/relationships/notesMaster" Target="../notesMasters/notesMaster1.xml"/></Relationships>
</file>

<file path=ppt/notesSlides/_rels/notesSlide50.xml.rels><?xml version="1.0" encoding="UTF-8" standalone="yes"?>
<Relationships xmlns="http://schemas.openxmlformats.org/package/2006/relationships"><Relationship Id="rId2" Type="http://schemas.openxmlformats.org/officeDocument/2006/relationships/slide" Target="../slides/slide81.xml"/><Relationship Id="rId1" Type="http://schemas.openxmlformats.org/officeDocument/2006/relationships/notesMaster" Target="../notesMasters/notesMaster1.xml"/></Relationships>
</file>

<file path=ppt/notesSlides/_rels/notesSlide51.xml.rels><?xml version="1.0" encoding="UTF-8" standalone="yes"?>
<Relationships xmlns="http://schemas.openxmlformats.org/package/2006/relationships"><Relationship Id="rId2" Type="http://schemas.openxmlformats.org/officeDocument/2006/relationships/slide" Target="../slides/slide82.xml"/><Relationship Id="rId1" Type="http://schemas.openxmlformats.org/officeDocument/2006/relationships/notesMaster" Target="../notesMasters/notesMaster1.xml"/></Relationships>
</file>

<file path=ppt/notesSlides/_rels/notesSlide52.xml.rels><?xml version="1.0" encoding="UTF-8" standalone="yes"?>
<Relationships xmlns="http://schemas.openxmlformats.org/package/2006/relationships"><Relationship Id="rId2" Type="http://schemas.openxmlformats.org/officeDocument/2006/relationships/slide" Target="../slides/slide83.xml"/><Relationship Id="rId1" Type="http://schemas.openxmlformats.org/officeDocument/2006/relationships/notesMaster" Target="../notesMasters/notesMaster1.xml"/></Relationships>
</file>

<file path=ppt/notesSlides/_rels/notesSlide53.xml.rels><?xml version="1.0" encoding="UTF-8" standalone="yes"?>
<Relationships xmlns="http://schemas.openxmlformats.org/package/2006/relationships"><Relationship Id="rId2" Type="http://schemas.openxmlformats.org/officeDocument/2006/relationships/slide" Target="../slides/slide87.xml"/><Relationship Id="rId1" Type="http://schemas.openxmlformats.org/officeDocument/2006/relationships/notesMaster" Target="../notesMasters/notesMaster1.xml"/></Relationships>
</file>

<file path=ppt/notesSlides/_rels/notesSlide54.xml.rels><?xml version="1.0" encoding="UTF-8" standalone="yes"?>
<Relationships xmlns="http://schemas.openxmlformats.org/package/2006/relationships"><Relationship Id="rId2" Type="http://schemas.openxmlformats.org/officeDocument/2006/relationships/slide" Target="../slides/slide88.xml"/><Relationship Id="rId1" Type="http://schemas.openxmlformats.org/officeDocument/2006/relationships/notesMaster" Target="../notesMasters/notesMaster1.xml"/></Relationships>
</file>

<file path=ppt/notesSlides/_rels/notesSlide55.xml.rels><?xml version="1.0" encoding="UTF-8" standalone="yes"?>
<Relationships xmlns="http://schemas.openxmlformats.org/package/2006/relationships"><Relationship Id="rId2" Type="http://schemas.openxmlformats.org/officeDocument/2006/relationships/slide" Target="../slides/slide90.xml"/><Relationship Id="rId1" Type="http://schemas.openxmlformats.org/officeDocument/2006/relationships/notesMaster" Target="../notesMasters/notesMaster1.xml"/></Relationships>
</file>

<file path=ppt/notesSlides/_rels/notesSlide56.xml.rels><?xml version="1.0" encoding="UTF-8" standalone="yes"?>
<Relationships xmlns="http://schemas.openxmlformats.org/package/2006/relationships"><Relationship Id="rId2" Type="http://schemas.openxmlformats.org/officeDocument/2006/relationships/slide" Target="../slides/slide91.xml"/><Relationship Id="rId1" Type="http://schemas.openxmlformats.org/officeDocument/2006/relationships/notesMaster" Target="../notesMasters/notesMaster1.xml"/></Relationships>
</file>

<file path=ppt/notesSlides/_rels/notesSlide57.xml.rels><?xml version="1.0" encoding="UTF-8" standalone="yes"?>
<Relationships xmlns="http://schemas.openxmlformats.org/package/2006/relationships"><Relationship Id="rId2" Type="http://schemas.openxmlformats.org/officeDocument/2006/relationships/slide" Target="../slides/slide106.xml"/><Relationship Id="rId1" Type="http://schemas.openxmlformats.org/officeDocument/2006/relationships/notesMaster" Target="../notesMasters/notesMaster1.xml"/></Relationships>
</file>

<file path=ppt/notesSlides/_rels/notesSlide58.xml.rels><?xml version="1.0" encoding="UTF-8" standalone="yes"?>
<Relationships xmlns="http://schemas.openxmlformats.org/package/2006/relationships"><Relationship Id="rId2" Type="http://schemas.openxmlformats.org/officeDocument/2006/relationships/slide" Target="../slides/slide107.xml"/><Relationship Id="rId1" Type="http://schemas.openxmlformats.org/officeDocument/2006/relationships/notesMaster" Target="../notesMasters/notesMaster1.xml"/></Relationships>
</file>

<file path=ppt/notesSlides/_rels/notesSlide59.xml.rels><?xml version="1.0" encoding="UTF-8" standalone="yes"?>
<Relationships xmlns="http://schemas.openxmlformats.org/package/2006/relationships"><Relationship Id="rId2" Type="http://schemas.openxmlformats.org/officeDocument/2006/relationships/slide" Target="../slides/slide108.xml"/><Relationship Id="rId1" Type="http://schemas.openxmlformats.org/officeDocument/2006/relationships/notesMaster" Target="../notesMasters/notesMaster1.xml"/></Relationships>
</file>

<file path=ppt/notesSlides/_rels/notesSlide60.xml.rels><?xml version="1.0" encoding="UTF-8" standalone="yes"?>
<Relationships xmlns="http://schemas.openxmlformats.org/package/2006/relationships"><Relationship Id="rId2" Type="http://schemas.openxmlformats.org/officeDocument/2006/relationships/slide" Target="../slides/slide110.xml"/><Relationship Id="rId1" Type="http://schemas.openxmlformats.org/officeDocument/2006/relationships/notesMaster" Target="../notesMasters/notesMaster1.xml"/></Relationships>
</file>

<file path=ppt/notesSlides/_rels/notesSlide61.xml.rels><?xml version="1.0" encoding="UTF-8" standalone="yes"?>
<Relationships xmlns="http://schemas.openxmlformats.org/package/2006/relationships"><Relationship Id="rId2" Type="http://schemas.openxmlformats.org/officeDocument/2006/relationships/slide" Target="../slides/slide119.xml"/><Relationship Id="rId1" Type="http://schemas.openxmlformats.org/officeDocument/2006/relationships/notesMaster" Target="../notesMasters/notesMaster1.xml"/></Relationships>
</file>

<file path=ppt/notesSlides/_rels/notesSlide62.xml.rels><?xml version="1.0" encoding="UTF-8" standalone="yes"?>
<Relationships xmlns="http://schemas.openxmlformats.org/package/2006/relationships"><Relationship Id="rId2" Type="http://schemas.openxmlformats.org/officeDocument/2006/relationships/slide" Target="../slides/slide120.xml"/><Relationship Id="rId1" Type="http://schemas.openxmlformats.org/officeDocument/2006/relationships/notesMaster" Target="../notesMasters/notesMaster1.xml"/></Relationships>
</file>

<file path=ppt/notesSlides/_rels/notesSlide63.xml.rels><?xml version="1.0" encoding="UTF-8" standalone="yes"?>
<Relationships xmlns="http://schemas.openxmlformats.org/package/2006/relationships"><Relationship Id="rId2" Type="http://schemas.openxmlformats.org/officeDocument/2006/relationships/slide" Target="../slides/slide125.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9394" name="Rectangle 7"/>
          <p:cNvSpPr>
            <a:spLocks noGrp="1" noChangeArrowheads="1"/>
          </p:cNvSpPr>
          <p:nvPr>
            <p:ph type="sldNum" sz="quarter" idx="5"/>
          </p:nvPr>
        </p:nvSpPr>
        <p:spPr/>
        <p:txBody>
          <a:bodyPr/>
          <a:lstStyle/>
          <a:p>
            <a:pPr>
              <a:defRPr/>
            </a:pPr>
            <a:fld id="{5F0A4475-B3A5-4BAC-9F86-F23547A31C6E}" type="slidenum">
              <a:rPr lang="zh-CN" altLang="en-US" smtClean="0"/>
              <a:t>2</a:t>
            </a:fld>
            <a:endParaRPr lang="en-US" altLang="zh-CN" smtClean="0"/>
          </a:p>
        </p:txBody>
      </p:sp>
      <p:sp>
        <p:nvSpPr>
          <p:cNvPr id="112643" name="Rectangle 2"/>
          <p:cNvSpPr>
            <a:spLocks noGrp="1" noRot="1" noChangeAspect="1" noChangeArrowheads="1" noTextEdit="1"/>
          </p:cNvSpPr>
          <p:nvPr>
            <p:ph type="sldImg"/>
          </p:nvPr>
        </p:nvSpPr>
        <p:spPr/>
      </p:sp>
      <p:sp>
        <p:nvSpPr>
          <p:cNvPr id="112644" name="Rectangle 3"/>
          <p:cNvSpPr>
            <a:spLocks noGrp="1" noChangeArrowheads="1"/>
          </p:cNvSpPr>
          <p:nvPr>
            <p:ph type="body" idx="1"/>
          </p:nvPr>
        </p:nvSpPr>
        <p:spPr>
          <a:noFill/>
        </p:spPr>
        <p:txBody>
          <a:bodyPr/>
          <a:lstStyle/>
          <a:p>
            <a:pPr eaLnBrk="1" hangingPunct="1"/>
            <a:r>
              <a:rPr lang="zh-CN" altLang="en-US" smtClean="0"/>
              <a:t>说明一下这些信息对网络攻击能起到什么作用。</a:t>
            </a:r>
          </a:p>
          <a:p>
            <a:pPr eaLnBrk="1" hangingPunct="1"/>
            <a:r>
              <a:rPr lang="zh-CN" altLang="en-US" smtClean="0"/>
              <a:t>不需要板书</a:t>
            </a:r>
          </a:p>
          <a:p>
            <a:pPr eaLnBrk="1" hangingPunct="1"/>
            <a:endParaRPr lang="zh-CN" altLang="en-US" smtClean="0"/>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9394" name="Rectangle 7"/>
          <p:cNvSpPr>
            <a:spLocks noGrp="1" noChangeArrowheads="1"/>
          </p:cNvSpPr>
          <p:nvPr>
            <p:ph type="sldNum" sz="quarter" idx="5"/>
          </p:nvPr>
        </p:nvSpPr>
        <p:spPr/>
        <p:txBody>
          <a:bodyPr/>
          <a:lstStyle/>
          <a:p>
            <a:pPr>
              <a:defRPr/>
            </a:pPr>
            <a:fld id="{5F0A4475-B3A5-4BAC-9F86-F23547A31C6E}" type="slidenum">
              <a:rPr lang="zh-CN" altLang="en-US" smtClean="0"/>
              <a:t>3</a:t>
            </a:fld>
            <a:endParaRPr lang="en-US" altLang="zh-CN" smtClean="0"/>
          </a:p>
        </p:txBody>
      </p:sp>
      <p:sp>
        <p:nvSpPr>
          <p:cNvPr id="112643" name="Rectangle 2"/>
          <p:cNvSpPr>
            <a:spLocks noGrp="1" noRot="1" noChangeAspect="1" noChangeArrowheads="1" noTextEdit="1"/>
          </p:cNvSpPr>
          <p:nvPr>
            <p:ph type="sldImg"/>
          </p:nvPr>
        </p:nvSpPr>
        <p:spPr/>
      </p:sp>
      <p:sp>
        <p:nvSpPr>
          <p:cNvPr id="112644" name="Rectangle 3"/>
          <p:cNvSpPr>
            <a:spLocks noGrp="1" noChangeArrowheads="1"/>
          </p:cNvSpPr>
          <p:nvPr>
            <p:ph type="body" idx="1"/>
          </p:nvPr>
        </p:nvSpPr>
        <p:spPr>
          <a:noFill/>
        </p:spPr>
        <p:txBody>
          <a:bodyPr/>
          <a:lstStyle/>
          <a:p>
            <a:pPr eaLnBrk="1" hangingPunct="1"/>
            <a:r>
              <a:rPr lang="zh-CN" altLang="en-US" dirty="0" smtClean="0"/>
              <a:t>说明一下这些信息对网络攻击能起到什么作用。</a:t>
            </a:r>
          </a:p>
          <a:p>
            <a:pPr eaLnBrk="1" hangingPunct="1"/>
            <a:r>
              <a:rPr lang="zh-CN" altLang="en-US" dirty="0" smtClean="0"/>
              <a:t>不需要板书</a:t>
            </a:r>
          </a:p>
          <a:p>
            <a:pPr eaLnBrk="1" hangingPunct="1"/>
            <a:endParaRPr lang="zh-CN" altLang="en-US" dirty="0" smtClean="0"/>
          </a:p>
        </p:txBody>
      </p:sp>
    </p:spTree>
    <p:extLst>
      <p:ext uri="{BB962C8B-B14F-4D97-AF65-F5344CB8AC3E}">
        <p14:creationId xmlns:p14="http://schemas.microsoft.com/office/powerpoint/2010/main" val="2897840106"/>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9394" name="Rectangle 7"/>
          <p:cNvSpPr>
            <a:spLocks noGrp="1" noChangeArrowheads="1"/>
          </p:cNvSpPr>
          <p:nvPr>
            <p:ph type="sldNum" sz="quarter" idx="5"/>
          </p:nvPr>
        </p:nvSpPr>
        <p:spPr/>
        <p:txBody>
          <a:bodyPr/>
          <a:lstStyle/>
          <a:p>
            <a:pPr>
              <a:defRPr/>
            </a:pPr>
            <a:fld id="{5F0A4475-B3A5-4BAC-9F86-F23547A31C6E}" type="slidenum">
              <a:rPr lang="zh-CN" altLang="en-US" smtClean="0"/>
              <a:t>4</a:t>
            </a:fld>
            <a:endParaRPr lang="en-US" altLang="zh-CN" smtClean="0"/>
          </a:p>
        </p:txBody>
      </p:sp>
      <p:sp>
        <p:nvSpPr>
          <p:cNvPr id="112643" name="Rectangle 2"/>
          <p:cNvSpPr>
            <a:spLocks noGrp="1" noRot="1" noChangeAspect="1" noChangeArrowheads="1" noTextEdit="1"/>
          </p:cNvSpPr>
          <p:nvPr>
            <p:ph type="sldImg"/>
          </p:nvPr>
        </p:nvSpPr>
        <p:spPr/>
      </p:sp>
      <p:sp>
        <p:nvSpPr>
          <p:cNvPr id="112644" name="Rectangle 3"/>
          <p:cNvSpPr>
            <a:spLocks noGrp="1" noChangeArrowheads="1"/>
          </p:cNvSpPr>
          <p:nvPr>
            <p:ph type="body" idx="1"/>
          </p:nvPr>
        </p:nvSpPr>
        <p:spPr>
          <a:noFill/>
        </p:spPr>
        <p:txBody>
          <a:bodyPr/>
          <a:lstStyle/>
          <a:p>
            <a:pPr eaLnBrk="1" hangingPunct="1"/>
            <a:r>
              <a:rPr lang="zh-CN" altLang="en-US" smtClean="0"/>
              <a:t>说明一下这些信息对网络攻击能起到什么作用。</a:t>
            </a:r>
          </a:p>
          <a:p>
            <a:pPr eaLnBrk="1" hangingPunct="1"/>
            <a:r>
              <a:rPr lang="zh-CN" altLang="en-US" smtClean="0"/>
              <a:t>不需要板书</a:t>
            </a:r>
          </a:p>
          <a:p>
            <a:pPr eaLnBrk="1" hangingPunct="1"/>
            <a:endParaRPr lang="zh-CN" altLang="en-US" smtClean="0"/>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9394" name="Rectangle 7"/>
          <p:cNvSpPr>
            <a:spLocks noGrp="1" noChangeArrowheads="1"/>
          </p:cNvSpPr>
          <p:nvPr>
            <p:ph type="sldNum" sz="quarter" idx="5"/>
          </p:nvPr>
        </p:nvSpPr>
        <p:spPr/>
        <p:txBody>
          <a:bodyPr/>
          <a:lstStyle/>
          <a:p>
            <a:pPr>
              <a:defRPr/>
            </a:pPr>
            <a:fld id="{5F0A4475-B3A5-4BAC-9F86-F23547A31C6E}" type="slidenum">
              <a:rPr lang="zh-CN" altLang="en-US" smtClean="0"/>
              <a:t>5</a:t>
            </a:fld>
            <a:endParaRPr lang="en-US" altLang="zh-CN" smtClean="0"/>
          </a:p>
        </p:txBody>
      </p:sp>
      <p:sp>
        <p:nvSpPr>
          <p:cNvPr id="112643" name="Rectangle 2"/>
          <p:cNvSpPr>
            <a:spLocks noGrp="1" noRot="1" noChangeAspect="1" noChangeArrowheads="1" noTextEdit="1"/>
          </p:cNvSpPr>
          <p:nvPr>
            <p:ph type="sldImg"/>
          </p:nvPr>
        </p:nvSpPr>
        <p:spPr/>
      </p:sp>
      <p:sp>
        <p:nvSpPr>
          <p:cNvPr id="112644" name="Rectangle 3"/>
          <p:cNvSpPr>
            <a:spLocks noGrp="1" noChangeArrowheads="1"/>
          </p:cNvSpPr>
          <p:nvPr>
            <p:ph type="body" idx="1"/>
          </p:nvPr>
        </p:nvSpPr>
        <p:spPr>
          <a:noFill/>
        </p:spPr>
        <p:txBody>
          <a:bodyPr/>
          <a:lstStyle/>
          <a:p>
            <a:pPr eaLnBrk="1" hangingPunct="1"/>
            <a:r>
              <a:rPr lang="zh-CN" altLang="en-US" smtClean="0"/>
              <a:t>说明一下这些信息对网络攻击能起到什么作用。</a:t>
            </a:r>
          </a:p>
          <a:p>
            <a:pPr eaLnBrk="1" hangingPunct="1"/>
            <a:r>
              <a:rPr lang="zh-CN" altLang="en-US" smtClean="0"/>
              <a:t>不需要板书</a:t>
            </a:r>
          </a:p>
          <a:p>
            <a:pPr eaLnBrk="1" hangingPunct="1"/>
            <a:endParaRPr lang="zh-CN" altLang="en-US" smtClean="0"/>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9394" name="Rectangle 7"/>
          <p:cNvSpPr>
            <a:spLocks noGrp="1" noChangeArrowheads="1"/>
          </p:cNvSpPr>
          <p:nvPr>
            <p:ph type="sldNum" sz="quarter" idx="5"/>
          </p:nvPr>
        </p:nvSpPr>
        <p:spPr/>
        <p:txBody>
          <a:bodyPr/>
          <a:lstStyle/>
          <a:p>
            <a:pPr>
              <a:defRPr/>
            </a:pPr>
            <a:fld id="{5F0A4475-B3A5-4BAC-9F86-F23547A31C6E}" type="slidenum">
              <a:rPr lang="zh-CN" altLang="en-US" smtClean="0"/>
              <a:t>6</a:t>
            </a:fld>
            <a:endParaRPr lang="en-US" altLang="zh-CN" smtClean="0"/>
          </a:p>
        </p:txBody>
      </p:sp>
      <p:sp>
        <p:nvSpPr>
          <p:cNvPr id="112643" name="Rectangle 2"/>
          <p:cNvSpPr>
            <a:spLocks noGrp="1" noRot="1" noChangeAspect="1" noChangeArrowheads="1" noTextEdit="1"/>
          </p:cNvSpPr>
          <p:nvPr>
            <p:ph type="sldImg"/>
          </p:nvPr>
        </p:nvSpPr>
        <p:spPr/>
      </p:sp>
      <p:sp>
        <p:nvSpPr>
          <p:cNvPr id="112644" name="Rectangle 3"/>
          <p:cNvSpPr>
            <a:spLocks noGrp="1" noChangeArrowheads="1"/>
          </p:cNvSpPr>
          <p:nvPr>
            <p:ph type="body" idx="1"/>
          </p:nvPr>
        </p:nvSpPr>
        <p:spPr>
          <a:noFill/>
        </p:spPr>
        <p:txBody>
          <a:bodyPr/>
          <a:lstStyle/>
          <a:p>
            <a:pPr eaLnBrk="1" hangingPunct="1"/>
            <a:r>
              <a:rPr lang="zh-CN" altLang="en-US" smtClean="0"/>
              <a:t>说明一下这些信息对网络攻击能起到什么作用。</a:t>
            </a:r>
          </a:p>
          <a:p>
            <a:pPr eaLnBrk="1" hangingPunct="1"/>
            <a:r>
              <a:rPr lang="zh-CN" altLang="en-US" smtClean="0"/>
              <a:t>不需要板书</a:t>
            </a:r>
          </a:p>
          <a:p>
            <a:pPr eaLnBrk="1" hangingPunct="1"/>
            <a:endParaRPr lang="zh-CN" altLang="en-US" smtClean="0"/>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9394" name="Rectangle 7"/>
          <p:cNvSpPr>
            <a:spLocks noGrp="1" noChangeArrowheads="1"/>
          </p:cNvSpPr>
          <p:nvPr>
            <p:ph type="sldNum" sz="quarter" idx="5"/>
          </p:nvPr>
        </p:nvSpPr>
        <p:spPr/>
        <p:txBody>
          <a:bodyPr/>
          <a:lstStyle/>
          <a:p>
            <a:pPr>
              <a:defRPr/>
            </a:pPr>
            <a:fld id="{5F0A4475-B3A5-4BAC-9F86-F23547A31C6E}" type="slidenum">
              <a:rPr lang="zh-CN" altLang="en-US" smtClean="0"/>
              <a:t>7</a:t>
            </a:fld>
            <a:endParaRPr lang="en-US" altLang="zh-CN" smtClean="0"/>
          </a:p>
        </p:txBody>
      </p:sp>
      <p:sp>
        <p:nvSpPr>
          <p:cNvPr id="112643" name="Rectangle 2"/>
          <p:cNvSpPr>
            <a:spLocks noGrp="1" noRot="1" noChangeAspect="1" noChangeArrowheads="1" noTextEdit="1"/>
          </p:cNvSpPr>
          <p:nvPr>
            <p:ph type="sldImg"/>
          </p:nvPr>
        </p:nvSpPr>
        <p:spPr/>
      </p:sp>
      <p:sp>
        <p:nvSpPr>
          <p:cNvPr id="112644" name="Rectangle 3"/>
          <p:cNvSpPr>
            <a:spLocks noGrp="1" noChangeArrowheads="1"/>
          </p:cNvSpPr>
          <p:nvPr>
            <p:ph type="body" idx="1"/>
          </p:nvPr>
        </p:nvSpPr>
        <p:spPr>
          <a:noFill/>
        </p:spPr>
        <p:txBody>
          <a:bodyPr/>
          <a:lstStyle/>
          <a:p>
            <a:pPr eaLnBrk="1" hangingPunct="1"/>
            <a:r>
              <a:rPr lang="zh-CN" altLang="en-US" smtClean="0"/>
              <a:t>说明一下这些信息对网络攻击能起到什么作用。</a:t>
            </a:r>
          </a:p>
          <a:p>
            <a:pPr eaLnBrk="1" hangingPunct="1"/>
            <a:r>
              <a:rPr lang="zh-CN" altLang="en-US" smtClean="0"/>
              <a:t>不需要板书</a:t>
            </a:r>
          </a:p>
          <a:p>
            <a:pPr eaLnBrk="1" hangingPunct="1"/>
            <a:endParaRPr lang="zh-CN" altLang="en-US" smtClean="0"/>
          </a:p>
        </p:txBody>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9394" name="Rectangle 7"/>
          <p:cNvSpPr>
            <a:spLocks noGrp="1" noChangeArrowheads="1"/>
          </p:cNvSpPr>
          <p:nvPr>
            <p:ph type="sldNum" sz="quarter" idx="5"/>
          </p:nvPr>
        </p:nvSpPr>
        <p:spPr/>
        <p:txBody>
          <a:bodyPr/>
          <a:lstStyle/>
          <a:p>
            <a:pPr>
              <a:defRPr/>
            </a:pPr>
            <a:fld id="{5F0A4475-B3A5-4BAC-9F86-F23547A31C6E}" type="slidenum">
              <a:rPr lang="zh-CN" altLang="en-US" smtClean="0"/>
              <a:t>8</a:t>
            </a:fld>
            <a:endParaRPr lang="en-US" altLang="zh-CN" smtClean="0"/>
          </a:p>
        </p:txBody>
      </p:sp>
      <p:sp>
        <p:nvSpPr>
          <p:cNvPr id="112643" name="Rectangle 2"/>
          <p:cNvSpPr>
            <a:spLocks noGrp="1" noRot="1" noChangeAspect="1" noChangeArrowheads="1" noTextEdit="1"/>
          </p:cNvSpPr>
          <p:nvPr>
            <p:ph type="sldImg"/>
          </p:nvPr>
        </p:nvSpPr>
        <p:spPr/>
      </p:sp>
      <p:sp>
        <p:nvSpPr>
          <p:cNvPr id="112644" name="Rectangle 3"/>
          <p:cNvSpPr>
            <a:spLocks noGrp="1" noChangeArrowheads="1"/>
          </p:cNvSpPr>
          <p:nvPr>
            <p:ph type="body" idx="1"/>
          </p:nvPr>
        </p:nvSpPr>
        <p:spPr>
          <a:noFill/>
        </p:spPr>
        <p:txBody>
          <a:bodyPr/>
          <a:lstStyle/>
          <a:p>
            <a:pPr eaLnBrk="1" hangingPunct="1"/>
            <a:r>
              <a:rPr lang="zh-CN" altLang="en-US" smtClean="0"/>
              <a:t>说明一下这些信息对网络攻击能起到什么作用。</a:t>
            </a:r>
          </a:p>
          <a:p>
            <a:pPr eaLnBrk="1" hangingPunct="1"/>
            <a:r>
              <a:rPr lang="zh-CN" altLang="en-US" smtClean="0"/>
              <a:t>不需要板书</a:t>
            </a:r>
          </a:p>
          <a:p>
            <a:pPr eaLnBrk="1" hangingPunct="1"/>
            <a:endParaRPr lang="zh-CN" altLang="en-US" smtClean="0"/>
          </a:p>
        </p:txBody>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9394" name="Rectangle 7"/>
          <p:cNvSpPr>
            <a:spLocks noGrp="1" noChangeArrowheads="1"/>
          </p:cNvSpPr>
          <p:nvPr>
            <p:ph type="sldNum" sz="quarter" idx="5"/>
          </p:nvPr>
        </p:nvSpPr>
        <p:spPr/>
        <p:txBody>
          <a:bodyPr/>
          <a:lstStyle/>
          <a:p>
            <a:pPr>
              <a:defRPr/>
            </a:pPr>
            <a:fld id="{5F0A4475-B3A5-4BAC-9F86-F23547A31C6E}" type="slidenum">
              <a:rPr lang="zh-CN" altLang="en-US" smtClean="0"/>
              <a:t>9</a:t>
            </a:fld>
            <a:endParaRPr lang="en-US" altLang="zh-CN" smtClean="0"/>
          </a:p>
        </p:txBody>
      </p:sp>
      <p:sp>
        <p:nvSpPr>
          <p:cNvPr id="112643" name="Rectangle 2"/>
          <p:cNvSpPr>
            <a:spLocks noGrp="1" noRot="1" noChangeAspect="1" noChangeArrowheads="1" noTextEdit="1"/>
          </p:cNvSpPr>
          <p:nvPr>
            <p:ph type="sldImg"/>
          </p:nvPr>
        </p:nvSpPr>
        <p:spPr/>
      </p:sp>
      <p:sp>
        <p:nvSpPr>
          <p:cNvPr id="112644" name="Rectangle 3"/>
          <p:cNvSpPr>
            <a:spLocks noGrp="1" noChangeArrowheads="1"/>
          </p:cNvSpPr>
          <p:nvPr>
            <p:ph type="body" idx="1"/>
          </p:nvPr>
        </p:nvSpPr>
        <p:spPr>
          <a:noFill/>
        </p:spPr>
        <p:txBody>
          <a:bodyPr/>
          <a:lstStyle/>
          <a:p>
            <a:pPr eaLnBrk="1" hangingPunct="1"/>
            <a:r>
              <a:rPr lang="zh-CN" altLang="en-US" smtClean="0"/>
              <a:t>说明一下这些信息对网络攻击能起到什么作用。</a:t>
            </a:r>
          </a:p>
          <a:p>
            <a:pPr eaLnBrk="1" hangingPunct="1"/>
            <a:r>
              <a:rPr lang="zh-CN" altLang="en-US" smtClean="0"/>
              <a:t>不需要板书</a:t>
            </a:r>
          </a:p>
          <a:p>
            <a:pPr eaLnBrk="1" hangingPunct="1"/>
            <a:endParaRPr lang="zh-CN" altLang="en-US" smtClean="0"/>
          </a:p>
        </p:txBody>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1442" name="Rectangle 7"/>
          <p:cNvSpPr>
            <a:spLocks noGrp="1" noChangeArrowheads="1"/>
          </p:cNvSpPr>
          <p:nvPr>
            <p:ph type="sldNum" sz="quarter" idx="5"/>
          </p:nvPr>
        </p:nvSpPr>
        <p:spPr/>
        <p:txBody>
          <a:bodyPr/>
          <a:lstStyle/>
          <a:p>
            <a:pPr>
              <a:defRPr/>
            </a:pPr>
            <a:fld id="{DFC01BB5-6B13-4E36-9934-3FD7DF7BE3DC}" type="slidenum">
              <a:rPr lang="zh-CN" altLang="en-US" smtClean="0"/>
              <a:t>10</a:t>
            </a:fld>
            <a:endParaRPr lang="en-US" altLang="zh-CN" smtClean="0"/>
          </a:p>
        </p:txBody>
      </p:sp>
      <p:sp>
        <p:nvSpPr>
          <p:cNvPr id="113667" name="Rectangle 2"/>
          <p:cNvSpPr>
            <a:spLocks noGrp="1" noRot="1" noChangeAspect="1" noChangeArrowheads="1" noTextEdit="1"/>
          </p:cNvSpPr>
          <p:nvPr>
            <p:ph type="sldImg"/>
          </p:nvPr>
        </p:nvSpPr>
        <p:spPr/>
      </p:sp>
      <p:sp>
        <p:nvSpPr>
          <p:cNvPr id="113668" name="Rectangle 3"/>
          <p:cNvSpPr>
            <a:spLocks noGrp="1" noChangeArrowheads="1"/>
          </p:cNvSpPr>
          <p:nvPr>
            <p:ph type="body" idx="1"/>
          </p:nvPr>
        </p:nvSpPr>
        <p:spPr>
          <a:noFill/>
        </p:spPr>
        <p:txBody>
          <a:bodyPr/>
          <a:lstStyle/>
          <a:p>
            <a:pPr eaLnBrk="1" hangingPunct="1"/>
            <a:r>
              <a:rPr lang="zh-CN" altLang="en-US" smtClean="0"/>
              <a:t>在进行下去之前，先提问：大家平常要查信息用什么工具。</a:t>
            </a:r>
          </a:p>
        </p:txBody>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2466" name="Rectangle 7"/>
          <p:cNvSpPr>
            <a:spLocks noGrp="1" noChangeArrowheads="1"/>
          </p:cNvSpPr>
          <p:nvPr>
            <p:ph type="sldNum" sz="quarter" idx="5"/>
          </p:nvPr>
        </p:nvSpPr>
        <p:spPr/>
        <p:txBody>
          <a:bodyPr/>
          <a:lstStyle/>
          <a:p>
            <a:pPr>
              <a:defRPr/>
            </a:pPr>
            <a:fld id="{0B33AECE-0600-45D1-9F8A-D13EEED58A8A}" type="slidenum">
              <a:rPr lang="zh-CN" altLang="en-US" smtClean="0"/>
              <a:t>11</a:t>
            </a:fld>
            <a:endParaRPr lang="en-US" altLang="zh-CN" smtClean="0"/>
          </a:p>
        </p:txBody>
      </p:sp>
      <p:sp>
        <p:nvSpPr>
          <p:cNvPr id="114691" name="Rectangle 2"/>
          <p:cNvSpPr>
            <a:spLocks noGrp="1" noRot="1" noChangeAspect="1" noChangeArrowheads="1" noTextEdit="1"/>
          </p:cNvSpPr>
          <p:nvPr>
            <p:ph type="sldImg"/>
          </p:nvPr>
        </p:nvSpPr>
        <p:spPr/>
      </p:sp>
      <p:sp>
        <p:nvSpPr>
          <p:cNvPr id="114692" name="Rectangle 3"/>
          <p:cNvSpPr>
            <a:spLocks noGrp="1" noChangeArrowheads="1"/>
          </p:cNvSpPr>
          <p:nvPr>
            <p:ph type="body" idx="1"/>
          </p:nvPr>
        </p:nvSpPr>
        <p:spPr>
          <a:noFill/>
        </p:spPr>
        <p:txBody>
          <a:bodyPr/>
          <a:lstStyle/>
          <a:p>
            <a:pPr eaLnBrk="1" hangingPunct="1"/>
            <a:endParaRPr lang="zh-CN" altLang="en-US" smtClean="0"/>
          </a:p>
        </p:txBody>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8850" name="Rectangle 7"/>
          <p:cNvSpPr>
            <a:spLocks noGrp="1" noChangeArrowheads="1"/>
          </p:cNvSpPr>
          <p:nvPr>
            <p:ph type="sldNum" sz="quarter" idx="5"/>
          </p:nvPr>
        </p:nvSpPr>
        <p:spPr/>
        <p:txBody>
          <a:bodyPr/>
          <a:lstStyle/>
          <a:p>
            <a:pPr>
              <a:defRPr/>
            </a:pPr>
            <a:fld id="{E1FDEF7B-C308-4A42-B86A-D7AD0AA7DF7B}" type="slidenum">
              <a:rPr lang="zh-CN" altLang="en-US" smtClean="0"/>
              <a:t>12</a:t>
            </a:fld>
            <a:endParaRPr lang="en-US" altLang="zh-CN" smtClean="0"/>
          </a:p>
        </p:txBody>
      </p:sp>
      <p:sp>
        <p:nvSpPr>
          <p:cNvPr id="116739" name="Rectangle 2"/>
          <p:cNvSpPr>
            <a:spLocks noGrp="1" noRot="1" noChangeAspect="1" noChangeArrowheads="1" noTextEdit="1"/>
          </p:cNvSpPr>
          <p:nvPr>
            <p:ph type="sldImg"/>
          </p:nvPr>
        </p:nvSpPr>
        <p:spPr/>
      </p:sp>
      <p:sp>
        <p:nvSpPr>
          <p:cNvPr id="116740" name="Rectangle 3"/>
          <p:cNvSpPr>
            <a:spLocks noGrp="1" noChangeArrowheads="1"/>
          </p:cNvSpPr>
          <p:nvPr>
            <p:ph type="body" idx="1"/>
          </p:nvPr>
        </p:nvSpPr>
        <p:spPr>
          <a:noFill/>
        </p:spPr>
        <p:txBody>
          <a:bodyPr/>
          <a:lstStyle/>
          <a:p>
            <a:pPr eaLnBrk="1" hangingPunct="1"/>
            <a:r>
              <a:rPr lang="zh-CN" altLang="en-US" smtClean="0"/>
              <a:t>冒号后面一般不加空格</a:t>
            </a:r>
          </a:p>
        </p:txBody>
      </p:sp>
    </p:spTree>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8850" name="Rectangle 7"/>
          <p:cNvSpPr>
            <a:spLocks noGrp="1" noChangeArrowheads="1"/>
          </p:cNvSpPr>
          <p:nvPr>
            <p:ph type="sldNum" sz="quarter" idx="5"/>
          </p:nvPr>
        </p:nvSpPr>
        <p:spPr/>
        <p:txBody>
          <a:bodyPr/>
          <a:lstStyle/>
          <a:p>
            <a:pPr>
              <a:defRPr/>
            </a:pPr>
            <a:fld id="{E1FDEF7B-C308-4A42-B86A-D7AD0AA7DF7B}" type="slidenum">
              <a:rPr lang="zh-CN" altLang="en-US" smtClean="0"/>
              <a:t>13</a:t>
            </a:fld>
            <a:endParaRPr lang="en-US" altLang="zh-CN" smtClean="0"/>
          </a:p>
        </p:txBody>
      </p:sp>
      <p:sp>
        <p:nvSpPr>
          <p:cNvPr id="116739" name="Rectangle 2"/>
          <p:cNvSpPr>
            <a:spLocks noGrp="1" noRot="1" noChangeAspect="1" noChangeArrowheads="1" noTextEdit="1"/>
          </p:cNvSpPr>
          <p:nvPr>
            <p:ph type="sldImg"/>
          </p:nvPr>
        </p:nvSpPr>
        <p:spPr/>
      </p:sp>
      <p:sp>
        <p:nvSpPr>
          <p:cNvPr id="116740" name="Rectangle 3"/>
          <p:cNvSpPr>
            <a:spLocks noGrp="1" noChangeArrowheads="1"/>
          </p:cNvSpPr>
          <p:nvPr>
            <p:ph type="body" idx="1"/>
          </p:nvPr>
        </p:nvSpPr>
        <p:spPr>
          <a:noFill/>
        </p:spPr>
        <p:txBody>
          <a:bodyPr/>
          <a:lstStyle/>
          <a:p>
            <a:pPr eaLnBrk="1" hangingPunct="1"/>
            <a:r>
              <a:rPr lang="zh-CN" altLang="en-US" smtClean="0"/>
              <a:t>冒号后面一般不加空格</a:t>
            </a:r>
          </a:p>
        </p:txBody>
      </p:sp>
    </p:spTree>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8850" name="Rectangle 7"/>
          <p:cNvSpPr>
            <a:spLocks noGrp="1" noChangeArrowheads="1"/>
          </p:cNvSpPr>
          <p:nvPr>
            <p:ph type="sldNum" sz="quarter" idx="5"/>
          </p:nvPr>
        </p:nvSpPr>
        <p:spPr/>
        <p:txBody>
          <a:bodyPr/>
          <a:lstStyle/>
          <a:p>
            <a:pPr>
              <a:defRPr/>
            </a:pPr>
            <a:fld id="{E1FDEF7B-C308-4A42-B86A-D7AD0AA7DF7B}" type="slidenum">
              <a:rPr lang="zh-CN" altLang="en-US" smtClean="0"/>
              <a:t>14</a:t>
            </a:fld>
            <a:endParaRPr lang="en-US" altLang="zh-CN" smtClean="0"/>
          </a:p>
        </p:txBody>
      </p:sp>
      <p:sp>
        <p:nvSpPr>
          <p:cNvPr id="116739" name="Rectangle 2"/>
          <p:cNvSpPr>
            <a:spLocks noGrp="1" noRot="1" noChangeAspect="1" noChangeArrowheads="1" noTextEdit="1"/>
          </p:cNvSpPr>
          <p:nvPr>
            <p:ph type="sldImg"/>
          </p:nvPr>
        </p:nvSpPr>
        <p:spPr/>
      </p:sp>
      <p:sp>
        <p:nvSpPr>
          <p:cNvPr id="116740" name="Rectangle 3"/>
          <p:cNvSpPr>
            <a:spLocks noGrp="1" noChangeArrowheads="1"/>
          </p:cNvSpPr>
          <p:nvPr>
            <p:ph type="body" idx="1"/>
          </p:nvPr>
        </p:nvSpPr>
        <p:spPr>
          <a:noFill/>
        </p:spPr>
        <p:txBody>
          <a:bodyPr/>
          <a:lstStyle/>
          <a:p>
            <a:pPr eaLnBrk="1" hangingPunct="1"/>
            <a:r>
              <a:rPr lang="zh-CN" altLang="en-US" smtClean="0"/>
              <a:t>冒号后面一般不加空格</a:t>
            </a:r>
          </a:p>
        </p:txBody>
      </p:sp>
    </p:spTree>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8850" name="Rectangle 7"/>
          <p:cNvSpPr>
            <a:spLocks noGrp="1" noChangeArrowheads="1"/>
          </p:cNvSpPr>
          <p:nvPr>
            <p:ph type="sldNum" sz="quarter" idx="5"/>
          </p:nvPr>
        </p:nvSpPr>
        <p:spPr/>
        <p:txBody>
          <a:bodyPr/>
          <a:lstStyle/>
          <a:p>
            <a:pPr>
              <a:defRPr/>
            </a:pPr>
            <a:fld id="{E1FDEF7B-C308-4A42-B86A-D7AD0AA7DF7B}" type="slidenum">
              <a:rPr lang="zh-CN" altLang="en-US" smtClean="0"/>
              <a:t>15</a:t>
            </a:fld>
            <a:endParaRPr lang="en-US" altLang="zh-CN" smtClean="0"/>
          </a:p>
        </p:txBody>
      </p:sp>
      <p:sp>
        <p:nvSpPr>
          <p:cNvPr id="116739" name="Rectangle 2"/>
          <p:cNvSpPr>
            <a:spLocks noGrp="1" noRot="1" noChangeAspect="1" noChangeArrowheads="1" noTextEdit="1"/>
          </p:cNvSpPr>
          <p:nvPr>
            <p:ph type="sldImg"/>
          </p:nvPr>
        </p:nvSpPr>
        <p:spPr/>
      </p:sp>
      <p:sp>
        <p:nvSpPr>
          <p:cNvPr id="116740" name="Rectangle 3"/>
          <p:cNvSpPr>
            <a:spLocks noGrp="1" noChangeArrowheads="1"/>
          </p:cNvSpPr>
          <p:nvPr>
            <p:ph type="body" idx="1"/>
          </p:nvPr>
        </p:nvSpPr>
        <p:spPr>
          <a:noFill/>
        </p:spPr>
        <p:txBody>
          <a:bodyPr/>
          <a:lstStyle/>
          <a:p>
            <a:pPr eaLnBrk="1" hangingPunct="1"/>
            <a:r>
              <a:rPr lang="zh-CN" altLang="en-US" smtClean="0"/>
              <a:t>冒号后面一般不加空格</a:t>
            </a:r>
          </a:p>
        </p:txBody>
      </p:sp>
    </p:spTree>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8850" name="Rectangle 7"/>
          <p:cNvSpPr>
            <a:spLocks noGrp="1" noChangeArrowheads="1"/>
          </p:cNvSpPr>
          <p:nvPr>
            <p:ph type="sldNum" sz="quarter" idx="5"/>
          </p:nvPr>
        </p:nvSpPr>
        <p:spPr/>
        <p:txBody>
          <a:bodyPr/>
          <a:lstStyle/>
          <a:p>
            <a:pPr>
              <a:defRPr/>
            </a:pPr>
            <a:fld id="{E1FDEF7B-C308-4A42-B86A-D7AD0AA7DF7B}" type="slidenum">
              <a:rPr lang="zh-CN" altLang="en-US" smtClean="0"/>
              <a:t>16</a:t>
            </a:fld>
            <a:endParaRPr lang="en-US" altLang="zh-CN" smtClean="0"/>
          </a:p>
        </p:txBody>
      </p:sp>
      <p:sp>
        <p:nvSpPr>
          <p:cNvPr id="116739" name="Rectangle 2"/>
          <p:cNvSpPr>
            <a:spLocks noGrp="1" noRot="1" noChangeAspect="1" noChangeArrowheads="1" noTextEdit="1"/>
          </p:cNvSpPr>
          <p:nvPr>
            <p:ph type="sldImg"/>
          </p:nvPr>
        </p:nvSpPr>
        <p:spPr/>
      </p:sp>
      <p:sp>
        <p:nvSpPr>
          <p:cNvPr id="116740" name="Rectangle 3"/>
          <p:cNvSpPr>
            <a:spLocks noGrp="1" noChangeArrowheads="1"/>
          </p:cNvSpPr>
          <p:nvPr>
            <p:ph type="body" idx="1"/>
          </p:nvPr>
        </p:nvSpPr>
        <p:spPr>
          <a:noFill/>
        </p:spPr>
        <p:txBody>
          <a:bodyPr/>
          <a:lstStyle/>
          <a:p>
            <a:pPr eaLnBrk="1" hangingPunct="1"/>
            <a:r>
              <a:rPr lang="zh-CN" altLang="en-US" smtClean="0"/>
              <a:t>冒号后面一般不加空格</a:t>
            </a:r>
          </a:p>
        </p:txBody>
      </p:sp>
    </p:spTree>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9874" name="Rectangle 7"/>
          <p:cNvSpPr>
            <a:spLocks noGrp="1" noChangeArrowheads="1"/>
          </p:cNvSpPr>
          <p:nvPr>
            <p:ph type="sldNum" sz="quarter" idx="5"/>
          </p:nvPr>
        </p:nvSpPr>
        <p:spPr/>
        <p:txBody>
          <a:bodyPr/>
          <a:lstStyle/>
          <a:p>
            <a:pPr>
              <a:defRPr/>
            </a:pPr>
            <a:fld id="{14D3E1CF-9E7B-49A0-B980-EEDCD5D0C7CE}" type="slidenum">
              <a:rPr lang="zh-CN" altLang="en-US" smtClean="0"/>
              <a:t>17</a:t>
            </a:fld>
            <a:endParaRPr lang="en-US" altLang="zh-CN" smtClean="0"/>
          </a:p>
        </p:txBody>
      </p:sp>
      <p:sp>
        <p:nvSpPr>
          <p:cNvPr id="117763" name="Rectangle 2"/>
          <p:cNvSpPr>
            <a:spLocks noGrp="1" noRot="1" noChangeAspect="1" noChangeArrowheads="1" noTextEdit="1"/>
          </p:cNvSpPr>
          <p:nvPr>
            <p:ph type="sldImg"/>
          </p:nvPr>
        </p:nvSpPr>
        <p:spPr/>
      </p:sp>
      <p:sp>
        <p:nvSpPr>
          <p:cNvPr id="117764" name="Rectangle 3"/>
          <p:cNvSpPr>
            <a:spLocks noGrp="1" noChangeArrowheads="1"/>
          </p:cNvSpPr>
          <p:nvPr>
            <p:ph type="body" idx="1"/>
          </p:nvPr>
        </p:nvSpPr>
        <p:spPr>
          <a:noFill/>
        </p:spPr>
        <p:txBody>
          <a:bodyPr/>
          <a:lstStyle/>
          <a:p>
            <a:pPr eaLnBrk="1" hangingPunct="1"/>
            <a:endParaRPr lang="zh-CN" altLang="en-US" smtClean="0"/>
          </a:p>
        </p:txBody>
      </p:sp>
    </p:spTree>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0898" name="Rectangle 7"/>
          <p:cNvSpPr>
            <a:spLocks noGrp="1" noChangeArrowheads="1"/>
          </p:cNvSpPr>
          <p:nvPr>
            <p:ph type="sldNum" sz="quarter" idx="5"/>
          </p:nvPr>
        </p:nvSpPr>
        <p:spPr/>
        <p:txBody>
          <a:bodyPr/>
          <a:lstStyle/>
          <a:p>
            <a:pPr>
              <a:defRPr/>
            </a:pPr>
            <a:fld id="{676E4B1C-7B04-4D36-8480-1B35EB9D4962}" type="slidenum">
              <a:rPr lang="zh-CN" altLang="en-US" smtClean="0"/>
              <a:t>18</a:t>
            </a:fld>
            <a:endParaRPr lang="en-US" altLang="zh-CN" smtClean="0"/>
          </a:p>
        </p:txBody>
      </p:sp>
      <p:sp>
        <p:nvSpPr>
          <p:cNvPr id="118787" name="Rectangle 2"/>
          <p:cNvSpPr>
            <a:spLocks noGrp="1" noRot="1" noChangeAspect="1" noChangeArrowheads="1" noTextEdit="1"/>
          </p:cNvSpPr>
          <p:nvPr>
            <p:ph type="sldImg"/>
          </p:nvPr>
        </p:nvSpPr>
        <p:spPr/>
      </p:sp>
      <p:sp>
        <p:nvSpPr>
          <p:cNvPr id="118788" name="Rectangle 3"/>
          <p:cNvSpPr>
            <a:spLocks noGrp="1" noChangeArrowheads="1"/>
          </p:cNvSpPr>
          <p:nvPr>
            <p:ph type="body" idx="1"/>
          </p:nvPr>
        </p:nvSpPr>
        <p:spPr>
          <a:noFill/>
        </p:spPr>
        <p:txBody>
          <a:bodyPr/>
          <a:lstStyle/>
          <a:p>
            <a:pPr eaLnBrk="1" hangingPunct="1"/>
            <a:r>
              <a:rPr lang="zh-CN" altLang="en-US" smtClean="0"/>
              <a:t>问题：查网络安全方面的</a:t>
            </a:r>
            <a:r>
              <a:rPr lang="en-US" altLang="zh-CN" smtClean="0"/>
              <a:t>PPT</a:t>
            </a:r>
            <a:r>
              <a:rPr lang="zh-CN" altLang="en-US" smtClean="0"/>
              <a:t>？</a:t>
            </a:r>
            <a:r>
              <a:rPr lang="en-US" altLang="zh-CN" smtClean="0"/>
              <a:t>filetype: ppt </a:t>
            </a:r>
            <a:r>
              <a:rPr lang="zh-CN" altLang="en-US" smtClean="0"/>
              <a:t>网络安全</a:t>
            </a:r>
          </a:p>
          <a:p>
            <a:pPr eaLnBrk="1" hangingPunct="1"/>
            <a:r>
              <a:rPr lang="zh-CN" altLang="en-US" smtClean="0"/>
              <a:t>这种方法与直接输入“网络安全，</a:t>
            </a:r>
            <a:r>
              <a:rPr lang="en-US" altLang="zh-CN" smtClean="0"/>
              <a:t>PPT”</a:t>
            </a:r>
            <a:r>
              <a:rPr lang="zh-CN" altLang="en-US" smtClean="0"/>
              <a:t>所查询到的结果有什么不一样？后者查到的可能不是</a:t>
            </a:r>
            <a:r>
              <a:rPr lang="en-US" altLang="zh-CN" smtClean="0"/>
              <a:t>PPT</a:t>
            </a:r>
            <a:r>
              <a:rPr lang="zh-CN" altLang="en-US" smtClean="0"/>
              <a:t>文件</a:t>
            </a:r>
          </a:p>
        </p:txBody>
      </p:sp>
    </p:spTree>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1922" name="Rectangle 7"/>
          <p:cNvSpPr>
            <a:spLocks noGrp="1" noChangeArrowheads="1"/>
          </p:cNvSpPr>
          <p:nvPr>
            <p:ph type="sldNum" sz="quarter" idx="5"/>
          </p:nvPr>
        </p:nvSpPr>
        <p:spPr/>
        <p:txBody>
          <a:bodyPr/>
          <a:lstStyle/>
          <a:p>
            <a:pPr>
              <a:defRPr/>
            </a:pPr>
            <a:fld id="{2D2B246D-B6C0-4718-BCF0-FD6C39A6BAEE}" type="slidenum">
              <a:rPr lang="zh-CN" altLang="en-US" smtClean="0"/>
              <a:t>19</a:t>
            </a:fld>
            <a:endParaRPr lang="en-US" altLang="zh-CN" smtClean="0"/>
          </a:p>
        </p:txBody>
      </p:sp>
      <p:sp>
        <p:nvSpPr>
          <p:cNvPr id="119811" name="Rectangle 2"/>
          <p:cNvSpPr>
            <a:spLocks noGrp="1" noRot="1" noChangeAspect="1" noChangeArrowheads="1" noTextEdit="1"/>
          </p:cNvSpPr>
          <p:nvPr>
            <p:ph type="sldImg"/>
          </p:nvPr>
        </p:nvSpPr>
        <p:spPr/>
      </p:sp>
      <p:sp>
        <p:nvSpPr>
          <p:cNvPr id="119812" name="Rectangle 3"/>
          <p:cNvSpPr>
            <a:spLocks noGrp="1" noChangeArrowheads="1"/>
          </p:cNvSpPr>
          <p:nvPr>
            <p:ph type="body" idx="1"/>
          </p:nvPr>
        </p:nvSpPr>
        <p:spPr>
          <a:noFill/>
        </p:spPr>
        <p:txBody>
          <a:bodyPr/>
          <a:lstStyle/>
          <a:p>
            <a:pPr eaLnBrk="1" hangingPunct="1"/>
            <a:endParaRPr lang="zh-CN" altLang="en-US" smtClean="0"/>
          </a:p>
        </p:txBody>
      </p:sp>
    </p:spTree>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2946" name="Rectangle 7"/>
          <p:cNvSpPr>
            <a:spLocks noGrp="1" noChangeArrowheads="1"/>
          </p:cNvSpPr>
          <p:nvPr>
            <p:ph type="sldNum" sz="quarter" idx="5"/>
          </p:nvPr>
        </p:nvSpPr>
        <p:spPr/>
        <p:txBody>
          <a:bodyPr/>
          <a:lstStyle/>
          <a:p>
            <a:pPr>
              <a:defRPr/>
            </a:pPr>
            <a:fld id="{0CE28F50-F84E-43A5-A058-67AF84BFF0B2}" type="slidenum">
              <a:rPr lang="zh-CN" altLang="en-US" smtClean="0"/>
              <a:t>20</a:t>
            </a:fld>
            <a:endParaRPr lang="en-US" altLang="zh-CN" smtClean="0"/>
          </a:p>
        </p:txBody>
      </p:sp>
      <p:sp>
        <p:nvSpPr>
          <p:cNvPr id="120835" name="Rectangle 2"/>
          <p:cNvSpPr>
            <a:spLocks noGrp="1" noRot="1" noChangeAspect="1" noChangeArrowheads="1" noTextEdit="1"/>
          </p:cNvSpPr>
          <p:nvPr>
            <p:ph type="sldImg"/>
          </p:nvPr>
        </p:nvSpPr>
        <p:spPr/>
      </p:sp>
      <p:sp>
        <p:nvSpPr>
          <p:cNvPr id="120836" name="Rectangle 3"/>
          <p:cNvSpPr>
            <a:spLocks noGrp="1" noChangeArrowheads="1"/>
          </p:cNvSpPr>
          <p:nvPr>
            <p:ph type="body" idx="1"/>
          </p:nvPr>
        </p:nvSpPr>
        <p:spPr>
          <a:noFill/>
        </p:spPr>
        <p:txBody>
          <a:bodyPr/>
          <a:lstStyle/>
          <a:p>
            <a:pPr eaLnBrk="1" hangingPunct="1"/>
            <a:endParaRPr lang="zh-CN" altLang="en-US" smtClean="0"/>
          </a:p>
        </p:txBody>
      </p:sp>
    </p:spTree>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10"/>
          </p:nvPr>
        </p:nvSpPr>
        <p:spPr/>
        <p:txBody>
          <a:bodyPr/>
          <a:lstStyle/>
          <a:p>
            <a:pPr>
              <a:defRPr/>
            </a:pPr>
            <a:fld id="{E46A9642-FD4A-45CC-9F4F-8E10AB9AB4AA}" type="slidenum">
              <a:rPr lang="en-US" altLang="zh-CN" smtClean="0"/>
              <a:t>22</a:t>
            </a:fld>
            <a:endParaRPr lang="en-US" altLang="zh-CN"/>
          </a:p>
        </p:txBody>
      </p:sp>
    </p:spTree>
    <p:extLst>
      <p:ext uri="{BB962C8B-B14F-4D97-AF65-F5344CB8AC3E}">
        <p14:creationId xmlns:p14="http://schemas.microsoft.com/office/powerpoint/2010/main" val="2313861523"/>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10"/>
          </p:nvPr>
        </p:nvSpPr>
        <p:spPr/>
        <p:txBody>
          <a:bodyPr/>
          <a:lstStyle/>
          <a:p>
            <a:pPr>
              <a:defRPr/>
            </a:pPr>
            <a:fld id="{E46A9642-FD4A-45CC-9F4F-8E10AB9AB4AA}" type="slidenum">
              <a:rPr lang="en-US" altLang="zh-CN" smtClean="0"/>
              <a:t>42</a:t>
            </a:fld>
            <a:endParaRPr lang="en-US" altLang="zh-CN"/>
          </a:p>
        </p:txBody>
      </p:sp>
    </p:spTree>
    <p:extLst>
      <p:ext uri="{BB962C8B-B14F-4D97-AF65-F5344CB8AC3E}">
        <p14:creationId xmlns:p14="http://schemas.microsoft.com/office/powerpoint/2010/main" val="3674353902"/>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zh-CN" altLang="en-US" dirty="0"/>
              <a:t>东北大学姚羽教授网络安全团队</a:t>
            </a:r>
          </a:p>
        </p:txBody>
      </p:sp>
      <p:sp>
        <p:nvSpPr>
          <p:cNvPr id="4" name="灯片编号占位符 3"/>
          <p:cNvSpPr>
            <a:spLocks noGrp="1"/>
          </p:cNvSpPr>
          <p:nvPr>
            <p:ph type="sldNum" sz="quarter" idx="5"/>
          </p:nvPr>
        </p:nvSpPr>
        <p:spPr/>
        <p:txBody>
          <a:bodyPr/>
          <a:lstStyle/>
          <a:p>
            <a:pPr>
              <a:defRPr/>
            </a:pPr>
            <a:fld id="{E46A9642-FD4A-45CC-9F4F-8E10AB9AB4AA}" type="slidenum">
              <a:rPr lang="en-US" altLang="zh-CN" smtClean="0"/>
              <a:pPr>
                <a:defRPr/>
              </a:pPr>
              <a:t>43</a:t>
            </a:fld>
            <a:endParaRPr lang="en-US" altLang="zh-CN"/>
          </a:p>
        </p:txBody>
      </p:sp>
    </p:spTree>
    <p:extLst>
      <p:ext uri="{BB962C8B-B14F-4D97-AF65-F5344CB8AC3E}">
        <p14:creationId xmlns:p14="http://schemas.microsoft.com/office/powerpoint/2010/main" val="153901379"/>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5"/>
          </p:nvPr>
        </p:nvSpPr>
        <p:spPr/>
        <p:txBody>
          <a:bodyPr/>
          <a:lstStyle/>
          <a:p>
            <a:pPr>
              <a:defRPr/>
            </a:pPr>
            <a:fld id="{E46A9642-FD4A-45CC-9F4F-8E10AB9AB4AA}" type="slidenum">
              <a:rPr lang="en-US" altLang="zh-CN" smtClean="0"/>
              <a:pPr>
                <a:defRPr/>
              </a:pPr>
              <a:t>44</a:t>
            </a:fld>
            <a:endParaRPr lang="en-US" altLang="zh-CN"/>
          </a:p>
        </p:txBody>
      </p:sp>
    </p:spTree>
    <p:extLst>
      <p:ext uri="{BB962C8B-B14F-4D97-AF65-F5344CB8AC3E}">
        <p14:creationId xmlns:p14="http://schemas.microsoft.com/office/powerpoint/2010/main" val="2454387868"/>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5"/>
          </p:nvPr>
        </p:nvSpPr>
        <p:spPr/>
        <p:txBody>
          <a:bodyPr/>
          <a:lstStyle/>
          <a:p>
            <a:pPr>
              <a:defRPr/>
            </a:pPr>
            <a:fld id="{E46A9642-FD4A-45CC-9F4F-8E10AB9AB4AA}" type="slidenum">
              <a:rPr lang="en-US" altLang="zh-CN" smtClean="0"/>
              <a:pPr>
                <a:defRPr/>
              </a:pPr>
              <a:t>45</a:t>
            </a:fld>
            <a:endParaRPr lang="en-US" altLang="zh-CN"/>
          </a:p>
        </p:txBody>
      </p:sp>
    </p:spTree>
    <p:extLst>
      <p:ext uri="{BB962C8B-B14F-4D97-AF65-F5344CB8AC3E}">
        <p14:creationId xmlns:p14="http://schemas.microsoft.com/office/powerpoint/2010/main" val="2154385210"/>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5"/>
          </p:nvPr>
        </p:nvSpPr>
        <p:spPr/>
        <p:txBody>
          <a:bodyPr/>
          <a:lstStyle/>
          <a:p>
            <a:pPr>
              <a:defRPr/>
            </a:pPr>
            <a:fld id="{E46A9642-FD4A-45CC-9F4F-8E10AB9AB4AA}" type="slidenum">
              <a:rPr lang="en-US" altLang="zh-CN" smtClean="0"/>
              <a:pPr>
                <a:defRPr/>
              </a:pPr>
              <a:t>46</a:t>
            </a:fld>
            <a:endParaRPr lang="en-US" altLang="zh-CN"/>
          </a:p>
        </p:txBody>
      </p:sp>
    </p:spTree>
    <p:extLst>
      <p:ext uri="{BB962C8B-B14F-4D97-AF65-F5344CB8AC3E}">
        <p14:creationId xmlns:p14="http://schemas.microsoft.com/office/powerpoint/2010/main" val="2641701593"/>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2466" name="Rectangle 7"/>
          <p:cNvSpPr>
            <a:spLocks noGrp="1" noChangeArrowheads="1"/>
          </p:cNvSpPr>
          <p:nvPr>
            <p:ph type="sldNum" sz="quarter" idx="5"/>
          </p:nvPr>
        </p:nvSpPr>
        <p:spPr/>
        <p:txBody>
          <a:bodyPr/>
          <a:lstStyle/>
          <a:p>
            <a:pPr>
              <a:defRPr/>
            </a:pPr>
            <a:fld id="{6C96397C-FAB6-43DC-B58C-70F67F161EC0}" type="slidenum">
              <a:rPr lang="zh-CN" altLang="en-US" smtClean="0"/>
              <a:t>47</a:t>
            </a:fld>
            <a:endParaRPr lang="en-US" altLang="zh-CN" smtClean="0"/>
          </a:p>
        </p:txBody>
      </p:sp>
      <p:sp>
        <p:nvSpPr>
          <p:cNvPr id="121859" name="Rectangle 2"/>
          <p:cNvSpPr>
            <a:spLocks noGrp="1" noRot="1" noChangeAspect="1" noChangeArrowheads="1" noTextEdit="1"/>
          </p:cNvSpPr>
          <p:nvPr>
            <p:ph type="sldImg"/>
          </p:nvPr>
        </p:nvSpPr>
        <p:spPr/>
      </p:sp>
      <p:sp>
        <p:nvSpPr>
          <p:cNvPr id="121860" name="Rectangle 3"/>
          <p:cNvSpPr>
            <a:spLocks noGrp="1" noChangeArrowheads="1"/>
          </p:cNvSpPr>
          <p:nvPr>
            <p:ph type="body" idx="1"/>
          </p:nvPr>
        </p:nvSpPr>
        <p:spPr>
          <a:noFill/>
        </p:spPr>
        <p:txBody>
          <a:bodyPr/>
          <a:lstStyle/>
          <a:p>
            <a:pPr eaLnBrk="1" hangingPunct="1"/>
            <a:endParaRPr lang="zh-CN" altLang="en-US" smtClean="0"/>
          </a:p>
        </p:txBody>
      </p:sp>
    </p:spTree>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3490" name="Rectangle 7"/>
          <p:cNvSpPr>
            <a:spLocks noGrp="1" noChangeArrowheads="1"/>
          </p:cNvSpPr>
          <p:nvPr>
            <p:ph type="sldNum" sz="quarter" idx="5"/>
          </p:nvPr>
        </p:nvSpPr>
        <p:spPr/>
        <p:txBody>
          <a:bodyPr/>
          <a:lstStyle/>
          <a:p>
            <a:pPr>
              <a:defRPr/>
            </a:pPr>
            <a:fld id="{FC10C104-1A8E-4FFC-8E67-17C13C436DCC}" type="slidenum">
              <a:rPr lang="zh-CN" altLang="en-US" smtClean="0"/>
              <a:t>48</a:t>
            </a:fld>
            <a:endParaRPr lang="en-US" altLang="zh-CN" smtClean="0"/>
          </a:p>
        </p:txBody>
      </p:sp>
      <p:sp>
        <p:nvSpPr>
          <p:cNvPr id="122883" name="Rectangle 2"/>
          <p:cNvSpPr>
            <a:spLocks noGrp="1" noRot="1" noChangeAspect="1" noChangeArrowheads="1" noTextEdit="1"/>
          </p:cNvSpPr>
          <p:nvPr>
            <p:ph type="sldImg"/>
          </p:nvPr>
        </p:nvSpPr>
        <p:spPr/>
      </p:sp>
      <p:sp>
        <p:nvSpPr>
          <p:cNvPr id="122884" name="Rectangle 3"/>
          <p:cNvSpPr>
            <a:spLocks noGrp="1" noChangeArrowheads="1"/>
          </p:cNvSpPr>
          <p:nvPr>
            <p:ph type="body" idx="1"/>
          </p:nvPr>
        </p:nvSpPr>
        <p:spPr>
          <a:noFill/>
        </p:spPr>
        <p:txBody>
          <a:bodyPr/>
          <a:lstStyle/>
          <a:p>
            <a:pPr eaLnBrk="1" hangingPunct="1"/>
            <a:endParaRPr lang="zh-CN" altLang="en-US" smtClean="0"/>
          </a:p>
        </p:txBody>
      </p:sp>
    </p:spTree>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3490" name="Rectangle 7"/>
          <p:cNvSpPr>
            <a:spLocks noGrp="1" noChangeArrowheads="1"/>
          </p:cNvSpPr>
          <p:nvPr>
            <p:ph type="sldNum" sz="quarter" idx="5"/>
          </p:nvPr>
        </p:nvSpPr>
        <p:spPr/>
        <p:txBody>
          <a:bodyPr/>
          <a:lstStyle/>
          <a:p>
            <a:pPr>
              <a:defRPr/>
            </a:pPr>
            <a:fld id="{FC10C104-1A8E-4FFC-8E67-17C13C436DCC}" type="slidenum">
              <a:rPr lang="zh-CN" altLang="en-US" smtClean="0"/>
              <a:t>49</a:t>
            </a:fld>
            <a:endParaRPr lang="en-US" altLang="zh-CN" smtClean="0"/>
          </a:p>
        </p:txBody>
      </p:sp>
      <p:sp>
        <p:nvSpPr>
          <p:cNvPr id="122883" name="Rectangle 2"/>
          <p:cNvSpPr>
            <a:spLocks noGrp="1" noRot="1" noChangeAspect="1" noChangeArrowheads="1" noTextEdit="1"/>
          </p:cNvSpPr>
          <p:nvPr>
            <p:ph type="sldImg"/>
          </p:nvPr>
        </p:nvSpPr>
        <p:spPr/>
      </p:sp>
      <p:sp>
        <p:nvSpPr>
          <p:cNvPr id="122884" name="Rectangle 3"/>
          <p:cNvSpPr>
            <a:spLocks noGrp="1" noChangeArrowheads="1"/>
          </p:cNvSpPr>
          <p:nvPr>
            <p:ph type="body" idx="1"/>
          </p:nvPr>
        </p:nvSpPr>
        <p:spPr>
          <a:noFill/>
        </p:spPr>
        <p:txBody>
          <a:bodyPr/>
          <a:lstStyle/>
          <a:p>
            <a:pPr eaLnBrk="1" hangingPunct="1"/>
            <a:endParaRPr lang="zh-CN" altLang="en-US" smtClean="0"/>
          </a:p>
        </p:txBody>
      </p:sp>
    </p:spTree>
    <p:extLst>
      <p:ext uri="{BB962C8B-B14F-4D97-AF65-F5344CB8AC3E}">
        <p14:creationId xmlns:p14="http://schemas.microsoft.com/office/powerpoint/2010/main" val="1495475220"/>
      </p:ext>
    </p:extLst>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3490" name="Rectangle 7"/>
          <p:cNvSpPr>
            <a:spLocks noGrp="1" noChangeArrowheads="1"/>
          </p:cNvSpPr>
          <p:nvPr>
            <p:ph type="sldNum" sz="quarter" idx="5"/>
          </p:nvPr>
        </p:nvSpPr>
        <p:spPr/>
        <p:txBody>
          <a:bodyPr/>
          <a:lstStyle/>
          <a:p>
            <a:pPr>
              <a:defRPr/>
            </a:pPr>
            <a:fld id="{FC10C104-1A8E-4FFC-8E67-17C13C436DCC}" type="slidenum">
              <a:rPr lang="zh-CN" altLang="en-US" smtClean="0"/>
              <a:t>50</a:t>
            </a:fld>
            <a:endParaRPr lang="en-US" altLang="zh-CN" smtClean="0"/>
          </a:p>
        </p:txBody>
      </p:sp>
      <p:sp>
        <p:nvSpPr>
          <p:cNvPr id="122883" name="Rectangle 2"/>
          <p:cNvSpPr>
            <a:spLocks noGrp="1" noRot="1" noChangeAspect="1" noChangeArrowheads="1" noTextEdit="1"/>
          </p:cNvSpPr>
          <p:nvPr>
            <p:ph type="sldImg"/>
          </p:nvPr>
        </p:nvSpPr>
        <p:spPr/>
      </p:sp>
      <p:sp>
        <p:nvSpPr>
          <p:cNvPr id="122884" name="Rectangle 3"/>
          <p:cNvSpPr>
            <a:spLocks noGrp="1" noChangeArrowheads="1"/>
          </p:cNvSpPr>
          <p:nvPr>
            <p:ph type="body" idx="1"/>
          </p:nvPr>
        </p:nvSpPr>
        <p:spPr>
          <a:noFill/>
        </p:spPr>
        <p:txBody>
          <a:bodyPr/>
          <a:lstStyle/>
          <a:p>
            <a:pPr eaLnBrk="1" hangingPunct="1"/>
            <a:endParaRPr lang="zh-CN" altLang="en-US" smtClean="0"/>
          </a:p>
        </p:txBody>
      </p:sp>
    </p:spTree>
    <p:extLst>
      <p:ext uri="{BB962C8B-B14F-4D97-AF65-F5344CB8AC3E}">
        <p14:creationId xmlns:p14="http://schemas.microsoft.com/office/powerpoint/2010/main" val="581088616"/>
      </p:ext>
    </p:extLst>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3490" name="Rectangle 7"/>
          <p:cNvSpPr>
            <a:spLocks noGrp="1" noChangeArrowheads="1"/>
          </p:cNvSpPr>
          <p:nvPr>
            <p:ph type="sldNum" sz="quarter" idx="5"/>
          </p:nvPr>
        </p:nvSpPr>
        <p:spPr/>
        <p:txBody>
          <a:bodyPr/>
          <a:lstStyle/>
          <a:p>
            <a:pPr>
              <a:defRPr/>
            </a:pPr>
            <a:fld id="{FC10C104-1A8E-4FFC-8E67-17C13C436DCC}" type="slidenum">
              <a:rPr lang="zh-CN" altLang="en-US" smtClean="0"/>
              <a:t>51</a:t>
            </a:fld>
            <a:endParaRPr lang="en-US" altLang="zh-CN" smtClean="0"/>
          </a:p>
        </p:txBody>
      </p:sp>
      <p:sp>
        <p:nvSpPr>
          <p:cNvPr id="122883" name="Rectangle 2"/>
          <p:cNvSpPr>
            <a:spLocks noGrp="1" noRot="1" noChangeAspect="1" noChangeArrowheads="1" noTextEdit="1"/>
          </p:cNvSpPr>
          <p:nvPr>
            <p:ph type="sldImg"/>
          </p:nvPr>
        </p:nvSpPr>
        <p:spPr/>
      </p:sp>
      <p:sp>
        <p:nvSpPr>
          <p:cNvPr id="122884" name="Rectangle 3"/>
          <p:cNvSpPr>
            <a:spLocks noGrp="1" noChangeArrowheads="1"/>
          </p:cNvSpPr>
          <p:nvPr>
            <p:ph type="body" idx="1"/>
          </p:nvPr>
        </p:nvSpPr>
        <p:spPr>
          <a:noFill/>
        </p:spPr>
        <p:txBody>
          <a:bodyPr/>
          <a:lstStyle/>
          <a:p>
            <a:pPr eaLnBrk="1" hangingPunct="1"/>
            <a:endParaRPr lang="zh-CN" altLang="en-US" smtClean="0"/>
          </a:p>
        </p:txBody>
      </p:sp>
    </p:spTree>
    <p:extLst>
      <p:ext uri="{BB962C8B-B14F-4D97-AF65-F5344CB8AC3E}">
        <p14:creationId xmlns:p14="http://schemas.microsoft.com/office/powerpoint/2010/main" val="383990894"/>
      </p:ext>
    </p:extLst>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3490" name="Rectangle 7"/>
          <p:cNvSpPr>
            <a:spLocks noGrp="1" noChangeArrowheads="1"/>
          </p:cNvSpPr>
          <p:nvPr>
            <p:ph type="sldNum" sz="quarter" idx="5"/>
          </p:nvPr>
        </p:nvSpPr>
        <p:spPr/>
        <p:txBody>
          <a:bodyPr/>
          <a:lstStyle/>
          <a:p>
            <a:pPr>
              <a:defRPr/>
            </a:pPr>
            <a:fld id="{FC10C104-1A8E-4FFC-8E67-17C13C436DCC}" type="slidenum">
              <a:rPr lang="zh-CN" altLang="en-US" smtClean="0"/>
              <a:t>52</a:t>
            </a:fld>
            <a:endParaRPr lang="en-US" altLang="zh-CN" smtClean="0"/>
          </a:p>
        </p:txBody>
      </p:sp>
      <p:sp>
        <p:nvSpPr>
          <p:cNvPr id="122883" name="Rectangle 2"/>
          <p:cNvSpPr>
            <a:spLocks noGrp="1" noRot="1" noChangeAspect="1" noChangeArrowheads="1" noTextEdit="1"/>
          </p:cNvSpPr>
          <p:nvPr>
            <p:ph type="sldImg"/>
          </p:nvPr>
        </p:nvSpPr>
        <p:spPr/>
      </p:sp>
      <p:sp>
        <p:nvSpPr>
          <p:cNvPr id="122884" name="Rectangle 3"/>
          <p:cNvSpPr>
            <a:spLocks noGrp="1" noChangeArrowheads="1"/>
          </p:cNvSpPr>
          <p:nvPr>
            <p:ph type="body" idx="1"/>
          </p:nvPr>
        </p:nvSpPr>
        <p:spPr>
          <a:noFill/>
        </p:spPr>
        <p:txBody>
          <a:bodyPr/>
          <a:lstStyle/>
          <a:p>
            <a:pPr eaLnBrk="1" hangingPunct="1"/>
            <a:endParaRPr lang="zh-CN" altLang="en-US" smtClean="0"/>
          </a:p>
        </p:txBody>
      </p:sp>
    </p:spTree>
    <p:extLst>
      <p:ext uri="{BB962C8B-B14F-4D97-AF65-F5344CB8AC3E}">
        <p14:creationId xmlns:p14="http://schemas.microsoft.com/office/powerpoint/2010/main" val="1478309898"/>
      </p:ext>
    </p:extLst>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3490" name="Rectangle 7"/>
          <p:cNvSpPr>
            <a:spLocks noGrp="1" noChangeArrowheads="1"/>
          </p:cNvSpPr>
          <p:nvPr>
            <p:ph type="sldNum" sz="quarter" idx="5"/>
          </p:nvPr>
        </p:nvSpPr>
        <p:spPr/>
        <p:txBody>
          <a:bodyPr/>
          <a:lstStyle/>
          <a:p>
            <a:pPr>
              <a:defRPr/>
            </a:pPr>
            <a:fld id="{FC10C104-1A8E-4FFC-8E67-17C13C436DCC}" type="slidenum">
              <a:rPr lang="zh-CN" altLang="en-US" smtClean="0"/>
              <a:t>53</a:t>
            </a:fld>
            <a:endParaRPr lang="en-US" altLang="zh-CN" smtClean="0"/>
          </a:p>
        </p:txBody>
      </p:sp>
      <p:sp>
        <p:nvSpPr>
          <p:cNvPr id="122883" name="Rectangle 2"/>
          <p:cNvSpPr>
            <a:spLocks noGrp="1" noRot="1" noChangeAspect="1" noChangeArrowheads="1" noTextEdit="1"/>
          </p:cNvSpPr>
          <p:nvPr>
            <p:ph type="sldImg"/>
          </p:nvPr>
        </p:nvSpPr>
        <p:spPr/>
      </p:sp>
      <p:sp>
        <p:nvSpPr>
          <p:cNvPr id="122884" name="Rectangle 3"/>
          <p:cNvSpPr>
            <a:spLocks noGrp="1" noChangeArrowheads="1"/>
          </p:cNvSpPr>
          <p:nvPr>
            <p:ph type="body" idx="1"/>
          </p:nvPr>
        </p:nvSpPr>
        <p:spPr>
          <a:noFill/>
        </p:spPr>
        <p:txBody>
          <a:bodyPr/>
          <a:lstStyle/>
          <a:p>
            <a:pPr eaLnBrk="1" hangingPunct="1"/>
            <a:endParaRPr lang="zh-CN" altLang="en-US" smtClean="0"/>
          </a:p>
        </p:txBody>
      </p:sp>
    </p:spTree>
    <p:extLst>
      <p:ext uri="{BB962C8B-B14F-4D97-AF65-F5344CB8AC3E}">
        <p14:creationId xmlns:p14="http://schemas.microsoft.com/office/powerpoint/2010/main" val="1490918138"/>
      </p:ext>
    </p:extLst>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3490" name="Rectangle 7"/>
          <p:cNvSpPr>
            <a:spLocks noGrp="1" noChangeArrowheads="1"/>
          </p:cNvSpPr>
          <p:nvPr>
            <p:ph type="sldNum" sz="quarter" idx="5"/>
          </p:nvPr>
        </p:nvSpPr>
        <p:spPr/>
        <p:txBody>
          <a:bodyPr/>
          <a:lstStyle/>
          <a:p>
            <a:pPr>
              <a:defRPr/>
            </a:pPr>
            <a:fld id="{FC10C104-1A8E-4FFC-8E67-17C13C436DCC}" type="slidenum">
              <a:rPr lang="zh-CN" altLang="en-US" smtClean="0"/>
              <a:t>54</a:t>
            </a:fld>
            <a:endParaRPr lang="en-US" altLang="zh-CN" smtClean="0"/>
          </a:p>
        </p:txBody>
      </p:sp>
      <p:sp>
        <p:nvSpPr>
          <p:cNvPr id="122883" name="Rectangle 2"/>
          <p:cNvSpPr>
            <a:spLocks noGrp="1" noRot="1" noChangeAspect="1" noChangeArrowheads="1" noTextEdit="1"/>
          </p:cNvSpPr>
          <p:nvPr>
            <p:ph type="sldImg"/>
          </p:nvPr>
        </p:nvSpPr>
        <p:spPr/>
      </p:sp>
      <p:sp>
        <p:nvSpPr>
          <p:cNvPr id="122884" name="Rectangle 3"/>
          <p:cNvSpPr>
            <a:spLocks noGrp="1" noChangeArrowheads="1"/>
          </p:cNvSpPr>
          <p:nvPr>
            <p:ph type="body" idx="1"/>
          </p:nvPr>
        </p:nvSpPr>
        <p:spPr>
          <a:noFill/>
        </p:spPr>
        <p:txBody>
          <a:bodyPr/>
          <a:lstStyle/>
          <a:p>
            <a:pPr eaLnBrk="1" hangingPunct="1"/>
            <a:endParaRPr lang="zh-CN" altLang="en-US" smtClean="0"/>
          </a:p>
        </p:txBody>
      </p:sp>
    </p:spTree>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3490" name="Rectangle 7"/>
          <p:cNvSpPr>
            <a:spLocks noGrp="1" noChangeArrowheads="1"/>
          </p:cNvSpPr>
          <p:nvPr>
            <p:ph type="sldNum" sz="quarter" idx="5"/>
          </p:nvPr>
        </p:nvSpPr>
        <p:spPr/>
        <p:txBody>
          <a:bodyPr/>
          <a:lstStyle/>
          <a:p>
            <a:pPr>
              <a:defRPr/>
            </a:pPr>
            <a:fld id="{FC10C104-1A8E-4FFC-8E67-17C13C436DCC}" type="slidenum">
              <a:rPr lang="zh-CN" altLang="en-US" smtClean="0"/>
              <a:t>55</a:t>
            </a:fld>
            <a:endParaRPr lang="en-US" altLang="zh-CN" smtClean="0"/>
          </a:p>
        </p:txBody>
      </p:sp>
      <p:sp>
        <p:nvSpPr>
          <p:cNvPr id="122883" name="Rectangle 2"/>
          <p:cNvSpPr>
            <a:spLocks noGrp="1" noRot="1" noChangeAspect="1" noChangeArrowheads="1" noTextEdit="1"/>
          </p:cNvSpPr>
          <p:nvPr>
            <p:ph type="sldImg"/>
          </p:nvPr>
        </p:nvSpPr>
        <p:spPr/>
      </p:sp>
      <p:sp>
        <p:nvSpPr>
          <p:cNvPr id="122884" name="Rectangle 3"/>
          <p:cNvSpPr>
            <a:spLocks noGrp="1" noChangeArrowheads="1"/>
          </p:cNvSpPr>
          <p:nvPr>
            <p:ph type="body" idx="1"/>
          </p:nvPr>
        </p:nvSpPr>
        <p:spPr>
          <a:noFill/>
        </p:spPr>
        <p:txBody>
          <a:bodyPr/>
          <a:lstStyle/>
          <a:p>
            <a:pPr eaLnBrk="1" hangingPunct="1"/>
            <a:endParaRPr lang="zh-CN" altLang="en-US" smtClean="0"/>
          </a:p>
        </p:txBody>
      </p:sp>
    </p:spTree>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3490" name="Rectangle 7"/>
          <p:cNvSpPr>
            <a:spLocks noGrp="1" noChangeArrowheads="1"/>
          </p:cNvSpPr>
          <p:nvPr>
            <p:ph type="sldNum" sz="quarter" idx="5"/>
          </p:nvPr>
        </p:nvSpPr>
        <p:spPr/>
        <p:txBody>
          <a:bodyPr/>
          <a:lstStyle/>
          <a:p>
            <a:pPr>
              <a:defRPr/>
            </a:pPr>
            <a:fld id="{FC10C104-1A8E-4FFC-8E67-17C13C436DCC}" type="slidenum">
              <a:rPr lang="zh-CN" altLang="en-US" smtClean="0"/>
              <a:t>56</a:t>
            </a:fld>
            <a:endParaRPr lang="en-US" altLang="zh-CN" smtClean="0"/>
          </a:p>
        </p:txBody>
      </p:sp>
      <p:sp>
        <p:nvSpPr>
          <p:cNvPr id="122883" name="Rectangle 2"/>
          <p:cNvSpPr>
            <a:spLocks noGrp="1" noRot="1" noChangeAspect="1" noChangeArrowheads="1" noTextEdit="1"/>
          </p:cNvSpPr>
          <p:nvPr>
            <p:ph type="sldImg"/>
          </p:nvPr>
        </p:nvSpPr>
        <p:spPr/>
      </p:sp>
      <p:sp>
        <p:nvSpPr>
          <p:cNvPr id="122884" name="Rectangle 3"/>
          <p:cNvSpPr>
            <a:spLocks noGrp="1" noChangeArrowheads="1"/>
          </p:cNvSpPr>
          <p:nvPr>
            <p:ph type="body" idx="1"/>
          </p:nvPr>
        </p:nvSpPr>
        <p:spPr>
          <a:noFill/>
        </p:spPr>
        <p:txBody>
          <a:bodyPr/>
          <a:lstStyle/>
          <a:p>
            <a:pPr eaLnBrk="1" hangingPunct="1"/>
            <a:endParaRPr lang="zh-CN" altLang="en-US" smtClean="0"/>
          </a:p>
        </p:txBody>
      </p:sp>
    </p:spTree>
  </p:cSld>
  <p:clrMapOvr>
    <a:masterClrMapping/>
  </p:clrMapOvr>
</p:notes>
</file>

<file path=ppt/notesSlides/notesSlide3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7042" name="Rectangle 7"/>
          <p:cNvSpPr>
            <a:spLocks noGrp="1" noChangeArrowheads="1"/>
          </p:cNvSpPr>
          <p:nvPr>
            <p:ph type="sldNum" sz="quarter" idx="5"/>
          </p:nvPr>
        </p:nvSpPr>
        <p:spPr/>
        <p:txBody>
          <a:bodyPr/>
          <a:lstStyle/>
          <a:p>
            <a:pPr>
              <a:defRPr/>
            </a:pPr>
            <a:fld id="{D71777BC-CDFB-4325-96D1-CF23E8A32D5D}" type="slidenum">
              <a:rPr lang="zh-CN" altLang="en-US" smtClean="0"/>
              <a:t>58</a:t>
            </a:fld>
            <a:endParaRPr lang="en-US" altLang="zh-CN" smtClean="0"/>
          </a:p>
        </p:txBody>
      </p:sp>
      <p:sp>
        <p:nvSpPr>
          <p:cNvPr id="147459" name="Rectangle 2"/>
          <p:cNvSpPr>
            <a:spLocks noGrp="1" noRot="1" noChangeAspect="1" noChangeArrowheads="1" noTextEdit="1"/>
          </p:cNvSpPr>
          <p:nvPr>
            <p:ph type="sldImg"/>
          </p:nvPr>
        </p:nvSpPr>
        <p:spPr/>
      </p:sp>
      <p:sp>
        <p:nvSpPr>
          <p:cNvPr id="147460" name="Rectangle 3"/>
          <p:cNvSpPr>
            <a:spLocks noGrp="1" noChangeArrowheads="1"/>
          </p:cNvSpPr>
          <p:nvPr>
            <p:ph type="body" idx="1"/>
          </p:nvPr>
        </p:nvSpPr>
        <p:spPr>
          <a:noFill/>
        </p:spPr>
        <p:txBody>
          <a:bodyPr/>
          <a:lstStyle/>
          <a:p>
            <a:pPr eaLnBrk="1" hangingPunct="1"/>
            <a:r>
              <a:rPr lang="zh-CN" altLang="en-US" smtClean="0"/>
              <a:t>工具演示。根据课堂时间来调整演示时间。演示环境最好能连接到</a:t>
            </a:r>
            <a:r>
              <a:rPr lang="en-US" altLang="zh-CN" smtClean="0"/>
              <a:t>Internet</a:t>
            </a:r>
            <a:r>
              <a:rPr lang="zh-CN" altLang="en-US" smtClean="0"/>
              <a:t>上。</a:t>
            </a:r>
          </a:p>
        </p:txBody>
      </p:sp>
    </p:spTree>
    <p:extLst>
      <p:ext uri="{BB962C8B-B14F-4D97-AF65-F5344CB8AC3E}">
        <p14:creationId xmlns:p14="http://schemas.microsoft.com/office/powerpoint/2010/main" val="3324075003"/>
      </p:ext>
    </p:extLst>
  </p:cSld>
  <p:clrMapOvr>
    <a:masterClrMapping/>
  </p:clrMapOvr>
</p:notes>
</file>

<file path=ppt/notesSlides/notesSlide3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4514" name="Rectangle 7"/>
          <p:cNvSpPr>
            <a:spLocks noGrp="1" noChangeArrowheads="1"/>
          </p:cNvSpPr>
          <p:nvPr>
            <p:ph type="sldNum" sz="quarter" idx="5"/>
          </p:nvPr>
        </p:nvSpPr>
        <p:spPr/>
        <p:txBody>
          <a:bodyPr/>
          <a:lstStyle/>
          <a:p>
            <a:pPr>
              <a:defRPr/>
            </a:pPr>
            <a:fld id="{ED9E3C38-0148-4622-9B10-A25CBD4BD3A8}" type="slidenum">
              <a:rPr lang="zh-CN" altLang="en-US" smtClean="0"/>
              <a:t>59</a:t>
            </a:fld>
            <a:endParaRPr lang="en-US" altLang="zh-CN" smtClean="0"/>
          </a:p>
        </p:txBody>
      </p:sp>
      <p:sp>
        <p:nvSpPr>
          <p:cNvPr id="123907" name="Rectangle 2"/>
          <p:cNvSpPr>
            <a:spLocks noGrp="1" noRot="1" noChangeAspect="1" noChangeArrowheads="1" noTextEdit="1"/>
          </p:cNvSpPr>
          <p:nvPr>
            <p:ph type="sldImg"/>
          </p:nvPr>
        </p:nvSpPr>
        <p:spPr/>
      </p:sp>
      <p:sp>
        <p:nvSpPr>
          <p:cNvPr id="123908" name="Rectangle 3"/>
          <p:cNvSpPr>
            <a:spLocks noGrp="1" noChangeArrowheads="1"/>
          </p:cNvSpPr>
          <p:nvPr>
            <p:ph type="body" idx="1"/>
          </p:nvPr>
        </p:nvSpPr>
        <p:spPr>
          <a:noFill/>
        </p:spPr>
        <p:txBody>
          <a:bodyPr/>
          <a:lstStyle/>
          <a:p>
            <a:pPr eaLnBrk="1" hangingPunct="1"/>
            <a:r>
              <a:rPr lang="zh-CN" altLang="en-US" smtClean="0"/>
              <a:t>板书：（一）查询注册机构</a:t>
            </a:r>
          </a:p>
          <a:p>
            <a:pPr eaLnBrk="1" hangingPunct="1"/>
            <a:r>
              <a:rPr lang="zh-CN" altLang="en-US" smtClean="0"/>
              <a:t>下同</a:t>
            </a:r>
          </a:p>
          <a:p>
            <a:pPr eaLnBrk="1" hangingPunct="1"/>
            <a:endParaRPr lang="zh-CN" altLang="en-US" smtClean="0"/>
          </a:p>
        </p:txBody>
      </p:sp>
    </p:spTree>
  </p:cSld>
  <p:clrMapOvr>
    <a:masterClrMapping/>
  </p:clrMapOvr>
</p:notes>
</file>

<file path=ppt/notesSlides/notesSlide3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5538" name="Rectangle 7"/>
          <p:cNvSpPr>
            <a:spLocks noGrp="1" noChangeArrowheads="1"/>
          </p:cNvSpPr>
          <p:nvPr>
            <p:ph type="sldNum" sz="quarter" idx="5"/>
          </p:nvPr>
        </p:nvSpPr>
        <p:spPr/>
        <p:txBody>
          <a:bodyPr/>
          <a:lstStyle/>
          <a:p>
            <a:pPr>
              <a:defRPr/>
            </a:pPr>
            <a:fld id="{4B187294-6EDC-4779-89BB-3E78739343B9}" type="slidenum">
              <a:rPr lang="zh-CN" altLang="en-US" smtClean="0"/>
              <a:t>61</a:t>
            </a:fld>
            <a:endParaRPr lang="en-US" altLang="zh-CN" smtClean="0"/>
          </a:p>
        </p:txBody>
      </p:sp>
      <p:sp>
        <p:nvSpPr>
          <p:cNvPr id="124931" name="Rectangle 2"/>
          <p:cNvSpPr>
            <a:spLocks noGrp="1" noRot="1" noChangeAspect="1" noChangeArrowheads="1" noTextEdit="1"/>
          </p:cNvSpPr>
          <p:nvPr>
            <p:ph type="sldImg"/>
          </p:nvPr>
        </p:nvSpPr>
        <p:spPr/>
      </p:sp>
      <p:sp>
        <p:nvSpPr>
          <p:cNvPr id="124932" name="Rectangle 3"/>
          <p:cNvSpPr>
            <a:spLocks noGrp="1" noChangeArrowheads="1"/>
          </p:cNvSpPr>
          <p:nvPr>
            <p:ph type="body" idx="1"/>
          </p:nvPr>
        </p:nvSpPr>
        <p:spPr>
          <a:noFill/>
        </p:spPr>
        <p:txBody>
          <a:bodyPr/>
          <a:lstStyle/>
          <a:p>
            <a:pPr eaLnBrk="1" hangingPunct="1"/>
            <a:r>
              <a:rPr lang="zh-CN" altLang="en-US" smtClean="0"/>
              <a:t>强调：只有查询到域名的注册机构后，才能通过注册机构的</a:t>
            </a:r>
            <a:r>
              <a:rPr lang="en-US" altLang="zh-CN" smtClean="0"/>
              <a:t>whois</a:t>
            </a:r>
            <a:r>
              <a:rPr lang="zh-CN" altLang="en-US" smtClean="0"/>
              <a:t>库来查询详细注册资料</a:t>
            </a:r>
          </a:p>
        </p:txBody>
      </p:sp>
    </p:spTree>
  </p:cSld>
  <p:clrMapOvr>
    <a:masterClrMapping/>
  </p:clrMapOvr>
</p:notes>
</file>

<file path=ppt/notesSlides/notesSlide3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6562" name="Rectangle 7"/>
          <p:cNvSpPr>
            <a:spLocks noGrp="1" noChangeArrowheads="1"/>
          </p:cNvSpPr>
          <p:nvPr>
            <p:ph type="sldNum" sz="quarter" idx="5"/>
          </p:nvPr>
        </p:nvSpPr>
        <p:spPr/>
        <p:txBody>
          <a:bodyPr/>
          <a:lstStyle/>
          <a:p>
            <a:pPr>
              <a:defRPr/>
            </a:pPr>
            <a:fld id="{B276A833-D7C4-495C-881D-C9FB4BF8EDBB}" type="slidenum">
              <a:rPr lang="zh-CN" altLang="en-US" smtClean="0"/>
              <a:t>62</a:t>
            </a:fld>
            <a:endParaRPr lang="en-US" altLang="zh-CN" smtClean="0"/>
          </a:p>
        </p:txBody>
      </p:sp>
      <p:sp>
        <p:nvSpPr>
          <p:cNvPr id="125955" name="Rectangle 2"/>
          <p:cNvSpPr>
            <a:spLocks noGrp="1" noRot="1" noChangeAspect="1" noChangeArrowheads="1" noTextEdit="1"/>
          </p:cNvSpPr>
          <p:nvPr>
            <p:ph type="sldImg"/>
          </p:nvPr>
        </p:nvSpPr>
        <p:spPr/>
      </p:sp>
      <p:sp>
        <p:nvSpPr>
          <p:cNvPr id="125956" name="Rectangle 3"/>
          <p:cNvSpPr>
            <a:spLocks noGrp="1" noChangeArrowheads="1"/>
          </p:cNvSpPr>
          <p:nvPr>
            <p:ph type="body" idx="1"/>
          </p:nvPr>
        </p:nvSpPr>
        <p:spPr>
          <a:noFill/>
        </p:spPr>
        <p:txBody>
          <a:bodyPr/>
          <a:lstStyle/>
          <a:p>
            <a:pPr eaLnBrk="1" hangingPunct="1"/>
            <a:r>
              <a:rPr lang="zh-CN" altLang="en-US" dirty="0" smtClean="0"/>
              <a:t>讨论：获得这些注册信息分别对于攻击者实施攻击能起到什么作用？</a:t>
            </a:r>
          </a:p>
          <a:p>
            <a:pPr eaLnBrk="1" hangingPunct="1"/>
            <a:r>
              <a:rPr lang="zh-CN" altLang="en-US" dirty="0" smtClean="0"/>
              <a:t>比如通过联系人的姓名、联系方式等等可以欺骗目标组织的员工，实施社会工程学攻击。</a:t>
            </a:r>
          </a:p>
          <a:p>
            <a:pPr eaLnBrk="1" hangingPunct="1"/>
            <a:r>
              <a:rPr lang="zh-CN" altLang="en-US" dirty="0" smtClean="0"/>
              <a:t>比如工作邮政地址可以进行垃圾搜寻，或进行“驾车作战</a:t>
            </a:r>
            <a:r>
              <a:rPr lang="en-US" altLang="zh-CN" dirty="0" smtClean="0"/>
              <a:t>”</a:t>
            </a:r>
            <a:r>
              <a:rPr lang="zh-CN" altLang="en-US" dirty="0" smtClean="0"/>
              <a:t>寻找目标内的不安全的无线接入点。</a:t>
            </a:r>
            <a:endParaRPr lang="en-US" altLang="zh-CN" dirty="0" smtClean="0"/>
          </a:p>
        </p:txBody>
      </p:sp>
    </p:spTree>
  </p:cSld>
  <p:clrMapOvr>
    <a:masterClrMapping/>
  </p:clrMapOvr>
</p:notes>
</file>

<file path=ppt/notesSlides/notesSlide4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7586" name="Rectangle 7"/>
          <p:cNvSpPr>
            <a:spLocks noGrp="1" noChangeArrowheads="1"/>
          </p:cNvSpPr>
          <p:nvPr>
            <p:ph type="sldNum" sz="quarter" idx="5"/>
          </p:nvPr>
        </p:nvSpPr>
        <p:spPr/>
        <p:txBody>
          <a:bodyPr/>
          <a:lstStyle/>
          <a:p>
            <a:pPr>
              <a:defRPr/>
            </a:pPr>
            <a:fld id="{1783D142-226C-4864-B4C1-1DE739C7F53B}" type="slidenum">
              <a:rPr lang="zh-CN" altLang="en-US" smtClean="0"/>
              <a:t>64</a:t>
            </a:fld>
            <a:endParaRPr lang="en-US" altLang="zh-CN" smtClean="0"/>
          </a:p>
        </p:txBody>
      </p:sp>
      <p:sp>
        <p:nvSpPr>
          <p:cNvPr id="126979" name="Rectangle 2"/>
          <p:cNvSpPr>
            <a:spLocks noGrp="1" noRot="1" noChangeAspect="1" noChangeArrowheads="1" noTextEdit="1"/>
          </p:cNvSpPr>
          <p:nvPr>
            <p:ph type="sldImg"/>
          </p:nvPr>
        </p:nvSpPr>
        <p:spPr/>
      </p:sp>
      <p:sp>
        <p:nvSpPr>
          <p:cNvPr id="126980" name="Rectangle 3"/>
          <p:cNvSpPr>
            <a:spLocks noGrp="1" noChangeArrowheads="1"/>
          </p:cNvSpPr>
          <p:nvPr>
            <p:ph type="body" idx="1"/>
          </p:nvPr>
        </p:nvSpPr>
        <p:spPr>
          <a:noFill/>
        </p:spPr>
        <p:txBody>
          <a:bodyPr/>
          <a:lstStyle/>
          <a:p>
            <a:pPr eaLnBrk="1" hangingPunct="1"/>
            <a:r>
              <a:rPr lang="zh-CN" altLang="en-US" smtClean="0"/>
              <a:t>对照查询结果解释可以查询到哪些注册信息。</a:t>
            </a:r>
          </a:p>
          <a:p>
            <a:pPr eaLnBrk="1" hangingPunct="1"/>
            <a:r>
              <a:rPr lang="zh-CN" altLang="en-US" smtClean="0"/>
              <a:t>着重指出查询到的</a:t>
            </a:r>
            <a:r>
              <a:rPr lang="en-US" altLang="zh-CN" smtClean="0"/>
              <a:t>DNS</a:t>
            </a:r>
            <a:r>
              <a:rPr lang="zh-CN" altLang="en-US" smtClean="0"/>
              <a:t>服务器，后面的</a:t>
            </a:r>
            <a:r>
              <a:rPr lang="en-US" altLang="zh-CN" smtClean="0"/>
              <a:t>DNS</a:t>
            </a:r>
            <a:r>
              <a:rPr lang="zh-CN" altLang="en-US" smtClean="0"/>
              <a:t>区域传送查询要用到。</a:t>
            </a:r>
            <a:endParaRPr lang="en-US" altLang="zh-CN" smtClean="0"/>
          </a:p>
        </p:txBody>
      </p:sp>
    </p:spTree>
  </p:cSld>
  <p:clrMapOvr>
    <a:masterClrMapping/>
  </p:clrMapOvr>
</p:notes>
</file>

<file path=ppt/notesSlides/notesSlide4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8002" name="幻灯片图像占位符 1"/>
          <p:cNvSpPr>
            <a:spLocks noGrp="1" noRot="1" noChangeAspect="1" noTextEdit="1"/>
          </p:cNvSpPr>
          <p:nvPr>
            <p:ph type="sldImg"/>
          </p:nvPr>
        </p:nvSpPr>
        <p:spPr/>
      </p:sp>
      <p:sp>
        <p:nvSpPr>
          <p:cNvPr id="128003" name="备注占位符 2"/>
          <p:cNvSpPr>
            <a:spLocks noGrp="1"/>
          </p:cNvSpPr>
          <p:nvPr>
            <p:ph type="body" idx="1"/>
          </p:nvPr>
        </p:nvSpPr>
        <p:spPr>
          <a:noFill/>
        </p:spPr>
        <p:txBody>
          <a:bodyPr/>
          <a:lstStyle/>
          <a:p>
            <a:endParaRPr lang="zh-CN" altLang="en-US" smtClean="0"/>
          </a:p>
        </p:txBody>
      </p:sp>
      <p:sp>
        <p:nvSpPr>
          <p:cNvPr id="4" name="灯片编号占位符 3"/>
          <p:cNvSpPr>
            <a:spLocks noGrp="1"/>
          </p:cNvSpPr>
          <p:nvPr>
            <p:ph type="sldNum" sz="quarter" idx="5"/>
          </p:nvPr>
        </p:nvSpPr>
        <p:spPr/>
        <p:txBody>
          <a:bodyPr/>
          <a:lstStyle/>
          <a:p>
            <a:pPr>
              <a:defRPr/>
            </a:pPr>
            <a:fld id="{61EE3629-89E6-4DB4-BE65-89BD1BB480E4}" type="slidenum">
              <a:rPr lang="en-US" altLang="zh-CN" smtClean="0"/>
              <a:t>65</a:t>
            </a:fld>
            <a:endParaRPr lang="en-US" altLang="zh-CN"/>
          </a:p>
        </p:txBody>
      </p:sp>
    </p:spTree>
  </p:cSld>
  <p:clrMapOvr>
    <a:masterClrMapping/>
  </p:clrMapOvr>
</p:notes>
</file>

<file path=ppt/notesSlides/notesSlide4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1682" name="Rectangle 7"/>
          <p:cNvSpPr>
            <a:spLocks noGrp="1" noChangeArrowheads="1"/>
          </p:cNvSpPr>
          <p:nvPr>
            <p:ph type="sldNum" sz="quarter" idx="5"/>
          </p:nvPr>
        </p:nvSpPr>
        <p:spPr/>
        <p:txBody>
          <a:bodyPr/>
          <a:lstStyle/>
          <a:p>
            <a:pPr>
              <a:defRPr/>
            </a:pPr>
            <a:fld id="{11721791-5B23-49EB-B80A-30E738049F32}" type="slidenum">
              <a:rPr lang="zh-CN" altLang="en-US" smtClean="0"/>
              <a:t>66</a:t>
            </a:fld>
            <a:endParaRPr lang="en-US" altLang="zh-CN" smtClean="0"/>
          </a:p>
        </p:txBody>
      </p:sp>
      <p:sp>
        <p:nvSpPr>
          <p:cNvPr id="129027" name="Rectangle 2"/>
          <p:cNvSpPr>
            <a:spLocks noGrp="1" noRot="1" noChangeAspect="1" noChangeArrowheads="1" noTextEdit="1"/>
          </p:cNvSpPr>
          <p:nvPr>
            <p:ph type="sldImg"/>
          </p:nvPr>
        </p:nvSpPr>
        <p:spPr/>
      </p:sp>
      <p:sp>
        <p:nvSpPr>
          <p:cNvPr id="129028" name="Rectangle 3"/>
          <p:cNvSpPr>
            <a:spLocks noGrp="1" noChangeArrowheads="1"/>
          </p:cNvSpPr>
          <p:nvPr>
            <p:ph type="body" idx="1"/>
          </p:nvPr>
        </p:nvSpPr>
        <p:spPr>
          <a:noFill/>
        </p:spPr>
        <p:txBody>
          <a:bodyPr/>
          <a:lstStyle/>
          <a:p>
            <a:pPr eaLnBrk="1" hangingPunct="1"/>
            <a:r>
              <a:rPr lang="zh-CN" altLang="en-US" smtClean="0"/>
              <a:t>参考教材</a:t>
            </a:r>
            <a:r>
              <a:rPr lang="en-US" altLang="zh-CN" smtClean="0"/>
              <a:t>P17</a:t>
            </a:r>
            <a:r>
              <a:rPr lang="zh-CN" altLang="en-US" smtClean="0"/>
              <a:t>页</a:t>
            </a:r>
          </a:p>
        </p:txBody>
      </p:sp>
    </p:spTree>
  </p:cSld>
  <p:clrMapOvr>
    <a:masterClrMapping/>
  </p:clrMapOvr>
</p:notes>
</file>

<file path=ppt/notesSlides/notesSlide4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1682" name="Rectangle 7"/>
          <p:cNvSpPr>
            <a:spLocks noGrp="1" noChangeArrowheads="1"/>
          </p:cNvSpPr>
          <p:nvPr>
            <p:ph type="sldNum" sz="quarter" idx="5"/>
          </p:nvPr>
        </p:nvSpPr>
        <p:spPr/>
        <p:txBody>
          <a:bodyPr/>
          <a:lstStyle/>
          <a:p>
            <a:pPr>
              <a:defRPr/>
            </a:pPr>
            <a:fld id="{11721791-5B23-49EB-B80A-30E738049F32}" type="slidenum">
              <a:rPr lang="zh-CN" altLang="en-US" smtClean="0"/>
              <a:t>67</a:t>
            </a:fld>
            <a:endParaRPr lang="en-US" altLang="zh-CN" smtClean="0"/>
          </a:p>
        </p:txBody>
      </p:sp>
      <p:sp>
        <p:nvSpPr>
          <p:cNvPr id="129027" name="Rectangle 2"/>
          <p:cNvSpPr>
            <a:spLocks noGrp="1" noRot="1" noChangeAspect="1" noChangeArrowheads="1" noTextEdit="1"/>
          </p:cNvSpPr>
          <p:nvPr>
            <p:ph type="sldImg"/>
          </p:nvPr>
        </p:nvSpPr>
        <p:spPr/>
      </p:sp>
      <p:sp>
        <p:nvSpPr>
          <p:cNvPr id="129028" name="Rectangle 3"/>
          <p:cNvSpPr>
            <a:spLocks noGrp="1" noChangeArrowheads="1"/>
          </p:cNvSpPr>
          <p:nvPr>
            <p:ph type="body" idx="1"/>
          </p:nvPr>
        </p:nvSpPr>
        <p:spPr>
          <a:noFill/>
        </p:spPr>
        <p:txBody>
          <a:bodyPr/>
          <a:lstStyle/>
          <a:p>
            <a:pPr eaLnBrk="1" hangingPunct="1"/>
            <a:r>
              <a:rPr lang="zh-CN" altLang="en-US" smtClean="0"/>
              <a:t>参考教材</a:t>
            </a:r>
            <a:r>
              <a:rPr lang="en-US" altLang="zh-CN" smtClean="0"/>
              <a:t>P17</a:t>
            </a:r>
            <a:r>
              <a:rPr lang="zh-CN" altLang="en-US" smtClean="0"/>
              <a:t>页</a:t>
            </a:r>
          </a:p>
        </p:txBody>
      </p:sp>
    </p:spTree>
    <p:extLst>
      <p:ext uri="{BB962C8B-B14F-4D97-AF65-F5344CB8AC3E}">
        <p14:creationId xmlns:p14="http://schemas.microsoft.com/office/powerpoint/2010/main" val="2507274014"/>
      </p:ext>
    </p:extLst>
  </p:cSld>
  <p:clrMapOvr>
    <a:masterClrMapping/>
  </p:clrMapOvr>
</p:notes>
</file>

<file path=ppt/notesSlides/notesSlide4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1682" name="Rectangle 7"/>
          <p:cNvSpPr>
            <a:spLocks noGrp="1" noChangeArrowheads="1"/>
          </p:cNvSpPr>
          <p:nvPr>
            <p:ph type="sldNum" sz="quarter" idx="5"/>
          </p:nvPr>
        </p:nvSpPr>
        <p:spPr/>
        <p:txBody>
          <a:bodyPr/>
          <a:lstStyle/>
          <a:p>
            <a:pPr>
              <a:defRPr/>
            </a:pPr>
            <a:fld id="{11721791-5B23-49EB-B80A-30E738049F32}" type="slidenum">
              <a:rPr lang="zh-CN" altLang="en-US" smtClean="0"/>
              <a:t>68</a:t>
            </a:fld>
            <a:endParaRPr lang="en-US" altLang="zh-CN" smtClean="0"/>
          </a:p>
        </p:txBody>
      </p:sp>
      <p:sp>
        <p:nvSpPr>
          <p:cNvPr id="129027" name="Rectangle 2"/>
          <p:cNvSpPr>
            <a:spLocks noGrp="1" noRot="1" noChangeAspect="1" noChangeArrowheads="1" noTextEdit="1"/>
          </p:cNvSpPr>
          <p:nvPr>
            <p:ph type="sldImg"/>
          </p:nvPr>
        </p:nvSpPr>
        <p:spPr/>
      </p:sp>
      <p:sp>
        <p:nvSpPr>
          <p:cNvPr id="129028" name="Rectangle 3"/>
          <p:cNvSpPr>
            <a:spLocks noGrp="1" noChangeArrowheads="1"/>
          </p:cNvSpPr>
          <p:nvPr>
            <p:ph type="body" idx="1"/>
          </p:nvPr>
        </p:nvSpPr>
        <p:spPr>
          <a:noFill/>
        </p:spPr>
        <p:txBody>
          <a:bodyPr/>
          <a:lstStyle/>
          <a:p>
            <a:pPr eaLnBrk="1" hangingPunct="1"/>
            <a:r>
              <a:rPr lang="zh-CN" altLang="en-US" smtClean="0"/>
              <a:t>参考教材</a:t>
            </a:r>
            <a:r>
              <a:rPr lang="en-US" altLang="zh-CN" smtClean="0"/>
              <a:t>P17</a:t>
            </a:r>
            <a:r>
              <a:rPr lang="zh-CN" altLang="en-US" smtClean="0"/>
              <a:t>页</a:t>
            </a:r>
          </a:p>
        </p:txBody>
      </p:sp>
    </p:spTree>
    <p:extLst>
      <p:ext uri="{BB962C8B-B14F-4D97-AF65-F5344CB8AC3E}">
        <p14:creationId xmlns:p14="http://schemas.microsoft.com/office/powerpoint/2010/main" val="3611275202"/>
      </p:ext>
    </p:extLst>
  </p:cSld>
  <p:clrMapOvr>
    <a:masterClrMapping/>
  </p:clrMapOvr>
</p:notes>
</file>

<file path=ppt/notesSlides/notesSlide4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2706" name="Rectangle 7"/>
          <p:cNvSpPr>
            <a:spLocks noGrp="1" noChangeArrowheads="1"/>
          </p:cNvSpPr>
          <p:nvPr>
            <p:ph type="sldNum" sz="quarter" idx="5"/>
          </p:nvPr>
        </p:nvSpPr>
        <p:spPr/>
        <p:txBody>
          <a:bodyPr/>
          <a:lstStyle/>
          <a:p>
            <a:pPr>
              <a:defRPr/>
            </a:pPr>
            <a:fld id="{4BE40D00-1098-4EDC-B75E-908777A3B832}" type="slidenum">
              <a:rPr lang="zh-CN" altLang="en-US" smtClean="0"/>
              <a:t>74</a:t>
            </a:fld>
            <a:endParaRPr lang="en-US" altLang="zh-CN" smtClean="0"/>
          </a:p>
        </p:txBody>
      </p:sp>
      <p:sp>
        <p:nvSpPr>
          <p:cNvPr id="130051" name="Rectangle 2"/>
          <p:cNvSpPr>
            <a:spLocks noGrp="1" noRot="1" noChangeAspect="1" noChangeArrowheads="1" noTextEdit="1"/>
          </p:cNvSpPr>
          <p:nvPr>
            <p:ph type="sldImg"/>
          </p:nvPr>
        </p:nvSpPr>
        <p:spPr/>
      </p:sp>
      <p:sp>
        <p:nvSpPr>
          <p:cNvPr id="130052" name="Rectangle 3"/>
          <p:cNvSpPr>
            <a:spLocks noGrp="1" noChangeArrowheads="1"/>
          </p:cNvSpPr>
          <p:nvPr>
            <p:ph type="body" idx="1"/>
          </p:nvPr>
        </p:nvSpPr>
        <p:spPr>
          <a:noFill/>
        </p:spPr>
        <p:txBody>
          <a:bodyPr/>
          <a:lstStyle/>
          <a:p>
            <a:pPr eaLnBrk="1" hangingPunct="1"/>
            <a:r>
              <a:rPr lang="zh-CN" altLang="en-US" smtClean="0"/>
              <a:t>提问：</a:t>
            </a:r>
            <a:r>
              <a:rPr lang="en-US" altLang="zh-CN" smtClean="0"/>
              <a:t>211.157.101.174</a:t>
            </a:r>
            <a:r>
              <a:rPr lang="zh-CN" altLang="en-US" smtClean="0"/>
              <a:t>这个指定的</a:t>
            </a:r>
            <a:r>
              <a:rPr lang="en-US" altLang="zh-CN" smtClean="0"/>
              <a:t>DNS</a:t>
            </a:r>
            <a:r>
              <a:rPr lang="zh-CN" altLang="en-US" smtClean="0"/>
              <a:t>服务器地址从何而来？</a:t>
            </a:r>
            <a:endParaRPr lang="en-US" altLang="zh-CN" smtClean="0"/>
          </a:p>
        </p:txBody>
      </p:sp>
    </p:spTree>
  </p:cSld>
  <p:clrMapOvr>
    <a:masterClrMapping/>
  </p:clrMapOvr>
</p:notes>
</file>

<file path=ppt/notesSlides/notesSlide4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3730" name="Rectangle 7"/>
          <p:cNvSpPr>
            <a:spLocks noGrp="1" noChangeArrowheads="1"/>
          </p:cNvSpPr>
          <p:nvPr>
            <p:ph type="sldNum" sz="quarter" idx="5"/>
          </p:nvPr>
        </p:nvSpPr>
        <p:spPr/>
        <p:txBody>
          <a:bodyPr/>
          <a:lstStyle/>
          <a:p>
            <a:pPr>
              <a:defRPr/>
            </a:pPr>
            <a:fld id="{BF1FD059-98FD-4E4E-9143-817693CB98E1}" type="slidenum">
              <a:rPr lang="zh-CN" altLang="en-US" smtClean="0"/>
              <a:t>75</a:t>
            </a:fld>
            <a:endParaRPr lang="en-US" altLang="zh-CN" smtClean="0"/>
          </a:p>
        </p:txBody>
      </p:sp>
      <p:sp>
        <p:nvSpPr>
          <p:cNvPr id="131075" name="Rectangle 2"/>
          <p:cNvSpPr>
            <a:spLocks noGrp="1" noRot="1" noChangeAspect="1" noChangeArrowheads="1" noTextEdit="1"/>
          </p:cNvSpPr>
          <p:nvPr>
            <p:ph type="sldImg"/>
          </p:nvPr>
        </p:nvSpPr>
        <p:spPr/>
      </p:sp>
      <p:sp>
        <p:nvSpPr>
          <p:cNvPr id="131076" name="Rectangle 3"/>
          <p:cNvSpPr>
            <a:spLocks noGrp="1" noChangeArrowheads="1"/>
          </p:cNvSpPr>
          <p:nvPr>
            <p:ph type="body" idx="1"/>
          </p:nvPr>
        </p:nvSpPr>
        <p:spPr>
          <a:noFill/>
        </p:spPr>
        <p:txBody>
          <a:bodyPr/>
          <a:lstStyle/>
          <a:p>
            <a:pPr eaLnBrk="1" hangingPunct="1"/>
            <a:r>
              <a:rPr lang="zh-CN" altLang="en-US" smtClean="0"/>
              <a:t>稍解释一下</a:t>
            </a:r>
            <a:r>
              <a:rPr lang="en-US" altLang="zh-CN" smtClean="0"/>
              <a:t>DNS</a:t>
            </a:r>
            <a:r>
              <a:rPr lang="zh-CN" altLang="en-US" smtClean="0"/>
              <a:t>记录，</a:t>
            </a:r>
            <a:r>
              <a:rPr lang="en-US" altLang="zh-CN" smtClean="0"/>
              <a:t>A</a:t>
            </a:r>
            <a:r>
              <a:rPr lang="zh-CN" altLang="en-US" smtClean="0"/>
              <a:t>代表</a:t>
            </a:r>
            <a:r>
              <a:rPr lang="en-US" altLang="zh-CN" smtClean="0"/>
              <a:t>IP</a:t>
            </a:r>
            <a:r>
              <a:rPr lang="zh-CN" altLang="en-US" smtClean="0"/>
              <a:t>地址记录；</a:t>
            </a:r>
            <a:r>
              <a:rPr lang="en-US" altLang="zh-CN" smtClean="0"/>
              <a:t>MX</a:t>
            </a:r>
            <a:r>
              <a:rPr lang="zh-CN" altLang="en-US" smtClean="0"/>
              <a:t>代表邮件系统（邮件交换记录信息，通常用于表明处理邮件的服务器， </a:t>
            </a:r>
            <a:r>
              <a:rPr lang="en-US" altLang="zh-CN" smtClean="0"/>
              <a:t>MX</a:t>
            </a:r>
            <a:r>
              <a:rPr lang="zh-CN" altLang="en-US" smtClean="0"/>
              <a:t>后面的整数值表示各条记录的优先级）</a:t>
            </a:r>
          </a:p>
        </p:txBody>
      </p:sp>
    </p:spTree>
  </p:cSld>
  <p:clrMapOvr>
    <a:masterClrMapping/>
  </p:clrMapOvr>
</p:notes>
</file>

<file path=ppt/notesSlides/notesSlide4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4754" name="Rectangle 7"/>
          <p:cNvSpPr>
            <a:spLocks noGrp="1" noChangeArrowheads="1"/>
          </p:cNvSpPr>
          <p:nvPr>
            <p:ph type="sldNum" sz="quarter" idx="5"/>
          </p:nvPr>
        </p:nvSpPr>
        <p:spPr/>
        <p:txBody>
          <a:bodyPr/>
          <a:lstStyle/>
          <a:p>
            <a:pPr>
              <a:defRPr/>
            </a:pPr>
            <a:fld id="{CC55C73E-1ADD-41B5-BCB1-4CAE318B60A3}" type="slidenum">
              <a:rPr lang="zh-CN" altLang="en-US" smtClean="0"/>
              <a:t>77</a:t>
            </a:fld>
            <a:endParaRPr lang="en-US" altLang="zh-CN" smtClean="0"/>
          </a:p>
        </p:txBody>
      </p:sp>
      <p:sp>
        <p:nvSpPr>
          <p:cNvPr id="132099" name="Rectangle 2"/>
          <p:cNvSpPr>
            <a:spLocks noGrp="1" noRot="1" noChangeAspect="1" noChangeArrowheads="1" noTextEdit="1"/>
          </p:cNvSpPr>
          <p:nvPr>
            <p:ph type="sldImg"/>
          </p:nvPr>
        </p:nvSpPr>
        <p:spPr/>
      </p:sp>
      <p:sp>
        <p:nvSpPr>
          <p:cNvPr id="132100" name="Rectangle 3"/>
          <p:cNvSpPr>
            <a:spLocks noGrp="1" noChangeArrowheads="1"/>
          </p:cNvSpPr>
          <p:nvPr>
            <p:ph type="body" idx="1"/>
          </p:nvPr>
        </p:nvSpPr>
        <p:spPr>
          <a:noFill/>
        </p:spPr>
        <p:txBody>
          <a:bodyPr/>
          <a:lstStyle/>
          <a:p>
            <a:pPr eaLnBrk="1" hangingPunct="1"/>
            <a:r>
              <a:rPr lang="zh-CN" altLang="en-US" smtClean="0"/>
              <a:t>提问：弄清网络拓扑结构有什么用处呢？</a:t>
            </a:r>
            <a:r>
              <a:rPr lang="en-US" altLang="zh-CN" smtClean="0"/>
              <a:t>1</a:t>
            </a:r>
            <a:r>
              <a:rPr lang="zh-CN" altLang="en-US" smtClean="0"/>
              <a:t>、找到关键节点（路由器）进行攻击以达到最大效果，陈鸣教授的四部项目。</a:t>
            </a:r>
          </a:p>
        </p:txBody>
      </p:sp>
    </p:spTree>
  </p:cSld>
  <p:clrMapOvr>
    <a:masterClrMapping/>
  </p:clrMapOvr>
</p:notes>
</file>

<file path=ppt/notesSlides/notesSlide4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4754" name="Rectangle 7"/>
          <p:cNvSpPr>
            <a:spLocks noGrp="1" noChangeArrowheads="1"/>
          </p:cNvSpPr>
          <p:nvPr>
            <p:ph type="sldNum" sz="quarter" idx="5"/>
          </p:nvPr>
        </p:nvSpPr>
        <p:spPr/>
        <p:txBody>
          <a:bodyPr/>
          <a:lstStyle/>
          <a:p>
            <a:pPr>
              <a:defRPr/>
            </a:pPr>
            <a:fld id="{CC55C73E-1ADD-41B5-BCB1-4CAE318B60A3}" type="slidenum">
              <a:rPr lang="zh-CN" altLang="en-US" smtClean="0"/>
              <a:t>78</a:t>
            </a:fld>
            <a:endParaRPr lang="en-US" altLang="zh-CN" smtClean="0"/>
          </a:p>
        </p:txBody>
      </p:sp>
      <p:sp>
        <p:nvSpPr>
          <p:cNvPr id="132099" name="Rectangle 2"/>
          <p:cNvSpPr>
            <a:spLocks noGrp="1" noRot="1" noChangeAspect="1" noChangeArrowheads="1" noTextEdit="1"/>
          </p:cNvSpPr>
          <p:nvPr>
            <p:ph type="sldImg"/>
          </p:nvPr>
        </p:nvSpPr>
        <p:spPr/>
      </p:sp>
      <p:sp>
        <p:nvSpPr>
          <p:cNvPr id="132100" name="Rectangle 3"/>
          <p:cNvSpPr>
            <a:spLocks noGrp="1" noChangeArrowheads="1"/>
          </p:cNvSpPr>
          <p:nvPr>
            <p:ph type="body" idx="1"/>
          </p:nvPr>
        </p:nvSpPr>
        <p:spPr>
          <a:noFill/>
        </p:spPr>
        <p:txBody>
          <a:bodyPr/>
          <a:lstStyle/>
          <a:p>
            <a:pPr eaLnBrk="1" hangingPunct="1"/>
            <a:r>
              <a:rPr lang="zh-CN" altLang="en-US" smtClean="0"/>
              <a:t>提问：弄清网络拓扑结构有什么用处呢？</a:t>
            </a:r>
            <a:r>
              <a:rPr lang="en-US" altLang="zh-CN" smtClean="0"/>
              <a:t>1</a:t>
            </a:r>
            <a:r>
              <a:rPr lang="zh-CN" altLang="en-US" smtClean="0"/>
              <a:t>、找到关键节点（路由器）进行攻击以达到最大效果，陈鸣教授的四部项目。</a:t>
            </a:r>
          </a:p>
        </p:txBody>
      </p:sp>
    </p:spTree>
    <p:extLst>
      <p:ext uri="{BB962C8B-B14F-4D97-AF65-F5344CB8AC3E}">
        <p14:creationId xmlns:p14="http://schemas.microsoft.com/office/powerpoint/2010/main" val="3290704708"/>
      </p:ext>
    </p:extLst>
  </p:cSld>
  <p:clrMapOvr>
    <a:masterClrMapping/>
  </p:clrMapOvr>
</p:notes>
</file>

<file path=ppt/notesSlides/notesSlide4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5778" name="Rectangle 7"/>
          <p:cNvSpPr>
            <a:spLocks noGrp="1" noChangeArrowheads="1"/>
          </p:cNvSpPr>
          <p:nvPr>
            <p:ph type="sldNum" sz="quarter" idx="5"/>
          </p:nvPr>
        </p:nvSpPr>
        <p:spPr/>
        <p:txBody>
          <a:bodyPr/>
          <a:lstStyle/>
          <a:p>
            <a:pPr>
              <a:defRPr/>
            </a:pPr>
            <a:fld id="{F7BBFC97-12D6-47C2-B111-E4F523FB6172}" type="slidenum">
              <a:rPr lang="zh-CN" altLang="en-US" smtClean="0"/>
              <a:t>79</a:t>
            </a:fld>
            <a:endParaRPr lang="en-US" altLang="zh-CN" smtClean="0"/>
          </a:p>
        </p:txBody>
      </p:sp>
      <p:sp>
        <p:nvSpPr>
          <p:cNvPr id="133123" name="Rectangle 2"/>
          <p:cNvSpPr>
            <a:spLocks noGrp="1" noRot="1" noChangeAspect="1" noChangeArrowheads="1" noTextEdit="1"/>
          </p:cNvSpPr>
          <p:nvPr>
            <p:ph type="sldImg"/>
          </p:nvPr>
        </p:nvSpPr>
        <p:spPr/>
      </p:sp>
      <p:sp>
        <p:nvSpPr>
          <p:cNvPr id="133124" name="Rectangle 3"/>
          <p:cNvSpPr>
            <a:spLocks noGrp="1" noChangeArrowheads="1"/>
          </p:cNvSpPr>
          <p:nvPr>
            <p:ph type="body" idx="1"/>
          </p:nvPr>
        </p:nvSpPr>
        <p:spPr>
          <a:noFill/>
        </p:spPr>
        <p:txBody>
          <a:bodyPr/>
          <a:lstStyle/>
          <a:p>
            <a:pPr eaLnBrk="1" hangingPunct="1"/>
            <a:r>
              <a:rPr lang="zh-CN" altLang="en-US" smtClean="0"/>
              <a:t>对测试结果进行解释</a:t>
            </a:r>
            <a:endParaRPr lang="en-US" altLang="zh-CN" smtClean="0"/>
          </a:p>
        </p:txBody>
      </p:sp>
    </p:spTree>
  </p:cSld>
  <p:clrMapOvr>
    <a:masterClrMapping/>
  </p:clrMapOvr>
</p:notes>
</file>

<file path=ppt/notesSlides/notesSlide5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6802" name="Rectangle 7"/>
          <p:cNvSpPr>
            <a:spLocks noGrp="1" noChangeArrowheads="1"/>
          </p:cNvSpPr>
          <p:nvPr>
            <p:ph type="sldNum" sz="quarter" idx="5"/>
          </p:nvPr>
        </p:nvSpPr>
        <p:spPr/>
        <p:txBody>
          <a:bodyPr/>
          <a:lstStyle/>
          <a:p>
            <a:pPr>
              <a:defRPr/>
            </a:pPr>
            <a:fld id="{8A71892B-7592-4C97-9DF3-A032824C8031}" type="slidenum">
              <a:rPr lang="zh-CN" altLang="en-US" smtClean="0"/>
              <a:t>81</a:t>
            </a:fld>
            <a:endParaRPr lang="en-US" altLang="zh-CN" smtClean="0"/>
          </a:p>
        </p:txBody>
      </p:sp>
      <p:sp>
        <p:nvSpPr>
          <p:cNvPr id="134147" name="Rectangle 2"/>
          <p:cNvSpPr>
            <a:spLocks noGrp="1" noRot="1" noChangeAspect="1" noChangeArrowheads="1" noTextEdit="1"/>
          </p:cNvSpPr>
          <p:nvPr>
            <p:ph type="sldImg"/>
          </p:nvPr>
        </p:nvSpPr>
        <p:spPr/>
      </p:sp>
      <p:sp>
        <p:nvSpPr>
          <p:cNvPr id="134148" name="Rectangle 3"/>
          <p:cNvSpPr>
            <a:spLocks noGrp="1" noChangeArrowheads="1"/>
          </p:cNvSpPr>
          <p:nvPr>
            <p:ph type="body" idx="1"/>
          </p:nvPr>
        </p:nvSpPr>
        <p:spPr>
          <a:noFill/>
        </p:spPr>
        <p:txBody>
          <a:bodyPr/>
          <a:lstStyle/>
          <a:p>
            <a:pPr eaLnBrk="1" hangingPunct="1"/>
            <a:endParaRPr lang="zh-CN" altLang="en-US" smtClean="0"/>
          </a:p>
        </p:txBody>
      </p:sp>
    </p:spTree>
  </p:cSld>
  <p:clrMapOvr>
    <a:masterClrMapping/>
  </p:clrMapOvr>
</p:notes>
</file>

<file path=ppt/notesSlides/notesSlide5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5170" name="幻灯片图像占位符 1"/>
          <p:cNvSpPr>
            <a:spLocks noGrp="1" noRot="1" noChangeAspect="1" noTextEdit="1"/>
          </p:cNvSpPr>
          <p:nvPr>
            <p:ph type="sldImg"/>
          </p:nvPr>
        </p:nvSpPr>
        <p:spPr/>
      </p:sp>
      <p:sp>
        <p:nvSpPr>
          <p:cNvPr id="135171" name="备注占位符 2"/>
          <p:cNvSpPr>
            <a:spLocks noGrp="1"/>
          </p:cNvSpPr>
          <p:nvPr>
            <p:ph type="body" idx="1"/>
          </p:nvPr>
        </p:nvSpPr>
        <p:spPr>
          <a:noFill/>
        </p:spPr>
        <p:txBody>
          <a:bodyPr/>
          <a:lstStyle/>
          <a:p>
            <a:r>
              <a:rPr lang="zh-CN" altLang="en-US" dirty="0" smtClean="0"/>
              <a:t>截止</a:t>
            </a:r>
            <a:r>
              <a:rPr lang="en-US" altLang="zh-CN" dirty="0" smtClean="0"/>
              <a:t>2016</a:t>
            </a:r>
            <a:r>
              <a:rPr lang="zh-CN" altLang="en-US" dirty="0" smtClean="0"/>
              <a:t>年</a:t>
            </a:r>
            <a:r>
              <a:rPr lang="en-US" altLang="zh-CN" dirty="0" smtClean="0"/>
              <a:t>1</a:t>
            </a:r>
            <a:r>
              <a:rPr lang="zh-CN" altLang="en-US" dirty="0" smtClean="0"/>
              <a:t>月，我国著名社交媒体“微信”每月活跃用户已达</a:t>
            </a:r>
            <a:r>
              <a:rPr lang="en-US" altLang="zh-CN" dirty="0" smtClean="0"/>
              <a:t>5.49</a:t>
            </a:r>
            <a:r>
              <a:rPr lang="zh-CN" altLang="en-US" dirty="0" smtClean="0"/>
              <a:t>亿，用户覆盖</a:t>
            </a:r>
            <a:r>
              <a:rPr lang="en-US" altLang="zh-CN" dirty="0" smtClean="0"/>
              <a:t>200</a:t>
            </a:r>
            <a:r>
              <a:rPr lang="zh-CN" altLang="en-US" dirty="0" smtClean="0"/>
              <a:t>多个国家和地区、超过</a:t>
            </a:r>
            <a:r>
              <a:rPr lang="en-US" altLang="zh-CN" dirty="0" smtClean="0"/>
              <a:t>20</a:t>
            </a:r>
            <a:r>
              <a:rPr lang="zh-CN" altLang="en-US" dirty="0" smtClean="0"/>
              <a:t>种语言。接近一半活跃用户拥有超过</a:t>
            </a:r>
            <a:r>
              <a:rPr lang="en-US" altLang="zh-CN" dirty="0" smtClean="0"/>
              <a:t>100</a:t>
            </a:r>
            <a:r>
              <a:rPr lang="zh-CN" altLang="en-US" dirty="0" smtClean="0"/>
              <a:t>位微信好友，</a:t>
            </a:r>
            <a:r>
              <a:rPr lang="en-US" altLang="zh-CN" dirty="0" smtClean="0"/>
              <a:t>57.</a:t>
            </a:r>
            <a:r>
              <a:rPr lang="zh-CN" altLang="en-US" dirty="0" smtClean="0"/>
              <a:t>％的用户通过微信认识了新朋友。此外，各品牌的微信公众账号总数已超过</a:t>
            </a:r>
            <a:r>
              <a:rPr lang="en-US" altLang="zh-CN" dirty="0" smtClean="0"/>
              <a:t>800</a:t>
            </a:r>
            <a:r>
              <a:rPr lang="zh-CN" altLang="en-US" dirty="0" smtClean="0"/>
              <a:t>万个。腾信公司的另一社交工具</a:t>
            </a:r>
            <a:r>
              <a:rPr lang="en-US" altLang="zh-CN" dirty="0" smtClean="0"/>
              <a:t>QQ</a:t>
            </a:r>
            <a:r>
              <a:rPr lang="zh-CN" altLang="en-US" dirty="0" smtClean="0"/>
              <a:t>的活跃用户也达</a:t>
            </a:r>
            <a:r>
              <a:rPr lang="en-US" altLang="zh-CN" dirty="0" smtClean="0"/>
              <a:t>6</a:t>
            </a:r>
            <a:r>
              <a:rPr lang="zh-CN" altLang="en-US" dirty="0" smtClean="0"/>
              <a:t>亿左右。美国的</a:t>
            </a:r>
            <a:r>
              <a:rPr lang="en-US" altLang="zh-CN" dirty="0" smtClean="0"/>
              <a:t>Facebook</a:t>
            </a:r>
            <a:r>
              <a:rPr lang="zh-CN" altLang="en-US" dirty="0" smtClean="0"/>
              <a:t>拥有</a:t>
            </a:r>
            <a:r>
              <a:rPr lang="en-US" altLang="zh-CN" dirty="0" smtClean="0"/>
              <a:t>9</a:t>
            </a:r>
            <a:r>
              <a:rPr lang="zh-CN" altLang="en-US" dirty="0" smtClean="0"/>
              <a:t>亿左右的用户，推特（</a:t>
            </a:r>
            <a:r>
              <a:rPr lang="en-US" altLang="zh-CN" dirty="0" smtClean="0"/>
              <a:t>Twitter</a:t>
            </a:r>
            <a:r>
              <a:rPr lang="zh-CN" altLang="en-US" dirty="0" smtClean="0"/>
              <a:t>）拥有</a:t>
            </a:r>
            <a:r>
              <a:rPr lang="en-US" altLang="zh-CN" dirty="0" smtClean="0"/>
              <a:t>3</a:t>
            </a:r>
            <a:r>
              <a:rPr lang="zh-CN" altLang="en-US" dirty="0" smtClean="0"/>
              <a:t>亿多用户。</a:t>
            </a:r>
          </a:p>
          <a:p>
            <a:r>
              <a:rPr lang="zh-CN" altLang="en-US" dirty="0" smtClean="0"/>
              <a:t>目前全球社交媒体平台每小时的留言约有数十亿条，社交媒体用户每月分享的内容约几百亿条，这些内容包括评论、观点、视频、播客和图片等。</a:t>
            </a:r>
            <a:r>
              <a:rPr lang="en-US" altLang="zh-CN" dirty="0" smtClean="0"/>
              <a:t>Facebook</a:t>
            </a:r>
            <a:r>
              <a:rPr lang="zh-CN" altLang="en-US" dirty="0" smtClean="0"/>
              <a:t>收集了</a:t>
            </a:r>
            <a:r>
              <a:rPr lang="en-US" altLang="zh-CN" dirty="0" smtClean="0"/>
              <a:t>63</a:t>
            </a:r>
            <a:r>
              <a:rPr lang="zh-CN" altLang="en-US" dirty="0" smtClean="0"/>
              <a:t>种不同的数据，比其他大部分的社交网站都要多。在</a:t>
            </a:r>
            <a:r>
              <a:rPr lang="en-US" altLang="zh-CN" dirty="0" smtClean="0"/>
              <a:t>Facebook</a:t>
            </a:r>
            <a:r>
              <a:rPr lang="zh-CN" altLang="en-US" dirty="0" smtClean="0"/>
              <a:t>上用户可以共享很多内容，透露出人们所关心的焦点。</a:t>
            </a:r>
            <a:r>
              <a:rPr lang="en-US" altLang="zh-CN" dirty="0" smtClean="0"/>
              <a:t>Facebook</a:t>
            </a:r>
            <a:r>
              <a:rPr lang="zh-CN" altLang="en-US" dirty="0" smtClean="0"/>
              <a:t>的“赞”按钮每天会被点近</a:t>
            </a:r>
            <a:r>
              <a:rPr lang="en-US" altLang="zh-CN" dirty="0" smtClean="0"/>
              <a:t>30</a:t>
            </a:r>
            <a:r>
              <a:rPr lang="zh-CN" altLang="en-US" dirty="0" smtClean="0"/>
              <a:t>亿次。</a:t>
            </a:r>
            <a:r>
              <a:rPr lang="en-US" altLang="zh-CN" dirty="0" smtClean="0"/>
              <a:t>22%</a:t>
            </a:r>
            <a:r>
              <a:rPr lang="zh-CN" altLang="en-US" dirty="0" smtClean="0"/>
              <a:t>的 </a:t>
            </a:r>
            <a:r>
              <a:rPr lang="en-US" altLang="zh-CN" dirty="0" smtClean="0"/>
              <a:t>LinkedIn</a:t>
            </a:r>
            <a:r>
              <a:rPr lang="zh-CN" altLang="en-US" dirty="0" smtClean="0"/>
              <a:t>用户在社交网络上拥有</a:t>
            </a:r>
            <a:r>
              <a:rPr lang="en-US" altLang="zh-CN" dirty="0" smtClean="0"/>
              <a:t>500-999</a:t>
            </a:r>
            <a:r>
              <a:rPr lang="zh-CN" altLang="en-US" dirty="0" smtClean="0"/>
              <a:t>的一级链接，</a:t>
            </a:r>
            <a:r>
              <a:rPr lang="en-US" altLang="zh-CN" dirty="0" smtClean="0"/>
              <a:t>19%</a:t>
            </a:r>
            <a:r>
              <a:rPr lang="zh-CN" altLang="en-US" dirty="0" smtClean="0"/>
              <a:t>的用户拥有</a:t>
            </a:r>
            <a:r>
              <a:rPr lang="en-US" altLang="zh-CN" dirty="0" smtClean="0"/>
              <a:t>301-499</a:t>
            </a:r>
            <a:r>
              <a:rPr lang="zh-CN" altLang="en-US" dirty="0" smtClean="0"/>
              <a:t>。</a:t>
            </a:r>
            <a:r>
              <a:rPr lang="en-US" altLang="zh-CN" dirty="0" smtClean="0"/>
              <a:t>Twitter</a:t>
            </a:r>
            <a:r>
              <a:rPr lang="zh-CN" altLang="en-US" dirty="0" smtClean="0"/>
              <a:t>提供了一扇实时窗口，透露出人们正在关心的新闻和信息。皮尤研究中心（</a:t>
            </a:r>
            <a:r>
              <a:rPr lang="en-US" altLang="zh-CN" dirty="0" smtClean="0"/>
              <a:t>Pew Research</a:t>
            </a:r>
            <a:r>
              <a:rPr lang="zh-CN" altLang="en-US" dirty="0" smtClean="0"/>
              <a:t>）的数据显示，</a:t>
            </a:r>
            <a:r>
              <a:rPr lang="en-US" altLang="zh-CN" dirty="0" smtClean="0"/>
              <a:t>52%</a:t>
            </a:r>
            <a:r>
              <a:rPr lang="zh-CN" altLang="en-US" dirty="0" smtClean="0"/>
              <a:t>的美国</a:t>
            </a:r>
            <a:r>
              <a:rPr lang="en-US" altLang="zh-CN" dirty="0" smtClean="0"/>
              <a:t>Twitter</a:t>
            </a:r>
            <a:r>
              <a:rPr lang="zh-CN" altLang="en-US" dirty="0" smtClean="0"/>
              <a:t>用户在</a:t>
            </a:r>
            <a:r>
              <a:rPr lang="en-US" altLang="zh-CN" dirty="0" smtClean="0"/>
              <a:t>Twitter</a:t>
            </a:r>
            <a:r>
              <a:rPr lang="zh-CN" altLang="en-US" dirty="0" smtClean="0"/>
              <a:t>上看新闻，这个数据超过了</a:t>
            </a:r>
            <a:r>
              <a:rPr lang="en-US" altLang="zh-CN" dirty="0" smtClean="0"/>
              <a:t>Facebook</a:t>
            </a:r>
            <a:r>
              <a:rPr lang="zh-CN" altLang="en-US" dirty="0" smtClean="0"/>
              <a:t>。</a:t>
            </a:r>
          </a:p>
          <a:p>
            <a:endParaRPr lang="zh-CN" altLang="en-US" dirty="0" smtClean="0"/>
          </a:p>
        </p:txBody>
      </p:sp>
      <p:sp>
        <p:nvSpPr>
          <p:cNvPr id="4" name="灯片编号占位符 3"/>
          <p:cNvSpPr>
            <a:spLocks noGrp="1"/>
          </p:cNvSpPr>
          <p:nvPr>
            <p:ph type="sldNum" sz="quarter" idx="5"/>
          </p:nvPr>
        </p:nvSpPr>
        <p:spPr/>
        <p:txBody>
          <a:bodyPr/>
          <a:lstStyle/>
          <a:p>
            <a:pPr>
              <a:defRPr/>
            </a:pPr>
            <a:fld id="{1838E103-88B2-4FC8-AE72-C851F0EF8E61}" type="slidenum">
              <a:rPr lang="zh-CN" altLang="en-US" smtClean="0"/>
              <a:t>82</a:t>
            </a:fld>
            <a:endParaRPr lang="en-US" altLang="zh-CN"/>
          </a:p>
        </p:txBody>
      </p:sp>
    </p:spTree>
  </p:cSld>
  <p:clrMapOvr>
    <a:masterClrMapping/>
  </p:clrMapOvr>
</p:notes>
</file>

<file path=ppt/notesSlides/notesSlide5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6194" name="幻灯片图像占位符 1"/>
          <p:cNvSpPr>
            <a:spLocks noGrp="1" noRot="1" noChangeAspect="1" noTextEdit="1"/>
          </p:cNvSpPr>
          <p:nvPr>
            <p:ph type="sldImg"/>
          </p:nvPr>
        </p:nvSpPr>
        <p:spPr/>
      </p:sp>
      <p:sp>
        <p:nvSpPr>
          <p:cNvPr id="136195" name="备注占位符 2"/>
          <p:cNvSpPr>
            <a:spLocks noGrp="1"/>
          </p:cNvSpPr>
          <p:nvPr>
            <p:ph type="body" idx="1"/>
          </p:nvPr>
        </p:nvSpPr>
        <p:spPr>
          <a:noFill/>
        </p:spPr>
        <p:txBody>
          <a:bodyPr/>
          <a:lstStyle/>
          <a:p>
            <a:endParaRPr lang="zh-CN" altLang="en-US" smtClean="0"/>
          </a:p>
        </p:txBody>
      </p:sp>
      <p:sp>
        <p:nvSpPr>
          <p:cNvPr id="4" name="灯片编号占位符 3"/>
          <p:cNvSpPr>
            <a:spLocks noGrp="1"/>
          </p:cNvSpPr>
          <p:nvPr>
            <p:ph type="sldNum" sz="quarter" idx="5"/>
          </p:nvPr>
        </p:nvSpPr>
        <p:spPr/>
        <p:txBody>
          <a:bodyPr/>
          <a:lstStyle/>
          <a:p>
            <a:pPr>
              <a:defRPr/>
            </a:pPr>
            <a:fld id="{16246EF4-BB93-4A23-B773-AF3AD816A9E6}" type="slidenum">
              <a:rPr lang="zh-CN" altLang="en-US" smtClean="0"/>
              <a:t>83</a:t>
            </a:fld>
            <a:endParaRPr lang="en-US" altLang="zh-CN"/>
          </a:p>
        </p:txBody>
      </p:sp>
    </p:spTree>
  </p:cSld>
  <p:clrMapOvr>
    <a:masterClrMapping/>
  </p:clrMapOvr>
</p:notes>
</file>

<file path=ppt/notesSlides/notesSlide5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7218" name="幻灯片图像占位符 1"/>
          <p:cNvSpPr>
            <a:spLocks noGrp="1" noRot="1" noChangeAspect="1" noTextEdit="1"/>
          </p:cNvSpPr>
          <p:nvPr>
            <p:ph type="sldImg"/>
          </p:nvPr>
        </p:nvSpPr>
        <p:spPr/>
      </p:sp>
      <p:sp>
        <p:nvSpPr>
          <p:cNvPr id="137219" name="备注占位符 2"/>
          <p:cNvSpPr>
            <a:spLocks noGrp="1"/>
          </p:cNvSpPr>
          <p:nvPr>
            <p:ph type="body" idx="1"/>
          </p:nvPr>
        </p:nvSpPr>
        <p:spPr>
          <a:noFill/>
        </p:spPr>
        <p:txBody>
          <a:bodyPr/>
          <a:lstStyle/>
          <a:p>
            <a:r>
              <a:rPr kumimoji="1" lang="zh-CN" altLang="zh-CN" dirty="0" smtClean="0">
                <a:latin typeface="Times New Roman" panose="02020603050405020304" pitchFamily="18" charset="0"/>
              </a:rPr>
              <a:t>。黑客是使用老版本</a:t>
            </a:r>
            <a:r>
              <a:rPr kumimoji="1" lang="en-US" altLang="zh-CN" dirty="0" smtClean="0">
                <a:latin typeface="Times New Roman" panose="02020603050405020304" pitchFamily="18" charset="0"/>
              </a:rPr>
              <a:t>PHP</a:t>
            </a:r>
            <a:r>
              <a:rPr kumimoji="1" lang="zh-CN" altLang="zh-CN" dirty="0" smtClean="0">
                <a:latin typeface="Times New Roman" panose="02020603050405020304" pitchFamily="18" charset="0"/>
              </a:rPr>
              <a:t>中含有的一个</a:t>
            </a:r>
            <a:r>
              <a:rPr kumimoji="1" lang="en-US" altLang="zh-CN" dirty="0" err="1" smtClean="0">
                <a:latin typeface="Times New Roman" panose="02020603050405020304" pitchFamily="18" charset="0"/>
              </a:rPr>
              <a:t>exp</a:t>
            </a:r>
            <a:r>
              <a:rPr kumimoji="1" lang="zh-CN" altLang="zh-CN" dirty="0" smtClean="0">
                <a:latin typeface="Times New Roman" panose="02020603050405020304" pitchFamily="18" charset="0"/>
              </a:rPr>
              <a:t>上传一些文件，从而获得访问的系统。尽管整个数据库都被入侵了，但我们最担心的是客户信息。</a:t>
            </a:r>
          </a:p>
          <a:p>
            <a:r>
              <a:rPr kumimoji="1" lang="zh-CN" altLang="zh-CN" dirty="0" smtClean="0">
                <a:latin typeface="Times New Roman" panose="02020603050405020304" pitchFamily="18" charset="0"/>
              </a:rPr>
              <a:t>澳大利亚安全研究员</a:t>
            </a:r>
            <a:r>
              <a:rPr kumimoji="1" lang="en-US" altLang="zh-CN" dirty="0" smtClean="0">
                <a:latin typeface="Times New Roman" panose="02020603050405020304" pitchFamily="18" charset="0"/>
              </a:rPr>
              <a:t>Troy Hunt</a:t>
            </a:r>
            <a:r>
              <a:rPr kumimoji="1" lang="zh-CN" altLang="zh-CN" dirty="0" smtClean="0">
                <a:latin typeface="Times New Roman" panose="02020603050405020304" pitchFamily="18" charset="0"/>
              </a:rPr>
              <a:t>从匿名来源处获得了</a:t>
            </a:r>
            <a:r>
              <a:rPr kumimoji="1" lang="en-US" altLang="zh-CN" dirty="0" smtClean="0">
                <a:latin typeface="Times New Roman" panose="02020603050405020304" pitchFamily="18" charset="0"/>
              </a:rPr>
              <a:t>000webhost</a:t>
            </a:r>
            <a:r>
              <a:rPr kumimoji="1" lang="zh-CN" altLang="zh-CN" dirty="0" smtClean="0">
                <a:latin typeface="Times New Roman" panose="02020603050405020304" pitchFamily="18" charset="0"/>
              </a:rPr>
              <a:t>泄露的数据，并已经确定了数据的真实性。</a:t>
            </a:r>
          </a:p>
          <a:p>
            <a:r>
              <a:rPr kumimoji="1" lang="zh-CN" altLang="zh-CN" dirty="0" smtClean="0">
                <a:latin typeface="Times New Roman" panose="02020603050405020304" pitchFamily="18" charset="0"/>
              </a:rPr>
              <a:t>“毫无疑问</a:t>
            </a:r>
            <a:r>
              <a:rPr kumimoji="1" lang="en-US" altLang="zh-CN" dirty="0" smtClean="0">
                <a:latin typeface="Times New Roman" panose="02020603050405020304" pitchFamily="18" charset="0"/>
              </a:rPr>
              <a:t>000webhost</a:t>
            </a:r>
            <a:r>
              <a:rPr kumimoji="1" lang="zh-CN" altLang="zh-CN" dirty="0" smtClean="0">
                <a:latin typeface="Times New Roman" panose="02020603050405020304" pitchFamily="18" charset="0"/>
              </a:rPr>
              <a:t>的泄露事件是真实的，用户应该知情。我更希望</a:t>
            </a:r>
            <a:r>
              <a:rPr kumimoji="1" lang="en-US" altLang="zh-CN" dirty="0" smtClean="0">
                <a:latin typeface="Times New Roman" panose="02020603050405020304" pitchFamily="18" charset="0"/>
              </a:rPr>
              <a:t>000webhost</a:t>
            </a:r>
            <a:r>
              <a:rPr kumimoji="1" lang="zh-CN" altLang="zh-CN" dirty="0" smtClean="0">
                <a:latin typeface="Times New Roman" panose="02020603050405020304" pitchFamily="18" charset="0"/>
              </a:rPr>
              <a:t>公司能自己通知其用户信息已经泄露。”</a:t>
            </a:r>
          </a:p>
          <a:p>
            <a:r>
              <a:rPr kumimoji="1" lang="en-US" altLang="zh-CN" dirty="0" smtClean="0">
                <a:latin typeface="Times New Roman" panose="02020603050405020304" pitchFamily="18" charset="0"/>
              </a:rPr>
              <a:t>000webhost</a:t>
            </a:r>
            <a:r>
              <a:rPr kumimoji="1" lang="zh-CN" altLang="zh-CN" dirty="0" smtClean="0">
                <a:latin typeface="Times New Roman" panose="02020603050405020304" pitchFamily="18" charset="0"/>
              </a:rPr>
              <a:t>一直忽略专业人员的安全警告</a:t>
            </a:r>
          </a:p>
          <a:p>
            <a:r>
              <a:rPr kumimoji="1" lang="zh-CN" altLang="zh-CN" dirty="0" smtClean="0">
                <a:latin typeface="Times New Roman" panose="02020603050405020304" pitchFamily="18" charset="0"/>
              </a:rPr>
              <a:t>之前</a:t>
            </a:r>
            <a:r>
              <a:rPr kumimoji="1" lang="en-US" altLang="zh-CN" dirty="0" smtClean="0">
                <a:latin typeface="Times New Roman" panose="02020603050405020304" pitchFamily="18" charset="0"/>
              </a:rPr>
              <a:t>Troy Hunt</a:t>
            </a:r>
            <a:r>
              <a:rPr kumimoji="1" lang="zh-CN" altLang="zh-CN" dirty="0" smtClean="0">
                <a:latin typeface="Times New Roman" panose="02020603050405020304" pitchFamily="18" charset="0"/>
              </a:rPr>
              <a:t>和</a:t>
            </a:r>
            <a:r>
              <a:rPr kumimoji="1" lang="en-US" altLang="zh-CN" dirty="0" smtClean="0">
                <a:latin typeface="Times New Roman" panose="02020603050405020304" pitchFamily="18" charset="0"/>
              </a:rPr>
              <a:t>Forbes</a:t>
            </a:r>
            <a:r>
              <a:rPr kumimoji="1" lang="zh-CN" altLang="zh-CN" dirty="0" smtClean="0">
                <a:latin typeface="Times New Roman" panose="02020603050405020304" pitchFamily="18" charset="0"/>
              </a:rPr>
              <a:t>记者曾不止一次的告诉</a:t>
            </a:r>
            <a:r>
              <a:rPr kumimoji="1" lang="en-US" altLang="zh-CN" dirty="0" smtClean="0">
                <a:latin typeface="Times New Roman" panose="02020603050405020304" pitchFamily="18" charset="0"/>
              </a:rPr>
              <a:t>000webhost</a:t>
            </a:r>
            <a:r>
              <a:rPr kumimoji="1" lang="zh-CN" altLang="zh-CN" dirty="0" smtClean="0">
                <a:latin typeface="Times New Roman" panose="02020603050405020304" pitchFamily="18" charset="0"/>
              </a:rPr>
              <a:t>公司存在数据泄露的风险，然而他们却没有给予足够多的重视，甚至忽略了他们的警告。</a:t>
            </a:r>
          </a:p>
          <a:p>
            <a:r>
              <a:rPr kumimoji="1" lang="zh-CN" altLang="zh-CN" dirty="0" smtClean="0">
                <a:latin typeface="Times New Roman" panose="02020603050405020304" pitchFamily="18" charset="0"/>
              </a:rPr>
              <a:t>更严重的是什么？</a:t>
            </a:r>
          </a:p>
          <a:p>
            <a:r>
              <a:rPr kumimoji="1" lang="en-US" altLang="zh-CN" dirty="0" smtClean="0">
                <a:latin typeface="Times New Roman" panose="02020603050405020304" pitchFamily="18" charset="0"/>
              </a:rPr>
              <a:t>000webhost</a:t>
            </a:r>
            <a:r>
              <a:rPr kumimoji="1" lang="zh-CN" altLang="zh-CN" dirty="0" smtClean="0">
                <a:latin typeface="Times New Roman" panose="02020603050405020304" pitchFamily="18" charset="0"/>
              </a:rPr>
              <a:t>甚至都没有采取最基本、最标准的安全措施来保障用户数据的安全。就在几天前，英国手机通信及宽带服务运营商</a:t>
            </a:r>
            <a:r>
              <a:rPr kumimoji="1" lang="en-US" altLang="zh-CN" dirty="0" err="1" smtClean="0">
                <a:latin typeface="Times New Roman" panose="02020603050405020304" pitchFamily="18" charset="0"/>
              </a:rPr>
              <a:t>TalkTalk</a:t>
            </a:r>
            <a:r>
              <a:rPr kumimoji="1" lang="zh-CN" altLang="zh-CN" dirty="0" smtClean="0">
                <a:latin typeface="Times New Roman" panose="02020603050405020304" pitchFamily="18" charset="0"/>
              </a:rPr>
              <a:t>也遭遇了严重的数据泄露，涉及</a:t>
            </a:r>
            <a:r>
              <a:rPr kumimoji="1" lang="en-US" altLang="zh-CN" dirty="0" smtClean="0">
                <a:latin typeface="Times New Roman" panose="02020603050405020304" pitchFamily="18" charset="0"/>
              </a:rPr>
              <a:t>400</a:t>
            </a:r>
            <a:r>
              <a:rPr kumimoji="1" lang="zh-CN" altLang="zh-CN" dirty="0" smtClean="0">
                <a:latin typeface="Times New Roman" panose="02020603050405020304" pitchFamily="18" charset="0"/>
              </a:rPr>
              <a:t>万用户。</a:t>
            </a:r>
          </a:p>
          <a:p>
            <a:endParaRPr lang="zh-CN" altLang="en-US" dirty="0" smtClean="0"/>
          </a:p>
        </p:txBody>
      </p:sp>
      <p:sp>
        <p:nvSpPr>
          <p:cNvPr id="4" name="灯片编号占位符 3"/>
          <p:cNvSpPr>
            <a:spLocks noGrp="1"/>
          </p:cNvSpPr>
          <p:nvPr>
            <p:ph type="sldNum" sz="quarter" idx="5"/>
          </p:nvPr>
        </p:nvSpPr>
        <p:spPr/>
        <p:txBody>
          <a:bodyPr/>
          <a:lstStyle/>
          <a:p>
            <a:pPr>
              <a:defRPr/>
            </a:pPr>
            <a:fld id="{6F000A2D-F4FF-44E5-9F1F-DE1178278881}" type="slidenum">
              <a:rPr lang="en-US" altLang="zh-CN" smtClean="0"/>
              <a:t>87</a:t>
            </a:fld>
            <a:endParaRPr lang="en-US" altLang="zh-CN"/>
          </a:p>
        </p:txBody>
      </p:sp>
    </p:spTree>
  </p:cSld>
  <p:clrMapOvr>
    <a:masterClrMapping/>
  </p:clrMapOvr>
</p:notes>
</file>

<file path=ppt/notesSlides/notesSlide5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8242" name="幻灯片图像占位符 1"/>
          <p:cNvSpPr>
            <a:spLocks noGrp="1" noRot="1" noChangeAspect="1" noTextEdit="1"/>
          </p:cNvSpPr>
          <p:nvPr>
            <p:ph type="sldImg"/>
          </p:nvPr>
        </p:nvSpPr>
        <p:spPr/>
      </p:sp>
      <p:sp>
        <p:nvSpPr>
          <p:cNvPr id="138243" name="备注占位符 2"/>
          <p:cNvSpPr>
            <a:spLocks noGrp="1"/>
          </p:cNvSpPr>
          <p:nvPr>
            <p:ph type="body" idx="1"/>
          </p:nvPr>
        </p:nvSpPr>
        <p:spPr>
          <a:noFill/>
        </p:spPr>
        <p:txBody>
          <a:bodyPr/>
          <a:lstStyle/>
          <a:p>
            <a:endParaRPr lang="zh-CN" altLang="en-US" smtClean="0"/>
          </a:p>
        </p:txBody>
      </p:sp>
      <p:sp>
        <p:nvSpPr>
          <p:cNvPr id="4" name="灯片编号占位符 3"/>
          <p:cNvSpPr>
            <a:spLocks noGrp="1"/>
          </p:cNvSpPr>
          <p:nvPr>
            <p:ph type="sldNum" sz="quarter" idx="5"/>
          </p:nvPr>
        </p:nvSpPr>
        <p:spPr/>
        <p:txBody>
          <a:bodyPr/>
          <a:lstStyle/>
          <a:p>
            <a:pPr>
              <a:defRPr/>
            </a:pPr>
            <a:fld id="{A0B58724-6723-4FBD-A550-EB08C17D9D90}" type="slidenum">
              <a:rPr lang="en-US" altLang="zh-CN" smtClean="0"/>
              <a:t>88</a:t>
            </a:fld>
            <a:endParaRPr lang="en-US" altLang="zh-CN"/>
          </a:p>
        </p:txBody>
      </p:sp>
    </p:spTree>
  </p:cSld>
  <p:clrMapOvr>
    <a:masterClrMapping/>
  </p:clrMapOvr>
</p:notes>
</file>

<file path=ppt/notesSlides/notesSlide5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9266" name="幻灯片图像占位符 1"/>
          <p:cNvSpPr>
            <a:spLocks noGrp="1" noRot="1" noChangeAspect="1" noTextEdit="1"/>
          </p:cNvSpPr>
          <p:nvPr>
            <p:ph type="sldImg"/>
          </p:nvPr>
        </p:nvSpPr>
        <p:spPr/>
      </p:sp>
      <p:sp>
        <p:nvSpPr>
          <p:cNvPr id="139267" name="备注占位符 2"/>
          <p:cNvSpPr>
            <a:spLocks noGrp="1"/>
          </p:cNvSpPr>
          <p:nvPr>
            <p:ph type="body" idx="1"/>
          </p:nvPr>
        </p:nvSpPr>
        <p:spPr>
          <a:noFill/>
        </p:spPr>
        <p:txBody>
          <a:bodyPr/>
          <a:lstStyle/>
          <a:p>
            <a:r>
              <a:rPr kumimoji="1" lang="zh-CN" altLang="en-US" dirty="0" smtClean="0">
                <a:latin typeface="Times New Roman" panose="02020603050405020304" pitchFamily="18" charset="0"/>
              </a:rPr>
              <a:t>“拖库”本来是数据库领域的术语，指从数据库中导出数据。到了黑客攻击泛滥的今天，它被用来指网站遭到入侵后，黑客窃取其数据库。也称为“脱库”</a:t>
            </a:r>
            <a:endParaRPr kumimoji="1" lang="en-US" altLang="zh-CN" dirty="0" smtClean="0">
              <a:latin typeface="Times New Roman" panose="02020603050405020304" pitchFamily="18" charset="0"/>
            </a:endParaRPr>
          </a:p>
          <a:p>
            <a:r>
              <a:rPr kumimoji="1" lang="zh-CN" altLang="en-US" dirty="0" smtClean="0">
                <a:latin typeface="Times New Roman" panose="02020603050405020304" pitchFamily="18" charset="0"/>
              </a:rPr>
              <a:t>“拖库”的通常步骤为：</a:t>
            </a:r>
          </a:p>
          <a:p>
            <a:r>
              <a:rPr kumimoji="1" lang="zh-CN" altLang="en-US" dirty="0" smtClean="0">
                <a:latin typeface="Times New Roman" panose="02020603050405020304" pitchFamily="18" charset="0"/>
              </a:rPr>
              <a:t>第一，黑客对目标网站进行扫描，查找其存在的漏洞，常见漏洞包括</a:t>
            </a:r>
            <a:r>
              <a:rPr kumimoji="1" lang="en-US" altLang="zh-CN" dirty="0" smtClean="0">
                <a:latin typeface="Times New Roman" panose="02020603050405020304" pitchFamily="18" charset="0"/>
              </a:rPr>
              <a:t>SQL</a:t>
            </a:r>
            <a:r>
              <a:rPr kumimoji="1" lang="zh-CN" altLang="en-US" dirty="0" smtClean="0">
                <a:latin typeface="Times New Roman" panose="02020603050405020304" pitchFamily="18" charset="0"/>
              </a:rPr>
              <a:t>注入、文件上传漏洞等。</a:t>
            </a:r>
          </a:p>
          <a:p>
            <a:r>
              <a:rPr kumimoji="1" lang="zh-CN" altLang="en-US" dirty="0" smtClean="0">
                <a:latin typeface="Times New Roman" panose="02020603050405020304" pitchFamily="18" charset="0"/>
              </a:rPr>
              <a:t>第二，通过该漏洞在网站服务器上建立“后门</a:t>
            </a:r>
            <a:r>
              <a:rPr kumimoji="1" lang="en-US" altLang="zh-CN" dirty="0" smtClean="0">
                <a:latin typeface="Times New Roman" panose="02020603050405020304" pitchFamily="18" charset="0"/>
              </a:rPr>
              <a:t>(</a:t>
            </a:r>
            <a:r>
              <a:rPr kumimoji="1" lang="en-US" altLang="zh-CN" dirty="0" err="1" smtClean="0">
                <a:latin typeface="Times New Roman" panose="02020603050405020304" pitchFamily="18" charset="0"/>
              </a:rPr>
              <a:t>webshell</a:t>
            </a:r>
            <a:r>
              <a:rPr kumimoji="1" lang="en-US" altLang="zh-CN" dirty="0" smtClean="0">
                <a:latin typeface="Times New Roman" panose="02020603050405020304" pitchFamily="18" charset="0"/>
              </a:rPr>
              <a:t>)”</a:t>
            </a:r>
            <a:r>
              <a:rPr kumimoji="1" lang="zh-CN" altLang="en-US" dirty="0" smtClean="0">
                <a:latin typeface="Times New Roman" panose="02020603050405020304" pitchFamily="18" charset="0"/>
              </a:rPr>
              <a:t>，通过该后门获取服务器操作系统的权限。</a:t>
            </a:r>
          </a:p>
          <a:p>
            <a:r>
              <a:rPr kumimoji="1" lang="zh-CN" altLang="en-US" dirty="0" smtClean="0">
                <a:latin typeface="Times New Roman" panose="02020603050405020304" pitchFamily="18" charset="0"/>
              </a:rPr>
              <a:t>第三，利用系统权限直接下载备份数据库，或查找数据库链接，将其导出到本地。</a:t>
            </a:r>
          </a:p>
          <a:p>
            <a:endParaRPr lang="en-US" altLang="zh-CN" dirty="0" smtClean="0"/>
          </a:p>
          <a:p>
            <a:r>
              <a:rPr kumimoji="1" lang="zh-CN" altLang="en-US" dirty="0" smtClean="0">
                <a:latin typeface="Times New Roman" panose="02020603050405020304" pitchFamily="18" charset="0"/>
              </a:rPr>
              <a:t>在取得大量的用户数据之后，黑客会通过一系列的技术手段和黑色产业链将有价值的用户数据变现，这通常也被称作“洗库”。</a:t>
            </a:r>
            <a:endParaRPr kumimoji="1" lang="en-US" altLang="zh-CN" dirty="0" smtClean="0">
              <a:latin typeface="Times New Roman" panose="02020603050405020304" pitchFamily="18" charset="0"/>
            </a:endParaRPr>
          </a:p>
          <a:p>
            <a:r>
              <a:rPr kumimoji="1" lang="zh-CN" altLang="en-US" dirty="0" smtClean="0">
                <a:latin typeface="Times New Roman" panose="02020603050405020304" pitchFamily="18" charset="0"/>
              </a:rPr>
              <a:t>最后黑客将得到的数据在其它网站上进行尝试登陆，叫做”撞库“，因为很多用户喜欢使用统一的用户名密码，”撞库“也可以使黑客收获颇丰。</a:t>
            </a:r>
            <a:endParaRPr lang="en-US" altLang="zh-CN" dirty="0" smtClean="0"/>
          </a:p>
          <a:p>
            <a:endParaRPr lang="zh-CN" altLang="en-US" dirty="0" smtClean="0"/>
          </a:p>
        </p:txBody>
      </p:sp>
      <p:sp>
        <p:nvSpPr>
          <p:cNvPr id="4" name="灯片编号占位符 3"/>
          <p:cNvSpPr>
            <a:spLocks noGrp="1"/>
          </p:cNvSpPr>
          <p:nvPr>
            <p:ph type="sldNum" sz="quarter" idx="5"/>
          </p:nvPr>
        </p:nvSpPr>
        <p:spPr/>
        <p:txBody>
          <a:bodyPr/>
          <a:lstStyle/>
          <a:p>
            <a:pPr>
              <a:defRPr/>
            </a:pPr>
            <a:fld id="{7BDF7FA6-777B-4B21-AA66-5D348928B3F7}" type="slidenum">
              <a:rPr lang="en-US" altLang="zh-CN" smtClean="0"/>
              <a:t>90</a:t>
            </a:fld>
            <a:endParaRPr lang="en-US" altLang="zh-CN"/>
          </a:p>
        </p:txBody>
      </p:sp>
    </p:spTree>
  </p:cSld>
  <p:clrMapOvr>
    <a:masterClrMapping/>
  </p:clrMapOvr>
</p:notes>
</file>

<file path=ppt/notesSlides/notesSlide5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0290" name="幻灯片图像占位符 1"/>
          <p:cNvSpPr>
            <a:spLocks noGrp="1" noRot="1" noChangeAspect="1" noTextEdit="1"/>
          </p:cNvSpPr>
          <p:nvPr>
            <p:ph type="sldImg"/>
          </p:nvPr>
        </p:nvSpPr>
        <p:spPr/>
      </p:sp>
      <p:sp>
        <p:nvSpPr>
          <p:cNvPr id="140291" name="备注占位符 2"/>
          <p:cNvSpPr>
            <a:spLocks noGrp="1"/>
          </p:cNvSpPr>
          <p:nvPr>
            <p:ph type="body" idx="1"/>
          </p:nvPr>
        </p:nvSpPr>
        <p:spPr>
          <a:noFill/>
        </p:spPr>
        <p:txBody>
          <a:bodyPr/>
          <a:lstStyle/>
          <a:p>
            <a:endParaRPr lang="zh-CN" altLang="en-US" smtClean="0"/>
          </a:p>
        </p:txBody>
      </p:sp>
      <p:sp>
        <p:nvSpPr>
          <p:cNvPr id="4" name="灯片编号占位符 3"/>
          <p:cNvSpPr>
            <a:spLocks noGrp="1"/>
          </p:cNvSpPr>
          <p:nvPr>
            <p:ph type="sldNum" sz="quarter" idx="5"/>
          </p:nvPr>
        </p:nvSpPr>
        <p:spPr/>
        <p:txBody>
          <a:bodyPr/>
          <a:lstStyle/>
          <a:p>
            <a:pPr>
              <a:defRPr/>
            </a:pPr>
            <a:fld id="{51CCE66A-EE25-4C37-8C6B-B78C4C779448}" type="slidenum">
              <a:rPr lang="en-US" altLang="zh-CN" smtClean="0"/>
              <a:t>91</a:t>
            </a:fld>
            <a:endParaRPr lang="en-US" altLang="zh-CN"/>
          </a:p>
        </p:txBody>
      </p:sp>
    </p:spTree>
  </p:cSld>
  <p:clrMapOvr>
    <a:masterClrMapping/>
  </p:clrMapOvr>
</p:notes>
</file>

<file path=ppt/notesSlides/notesSlide5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1314" name="Rectangle 2"/>
          <p:cNvSpPr>
            <a:spLocks noGrp="1" noRot="1" noChangeAspect="1" noChangeArrowheads="1" noTextEdit="1"/>
          </p:cNvSpPr>
          <p:nvPr>
            <p:ph type="sldImg"/>
          </p:nvPr>
        </p:nvSpPr>
        <p:spPr/>
      </p:sp>
      <p:sp>
        <p:nvSpPr>
          <p:cNvPr id="141315" name="Rectangle 3"/>
          <p:cNvSpPr>
            <a:spLocks noGrp="1" noChangeArrowheads="1"/>
          </p:cNvSpPr>
          <p:nvPr>
            <p:ph type="body" idx="1"/>
          </p:nvPr>
        </p:nvSpPr>
        <p:spPr>
          <a:noFill/>
        </p:spPr>
        <p:txBody>
          <a:bodyPr/>
          <a:lstStyle/>
          <a:p>
            <a:r>
              <a:rPr lang="zh-CN" altLang="en-US" smtClean="0"/>
              <a:t>假如我跟你讲话</a:t>
            </a:r>
            <a:r>
              <a:rPr lang="en-US" altLang="zh-CN" smtClean="0"/>
              <a:t>,</a:t>
            </a:r>
            <a:r>
              <a:rPr lang="zh-CN" altLang="en-US" smtClean="0"/>
              <a:t>用你熟悉的话语来讲</a:t>
            </a:r>
            <a:r>
              <a:rPr lang="en-US" altLang="zh-CN" smtClean="0"/>
              <a:t>,</a:t>
            </a:r>
            <a:r>
              <a:rPr lang="zh-CN" altLang="en-US" smtClean="0"/>
              <a:t>你当然就会信任我</a:t>
            </a:r>
            <a:r>
              <a:rPr lang="en-US" altLang="zh-CN" smtClean="0"/>
              <a:t>.</a:t>
            </a:r>
            <a:r>
              <a:rPr lang="zh-CN" altLang="en-US" smtClean="0"/>
              <a:t>要是我还能用你经常在使用的缩写词汇和术语的话</a:t>
            </a:r>
            <a:r>
              <a:rPr lang="en-US" altLang="zh-CN" smtClean="0"/>
              <a:t>,</a:t>
            </a:r>
            <a:r>
              <a:rPr lang="zh-CN" altLang="en-US" smtClean="0"/>
              <a:t>那你就会更愿意向我透露更多的我想要的信息 </a:t>
            </a:r>
          </a:p>
        </p:txBody>
      </p:sp>
    </p:spTree>
  </p:cSld>
  <p:clrMapOvr>
    <a:masterClrMapping/>
  </p:clrMapOvr>
</p:notes>
</file>

<file path=ppt/notesSlides/notesSlide5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2338" name="Rectangle 2"/>
          <p:cNvSpPr>
            <a:spLocks noGrp="1" noRot="1" noChangeAspect="1" noChangeArrowheads="1" noTextEdit="1"/>
          </p:cNvSpPr>
          <p:nvPr>
            <p:ph type="sldImg"/>
          </p:nvPr>
        </p:nvSpPr>
        <p:spPr/>
      </p:sp>
      <p:sp>
        <p:nvSpPr>
          <p:cNvPr id="142339" name="Rectangle 3"/>
          <p:cNvSpPr>
            <a:spLocks noGrp="1" noChangeArrowheads="1"/>
          </p:cNvSpPr>
          <p:nvPr>
            <p:ph type="body" idx="1"/>
          </p:nvPr>
        </p:nvSpPr>
        <p:spPr>
          <a:noFill/>
        </p:spPr>
        <p:txBody>
          <a:bodyPr/>
          <a:lstStyle/>
          <a:p>
            <a:endParaRPr lang="zh-CN" altLang="en-US" smtClean="0"/>
          </a:p>
        </p:txBody>
      </p:sp>
    </p:spTree>
  </p:cSld>
  <p:clrMapOvr>
    <a:masterClrMapping/>
  </p:clrMapOvr>
</p:notes>
</file>

<file path=ppt/notesSlides/notesSlide5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3362" name="Rectangle 2"/>
          <p:cNvSpPr>
            <a:spLocks noGrp="1" noRot="1" noChangeAspect="1" noChangeArrowheads="1" noTextEdit="1"/>
          </p:cNvSpPr>
          <p:nvPr>
            <p:ph type="sldImg"/>
          </p:nvPr>
        </p:nvSpPr>
        <p:spPr/>
      </p:sp>
      <p:sp>
        <p:nvSpPr>
          <p:cNvPr id="143363" name="Rectangle 3"/>
          <p:cNvSpPr>
            <a:spLocks noGrp="1" noChangeArrowheads="1"/>
          </p:cNvSpPr>
          <p:nvPr>
            <p:ph type="body" idx="1"/>
          </p:nvPr>
        </p:nvSpPr>
        <p:spPr>
          <a:noFill/>
        </p:spPr>
        <p:txBody>
          <a:bodyPr/>
          <a:lstStyle/>
          <a:p>
            <a:endParaRPr lang="zh-CN" altLang="en-US" smtClean="0"/>
          </a:p>
        </p:txBody>
      </p:sp>
    </p:spTree>
  </p:cSld>
  <p:clrMapOvr>
    <a:masterClrMapping/>
  </p:clrMapOvr>
</p:notes>
</file>

<file path=ppt/notesSlides/notesSlide6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4386" name="幻灯片图像占位符 1"/>
          <p:cNvSpPr>
            <a:spLocks noGrp="1" noRot="1" noChangeAspect="1" noTextEdit="1"/>
          </p:cNvSpPr>
          <p:nvPr>
            <p:ph type="sldImg"/>
          </p:nvPr>
        </p:nvSpPr>
        <p:spPr/>
      </p:sp>
      <p:sp>
        <p:nvSpPr>
          <p:cNvPr id="144387" name="备注占位符 2"/>
          <p:cNvSpPr>
            <a:spLocks noGrp="1"/>
          </p:cNvSpPr>
          <p:nvPr>
            <p:ph type="body" idx="1"/>
          </p:nvPr>
        </p:nvSpPr>
        <p:spPr>
          <a:noFill/>
        </p:spPr>
        <p:txBody>
          <a:bodyPr/>
          <a:lstStyle/>
          <a:p>
            <a:r>
              <a:rPr lang="zh-CN" altLang="en-US" smtClean="0"/>
              <a:t>站点架构。一些站点会对其系统架构进行描述，比如会说“本单位对站点的软硬件设施进行了升级改造，选用在</a:t>
            </a:r>
            <a:r>
              <a:rPr lang="en-US" altLang="zh-CN" smtClean="0"/>
              <a:t>Linux</a:t>
            </a:r>
            <a:r>
              <a:rPr lang="zh-CN" altLang="en-US" smtClean="0"/>
              <a:t>系统上运行的</a:t>
            </a:r>
            <a:r>
              <a:rPr lang="en-US" altLang="zh-CN" smtClean="0"/>
              <a:t>Apache Web</a:t>
            </a:r>
            <a:r>
              <a:rPr lang="zh-CN" altLang="en-US" smtClean="0"/>
              <a:t>服务器，使用</a:t>
            </a:r>
            <a:r>
              <a:rPr lang="en-US" altLang="zh-CN" smtClean="0"/>
              <a:t>Oracle</a:t>
            </a:r>
            <a:r>
              <a:rPr lang="zh-CN" altLang="en-US" smtClean="0"/>
              <a:t>数据库作为后台数据库，采购了某品牌某型号的防火墙，增强了系统的安全措施，</a:t>
            </a:r>
            <a:r>
              <a:rPr lang="en-US" altLang="zh-CN" smtClean="0"/>
              <a:t>……”</a:t>
            </a:r>
            <a:r>
              <a:rPr lang="zh-CN" altLang="en-US" smtClean="0"/>
              <a:t>殊不知这类信息给攻击带来了便利。</a:t>
            </a:r>
          </a:p>
        </p:txBody>
      </p:sp>
      <p:sp>
        <p:nvSpPr>
          <p:cNvPr id="4" name="灯片编号占位符 3"/>
          <p:cNvSpPr>
            <a:spLocks noGrp="1"/>
          </p:cNvSpPr>
          <p:nvPr>
            <p:ph type="sldNum" sz="quarter" idx="5"/>
          </p:nvPr>
        </p:nvSpPr>
        <p:spPr/>
        <p:txBody>
          <a:bodyPr/>
          <a:lstStyle/>
          <a:p>
            <a:pPr>
              <a:defRPr/>
            </a:pPr>
            <a:fld id="{45CB271F-446D-4AD8-A5A5-58FA0443B9D1}" type="slidenum">
              <a:rPr lang="zh-CN" altLang="en-US" smtClean="0"/>
              <a:t>110</a:t>
            </a:fld>
            <a:endParaRPr lang="en-US" altLang="zh-CN"/>
          </a:p>
        </p:txBody>
      </p:sp>
    </p:spTree>
  </p:cSld>
  <p:clrMapOvr>
    <a:masterClrMapping/>
  </p:clrMapOvr>
</p:notes>
</file>

<file path=ppt/notesSlides/notesSlide6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4994" name="Rectangle 7"/>
          <p:cNvSpPr>
            <a:spLocks noGrp="1" noChangeArrowheads="1"/>
          </p:cNvSpPr>
          <p:nvPr>
            <p:ph type="sldNum" sz="quarter" idx="5"/>
          </p:nvPr>
        </p:nvSpPr>
        <p:spPr/>
        <p:txBody>
          <a:bodyPr/>
          <a:lstStyle/>
          <a:p>
            <a:pPr>
              <a:defRPr/>
            </a:pPr>
            <a:fld id="{227369BA-4F57-40E1-82E4-B3497AC104CC}" type="slidenum">
              <a:rPr lang="zh-CN" altLang="en-US" smtClean="0"/>
              <a:t>119</a:t>
            </a:fld>
            <a:endParaRPr lang="en-US" altLang="zh-CN" smtClean="0"/>
          </a:p>
        </p:txBody>
      </p:sp>
      <p:sp>
        <p:nvSpPr>
          <p:cNvPr id="145411" name="Rectangle 2"/>
          <p:cNvSpPr>
            <a:spLocks noGrp="1" noRot="1" noChangeAspect="1" noChangeArrowheads="1" noTextEdit="1"/>
          </p:cNvSpPr>
          <p:nvPr>
            <p:ph type="sldImg"/>
          </p:nvPr>
        </p:nvSpPr>
        <p:spPr/>
      </p:sp>
      <p:sp>
        <p:nvSpPr>
          <p:cNvPr id="145412" name="Rectangle 3"/>
          <p:cNvSpPr>
            <a:spLocks noGrp="1" noChangeArrowheads="1"/>
          </p:cNvSpPr>
          <p:nvPr>
            <p:ph type="body" idx="1"/>
          </p:nvPr>
        </p:nvSpPr>
        <p:spPr>
          <a:noFill/>
        </p:spPr>
        <p:txBody>
          <a:bodyPr/>
          <a:lstStyle/>
          <a:p>
            <a:pPr eaLnBrk="1" hangingPunct="1"/>
            <a:r>
              <a:rPr lang="zh-CN" altLang="en-US" smtClean="0"/>
              <a:t>直接混进组织内部的方法有许多种，比如紧跟一簇上班的人溜进去等。使用比较多的是打入组织内部，如成为员工、临时工、承包人、顾问和供应商等，在完成目的时候，心怀恶意的雇员就会辞职。</a:t>
            </a:r>
          </a:p>
          <a:p>
            <a:pPr eaLnBrk="1" hangingPunct="1"/>
            <a:endParaRPr lang="en-US" altLang="zh-CN" smtClean="0"/>
          </a:p>
          <a:p>
            <a:pPr eaLnBrk="1" hangingPunct="1"/>
            <a:r>
              <a:rPr lang="zh-CN" altLang="en-US" smtClean="0"/>
              <a:t>在刺探公司的活动安排时，垃圾搜索特别有效。在</a:t>
            </a:r>
            <a:r>
              <a:rPr lang="en-US" altLang="zh-CN" smtClean="0"/>
              <a:t>2000</a:t>
            </a:r>
            <a:r>
              <a:rPr lang="zh-CN" altLang="en-US" smtClean="0"/>
              <a:t>年中期，许多新闻媒体报道了一个关于</a:t>
            </a:r>
            <a:r>
              <a:rPr lang="en-US" altLang="zh-CN" smtClean="0"/>
              <a:t>Oracle</a:t>
            </a:r>
            <a:r>
              <a:rPr lang="zh-CN" altLang="en-US" smtClean="0"/>
              <a:t>公司的故事，说</a:t>
            </a:r>
            <a:r>
              <a:rPr lang="en-US" altLang="zh-CN" smtClean="0"/>
              <a:t>Oracle</a:t>
            </a:r>
            <a:r>
              <a:rPr lang="zh-CN" altLang="en-US" smtClean="0"/>
              <a:t>公司雇佣私人调查员去搜寻竞争对手</a:t>
            </a:r>
            <a:r>
              <a:rPr lang="en-US" altLang="zh-CN" smtClean="0"/>
              <a:t>Microsoft</a:t>
            </a:r>
            <a:r>
              <a:rPr lang="zh-CN" altLang="en-US" smtClean="0"/>
              <a:t>公司的垃圾桶，以获取敏感信息。</a:t>
            </a:r>
            <a:r>
              <a:rPr lang="en-US" altLang="zh-CN" smtClean="0"/>
              <a:t>Oracle</a:t>
            </a:r>
            <a:r>
              <a:rPr lang="zh-CN" altLang="en-US" smtClean="0"/>
              <a:t>花费大量资金挖掘</a:t>
            </a:r>
            <a:r>
              <a:rPr lang="en-US" altLang="zh-CN" smtClean="0"/>
              <a:t>Microsoft</a:t>
            </a:r>
            <a:r>
              <a:rPr lang="zh-CN" altLang="en-US" smtClean="0"/>
              <a:t>的垃圾，可以看出垃圾搜寻技术是非常有用的。电影里也经常有从垃圾里获取信息的场面。</a:t>
            </a:r>
            <a:endParaRPr lang="en-US" altLang="zh-CN" smtClean="0"/>
          </a:p>
        </p:txBody>
      </p:sp>
    </p:spTree>
  </p:cSld>
  <p:clrMapOvr>
    <a:masterClrMapping/>
  </p:clrMapOvr>
</p:notes>
</file>

<file path=ppt/notesSlides/notesSlide6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6018" name="Rectangle 7"/>
          <p:cNvSpPr>
            <a:spLocks noGrp="1" noChangeArrowheads="1"/>
          </p:cNvSpPr>
          <p:nvPr>
            <p:ph type="sldNum" sz="quarter" idx="5"/>
          </p:nvPr>
        </p:nvSpPr>
        <p:spPr/>
        <p:txBody>
          <a:bodyPr/>
          <a:lstStyle/>
          <a:p>
            <a:pPr>
              <a:defRPr/>
            </a:pPr>
            <a:fld id="{81B3368D-2386-4FF7-B3B8-5E124B411155}" type="slidenum">
              <a:rPr lang="zh-CN" altLang="en-US" smtClean="0"/>
              <a:t>120</a:t>
            </a:fld>
            <a:endParaRPr lang="en-US" altLang="zh-CN" smtClean="0"/>
          </a:p>
        </p:txBody>
      </p:sp>
      <p:sp>
        <p:nvSpPr>
          <p:cNvPr id="146435" name="Rectangle 2"/>
          <p:cNvSpPr>
            <a:spLocks noGrp="1" noRot="1" noChangeAspect="1" noChangeArrowheads="1" noTextEdit="1"/>
          </p:cNvSpPr>
          <p:nvPr>
            <p:ph type="sldImg"/>
          </p:nvPr>
        </p:nvSpPr>
        <p:spPr/>
      </p:sp>
      <p:sp>
        <p:nvSpPr>
          <p:cNvPr id="146436" name="Rectangle 3"/>
          <p:cNvSpPr>
            <a:spLocks noGrp="1" noChangeArrowheads="1"/>
          </p:cNvSpPr>
          <p:nvPr>
            <p:ph type="body" idx="1"/>
          </p:nvPr>
        </p:nvSpPr>
        <p:spPr>
          <a:noFill/>
        </p:spPr>
        <p:txBody>
          <a:bodyPr/>
          <a:lstStyle/>
          <a:p>
            <a:pPr eaLnBrk="1" hangingPunct="1"/>
            <a:r>
              <a:rPr lang="zh-CN" altLang="en-US" smtClean="0"/>
              <a:t>通用资料查询：</a:t>
            </a:r>
            <a:r>
              <a:rPr lang="en-US" altLang="zh-CN" smtClean="0"/>
              <a:t>Google</a:t>
            </a:r>
            <a:r>
              <a:rPr lang="zh-CN" altLang="en-US" smtClean="0"/>
              <a:t>、</a:t>
            </a:r>
            <a:r>
              <a:rPr lang="en-US" altLang="zh-CN" smtClean="0"/>
              <a:t>Baidu</a:t>
            </a:r>
            <a:r>
              <a:rPr lang="zh-CN" altLang="en-US" smtClean="0"/>
              <a:t>、</a:t>
            </a:r>
            <a:r>
              <a:rPr lang="en-US" altLang="zh-CN" smtClean="0"/>
              <a:t>Yahoo</a:t>
            </a:r>
            <a:r>
              <a:rPr lang="zh-CN" altLang="en-US" smtClean="0"/>
              <a:t>、搜狗</a:t>
            </a:r>
          </a:p>
        </p:txBody>
      </p:sp>
    </p:spTree>
  </p:cSld>
  <p:clrMapOvr>
    <a:masterClrMapping/>
  </p:clrMapOvr>
</p:notes>
</file>

<file path=ppt/notesSlides/notesSlide6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8066" name="Rectangle 7"/>
          <p:cNvSpPr>
            <a:spLocks noGrp="1" noChangeArrowheads="1"/>
          </p:cNvSpPr>
          <p:nvPr>
            <p:ph type="sldNum" sz="quarter" idx="5"/>
          </p:nvPr>
        </p:nvSpPr>
        <p:spPr/>
        <p:txBody>
          <a:bodyPr/>
          <a:lstStyle/>
          <a:p>
            <a:pPr>
              <a:defRPr/>
            </a:pPr>
            <a:fld id="{61F190C0-A0AC-4A3F-BE49-C8FE992E37A1}" type="slidenum">
              <a:rPr lang="zh-CN" altLang="en-US" smtClean="0"/>
              <a:t>125</a:t>
            </a:fld>
            <a:endParaRPr lang="en-US" altLang="zh-CN" smtClean="0"/>
          </a:p>
        </p:txBody>
      </p:sp>
      <p:sp>
        <p:nvSpPr>
          <p:cNvPr id="148483" name="Rectangle 2"/>
          <p:cNvSpPr>
            <a:spLocks noGrp="1" noRot="1" noChangeAspect="1" noChangeArrowheads="1" noTextEdit="1"/>
          </p:cNvSpPr>
          <p:nvPr>
            <p:ph type="sldImg"/>
          </p:nvPr>
        </p:nvSpPr>
        <p:spPr/>
      </p:sp>
      <p:sp>
        <p:nvSpPr>
          <p:cNvPr id="148484" name="Rectangle 3"/>
          <p:cNvSpPr>
            <a:spLocks noGrp="1" noChangeArrowheads="1"/>
          </p:cNvSpPr>
          <p:nvPr>
            <p:ph type="body" idx="1"/>
          </p:nvPr>
        </p:nvSpPr>
        <p:spPr>
          <a:noFill/>
        </p:spPr>
        <p:txBody>
          <a:bodyPr/>
          <a:lstStyle/>
          <a:p>
            <a:pPr eaLnBrk="1" hangingPunct="1"/>
            <a:r>
              <a:rPr lang="en-US" altLang="zh-CN" smtClean="0"/>
              <a:t>whois</a:t>
            </a:r>
            <a:r>
              <a:rPr lang="zh-CN" altLang="en-US" smtClean="0"/>
              <a:t>数据库能提供攻击者如此有用的信息，那么给出错误或误导的注册信息会使你更加安全吗？把这个问题给学生讨论。</a:t>
            </a:r>
          </a:p>
          <a:p>
            <a:pPr eaLnBrk="1" hangingPunct="1"/>
            <a:r>
              <a:rPr lang="zh-CN" altLang="en-US" smtClean="0"/>
              <a:t>不能更加安全。因为出现一些安全问题，一些安全机构没办法联系到你，无法提供安全咨询。</a:t>
            </a:r>
            <a:endParaRPr lang="en-US" altLang="zh-CN" smtClean="0"/>
          </a:p>
          <a:p>
            <a:pPr eaLnBrk="1" hangingPunct="1"/>
            <a:endParaRPr lang="en-US" altLang="zh-CN" smtClean="0"/>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type="title" preserve="1">
  <p:cSld name="标题幻灯片">
    <p:spTree>
      <p:nvGrpSpPr>
        <p:cNvPr id="1" name=""/>
        <p:cNvGrpSpPr/>
        <p:nvPr/>
      </p:nvGrpSpPr>
      <p:grpSpPr>
        <a:xfrm>
          <a:off x="0" y="0"/>
          <a:ext cx="0" cy="0"/>
          <a:chOff x="0" y="0"/>
          <a:chExt cx="0" cy="0"/>
        </a:xfrm>
      </p:grpSpPr>
      <p:grpSp>
        <p:nvGrpSpPr>
          <p:cNvPr id="2" name="Group 2"/>
          <p:cNvGrpSpPr/>
          <p:nvPr/>
        </p:nvGrpSpPr>
        <p:grpSpPr bwMode="auto">
          <a:xfrm>
            <a:off x="0" y="2438400"/>
            <a:ext cx="9009063" cy="1052513"/>
            <a:chOff x="0" y="1536"/>
            <a:chExt cx="5675" cy="663"/>
          </a:xfrm>
        </p:grpSpPr>
        <p:grpSp>
          <p:nvGrpSpPr>
            <p:cNvPr id="3" name="Group 3"/>
            <p:cNvGrpSpPr/>
            <p:nvPr/>
          </p:nvGrpSpPr>
          <p:grpSpPr bwMode="auto">
            <a:xfrm>
              <a:off x="185" y="1604"/>
              <a:ext cx="449" cy="299"/>
              <a:chOff x="720" y="336"/>
              <a:chExt cx="624" cy="432"/>
            </a:xfrm>
          </p:grpSpPr>
          <p:sp>
            <p:nvSpPr>
              <p:cNvPr id="12" name="Rectangle 4"/>
              <p:cNvSpPr>
                <a:spLocks noChangeArrowheads="1"/>
              </p:cNvSpPr>
              <p:nvPr/>
            </p:nvSpPr>
            <p:spPr bwMode="auto">
              <a:xfrm>
                <a:off x="720" y="336"/>
                <a:ext cx="384" cy="432"/>
              </a:xfrm>
              <a:prstGeom prst="rect">
                <a:avLst/>
              </a:prstGeom>
              <a:solidFill>
                <a:schemeClr val="folHlink"/>
              </a:solidFill>
              <a:ln w="9525">
                <a:noFill/>
                <a:miter lim="800000"/>
              </a:ln>
              <a:effectLst/>
            </p:spPr>
            <p:txBody>
              <a:bodyPr wrap="none" anchor="ctr"/>
              <a:lstStyle/>
              <a:p>
                <a:pPr algn="ctr">
                  <a:defRPr/>
                </a:pPr>
                <a:endParaRPr lang="zh-CN" altLang="en-US">
                  <a:solidFill>
                    <a:srgbClr val="000000"/>
                  </a:solidFill>
                  <a:ea typeface="宋体" panose="02010600030101010101" pitchFamily="2" charset="-122"/>
                </a:endParaRPr>
              </a:p>
            </p:txBody>
          </p:sp>
          <p:sp>
            <p:nvSpPr>
              <p:cNvPr id="13" name="Rectangle 5"/>
              <p:cNvSpPr>
                <a:spLocks noChangeArrowheads="1"/>
              </p:cNvSpPr>
              <p:nvPr/>
            </p:nvSpPr>
            <p:spPr bwMode="auto">
              <a:xfrm>
                <a:off x="1056" y="336"/>
                <a:ext cx="288" cy="432"/>
              </a:xfrm>
              <a:prstGeom prst="rect">
                <a:avLst/>
              </a:prstGeom>
              <a:gradFill rotWithShape="0">
                <a:gsLst>
                  <a:gs pos="0">
                    <a:schemeClr val="folHlink"/>
                  </a:gs>
                  <a:gs pos="100000">
                    <a:schemeClr val="bg1"/>
                  </a:gs>
                </a:gsLst>
                <a:lin ang="0" scaled="1"/>
              </a:gradFill>
              <a:ln w="9525">
                <a:noFill/>
                <a:miter lim="800000"/>
              </a:ln>
              <a:effectLst/>
            </p:spPr>
            <p:txBody>
              <a:bodyPr wrap="none" anchor="ctr"/>
              <a:lstStyle/>
              <a:p>
                <a:pPr algn="ctr">
                  <a:defRPr/>
                </a:pPr>
                <a:endParaRPr lang="zh-CN" altLang="en-US">
                  <a:solidFill>
                    <a:srgbClr val="000000"/>
                  </a:solidFill>
                  <a:ea typeface="宋体" panose="02010600030101010101" pitchFamily="2" charset="-122"/>
                </a:endParaRPr>
              </a:p>
            </p:txBody>
          </p:sp>
        </p:grpSp>
        <p:grpSp>
          <p:nvGrpSpPr>
            <p:cNvPr id="4" name="Group 6"/>
            <p:cNvGrpSpPr/>
            <p:nvPr/>
          </p:nvGrpSpPr>
          <p:grpSpPr bwMode="auto">
            <a:xfrm>
              <a:off x="263" y="1870"/>
              <a:ext cx="466" cy="299"/>
              <a:chOff x="912" y="2640"/>
              <a:chExt cx="672" cy="432"/>
            </a:xfrm>
          </p:grpSpPr>
          <p:sp>
            <p:nvSpPr>
              <p:cNvPr id="10" name="Rectangle 7"/>
              <p:cNvSpPr>
                <a:spLocks noChangeArrowheads="1"/>
              </p:cNvSpPr>
              <p:nvPr/>
            </p:nvSpPr>
            <p:spPr bwMode="auto">
              <a:xfrm>
                <a:off x="912" y="2640"/>
                <a:ext cx="384" cy="432"/>
              </a:xfrm>
              <a:prstGeom prst="rect">
                <a:avLst/>
              </a:prstGeom>
              <a:solidFill>
                <a:schemeClr val="accent2"/>
              </a:solidFill>
              <a:ln w="9525">
                <a:noFill/>
                <a:miter lim="800000"/>
              </a:ln>
              <a:effectLst/>
            </p:spPr>
            <p:txBody>
              <a:bodyPr wrap="none" anchor="ctr"/>
              <a:lstStyle/>
              <a:p>
                <a:pPr algn="ctr">
                  <a:defRPr/>
                </a:pPr>
                <a:endParaRPr lang="zh-CN" altLang="en-US">
                  <a:solidFill>
                    <a:srgbClr val="000000"/>
                  </a:solidFill>
                  <a:ea typeface="宋体" panose="02010600030101010101" pitchFamily="2" charset="-122"/>
                </a:endParaRPr>
              </a:p>
            </p:txBody>
          </p:sp>
          <p:sp>
            <p:nvSpPr>
              <p:cNvPr id="11" name="Rectangle 8"/>
              <p:cNvSpPr>
                <a:spLocks noChangeArrowheads="1"/>
              </p:cNvSpPr>
              <p:nvPr/>
            </p:nvSpPr>
            <p:spPr bwMode="auto">
              <a:xfrm>
                <a:off x="1248" y="2640"/>
                <a:ext cx="336" cy="432"/>
              </a:xfrm>
              <a:prstGeom prst="rect">
                <a:avLst/>
              </a:prstGeom>
              <a:gradFill rotWithShape="0">
                <a:gsLst>
                  <a:gs pos="0">
                    <a:schemeClr val="accent2"/>
                  </a:gs>
                  <a:gs pos="100000">
                    <a:schemeClr val="bg1"/>
                  </a:gs>
                </a:gsLst>
                <a:lin ang="0" scaled="1"/>
              </a:gradFill>
              <a:ln w="9525">
                <a:noFill/>
                <a:miter lim="800000"/>
              </a:ln>
              <a:effectLst/>
            </p:spPr>
            <p:txBody>
              <a:bodyPr wrap="none" anchor="ctr"/>
              <a:lstStyle/>
              <a:p>
                <a:pPr algn="ctr">
                  <a:defRPr/>
                </a:pPr>
                <a:endParaRPr lang="zh-CN" altLang="en-US">
                  <a:solidFill>
                    <a:srgbClr val="000000"/>
                  </a:solidFill>
                  <a:ea typeface="宋体" panose="02010600030101010101" pitchFamily="2" charset="-122"/>
                </a:endParaRPr>
              </a:p>
            </p:txBody>
          </p:sp>
        </p:grpSp>
        <p:sp>
          <p:nvSpPr>
            <p:cNvPr id="7" name="Rectangle 9"/>
            <p:cNvSpPr>
              <a:spLocks noChangeArrowheads="1"/>
            </p:cNvSpPr>
            <p:nvPr/>
          </p:nvSpPr>
          <p:spPr bwMode="auto">
            <a:xfrm>
              <a:off x="0" y="1824"/>
              <a:ext cx="353" cy="266"/>
            </a:xfrm>
            <a:prstGeom prst="rect">
              <a:avLst/>
            </a:prstGeom>
            <a:gradFill rotWithShape="0">
              <a:gsLst>
                <a:gs pos="0">
                  <a:schemeClr val="bg1"/>
                </a:gs>
                <a:gs pos="100000">
                  <a:schemeClr val="hlink"/>
                </a:gs>
              </a:gsLst>
              <a:lin ang="18900000" scaled="1"/>
            </a:gradFill>
            <a:ln w="9525">
              <a:noFill/>
              <a:miter lim="800000"/>
            </a:ln>
            <a:effectLst/>
          </p:spPr>
          <p:txBody>
            <a:bodyPr wrap="none" anchor="ctr"/>
            <a:lstStyle/>
            <a:p>
              <a:pPr algn="ctr">
                <a:defRPr/>
              </a:pPr>
              <a:endParaRPr lang="zh-CN" altLang="en-US">
                <a:solidFill>
                  <a:srgbClr val="000000"/>
                </a:solidFill>
                <a:ea typeface="宋体" panose="02010600030101010101" pitchFamily="2" charset="-122"/>
              </a:endParaRPr>
            </a:p>
          </p:txBody>
        </p:sp>
        <p:sp>
          <p:nvSpPr>
            <p:cNvPr id="8" name="Rectangle 10"/>
            <p:cNvSpPr>
              <a:spLocks noChangeArrowheads="1"/>
            </p:cNvSpPr>
            <p:nvPr/>
          </p:nvSpPr>
          <p:spPr bwMode="auto">
            <a:xfrm>
              <a:off x="400" y="1536"/>
              <a:ext cx="20" cy="663"/>
            </a:xfrm>
            <a:prstGeom prst="rect">
              <a:avLst/>
            </a:prstGeom>
            <a:solidFill>
              <a:schemeClr val="bg2"/>
            </a:solidFill>
            <a:ln w="9525">
              <a:noFill/>
              <a:miter lim="800000"/>
            </a:ln>
            <a:effectLst/>
          </p:spPr>
          <p:txBody>
            <a:bodyPr wrap="none" anchor="ctr"/>
            <a:lstStyle/>
            <a:p>
              <a:pPr algn="ctr">
                <a:defRPr/>
              </a:pPr>
              <a:endParaRPr lang="zh-CN" altLang="en-US">
                <a:solidFill>
                  <a:srgbClr val="000000"/>
                </a:solidFill>
                <a:ea typeface="宋体" panose="02010600030101010101" pitchFamily="2" charset="-122"/>
              </a:endParaRPr>
            </a:p>
          </p:txBody>
        </p:sp>
        <p:sp>
          <p:nvSpPr>
            <p:cNvPr id="9" name="Rectangle 11"/>
            <p:cNvSpPr>
              <a:spLocks noChangeArrowheads="1"/>
            </p:cNvSpPr>
            <p:nvPr/>
          </p:nvSpPr>
          <p:spPr bwMode="auto">
            <a:xfrm flipV="1">
              <a:off x="199" y="2054"/>
              <a:ext cx="5476" cy="35"/>
            </a:xfrm>
            <a:prstGeom prst="rect">
              <a:avLst/>
            </a:prstGeom>
            <a:gradFill rotWithShape="0">
              <a:gsLst>
                <a:gs pos="0">
                  <a:schemeClr val="bg2"/>
                </a:gs>
                <a:gs pos="100000">
                  <a:schemeClr val="bg1"/>
                </a:gs>
              </a:gsLst>
              <a:lin ang="0" scaled="1"/>
            </a:gradFill>
            <a:ln w="9525">
              <a:noFill/>
              <a:miter lim="800000"/>
            </a:ln>
            <a:effectLst/>
          </p:spPr>
          <p:txBody>
            <a:bodyPr wrap="none" anchor="ctr"/>
            <a:lstStyle/>
            <a:p>
              <a:pPr algn="ctr">
                <a:defRPr/>
              </a:pPr>
              <a:endParaRPr lang="zh-CN" altLang="en-US">
                <a:solidFill>
                  <a:srgbClr val="000000"/>
                </a:solidFill>
                <a:ea typeface="宋体" panose="02010600030101010101" pitchFamily="2" charset="-122"/>
              </a:endParaRPr>
            </a:p>
          </p:txBody>
        </p:sp>
      </p:grpSp>
      <p:sp>
        <p:nvSpPr>
          <p:cNvPr id="4108" name="Rectangle 12"/>
          <p:cNvSpPr>
            <a:spLocks noGrp="1" noChangeArrowheads="1"/>
          </p:cNvSpPr>
          <p:nvPr>
            <p:ph type="ctrTitle"/>
          </p:nvPr>
        </p:nvSpPr>
        <p:spPr>
          <a:xfrm>
            <a:off x="990600" y="1828800"/>
            <a:ext cx="7772400" cy="1143000"/>
          </a:xfrm>
        </p:spPr>
        <p:txBody>
          <a:bodyPr/>
          <a:lstStyle>
            <a:lvl1pPr>
              <a:defRPr/>
            </a:lvl1pPr>
          </a:lstStyle>
          <a:p>
            <a:r>
              <a:rPr lang="zh-CN" altLang="en-US"/>
              <a:t>单击此处编辑母版标题样式</a:t>
            </a:r>
          </a:p>
        </p:txBody>
      </p:sp>
      <p:sp>
        <p:nvSpPr>
          <p:cNvPr id="4109" name="Rectangle 13"/>
          <p:cNvSpPr>
            <a:spLocks noGrp="1" noChangeArrowheads="1"/>
          </p:cNvSpPr>
          <p:nvPr>
            <p:ph type="subTitle" idx="1"/>
          </p:nvPr>
        </p:nvSpPr>
        <p:spPr>
          <a:xfrm>
            <a:off x="1371600" y="3886200"/>
            <a:ext cx="6400800" cy="1752600"/>
          </a:xfrm>
        </p:spPr>
        <p:txBody>
          <a:bodyPr/>
          <a:lstStyle>
            <a:lvl1pPr marL="0" indent="0" algn="ctr">
              <a:buFont typeface="Wingdings" panose="05000000000000000000" pitchFamily="2" charset="2"/>
              <a:buNone/>
              <a:defRPr/>
            </a:lvl1pPr>
          </a:lstStyle>
          <a:p>
            <a:r>
              <a:rPr lang="zh-CN" altLang="en-US"/>
              <a:t>单击此处编辑母版副标题样式</a:t>
            </a:r>
          </a:p>
        </p:txBody>
      </p:sp>
      <p:sp>
        <p:nvSpPr>
          <p:cNvPr id="14" name="Rectangle 14"/>
          <p:cNvSpPr>
            <a:spLocks noGrp="1" noChangeArrowheads="1"/>
          </p:cNvSpPr>
          <p:nvPr>
            <p:ph type="dt" sz="half" idx="10"/>
          </p:nvPr>
        </p:nvSpPr>
        <p:spPr>
          <a:xfrm>
            <a:off x="990600" y="6248400"/>
            <a:ext cx="1905000" cy="457200"/>
          </a:xfrm>
        </p:spPr>
        <p:txBody>
          <a:bodyPr/>
          <a:lstStyle>
            <a:lvl1pPr>
              <a:defRPr>
                <a:solidFill>
                  <a:schemeClr val="bg2"/>
                </a:solidFill>
              </a:defRPr>
            </a:lvl1pPr>
          </a:lstStyle>
          <a:p>
            <a:pPr>
              <a:defRPr/>
            </a:pPr>
            <a:fld id="{1C61395C-8CDD-4FA2-ADB5-FD6889F54024}" type="datetime1">
              <a:rPr lang="zh-CN" altLang="en-US" smtClean="0">
                <a:solidFill>
                  <a:srgbClr val="1C1C1C"/>
                </a:solidFill>
              </a:rPr>
              <a:t>2023/3/21</a:t>
            </a:fld>
            <a:endParaRPr lang="en-US" altLang="zh-CN">
              <a:solidFill>
                <a:srgbClr val="1C1C1C"/>
              </a:solidFill>
            </a:endParaRPr>
          </a:p>
        </p:txBody>
      </p:sp>
      <p:sp>
        <p:nvSpPr>
          <p:cNvPr id="15" name="Rectangle 15"/>
          <p:cNvSpPr>
            <a:spLocks noGrp="1" noChangeArrowheads="1"/>
          </p:cNvSpPr>
          <p:nvPr>
            <p:ph type="ftr" sz="quarter" idx="11"/>
          </p:nvPr>
        </p:nvSpPr>
        <p:spPr>
          <a:xfrm>
            <a:off x="3429000" y="6248400"/>
            <a:ext cx="2895600" cy="457200"/>
          </a:xfrm>
        </p:spPr>
        <p:txBody>
          <a:bodyPr/>
          <a:lstStyle>
            <a:lvl1pPr>
              <a:defRPr>
                <a:solidFill>
                  <a:schemeClr val="bg2"/>
                </a:solidFill>
              </a:defRPr>
            </a:lvl1pPr>
          </a:lstStyle>
          <a:p>
            <a:pPr>
              <a:defRPr/>
            </a:pPr>
            <a:endParaRPr lang="en-US" altLang="zh-CN">
              <a:solidFill>
                <a:srgbClr val="1C1C1C"/>
              </a:solidFill>
            </a:endParaRPr>
          </a:p>
        </p:txBody>
      </p:sp>
      <p:sp>
        <p:nvSpPr>
          <p:cNvPr id="16" name="Rectangle 16"/>
          <p:cNvSpPr>
            <a:spLocks noGrp="1" noChangeArrowheads="1"/>
          </p:cNvSpPr>
          <p:nvPr>
            <p:ph type="sldNum" sz="quarter" idx="12"/>
          </p:nvPr>
        </p:nvSpPr>
        <p:spPr>
          <a:xfrm>
            <a:off x="6858000" y="6248400"/>
            <a:ext cx="1905000" cy="457200"/>
          </a:xfrm>
        </p:spPr>
        <p:txBody>
          <a:bodyPr/>
          <a:lstStyle>
            <a:lvl1pPr>
              <a:defRPr>
                <a:solidFill>
                  <a:schemeClr val="bg2"/>
                </a:solidFill>
              </a:defRPr>
            </a:lvl1pPr>
          </a:lstStyle>
          <a:p>
            <a:pPr>
              <a:defRPr/>
            </a:pPr>
            <a:fld id="{19E74429-26DC-471E-9251-C4807B21DCEF}" type="slidenum">
              <a:rPr lang="en-US" altLang="zh-CN">
                <a:solidFill>
                  <a:srgbClr val="1C1C1C"/>
                </a:solidFill>
              </a:rPr>
              <a:t>‹#›</a:t>
            </a:fld>
            <a:endParaRPr lang="en-US" altLang="zh-CN">
              <a:solidFill>
                <a:srgbClr val="1C1C1C"/>
              </a:solidFill>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userDrawn="1">
  <p:cSld name="标题和内容">
    <p:spTree>
      <p:nvGrpSpPr>
        <p:cNvPr id="1" name=""/>
        <p:cNvGrpSpPr/>
        <p:nvPr/>
      </p:nvGrpSpPr>
      <p:grpSpPr>
        <a:xfrm>
          <a:off x="0" y="0"/>
          <a:ext cx="0" cy="0"/>
          <a:chOff x="0" y="0"/>
          <a:chExt cx="0" cy="0"/>
        </a:xfrm>
      </p:grpSpPr>
      <p:sp>
        <p:nvSpPr>
          <p:cNvPr id="3" name="内容占位符 2"/>
          <p:cNvSpPr>
            <a:spLocks noGrp="1"/>
          </p:cNvSpPr>
          <p:nvPr>
            <p:ph idx="1"/>
          </p:nvPr>
        </p:nvSpPr>
        <p:spPr/>
        <p:txBody>
          <a:bodyPr/>
          <a:lstStyle>
            <a:lvl1pPr>
              <a:lnSpc>
                <a:spcPts val="3400"/>
              </a:lnSpc>
              <a:defRPr/>
            </a:lvl1pPr>
            <a:lvl2pPr>
              <a:lnSpc>
                <a:spcPts val="3400"/>
              </a:lnSpc>
              <a:defRPr/>
            </a:lvl2pPr>
            <a:lvl3pPr>
              <a:lnSpc>
                <a:spcPts val="3400"/>
              </a:lnSpc>
              <a:defRPr/>
            </a:lvl3pPr>
            <a:lvl4pPr>
              <a:lnSpc>
                <a:spcPts val="3400"/>
              </a:lnSpc>
              <a:defRPr/>
            </a:lvl4pPr>
            <a:lvl5pPr>
              <a:lnSpc>
                <a:spcPts val="3400"/>
              </a:lnSpc>
              <a:defRPr/>
            </a:lvl5pPr>
          </a:lstStyle>
          <a:p>
            <a:pPr lvl="0"/>
            <a:r>
              <a:rPr lang="zh-CN" altLang="en-US" smtClean="0"/>
              <a:t>单击此处编辑母版文本样式</a:t>
            </a:r>
          </a:p>
          <a:p>
            <a:pPr lvl="1"/>
            <a:r>
              <a:rPr lang="zh-CN" altLang="en-US" smtClean="0"/>
              <a:t>第二级</a:t>
            </a:r>
          </a:p>
          <a:p>
            <a:pPr lvl="2"/>
            <a:r>
              <a:rPr lang="zh-CN" altLang="en-US" smtClean="0"/>
              <a:t>第三级</a:t>
            </a:r>
          </a:p>
          <a:p>
            <a:pPr lvl="3"/>
            <a:r>
              <a:rPr lang="zh-CN" altLang="en-US" smtClean="0"/>
              <a:t>第四级</a:t>
            </a:r>
          </a:p>
          <a:p>
            <a:pPr lvl="4"/>
            <a:r>
              <a:rPr lang="zh-CN" altLang="en-US" smtClean="0"/>
              <a:t>第五级</a:t>
            </a:r>
            <a:endParaRPr lang="zh-CN" altLang="en-US"/>
          </a:p>
        </p:txBody>
      </p:sp>
      <p:sp>
        <p:nvSpPr>
          <p:cNvPr id="7" name="标题 6"/>
          <p:cNvSpPr>
            <a:spLocks noGrp="1"/>
          </p:cNvSpPr>
          <p:nvPr>
            <p:ph type="title"/>
          </p:nvPr>
        </p:nvSpPr>
        <p:spPr/>
        <p:txBody>
          <a:bodyPr/>
          <a:lstStyle/>
          <a:p>
            <a:r>
              <a:rPr lang="zh-CN" altLang="en-US" smtClean="0"/>
              <a:t>单击此处编辑母版标题样式</a:t>
            </a:r>
            <a:endParaRPr lang="zh-CN" altLang="en-US"/>
          </a:p>
        </p:txBody>
      </p:sp>
    </p:spTree>
  </p:cSld>
  <p:clrMapOvr>
    <a:masterClrMapping/>
  </p:clrMapOvr>
  <p:timing>
    <p:tnLst>
      <p:par>
        <p:cTn id="1" dur="indefinite" restart="never" nodeType="tmRoot"/>
      </p:par>
    </p:tnLst>
  </p:timing>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节标题">
    <p:spTree>
      <p:nvGrpSpPr>
        <p:cNvPr id="1" name=""/>
        <p:cNvGrpSpPr/>
        <p:nvPr/>
      </p:nvGrpSpPr>
      <p:grpSpPr>
        <a:xfrm>
          <a:off x="0" y="0"/>
          <a:ext cx="0" cy="0"/>
          <a:chOff x="0" y="0"/>
          <a:chExt cx="0" cy="0"/>
        </a:xfrm>
      </p:grpSpPr>
      <p:sp>
        <p:nvSpPr>
          <p:cNvPr id="2" name="标题 1"/>
          <p:cNvSpPr>
            <a:spLocks noGrp="1"/>
          </p:cNvSpPr>
          <p:nvPr>
            <p:ph type="title"/>
          </p:nvPr>
        </p:nvSpPr>
        <p:spPr>
          <a:xfrm>
            <a:off x="722313" y="4406900"/>
            <a:ext cx="7772400" cy="1362075"/>
          </a:xfrm>
        </p:spPr>
        <p:txBody>
          <a:bodyPr anchor="t"/>
          <a:lstStyle>
            <a:lvl1pPr algn="l">
              <a:defRPr sz="4000" b="1" cap="all"/>
            </a:lvl1pPr>
          </a:lstStyle>
          <a:p>
            <a:r>
              <a:rPr lang="zh-CN" altLang="en-US" smtClean="0"/>
              <a:t>单击此处编辑母版标题样式</a:t>
            </a:r>
            <a:endParaRPr lang="zh-CN" altLang="en-US"/>
          </a:p>
        </p:txBody>
      </p:sp>
      <p:sp>
        <p:nvSpPr>
          <p:cNvPr id="3" name="文本占位符 2"/>
          <p:cNvSpPr>
            <a:spLocks noGrp="1"/>
          </p:cNvSpPr>
          <p:nvPr>
            <p:ph type="body" idx="1"/>
          </p:nvPr>
        </p:nvSpPr>
        <p:spPr>
          <a:xfrm>
            <a:off x="722313" y="2906713"/>
            <a:ext cx="7772400" cy="1500187"/>
          </a:xfrm>
        </p:spPr>
        <p:txBody>
          <a:bodyPr anchor="b"/>
          <a:lstStyle>
            <a:lvl1pPr marL="0" indent="0">
              <a:buNone/>
              <a:defRPr sz="2000"/>
            </a:lvl1pPr>
            <a:lvl2pPr marL="457200" indent="0">
              <a:buNone/>
              <a:defRPr sz="1800"/>
            </a:lvl2pPr>
            <a:lvl3pPr marL="914400" indent="0">
              <a:buNone/>
              <a:defRPr sz="1600"/>
            </a:lvl3pPr>
            <a:lvl4pPr marL="1371600" indent="0">
              <a:buNone/>
              <a:defRPr sz="1400"/>
            </a:lvl4pPr>
            <a:lvl5pPr marL="1828800" indent="0">
              <a:buNone/>
              <a:defRPr sz="1400"/>
            </a:lvl5pPr>
            <a:lvl6pPr marL="2286000" indent="0">
              <a:buNone/>
              <a:defRPr sz="1400"/>
            </a:lvl6pPr>
            <a:lvl7pPr marL="2743200" indent="0">
              <a:buNone/>
              <a:defRPr sz="1400"/>
            </a:lvl7pPr>
            <a:lvl8pPr marL="3200400" indent="0">
              <a:buNone/>
              <a:defRPr sz="1400"/>
            </a:lvl8pPr>
            <a:lvl9pPr marL="3657600" indent="0">
              <a:buNone/>
              <a:defRPr sz="1400"/>
            </a:lvl9pPr>
          </a:lstStyle>
          <a:p>
            <a:pPr lvl="0"/>
            <a:r>
              <a:rPr lang="zh-CN" altLang="en-US" smtClean="0"/>
              <a:t>单击此处编辑母版文本样式</a:t>
            </a:r>
          </a:p>
        </p:txBody>
      </p:sp>
      <p:sp>
        <p:nvSpPr>
          <p:cNvPr id="4" name="Rectangle 11"/>
          <p:cNvSpPr>
            <a:spLocks noGrp="1" noChangeArrowheads="1"/>
          </p:cNvSpPr>
          <p:nvPr>
            <p:ph type="dt" sz="half" idx="10"/>
          </p:nvPr>
        </p:nvSpPr>
        <p:spPr/>
        <p:txBody>
          <a:bodyPr/>
          <a:lstStyle>
            <a:lvl1pPr>
              <a:defRPr/>
            </a:lvl1pPr>
          </a:lstStyle>
          <a:p>
            <a:pPr>
              <a:defRPr/>
            </a:pPr>
            <a:fld id="{13EAD5F1-67B5-4A0D-ABC1-AB8E7ABAD35E}" type="datetime1">
              <a:rPr lang="zh-CN" altLang="en-US" smtClean="0">
                <a:solidFill>
                  <a:srgbClr val="000000"/>
                </a:solidFill>
              </a:rPr>
              <a:t>2023/3/21</a:t>
            </a:fld>
            <a:endParaRPr lang="en-US" altLang="zh-CN">
              <a:solidFill>
                <a:srgbClr val="000000"/>
              </a:solidFill>
            </a:endParaRPr>
          </a:p>
        </p:txBody>
      </p:sp>
      <p:sp>
        <p:nvSpPr>
          <p:cNvPr id="5" name="Rectangle 12"/>
          <p:cNvSpPr>
            <a:spLocks noGrp="1" noChangeArrowheads="1"/>
          </p:cNvSpPr>
          <p:nvPr>
            <p:ph type="ftr" sz="quarter" idx="11"/>
          </p:nvPr>
        </p:nvSpPr>
        <p:spPr/>
        <p:txBody>
          <a:bodyPr/>
          <a:lstStyle>
            <a:lvl1pPr>
              <a:defRPr/>
            </a:lvl1pPr>
          </a:lstStyle>
          <a:p>
            <a:pPr>
              <a:defRPr/>
            </a:pPr>
            <a:endParaRPr lang="en-US" altLang="zh-CN">
              <a:solidFill>
                <a:srgbClr val="000000"/>
              </a:solidFill>
            </a:endParaRPr>
          </a:p>
        </p:txBody>
      </p:sp>
      <p:sp>
        <p:nvSpPr>
          <p:cNvPr id="6" name="Rectangle 13"/>
          <p:cNvSpPr>
            <a:spLocks noGrp="1" noChangeArrowheads="1"/>
          </p:cNvSpPr>
          <p:nvPr>
            <p:ph type="sldNum" sz="quarter" idx="12"/>
          </p:nvPr>
        </p:nvSpPr>
        <p:spPr/>
        <p:txBody>
          <a:bodyPr/>
          <a:lstStyle>
            <a:lvl1pPr>
              <a:defRPr/>
            </a:lvl1pPr>
          </a:lstStyle>
          <a:p>
            <a:pPr>
              <a:defRPr/>
            </a:pPr>
            <a:fld id="{65EB7420-10C5-4439-A879-6C64816B7E29}" type="slidenum">
              <a:rPr lang="en-US" altLang="zh-CN">
                <a:solidFill>
                  <a:srgbClr val="000000"/>
                </a:solidFill>
              </a:rPr>
              <a:t>‹#›</a:t>
            </a:fld>
            <a:endParaRPr lang="en-US" altLang="zh-CN">
              <a:solidFill>
                <a:srgbClr val="000000"/>
              </a:solidFill>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两栏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smtClean="0"/>
              <a:t>单击此处编辑母版标题样式</a:t>
            </a:r>
            <a:endParaRPr lang="zh-CN" altLang="en-US"/>
          </a:p>
        </p:txBody>
      </p:sp>
      <p:sp>
        <p:nvSpPr>
          <p:cNvPr id="3" name="内容占位符 2"/>
          <p:cNvSpPr>
            <a:spLocks noGrp="1"/>
          </p:cNvSpPr>
          <p:nvPr>
            <p:ph sz="half" idx="1"/>
          </p:nvPr>
        </p:nvSpPr>
        <p:spPr>
          <a:xfrm>
            <a:off x="658813" y="1554163"/>
            <a:ext cx="3810000" cy="4114800"/>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zh-CN" altLang="en-US" smtClean="0"/>
              <a:t>单击此处编辑母版文本样式</a:t>
            </a:r>
          </a:p>
          <a:p>
            <a:pPr lvl="1"/>
            <a:r>
              <a:rPr lang="zh-CN" altLang="en-US" smtClean="0"/>
              <a:t>第二级</a:t>
            </a:r>
          </a:p>
          <a:p>
            <a:pPr lvl="2"/>
            <a:r>
              <a:rPr lang="zh-CN" altLang="en-US" smtClean="0"/>
              <a:t>第三级</a:t>
            </a:r>
          </a:p>
          <a:p>
            <a:pPr lvl="3"/>
            <a:r>
              <a:rPr lang="zh-CN" altLang="en-US" smtClean="0"/>
              <a:t>第四级</a:t>
            </a:r>
          </a:p>
          <a:p>
            <a:pPr lvl="4"/>
            <a:r>
              <a:rPr lang="zh-CN" altLang="en-US" smtClean="0"/>
              <a:t>第五级</a:t>
            </a:r>
            <a:endParaRPr lang="zh-CN" altLang="en-US"/>
          </a:p>
        </p:txBody>
      </p:sp>
      <p:sp>
        <p:nvSpPr>
          <p:cNvPr id="4" name="内容占位符 3"/>
          <p:cNvSpPr>
            <a:spLocks noGrp="1"/>
          </p:cNvSpPr>
          <p:nvPr>
            <p:ph sz="half" idx="2"/>
          </p:nvPr>
        </p:nvSpPr>
        <p:spPr>
          <a:xfrm>
            <a:off x="4621213" y="1554163"/>
            <a:ext cx="3810000" cy="4114800"/>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zh-CN" altLang="en-US" smtClean="0"/>
              <a:t>单击此处编辑母版文本样式</a:t>
            </a:r>
          </a:p>
          <a:p>
            <a:pPr lvl="1"/>
            <a:r>
              <a:rPr lang="zh-CN" altLang="en-US" smtClean="0"/>
              <a:t>第二级</a:t>
            </a:r>
          </a:p>
          <a:p>
            <a:pPr lvl="2"/>
            <a:r>
              <a:rPr lang="zh-CN" altLang="en-US" smtClean="0"/>
              <a:t>第三级</a:t>
            </a:r>
          </a:p>
          <a:p>
            <a:pPr lvl="3"/>
            <a:r>
              <a:rPr lang="zh-CN" altLang="en-US" smtClean="0"/>
              <a:t>第四级</a:t>
            </a:r>
          </a:p>
          <a:p>
            <a:pPr lvl="4"/>
            <a:r>
              <a:rPr lang="zh-CN" altLang="en-US" smtClean="0"/>
              <a:t>第五级</a:t>
            </a:r>
            <a:endParaRPr lang="zh-CN" altLang="en-US"/>
          </a:p>
        </p:txBody>
      </p:sp>
      <p:sp>
        <p:nvSpPr>
          <p:cNvPr id="5" name="Rectangle 11"/>
          <p:cNvSpPr>
            <a:spLocks noGrp="1" noChangeArrowheads="1"/>
          </p:cNvSpPr>
          <p:nvPr>
            <p:ph type="dt" sz="half" idx="10"/>
          </p:nvPr>
        </p:nvSpPr>
        <p:spPr/>
        <p:txBody>
          <a:bodyPr/>
          <a:lstStyle>
            <a:lvl1pPr>
              <a:defRPr/>
            </a:lvl1pPr>
          </a:lstStyle>
          <a:p>
            <a:pPr>
              <a:defRPr/>
            </a:pPr>
            <a:fld id="{8777064C-0A55-4E07-B965-6C3D3728ABB2}" type="datetime1">
              <a:rPr lang="zh-CN" altLang="en-US" smtClean="0">
                <a:solidFill>
                  <a:srgbClr val="000000"/>
                </a:solidFill>
              </a:rPr>
              <a:t>2023/3/21</a:t>
            </a:fld>
            <a:endParaRPr lang="en-US" altLang="zh-CN">
              <a:solidFill>
                <a:srgbClr val="000000"/>
              </a:solidFill>
            </a:endParaRPr>
          </a:p>
        </p:txBody>
      </p:sp>
      <p:sp>
        <p:nvSpPr>
          <p:cNvPr id="6" name="Rectangle 12"/>
          <p:cNvSpPr>
            <a:spLocks noGrp="1" noChangeArrowheads="1"/>
          </p:cNvSpPr>
          <p:nvPr>
            <p:ph type="ftr" sz="quarter" idx="11"/>
          </p:nvPr>
        </p:nvSpPr>
        <p:spPr/>
        <p:txBody>
          <a:bodyPr/>
          <a:lstStyle>
            <a:lvl1pPr>
              <a:defRPr/>
            </a:lvl1pPr>
          </a:lstStyle>
          <a:p>
            <a:pPr>
              <a:defRPr/>
            </a:pPr>
            <a:endParaRPr lang="en-US" altLang="zh-CN">
              <a:solidFill>
                <a:srgbClr val="000000"/>
              </a:solidFill>
            </a:endParaRPr>
          </a:p>
        </p:txBody>
      </p:sp>
      <p:sp>
        <p:nvSpPr>
          <p:cNvPr id="7" name="Rectangle 13"/>
          <p:cNvSpPr>
            <a:spLocks noGrp="1" noChangeArrowheads="1"/>
          </p:cNvSpPr>
          <p:nvPr>
            <p:ph type="sldNum" sz="quarter" idx="12"/>
          </p:nvPr>
        </p:nvSpPr>
        <p:spPr/>
        <p:txBody>
          <a:bodyPr/>
          <a:lstStyle>
            <a:lvl1pPr>
              <a:defRPr/>
            </a:lvl1pPr>
          </a:lstStyle>
          <a:p>
            <a:pPr>
              <a:defRPr/>
            </a:pPr>
            <a:fld id="{6B28E056-97FC-4A70-8131-E02F6583BF82}" type="slidenum">
              <a:rPr lang="en-US" altLang="zh-CN">
                <a:solidFill>
                  <a:srgbClr val="000000"/>
                </a:solidFill>
              </a:rPr>
              <a:t>‹#›</a:t>
            </a:fld>
            <a:endParaRPr lang="en-US" altLang="zh-CN">
              <a:solidFill>
                <a:srgbClr val="000000"/>
              </a:solidFill>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比较">
    <p:spTree>
      <p:nvGrpSpPr>
        <p:cNvPr id="1" name=""/>
        <p:cNvGrpSpPr/>
        <p:nvPr/>
      </p:nvGrpSpPr>
      <p:grpSpPr>
        <a:xfrm>
          <a:off x="0" y="0"/>
          <a:ext cx="0" cy="0"/>
          <a:chOff x="0" y="0"/>
          <a:chExt cx="0" cy="0"/>
        </a:xfrm>
      </p:grpSpPr>
      <p:sp>
        <p:nvSpPr>
          <p:cNvPr id="2" name="标题 1"/>
          <p:cNvSpPr>
            <a:spLocks noGrp="1"/>
          </p:cNvSpPr>
          <p:nvPr>
            <p:ph type="title"/>
          </p:nvPr>
        </p:nvSpPr>
        <p:spPr>
          <a:xfrm>
            <a:off x="457200" y="274638"/>
            <a:ext cx="8229600" cy="1143000"/>
          </a:xfrm>
        </p:spPr>
        <p:txBody>
          <a:bodyPr/>
          <a:lstStyle>
            <a:lvl1pPr>
              <a:defRPr/>
            </a:lvl1pPr>
          </a:lstStyle>
          <a:p>
            <a:r>
              <a:rPr lang="zh-CN" altLang="en-US" smtClean="0"/>
              <a:t>单击此处编辑母版标题样式</a:t>
            </a:r>
            <a:endParaRPr lang="zh-CN" altLang="en-US"/>
          </a:p>
        </p:txBody>
      </p:sp>
      <p:sp>
        <p:nvSpPr>
          <p:cNvPr id="3" name="文本占位符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smtClean="0"/>
              <a:t>单击此处编辑母版文本样式</a:t>
            </a:r>
          </a:p>
        </p:txBody>
      </p:sp>
      <p:sp>
        <p:nvSpPr>
          <p:cNvPr id="4" name="内容占位符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zh-CN" altLang="en-US" smtClean="0"/>
              <a:t>单击此处编辑母版文本样式</a:t>
            </a:r>
          </a:p>
          <a:p>
            <a:pPr lvl="1"/>
            <a:r>
              <a:rPr lang="zh-CN" altLang="en-US" smtClean="0"/>
              <a:t>第二级</a:t>
            </a:r>
          </a:p>
          <a:p>
            <a:pPr lvl="2"/>
            <a:r>
              <a:rPr lang="zh-CN" altLang="en-US" smtClean="0"/>
              <a:t>第三级</a:t>
            </a:r>
          </a:p>
          <a:p>
            <a:pPr lvl="3"/>
            <a:r>
              <a:rPr lang="zh-CN" altLang="en-US" smtClean="0"/>
              <a:t>第四级</a:t>
            </a:r>
          </a:p>
          <a:p>
            <a:pPr lvl="4"/>
            <a:r>
              <a:rPr lang="zh-CN" altLang="en-US" smtClean="0"/>
              <a:t>第五级</a:t>
            </a:r>
            <a:endParaRPr lang="zh-CN" altLang="en-US"/>
          </a:p>
        </p:txBody>
      </p:sp>
      <p:sp>
        <p:nvSpPr>
          <p:cNvPr id="5" name="文本占位符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smtClean="0"/>
              <a:t>单击此处编辑母版文本样式</a:t>
            </a:r>
          </a:p>
        </p:txBody>
      </p:sp>
      <p:sp>
        <p:nvSpPr>
          <p:cNvPr id="6" name="内容占位符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zh-CN" altLang="en-US" smtClean="0"/>
              <a:t>单击此处编辑母版文本样式</a:t>
            </a:r>
          </a:p>
          <a:p>
            <a:pPr lvl="1"/>
            <a:r>
              <a:rPr lang="zh-CN" altLang="en-US" smtClean="0"/>
              <a:t>第二级</a:t>
            </a:r>
          </a:p>
          <a:p>
            <a:pPr lvl="2"/>
            <a:r>
              <a:rPr lang="zh-CN" altLang="en-US" smtClean="0"/>
              <a:t>第三级</a:t>
            </a:r>
          </a:p>
          <a:p>
            <a:pPr lvl="3"/>
            <a:r>
              <a:rPr lang="zh-CN" altLang="en-US" smtClean="0"/>
              <a:t>第四级</a:t>
            </a:r>
          </a:p>
          <a:p>
            <a:pPr lvl="4"/>
            <a:r>
              <a:rPr lang="zh-CN" altLang="en-US" smtClean="0"/>
              <a:t>第五级</a:t>
            </a:r>
            <a:endParaRPr lang="zh-CN" altLang="en-US"/>
          </a:p>
        </p:txBody>
      </p:sp>
      <p:sp>
        <p:nvSpPr>
          <p:cNvPr id="7" name="Rectangle 11"/>
          <p:cNvSpPr>
            <a:spLocks noGrp="1" noChangeArrowheads="1"/>
          </p:cNvSpPr>
          <p:nvPr>
            <p:ph type="dt" sz="half" idx="10"/>
          </p:nvPr>
        </p:nvSpPr>
        <p:spPr/>
        <p:txBody>
          <a:bodyPr/>
          <a:lstStyle>
            <a:lvl1pPr>
              <a:defRPr/>
            </a:lvl1pPr>
          </a:lstStyle>
          <a:p>
            <a:pPr>
              <a:defRPr/>
            </a:pPr>
            <a:fld id="{E8AED8A2-82FC-4DC1-9863-2A50613A6AE6}" type="datetime1">
              <a:rPr lang="zh-CN" altLang="en-US" smtClean="0">
                <a:solidFill>
                  <a:srgbClr val="000000"/>
                </a:solidFill>
              </a:rPr>
              <a:t>2023/3/21</a:t>
            </a:fld>
            <a:endParaRPr lang="en-US" altLang="zh-CN">
              <a:solidFill>
                <a:srgbClr val="000000"/>
              </a:solidFill>
            </a:endParaRPr>
          </a:p>
        </p:txBody>
      </p:sp>
      <p:sp>
        <p:nvSpPr>
          <p:cNvPr id="8" name="Rectangle 12"/>
          <p:cNvSpPr>
            <a:spLocks noGrp="1" noChangeArrowheads="1"/>
          </p:cNvSpPr>
          <p:nvPr>
            <p:ph type="ftr" sz="quarter" idx="11"/>
          </p:nvPr>
        </p:nvSpPr>
        <p:spPr/>
        <p:txBody>
          <a:bodyPr/>
          <a:lstStyle>
            <a:lvl1pPr>
              <a:defRPr/>
            </a:lvl1pPr>
          </a:lstStyle>
          <a:p>
            <a:pPr>
              <a:defRPr/>
            </a:pPr>
            <a:endParaRPr lang="en-US" altLang="zh-CN">
              <a:solidFill>
                <a:srgbClr val="000000"/>
              </a:solidFill>
            </a:endParaRPr>
          </a:p>
        </p:txBody>
      </p:sp>
      <p:sp>
        <p:nvSpPr>
          <p:cNvPr id="9" name="Rectangle 13"/>
          <p:cNvSpPr>
            <a:spLocks noGrp="1" noChangeArrowheads="1"/>
          </p:cNvSpPr>
          <p:nvPr>
            <p:ph type="sldNum" sz="quarter" idx="12"/>
          </p:nvPr>
        </p:nvSpPr>
        <p:spPr/>
        <p:txBody>
          <a:bodyPr/>
          <a:lstStyle>
            <a:lvl1pPr>
              <a:defRPr/>
            </a:lvl1pPr>
          </a:lstStyle>
          <a:p>
            <a:pPr>
              <a:defRPr/>
            </a:pPr>
            <a:fld id="{BBFD273C-C71A-40AC-9777-8B20B0D93BC7}" type="slidenum">
              <a:rPr lang="en-US" altLang="zh-CN">
                <a:solidFill>
                  <a:srgbClr val="000000"/>
                </a:solidFill>
              </a:rPr>
              <a:t>‹#›</a:t>
            </a:fld>
            <a:endParaRPr lang="en-US" altLang="zh-CN">
              <a:solidFill>
                <a:srgbClr val="000000"/>
              </a:solidFill>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仅标题">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smtClean="0"/>
              <a:t>单击此处编辑母版标题样式</a:t>
            </a:r>
            <a:endParaRPr lang="zh-CN" altLang="en-US"/>
          </a:p>
        </p:txBody>
      </p:sp>
      <p:sp>
        <p:nvSpPr>
          <p:cNvPr id="3" name="Rectangle 11"/>
          <p:cNvSpPr>
            <a:spLocks noGrp="1" noChangeArrowheads="1"/>
          </p:cNvSpPr>
          <p:nvPr>
            <p:ph type="dt" sz="half" idx="10"/>
          </p:nvPr>
        </p:nvSpPr>
        <p:spPr/>
        <p:txBody>
          <a:bodyPr/>
          <a:lstStyle>
            <a:lvl1pPr>
              <a:defRPr/>
            </a:lvl1pPr>
          </a:lstStyle>
          <a:p>
            <a:pPr>
              <a:defRPr/>
            </a:pPr>
            <a:fld id="{075295FB-9049-4B10-8132-A2704FC040E4}" type="datetime1">
              <a:rPr lang="zh-CN" altLang="en-US" smtClean="0">
                <a:solidFill>
                  <a:srgbClr val="000000"/>
                </a:solidFill>
              </a:rPr>
              <a:t>2023/3/21</a:t>
            </a:fld>
            <a:endParaRPr lang="en-US" altLang="zh-CN">
              <a:solidFill>
                <a:srgbClr val="000000"/>
              </a:solidFill>
            </a:endParaRPr>
          </a:p>
        </p:txBody>
      </p:sp>
      <p:sp>
        <p:nvSpPr>
          <p:cNvPr id="4" name="Rectangle 12"/>
          <p:cNvSpPr>
            <a:spLocks noGrp="1" noChangeArrowheads="1"/>
          </p:cNvSpPr>
          <p:nvPr>
            <p:ph type="ftr" sz="quarter" idx="11"/>
          </p:nvPr>
        </p:nvSpPr>
        <p:spPr/>
        <p:txBody>
          <a:bodyPr/>
          <a:lstStyle>
            <a:lvl1pPr>
              <a:defRPr/>
            </a:lvl1pPr>
          </a:lstStyle>
          <a:p>
            <a:pPr>
              <a:defRPr/>
            </a:pPr>
            <a:endParaRPr lang="en-US" altLang="zh-CN">
              <a:solidFill>
                <a:srgbClr val="000000"/>
              </a:solidFill>
            </a:endParaRPr>
          </a:p>
        </p:txBody>
      </p:sp>
      <p:sp>
        <p:nvSpPr>
          <p:cNvPr id="5" name="Rectangle 13"/>
          <p:cNvSpPr>
            <a:spLocks noGrp="1" noChangeArrowheads="1"/>
          </p:cNvSpPr>
          <p:nvPr>
            <p:ph type="sldNum" sz="quarter" idx="12"/>
          </p:nvPr>
        </p:nvSpPr>
        <p:spPr/>
        <p:txBody>
          <a:bodyPr/>
          <a:lstStyle>
            <a:lvl1pPr>
              <a:defRPr/>
            </a:lvl1pPr>
          </a:lstStyle>
          <a:p>
            <a:pPr>
              <a:defRPr/>
            </a:pPr>
            <a:fld id="{3782B63A-4FE1-4D96-8285-FCAE99EA7890}" type="slidenum">
              <a:rPr lang="en-US" altLang="zh-CN">
                <a:solidFill>
                  <a:srgbClr val="000000"/>
                </a:solidFill>
              </a:rPr>
              <a:t>‹#›</a:t>
            </a:fld>
            <a:endParaRPr lang="en-US" altLang="zh-CN">
              <a:solidFill>
                <a:srgbClr val="000000"/>
              </a:solidFill>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1" name=""/>
        <p:cNvGrpSpPr/>
        <p:nvPr/>
      </p:nvGrpSpPr>
      <p:grpSpPr>
        <a:xfrm>
          <a:off x="0" y="0"/>
          <a:ext cx="0" cy="0"/>
          <a:chOff x="0" y="0"/>
          <a:chExt cx="0" cy="0"/>
        </a:xfrm>
      </p:grpSpPr>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内容与标题">
    <p:spTree>
      <p:nvGrpSpPr>
        <p:cNvPr id="1" name=""/>
        <p:cNvGrpSpPr/>
        <p:nvPr/>
      </p:nvGrpSpPr>
      <p:grpSpPr>
        <a:xfrm>
          <a:off x="0" y="0"/>
          <a:ext cx="0" cy="0"/>
          <a:chOff x="0" y="0"/>
          <a:chExt cx="0" cy="0"/>
        </a:xfrm>
      </p:grpSpPr>
      <p:sp>
        <p:nvSpPr>
          <p:cNvPr id="2" name="标题 1"/>
          <p:cNvSpPr>
            <a:spLocks noGrp="1"/>
          </p:cNvSpPr>
          <p:nvPr>
            <p:ph type="title"/>
          </p:nvPr>
        </p:nvSpPr>
        <p:spPr>
          <a:xfrm>
            <a:off x="457200" y="273050"/>
            <a:ext cx="3008313" cy="1162050"/>
          </a:xfrm>
        </p:spPr>
        <p:txBody>
          <a:bodyPr/>
          <a:lstStyle>
            <a:lvl1pPr algn="l">
              <a:defRPr sz="2000" b="1"/>
            </a:lvl1pPr>
          </a:lstStyle>
          <a:p>
            <a:r>
              <a:rPr lang="zh-CN" altLang="en-US" smtClean="0"/>
              <a:t>单击此处编辑母版标题样式</a:t>
            </a:r>
            <a:endParaRPr lang="zh-CN" altLang="en-US"/>
          </a:p>
        </p:txBody>
      </p:sp>
      <p:sp>
        <p:nvSpPr>
          <p:cNvPr id="3" name="内容占位符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zh-CN" altLang="en-US" smtClean="0"/>
              <a:t>单击此处编辑母版文本样式</a:t>
            </a:r>
          </a:p>
          <a:p>
            <a:pPr lvl="1"/>
            <a:r>
              <a:rPr lang="zh-CN" altLang="en-US" smtClean="0"/>
              <a:t>第二级</a:t>
            </a:r>
          </a:p>
          <a:p>
            <a:pPr lvl="2"/>
            <a:r>
              <a:rPr lang="zh-CN" altLang="en-US" smtClean="0"/>
              <a:t>第三级</a:t>
            </a:r>
          </a:p>
          <a:p>
            <a:pPr lvl="3"/>
            <a:r>
              <a:rPr lang="zh-CN" altLang="en-US" smtClean="0"/>
              <a:t>第四级</a:t>
            </a:r>
          </a:p>
          <a:p>
            <a:pPr lvl="4"/>
            <a:r>
              <a:rPr lang="zh-CN" altLang="en-US" smtClean="0"/>
              <a:t>第五级</a:t>
            </a:r>
            <a:endParaRPr lang="zh-CN" altLang="en-US"/>
          </a:p>
        </p:txBody>
      </p:sp>
      <p:sp>
        <p:nvSpPr>
          <p:cNvPr id="4" name="文本占位符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zh-CN" altLang="en-US" smtClean="0"/>
              <a:t>单击此处编辑母版文本样式</a:t>
            </a:r>
          </a:p>
        </p:txBody>
      </p:sp>
      <p:sp>
        <p:nvSpPr>
          <p:cNvPr id="5" name="Rectangle 11"/>
          <p:cNvSpPr>
            <a:spLocks noGrp="1" noChangeArrowheads="1"/>
          </p:cNvSpPr>
          <p:nvPr>
            <p:ph type="dt" sz="half" idx="10"/>
          </p:nvPr>
        </p:nvSpPr>
        <p:spPr/>
        <p:txBody>
          <a:bodyPr/>
          <a:lstStyle>
            <a:lvl1pPr>
              <a:defRPr/>
            </a:lvl1pPr>
          </a:lstStyle>
          <a:p>
            <a:pPr>
              <a:defRPr/>
            </a:pPr>
            <a:fld id="{27E94A6A-DBE8-4CE6-9619-41C62789DE7E}" type="datetime1">
              <a:rPr lang="zh-CN" altLang="en-US" smtClean="0">
                <a:solidFill>
                  <a:srgbClr val="000000"/>
                </a:solidFill>
              </a:rPr>
              <a:t>2023/3/21</a:t>
            </a:fld>
            <a:endParaRPr lang="en-US" altLang="zh-CN">
              <a:solidFill>
                <a:srgbClr val="000000"/>
              </a:solidFill>
            </a:endParaRPr>
          </a:p>
        </p:txBody>
      </p:sp>
      <p:sp>
        <p:nvSpPr>
          <p:cNvPr id="6" name="Rectangle 12"/>
          <p:cNvSpPr>
            <a:spLocks noGrp="1" noChangeArrowheads="1"/>
          </p:cNvSpPr>
          <p:nvPr>
            <p:ph type="ftr" sz="quarter" idx="11"/>
          </p:nvPr>
        </p:nvSpPr>
        <p:spPr/>
        <p:txBody>
          <a:bodyPr/>
          <a:lstStyle>
            <a:lvl1pPr>
              <a:defRPr/>
            </a:lvl1pPr>
          </a:lstStyle>
          <a:p>
            <a:pPr>
              <a:defRPr/>
            </a:pPr>
            <a:endParaRPr lang="en-US" altLang="zh-CN">
              <a:solidFill>
                <a:srgbClr val="000000"/>
              </a:solidFill>
            </a:endParaRPr>
          </a:p>
        </p:txBody>
      </p:sp>
      <p:sp>
        <p:nvSpPr>
          <p:cNvPr id="7" name="Rectangle 13"/>
          <p:cNvSpPr>
            <a:spLocks noGrp="1" noChangeArrowheads="1"/>
          </p:cNvSpPr>
          <p:nvPr>
            <p:ph type="sldNum" sz="quarter" idx="12"/>
          </p:nvPr>
        </p:nvSpPr>
        <p:spPr/>
        <p:txBody>
          <a:bodyPr/>
          <a:lstStyle>
            <a:lvl1pPr>
              <a:defRPr/>
            </a:lvl1pPr>
          </a:lstStyle>
          <a:p>
            <a:pPr>
              <a:defRPr/>
            </a:pPr>
            <a:fld id="{B733275C-2774-4B25-97E7-7065F970E90C}" type="slidenum">
              <a:rPr lang="en-US" altLang="zh-CN">
                <a:solidFill>
                  <a:srgbClr val="000000"/>
                </a:solidFill>
              </a:rPr>
              <a:t>‹#›</a:t>
            </a:fld>
            <a:endParaRPr lang="en-US" altLang="zh-CN">
              <a:solidFill>
                <a:srgbClr val="000000"/>
              </a:solidFill>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图片与标题">
    <p:spTree>
      <p:nvGrpSpPr>
        <p:cNvPr id="1" name=""/>
        <p:cNvGrpSpPr/>
        <p:nvPr/>
      </p:nvGrpSpPr>
      <p:grpSpPr>
        <a:xfrm>
          <a:off x="0" y="0"/>
          <a:ext cx="0" cy="0"/>
          <a:chOff x="0" y="0"/>
          <a:chExt cx="0" cy="0"/>
        </a:xfrm>
      </p:grpSpPr>
      <p:sp>
        <p:nvSpPr>
          <p:cNvPr id="2" name="标题 1"/>
          <p:cNvSpPr>
            <a:spLocks noGrp="1"/>
          </p:cNvSpPr>
          <p:nvPr>
            <p:ph type="title"/>
          </p:nvPr>
        </p:nvSpPr>
        <p:spPr>
          <a:xfrm>
            <a:off x="1792288" y="4800600"/>
            <a:ext cx="5486400" cy="566738"/>
          </a:xfrm>
        </p:spPr>
        <p:txBody>
          <a:bodyPr/>
          <a:lstStyle>
            <a:lvl1pPr algn="l">
              <a:defRPr sz="2000" b="1"/>
            </a:lvl1pPr>
          </a:lstStyle>
          <a:p>
            <a:r>
              <a:rPr lang="zh-CN" altLang="en-US" smtClean="0"/>
              <a:t>单击此处编辑母版标题样式</a:t>
            </a:r>
            <a:endParaRPr lang="zh-CN" altLang="en-US"/>
          </a:p>
        </p:txBody>
      </p:sp>
      <p:sp>
        <p:nvSpPr>
          <p:cNvPr id="3" name="图片占位符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pPr lvl="0"/>
            <a:endParaRPr lang="zh-CN" altLang="en-US" noProof="0" smtClean="0"/>
          </a:p>
        </p:txBody>
      </p:sp>
      <p:sp>
        <p:nvSpPr>
          <p:cNvPr id="4" name="文本占位符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zh-CN" altLang="en-US" smtClean="0"/>
              <a:t>单击此处编辑母版文本样式</a:t>
            </a:r>
          </a:p>
        </p:txBody>
      </p:sp>
      <p:sp>
        <p:nvSpPr>
          <p:cNvPr id="5" name="Rectangle 11"/>
          <p:cNvSpPr>
            <a:spLocks noGrp="1" noChangeArrowheads="1"/>
          </p:cNvSpPr>
          <p:nvPr>
            <p:ph type="dt" sz="half" idx="10"/>
          </p:nvPr>
        </p:nvSpPr>
        <p:spPr/>
        <p:txBody>
          <a:bodyPr/>
          <a:lstStyle>
            <a:lvl1pPr>
              <a:defRPr/>
            </a:lvl1pPr>
          </a:lstStyle>
          <a:p>
            <a:pPr>
              <a:defRPr/>
            </a:pPr>
            <a:fld id="{00651A7E-C721-4544-8D2F-3546C0565F84}" type="datetime1">
              <a:rPr lang="zh-CN" altLang="en-US" smtClean="0">
                <a:solidFill>
                  <a:srgbClr val="000000"/>
                </a:solidFill>
              </a:rPr>
              <a:t>2023/3/21</a:t>
            </a:fld>
            <a:endParaRPr lang="en-US" altLang="zh-CN">
              <a:solidFill>
                <a:srgbClr val="000000"/>
              </a:solidFill>
            </a:endParaRPr>
          </a:p>
        </p:txBody>
      </p:sp>
      <p:sp>
        <p:nvSpPr>
          <p:cNvPr id="6" name="Rectangle 12"/>
          <p:cNvSpPr>
            <a:spLocks noGrp="1" noChangeArrowheads="1"/>
          </p:cNvSpPr>
          <p:nvPr>
            <p:ph type="ftr" sz="quarter" idx="11"/>
          </p:nvPr>
        </p:nvSpPr>
        <p:spPr/>
        <p:txBody>
          <a:bodyPr/>
          <a:lstStyle>
            <a:lvl1pPr>
              <a:defRPr/>
            </a:lvl1pPr>
          </a:lstStyle>
          <a:p>
            <a:pPr>
              <a:defRPr/>
            </a:pPr>
            <a:endParaRPr lang="en-US" altLang="zh-CN">
              <a:solidFill>
                <a:srgbClr val="000000"/>
              </a:solidFill>
            </a:endParaRPr>
          </a:p>
        </p:txBody>
      </p:sp>
      <p:sp>
        <p:nvSpPr>
          <p:cNvPr id="7" name="Rectangle 13"/>
          <p:cNvSpPr>
            <a:spLocks noGrp="1" noChangeArrowheads="1"/>
          </p:cNvSpPr>
          <p:nvPr>
            <p:ph type="sldNum" sz="quarter" idx="12"/>
          </p:nvPr>
        </p:nvSpPr>
        <p:spPr/>
        <p:txBody>
          <a:bodyPr/>
          <a:lstStyle>
            <a:lvl1pPr>
              <a:defRPr/>
            </a:lvl1pPr>
          </a:lstStyle>
          <a:p>
            <a:pPr>
              <a:defRPr/>
            </a:pPr>
            <a:fld id="{2C21E245-20D5-4D11-AD9A-5B593160C07A}" type="slidenum">
              <a:rPr lang="en-US" altLang="zh-CN">
                <a:solidFill>
                  <a:srgbClr val="000000"/>
                </a:solidFill>
              </a:rPr>
              <a:t>‹#›</a:t>
            </a:fld>
            <a:endParaRPr lang="en-US" altLang="zh-CN">
              <a:solidFill>
                <a:srgbClr val="000000"/>
              </a:solidFill>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标题和竖排文字">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smtClean="0"/>
              <a:t>单击此处编辑母版标题样式</a:t>
            </a:r>
            <a:endParaRPr lang="zh-CN" altLang="en-US"/>
          </a:p>
        </p:txBody>
      </p:sp>
      <p:sp>
        <p:nvSpPr>
          <p:cNvPr id="3" name="竖排文字占位符 2"/>
          <p:cNvSpPr>
            <a:spLocks noGrp="1"/>
          </p:cNvSpPr>
          <p:nvPr>
            <p:ph type="body" orient="vert" idx="1"/>
          </p:nvPr>
        </p:nvSpPr>
        <p:spPr/>
        <p:txBody>
          <a:bodyPr vert="eaVert"/>
          <a:lstStyle/>
          <a:p>
            <a:pPr lvl="0"/>
            <a:r>
              <a:rPr lang="zh-CN" altLang="en-US" smtClean="0"/>
              <a:t>单击此处编辑母版文本样式</a:t>
            </a:r>
          </a:p>
          <a:p>
            <a:pPr lvl="1"/>
            <a:r>
              <a:rPr lang="zh-CN" altLang="en-US" smtClean="0"/>
              <a:t>第二级</a:t>
            </a:r>
          </a:p>
          <a:p>
            <a:pPr lvl="2"/>
            <a:r>
              <a:rPr lang="zh-CN" altLang="en-US" smtClean="0"/>
              <a:t>第三级</a:t>
            </a:r>
          </a:p>
          <a:p>
            <a:pPr lvl="3"/>
            <a:r>
              <a:rPr lang="zh-CN" altLang="en-US" smtClean="0"/>
              <a:t>第四级</a:t>
            </a:r>
          </a:p>
          <a:p>
            <a:pPr lvl="4"/>
            <a:r>
              <a:rPr lang="zh-CN" altLang="en-US" smtClean="0"/>
              <a:t>第五级</a:t>
            </a:r>
            <a:endParaRPr lang="zh-CN" altLang="en-US"/>
          </a:p>
        </p:txBody>
      </p:sp>
      <p:sp>
        <p:nvSpPr>
          <p:cNvPr id="4" name="Rectangle 11"/>
          <p:cNvSpPr>
            <a:spLocks noGrp="1" noChangeArrowheads="1"/>
          </p:cNvSpPr>
          <p:nvPr>
            <p:ph type="dt" sz="half" idx="10"/>
          </p:nvPr>
        </p:nvSpPr>
        <p:spPr/>
        <p:txBody>
          <a:bodyPr/>
          <a:lstStyle>
            <a:lvl1pPr>
              <a:defRPr/>
            </a:lvl1pPr>
          </a:lstStyle>
          <a:p>
            <a:pPr>
              <a:defRPr/>
            </a:pPr>
            <a:fld id="{CB3E5F7E-5148-4CB2-963A-95C37528F550}" type="datetime1">
              <a:rPr lang="zh-CN" altLang="en-US" smtClean="0">
                <a:solidFill>
                  <a:srgbClr val="000000"/>
                </a:solidFill>
              </a:rPr>
              <a:t>2023/3/21</a:t>
            </a:fld>
            <a:endParaRPr lang="en-US" altLang="zh-CN">
              <a:solidFill>
                <a:srgbClr val="000000"/>
              </a:solidFill>
            </a:endParaRPr>
          </a:p>
        </p:txBody>
      </p:sp>
      <p:sp>
        <p:nvSpPr>
          <p:cNvPr id="5" name="Rectangle 12"/>
          <p:cNvSpPr>
            <a:spLocks noGrp="1" noChangeArrowheads="1"/>
          </p:cNvSpPr>
          <p:nvPr>
            <p:ph type="ftr" sz="quarter" idx="11"/>
          </p:nvPr>
        </p:nvSpPr>
        <p:spPr/>
        <p:txBody>
          <a:bodyPr/>
          <a:lstStyle>
            <a:lvl1pPr>
              <a:defRPr/>
            </a:lvl1pPr>
          </a:lstStyle>
          <a:p>
            <a:pPr>
              <a:defRPr/>
            </a:pPr>
            <a:endParaRPr lang="en-US" altLang="zh-CN">
              <a:solidFill>
                <a:srgbClr val="000000"/>
              </a:solidFill>
            </a:endParaRPr>
          </a:p>
        </p:txBody>
      </p:sp>
      <p:sp>
        <p:nvSpPr>
          <p:cNvPr id="6" name="Rectangle 13"/>
          <p:cNvSpPr>
            <a:spLocks noGrp="1" noChangeArrowheads="1"/>
          </p:cNvSpPr>
          <p:nvPr>
            <p:ph type="sldNum" sz="quarter" idx="12"/>
          </p:nvPr>
        </p:nvSpPr>
        <p:spPr/>
        <p:txBody>
          <a:bodyPr/>
          <a:lstStyle>
            <a:lvl1pPr>
              <a:defRPr/>
            </a:lvl1pPr>
          </a:lstStyle>
          <a:p>
            <a:pPr>
              <a:defRPr/>
            </a:pPr>
            <a:fld id="{EF68ED92-367B-4CD8-A26C-4E6248EAD48D}" type="slidenum">
              <a:rPr lang="en-US" altLang="zh-CN">
                <a:solidFill>
                  <a:srgbClr val="000000"/>
                </a:solidFill>
              </a:rPr>
              <a:t>‹#›</a:t>
            </a:fld>
            <a:endParaRPr lang="en-US" altLang="zh-CN">
              <a:solidFill>
                <a:srgbClr val="000000"/>
              </a:solidFill>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垂直排列标题与文本">
    <p:spTree>
      <p:nvGrpSpPr>
        <p:cNvPr id="1" name=""/>
        <p:cNvGrpSpPr/>
        <p:nvPr/>
      </p:nvGrpSpPr>
      <p:grpSpPr>
        <a:xfrm>
          <a:off x="0" y="0"/>
          <a:ext cx="0" cy="0"/>
          <a:chOff x="0" y="0"/>
          <a:chExt cx="0" cy="0"/>
        </a:xfrm>
      </p:grpSpPr>
      <p:sp>
        <p:nvSpPr>
          <p:cNvPr id="2" name="竖排标题 1"/>
          <p:cNvSpPr>
            <a:spLocks noGrp="1"/>
          </p:cNvSpPr>
          <p:nvPr>
            <p:ph type="title" orient="vert"/>
          </p:nvPr>
        </p:nvSpPr>
        <p:spPr>
          <a:xfrm>
            <a:off x="6873875" y="142875"/>
            <a:ext cx="2070100" cy="5526088"/>
          </a:xfrm>
        </p:spPr>
        <p:txBody>
          <a:bodyPr vert="eaVert"/>
          <a:lstStyle/>
          <a:p>
            <a:r>
              <a:rPr lang="zh-CN" altLang="en-US" smtClean="0"/>
              <a:t>单击此处编辑母版标题样式</a:t>
            </a:r>
            <a:endParaRPr lang="zh-CN" altLang="en-US"/>
          </a:p>
        </p:txBody>
      </p:sp>
      <p:sp>
        <p:nvSpPr>
          <p:cNvPr id="3" name="竖排文字占位符 2"/>
          <p:cNvSpPr>
            <a:spLocks noGrp="1"/>
          </p:cNvSpPr>
          <p:nvPr>
            <p:ph type="body" orient="vert" idx="1"/>
          </p:nvPr>
        </p:nvSpPr>
        <p:spPr>
          <a:xfrm>
            <a:off x="658813" y="142875"/>
            <a:ext cx="6062662" cy="5526088"/>
          </a:xfrm>
        </p:spPr>
        <p:txBody>
          <a:bodyPr vert="eaVert"/>
          <a:lstStyle/>
          <a:p>
            <a:pPr lvl="0"/>
            <a:r>
              <a:rPr lang="zh-CN" altLang="en-US" smtClean="0"/>
              <a:t>单击此处编辑母版文本样式</a:t>
            </a:r>
          </a:p>
          <a:p>
            <a:pPr lvl="1"/>
            <a:r>
              <a:rPr lang="zh-CN" altLang="en-US" smtClean="0"/>
              <a:t>第二级</a:t>
            </a:r>
          </a:p>
          <a:p>
            <a:pPr lvl="2"/>
            <a:r>
              <a:rPr lang="zh-CN" altLang="en-US" smtClean="0"/>
              <a:t>第三级</a:t>
            </a:r>
          </a:p>
          <a:p>
            <a:pPr lvl="3"/>
            <a:r>
              <a:rPr lang="zh-CN" altLang="en-US" smtClean="0"/>
              <a:t>第四级</a:t>
            </a:r>
          </a:p>
          <a:p>
            <a:pPr lvl="4"/>
            <a:r>
              <a:rPr lang="zh-CN" altLang="en-US" smtClean="0"/>
              <a:t>第五级</a:t>
            </a:r>
            <a:endParaRPr lang="zh-CN" altLang="en-US"/>
          </a:p>
        </p:txBody>
      </p:sp>
      <p:sp>
        <p:nvSpPr>
          <p:cNvPr id="4" name="Rectangle 11"/>
          <p:cNvSpPr>
            <a:spLocks noGrp="1" noChangeArrowheads="1"/>
          </p:cNvSpPr>
          <p:nvPr>
            <p:ph type="dt" sz="half" idx="10"/>
          </p:nvPr>
        </p:nvSpPr>
        <p:spPr/>
        <p:txBody>
          <a:bodyPr/>
          <a:lstStyle>
            <a:lvl1pPr>
              <a:defRPr/>
            </a:lvl1pPr>
          </a:lstStyle>
          <a:p>
            <a:pPr>
              <a:defRPr/>
            </a:pPr>
            <a:fld id="{E565DC17-A35B-464B-A9AB-82DCA891CFF2}" type="datetime1">
              <a:rPr lang="zh-CN" altLang="en-US" smtClean="0">
                <a:solidFill>
                  <a:srgbClr val="000000"/>
                </a:solidFill>
              </a:rPr>
              <a:t>2023/3/21</a:t>
            </a:fld>
            <a:endParaRPr lang="en-US" altLang="zh-CN">
              <a:solidFill>
                <a:srgbClr val="000000"/>
              </a:solidFill>
            </a:endParaRPr>
          </a:p>
        </p:txBody>
      </p:sp>
      <p:sp>
        <p:nvSpPr>
          <p:cNvPr id="5" name="Rectangle 12"/>
          <p:cNvSpPr>
            <a:spLocks noGrp="1" noChangeArrowheads="1"/>
          </p:cNvSpPr>
          <p:nvPr>
            <p:ph type="ftr" sz="quarter" idx="11"/>
          </p:nvPr>
        </p:nvSpPr>
        <p:spPr/>
        <p:txBody>
          <a:bodyPr/>
          <a:lstStyle>
            <a:lvl1pPr>
              <a:defRPr/>
            </a:lvl1pPr>
          </a:lstStyle>
          <a:p>
            <a:pPr>
              <a:defRPr/>
            </a:pPr>
            <a:endParaRPr lang="en-US" altLang="zh-CN">
              <a:solidFill>
                <a:srgbClr val="000000"/>
              </a:solidFill>
            </a:endParaRPr>
          </a:p>
        </p:txBody>
      </p:sp>
      <p:sp>
        <p:nvSpPr>
          <p:cNvPr id="6" name="Rectangle 13"/>
          <p:cNvSpPr>
            <a:spLocks noGrp="1" noChangeArrowheads="1"/>
          </p:cNvSpPr>
          <p:nvPr>
            <p:ph type="sldNum" sz="quarter" idx="12"/>
          </p:nvPr>
        </p:nvSpPr>
        <p:spPr/>
        <p:txBody>
          <a:bodyPr/>
          <a:lstStyle>
            <a:lvl1pPr>
              <a:defRPr/>
            </a:lvl1pPr>
          </a:lstStyle>
          <a:p>
            <a:pPr>
              <a:defRPr/>
            </a:pPr>
            <a:fld id="{CBA975A5-F217-4B48-B315-600F055D9787}" type="slidenum">
              <a:rPr lang="en-US" altLang="zh-CN">
                <a:solidFill>
                  <a:srgbClr val="000000"/>
                </a:solidFill>
              </a:rPr>
              <a:t>‹#›</a:t>
            </a:fld>
            <a:endParaRPr lang="en-US" altLang="zh-CN">
              <a:solidFill>
                <a:srgbClr val="000000"/>
              </a:solidFill>
            </a:endParaRPr>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3074" name="Rectangle 2"/>
          <p:cNvSpPr>
            <a:spLocks noChangeArrowheads="1"/>
          </p:cNvSpPr>
          <p:nvPr/>
        </p:nvSpPr>
        <p:spPr bwMode="ltGray">
          <a:xfrm>
            <a:off x="417513" y="439738"/>
            <a:ext cx="438150" cy="474662"/>
          </a:xfrm>
          <a:prstGeom prst="rect">
            <a:avLst/>
          </a:prstGeom>
          <a:solidFill>
            <a:schemeClr val="accent2"/>
          </a:solidFill>
          <a:ln w="9525">
            <a:noFill/>
            <a:miter lim="800000"/>
          </a:ln>
          <a:effectLst/>
        </p:spPr>
        <p:txBody>
          <a:bodyPr wrap="none" anchor="ctr"/>
          <a:lstStyle/>
          <a:p>
            <a:pPr algn="ctr">
              <a:defRPr/>
            </a:pPr>
            <a:endParaRPr lang="zh-CN" altLang="zh-CN" sz="2400" b="0">
              <a:solidFill>
                <a:srgbClr val="000000"/>
              </a:solidFill>
              <a:ea typeface="宋体" panose="02010600030101010101" pitchFamily="2" charset="-122"/>
            </a:endParaRPr>
          </a:p>
        </p:txBody>
      </p:sp>
      <p:sp>
        <p:nvSpPr>
          <p:cNvPr id="3075" name="Rectangle 3"/>
          <p:cNvSpPr>
            <a:spLocks noChangeArrowheads="1"/>
          </p:cNvSpPr>
          <p:nvPr/>
        </p:nvSpPr>
        <p:spPr bwMode="ltGray">
          <a:xfrm>
            <a:off x="800100" y="439738"/>
            <a:ext cx="328613" cy="474662"/>
          </a:xfrm>
          <a:prstGeom prst="rect">
            <a:avLst/>
          </a:prstGeom>
          <a:gradFill rotWithShape="0">
            <a:gsLst>
              <a:gs pos="0">
                <a:schemeClr val="accent2"/>
              </a:gs>
              <a:gs pos="100000">
                <a:schemeClr val="bg1"/>
              </a:gs>
            </a:gsLst>
            <a:lin ang="0" scaled="1"/>
          </a:gradFill>
          <a:ln w="9525">
            <a:noFill/>
            <a:miter lim="800000"/>
          </a:ln>
          <a:effectLst/>
        </p:spPr>
        <p:txBody>
          <a:bodyPr wrap="none" anchor="ctr"/>
          <a:lstStyle/>
          <a:p>
            <a:pPr algn="ctr">
              <a:defRPr/>
            </a:pPr>
            <a:endParaRPr lang="zh-CN" altLang="zh-CN" sz="2400" b="0">
              <a:solidFill>
                <a:srgbClr val="000000"/>
              </a:solidFill>
              <a:ea typeface="宋体" panose="02010600030101010101" pitchFamily="2" charset="-122"/>
            </a:endParaRPr>
          </a:p>
        </p:txBody>
      </p:sp>
      <p:sp>
        <p:nvSpPr>
          <p:cNvPr id="3076" name="Rectangle 4"/>
          <p:cNvSpPr>
            <a:spLocks noChangeArrowheads="1"/>
          </p:cNvSpPr>
          <p:nvPr/>
        </p:nvSpPr>
        <p:spPr bwMode="ltGray">
          <a:xfrm>
            <a:off x="541338" y="862013"/>
            <a:ext cx="422275" cy="474662"/>
          </a:xfrm>
          <a:prstGeom prst="rect">
            <a:avLst/>
          </a:prstGeom>
          <a:solidFill>
            <a:schemeClr val="folHlink"/>
          </a:solidFill>
          <a:ln w="9525">
            <a:noFill/>
            <a:miter lim="800000"/>
          </a:ln>
          <a:effectLst/>
        </p:spPr>
        <p:txBody>
          <a:bodyPr wrap="none" anchor="ctr"/>
          <a:lstStyle/>
          <a:p>
            <a:pPr algn="ctr">
              <a:defRPr/>
            </a:pPr>
            <a:endParaRPr lang="zh-CN" altLang="zh-CN" sz="2400" b="0">
              <a:solidFill>
                <a:srgbClr val="000000"/>
              </a:solidFill>
              <a:ea typeface="宋体" panose="02010600030101010101" pitchFamily="2" charset="-122"/>
            </a:endParaRPr>
          </a:p>
        </p:txBody>
      </p:sp>
      <p:sp>
        <p:nvSpPr>
          <p:cNvPr id="3077" name="Rectangle 5"/>
          <p:cNvSpPr>
            <a:spLocks noChangeArrowheads="1"/>
          </p:cNvSpPr>
          <p:nvPr/>
        </p:nvSpPr>
        <p:spPr bwMode="ltGray">
          <a:xfrm>
            <a:off x="911225" y="862013"/>
            <a:ext cx="368300" cy="474662"/>
          </a:xfrm>
          <a:prstGeom prst="rect">
            <a:avLst/>
          </a:prstGeom>
          <a:gradFill rotWithShape="0">
            <a:gsLst>
              <a:gs pos="0">
                <a:schemeClr val="folHlink"/>
              </a:gs>
              <a:gs pos="100000">
                <a:schemeClr val="bg1"/>
              </a:gs>
            </a:gsLst>
            <a:lin ang="0" scaled="1"/>
          </a:gradFill>
          <a:ln w="9525">
            <a:noFill/>
            <a:miter lim="800000"/>
          </a:ln>
          <a:effectLst/>
        </p:spPr>
        <p:txBody>
          <a:bodyPr wrap="none" anchor="ctr"/>
          <a:lstStyle/>
          <a:p>
            <a:pPr algn="ctr">
              <a:defRPr/>
            </a:pPr>
            <a:endParaRPr lang="zh-CN" altLang="zh-CN" sz="2400" b="0">
              <a:solidFill>
                <a:srgbClr val="000000"/>
              </a:solidFill>
              <a:ea typeface="宋体" panose="02010600030101010101" pitchFamily="2" charset="-122"/>
            </a:endParaRPr>
          </a:p>
        </p:txBody>
      </p:sp>
      <p:sp>
        <p:nvSpPr>
          <p:cNvPr id="3078" name="Rectangle 6"/>
          <p:cNvSpPr>
            <a:spLocks noChangeArrowheads="1"/>
          </p:cNvSpPr>
          <p:nvPr/>
        </p:nvSpPr>
        <p:spPr bwMode="ltGray">
          <a:xfrm>
            <a:off x="127000" y="788988"/>
            <a:ext cx="560388" cy="422275"/>
          </a:xfrm>
          <a:prstGeom prst="rect">
            <a:avLst/>
          </a:prstGeom>
          <a:gradFill rotWithShape="0">
            <a:gsLst>
              <a:gs pos="0">
                <a:schemeClr val="bg1"/>
              </a:gs>
              <a:gs pos="100000">
                <a:schemeClr val="hlink"/>
              </a:gs>
            </a:gsLst>
            <a:lin ang="18900000" scaled="1"/>
          </a:gradFill>
          <a:ln w="9525">
            <a:noFill/>
            <a:miter lim="800000"/>
          </a:ln>
          <a:effectLst/>
        </p:spPr>
        <p:txBody>
          <a:bodyPr wrap="none" anchor="ctr"/>
          <a:lstStyle/>
          <a:p>
            <a:pPr algn="ctr">
              <a:defRPr/>
            </a:pPr>
            <a:endParaRPr lang="zh-CN" altLang="zh-CN" sz="2400" b="0">
              <a:solidFill>
                <a:srgbClr val="000000"/>
              </a:solidFill>
              <a:ea typeface="宋体" panose="02010600030101010101" pitchFamily="2" charset="-122"/>
            </a:endParaRPr>
          </a:p>
        </p:txBody>
      </p:sp>
      <p:sp>
        <p:nvSpPr>
          <p:cNvPr id="3079" name="Rectangle 7"/>
          <p:cNvSpPr>
            <a:spLocks noChangeArrowheads="1"/>
          </p:cNvSpPr>
          <p:nvPr/>
        </p:nvSpPr>
        <p:spPr bwMode="gray">
          <a:xfrm>
            <a:off x="762000" y="331788"/>
            <a:ext cx="31750" cy="1052512"/>
          </a:xfrm>
          <a:prstGeom prst="rect">
            <a:avLst/>
          </a:prstGeom>
          <a:solidFill>
            <a:schemeClr val="bg2"/>
          </a:solidFill>
          <a:ln w="9525">
            <a:noFill/>
            <a:miter lim="800000"/>
          </a:ln>
          <a:effectLst/>
        </p:spPr>
        <p:txBody>
          <a:bodyPr wrap="none" anchor="ctr"/>
          <a:lstStyle/>
          <a:p>
            <a:pPr algn="ctr">
              <a:defRPr/>
            </a:pPr>
            <a:endParaRPr lang="zh-CN" altLang="zh-CN" sz="2400" b="0">
              <a:solidFill>
                <a:srgbClr val="000000"/>
              </a:solidFill>
              <a:ea typeface="宋体" panose="02010600030101010101" pitchFamily="2" charset="-122"/>
            </a:endParaRPr>
          </a:p>
        </p:txBody>
      </p:sp>
      <p:sp>
        <p:nvSpPr>
          <p:cNvPr id="3080" name="Rectangle 8"/>
          <p:cNvSpPr>
            <a:spLocks noChangeArrowheads="1"/>
          </p:cNvSpPr>
          <p:nvPr/>
        </p:nvSpPr>
        <p:spPr bwMode="gray">
          <a:xfrm>
            <a:off x="442913" y="1122363"/>
            <a:ext cx="8226425" cy="31750"/>
          </a:xfrm>
          <a:prstGeom prst="rect">
            <a:avLst/>
          </a:prstGeom>
          <a:gradFill rotWithShape="0">
            <a:gsLst>
              <a:gs pos="0">
                <a:schemeClr val="bg2"/>
              </a:gs>
              <a:gs pos="100000">
                <a:schemeClr val="bg1"/>
              </a:gs>
            </a:gsLst>
            <a:lin ang="0" scaled="1"/>
          </a:gradFill>
          <a:ln w="9525">
            <a:noFill/>
            <a:miter lim="800000"/>
          </a:ln>
          <a:effectLst/>
        </p:spPr>
        <p:txBody>
          <a:bodyPr wrap="none" anchor="ctr"/>
          <a:lstStyle/>
          <a:p>
            <a:pPr algn="ctr">
              <a:defRPr/>
            </a:pPr>
            <a:endParaRPr lang="zh-CN" altLang="zh-CN" sz="2400" b="0">
              <a:solidFill>
                <a:srgbClr val="000000"/>
              </a:solidFill>
              <a:ea typeface="宋体" panose="02010600030101010101" pitchFamily="2" charset="-122"/>
            </a:endParaRPr>
          </a:p>
        </p:txBody>
      </p:sp>
      <p:sp>
        <p:nvSpPr>
          <p:cNvPr id="1033" name="Rectangle 9"/>
          <p:cNvSpPr>
            <a:spLocks noGrp="1" noChangeArrowheads="1"/>
          </p:cNvSpPr>
          <p:nvPr>
            <p:ph type="title"/>
          </p:nvPr>
        </p:nvSpPr>
        <p:spPr bwMode="auto">
          <a:xfrm>
            <a:off x="1150938" y="142875"/>
            <a:ext cx="7793037" cy="958850"/>
          </a:xfrm>
          <a:prstGeom prst="rect">
            <a:avLst/>
          </a:prstGeom>
          <a:noFill/>
          <a:ln w="9525">
            <a:noFill/>
            <a:miter lim="800000"/>
          </a:ln>
        </p:spPr>
        <p:txBody>
          <a:bodyPr vert="horz" wrap="square" lIns="91440" tIns="45720" rIns="91440" bIns="45720" numCol="1" anchor="b" anchorCtr="0" compatLnSpc="1"/>
          <a:lstStyle/>
          <a:p>
            <a:pPr lvl="0"/>
            <a:r>
              <a:rPr lang="zh-CN" altLang="en-US" smtClean="0"/>
              <a:t>单击此处编辑母版标题样式</a:t>
            </a:r>
          </a:p>
        </p:txBody>
      </p:sp>
      <p:sp>
        <p:nvSpPr>
          <p:cNvPr id="1034" name="Rectangle 10"/>
          <p:cNvSpPr>
            <a:spLocks noGrp="1" noChangeArrowheads="1"/>
          </p:cNvSpPr>
          <p:nvPr>
            <p:ph type="body" idx="1"/>
          </p:nvPr>
        </p:nvSpPr>
        <p:spPr bwMode="auto">
          <a:xfrm>
            <a:off x="658813" y="1554163"/>
            <a:ext cx="7772400" cy="4114800"/>
          </a:xfrm>
          <a:prstGeom prst="rect">
            <a:avLst/>
          </a:prstGeom>
          <a:noFill/>
          <a:ln w="9525">
            <a:noFill/>
            <a:miter lim="800000"/>
          </a:ln>
        </p:spPr>
        <p:txBody>
          <a:bodyPr vert="horz" wrap="square" lIns="91440" tIns="45720" rIns="91440" bIns="45720" numCol="1" anchor="t" anchorCtr="0" compatLnSpc="1"/>
          <a:lstStyle/>
          <a:p>
            <a:pPr lvl="0"/>
            <a:r>
              <a:rPr lang="zh-CN" altLang="en-US" smtClean="0"/>
              <a:t>单击此处编辑母版文本样式</a:t>
            </a:r>
          </a:p>
          <a:p>
            <a:pPr lvl="1"/>
            <a:r>
              <a:rPr lang="zh-CN" altLang="en-US" smtClean="0"/>
              <a:t>第二级</a:t>
            </a:r>
          </a:p>
          <a:p>
            <a:pPr lvl="2"/>
            <a:r>
              <a:rPr lang="zh-CN" altLang="en-US" smtClean="0"/>
              <a:t>第三级</a:t>
            </a:r>
          </a:p>
          <a:p>
            <a:pPr lvl="3"/>
            <a:r>
              <a:rPr lang="zh-CN" altLang="en-US" smtClean="0"/>
              <a:t>第四级</a:t>
            </a:r>
          </a:p>
          <a:p>
            <a:pPr lvl="4"/>
            <a:r>
              <a:rPr lang="zh-CN" altLang="en-US" smtClean="0"/>
              <a:t>第五级</a:t>
            </a:r>
          </a:p>
        </p:txBody>
      </p:sp>
      <p:sp>
        <p:nvSpPr>
          <p:cNvPr id="3083" name="Rectangle 11"/>
          <p:cNvSpPr>
            <a:spLocks noGrp="1" noChangeArrowheads="1"/>
          </p:cNvSpPr>
          <p:nvPr>
            <p:ph type="dt" sz="half" idx="2"/>
          </p:nvPr>
        </p:nvSpPr>
        <p:spPr bwMode="auto">
          <a:xfrm>
            <a:off x="914400" y="6348413"/>
            <a:ext cx="1905000" cy="457200"/>
          </a:xfrm>
          <a:prstGeom prst="rect">
            <a:avLst/>
          </a:prstGeom>
          <a:noFill/>
          <a:ln w="9525">
            <a:noFill/>
            <a:miter lim="800000"/>
          </a:ln>
          <a:effectLst/>
        </p:spPr>
        <p:txBody>
          <a:bodyPr vert="horz" wrap="square" lIns="91440" tIns="45720" rIns="91440" bIns="45720" numCol="1" anchor="b" anchorCtr="0" compatLnSpc="1"/>
          <a:lstStyle>
            <a:lvl1pPr algn="l">
              <a:defRPr kumimoji="0" sz="1400" b="0">
                <a:ea typeface="宋体" panose="02010600030101010101" pitchFamily="2" charset="-122"/>
              </a:defRPr>
            </a:lvl1pPr>
          </a:lstStyle>
          <a:p>
            <a:pPr>
              <a:defRPr/>
            </a:pPr>
            <a:fld id="{2812D72D-DA04-4C9C-9A6E-C01386CD88CE}" type="datetime1">
              <a:rPr lang="zh-CN" altLang="en-US" smtClean="0">
                <a:solidFill>
                  <a:srgbClr val="000000"/>
                </a:solidFill>
              </a:rPr>
              <a:t>2023/3/21</a:t>
            </a:fld>
            <a:endParaRPr lang="en-US" altLang="zh-CN">
              <a:solidFill>
                <a:srgbClr val="000000"/>
              </a:solidFill>
            </a:endParaRPr>
          </a:p>
        </p:txBody>
      </p:sp>
      <p:sp>
        <p:nvSpPr>
          <p:cNvPr id="3084" name="Rectangle 12"/>
          <p:cNvSpPr>
            <a:spLocks noGrp="1" noChangeArrowheads="1"/>
          </p:cNvSpPr>
          <p:nvPr>
            <p:ph type="ftr" sz="quarter" idx="3"/>
          </p:nvPr>
        </p:nvSpPr>
        <p:spPr bwMode="auto">
          <a:xfrm>
            <a:off x="3352800" y="6348413"/>
            <a:ext cx="2895600" cy="457200"/>
          </a:xfrm>
          <a:prstGeom prst="rect">
            <a:avLst/>
          </a:prstGeom>
          <a:noFill/>
          <a:ln w="9525">
            <a:noFill/>
            <a:miter lim="800000"/>
          </a:ln>
          <a:effectLst/>
        </p:spPr>
        <p:txBody>
          <a:bodyPr vert="horz" wrap="square" lIns="91440" tIns="45720" rIns="91440" bIns="45720" numCol="1" anchor="b" anchorCtr="0" compatLnSpc="1"/>
          <a:lstStyle>
            <a:lvl1pPr algn="ctr">
              <a:defRPr kumimoji="0" sz="1400" b="0">
                <a:ea typeface="宋体" panose="02010600030101010101" pitchFamily="2" charset="-122"/>
              </a:defRPr>
            </a:lvl1pPr>
          </a:lstStyle>
          <a:p>
            <a:pPr>
              <a:defRPr/>
            </a:pPr>
            <a:endParaRPr lang="en-US" altLang="zh-CN">
              <a:solidFill>
                <a:srgbClr val="000000"/>
              </a:solidFill>
            </a:endParaRPr>
          </a:p>
        </p:txBody>
      </p:sp>
      <p:sp>
        <p:nvSpPr>
          <p:cNvPr id="3085" name="Rectangle 13"/>
          <p:cNvSpPr>
            <a:spLocks noGrp="1" noChangeArrowheads="1"/>
          </p:cNvSpPr>
          <p:nvPr>
            <p:ph type="sldNum" sz="quarter" idx="4"/>
          </p:nvPr>
        </p:nvSpPr>
        <p:spPr bwMode="auto">
          <a:xfrm>
            <a:off x="6781800" y="6348413"/>
            <a:ext cx="1905000" cy="457200"/>
          </a:xfrm>
          <a:prstGeom prst="rect">
            <a:avLst/>
          </a:prstGeom>
          <a:noFill/>
          <a:ln w="9525">
            <a:noFill/>
            <a:miter lim="800000"/>
          </a:ln>
          <a:effectLst/>
        </p:spPr>
        <p:txBody>
          <a:bodyPr vert="horz" wrap="square" lIns="91440" tIns="45720" rIns="91440" bIns="45720" numCol="1" anchor="b" anchorCtr="0" compatLnSpc="1"/>
          <a:lstStyle>
            <a:lvl1pPr algn="r">
              <a:defRPr kumimoji="0" sz="1400" b="0">
                <a:ea typeface="宋体" panose="02010600030101010101" pitchFamily="2" charset="-122"/>
              </a:defRPr>
            </a:lvl1pPr>
          </a:lstStyle>
          <a:p>
            <a:pPr>
              <a:defRPr/>
            </a:pPr>
            <a:fld id="{38C58080-A4A9-4607-B318-5D24794E2C9C}" type="slidenum">
              <a:rPr lang="en-US" altLang="zh-CN">
                <a:solidFill>
                  <a:srgbClr val="000000"/>
                </a:solidFill>
              </a:rPr>
              <a:t>‹#›</a:t>
            </a:fld>
            <a:endParaRPr lang="en-US" altLang="zh-CN">
              <a:solidFill>
                <a:srgbClr val="000000"/>
              </a:solidFill>
            </a:endParaRPr>
          </a:p>
        </p:txBody>
      </p:sp>
      <p:sp>
        <p:nvSpPr>
          <p:cNvPr id="3089" name="Rectangle 17"/>
          <p:cNvSpPr>
            <a:spLocks noChangeArrowheads="1"/>
          </p:cNvSpPr>
          <p:nvPr/>
        </p:nvSpPr>
        <p:spPr bwMode="gray">
          <a:xfrm>
            <a:off x="539750" y="6332538"/>
            <a:ext cx="8226425" cy="31750"/>
          </a:xfrm>
          <a:prstGeom prst="rect">
            <a:avLst/>
          </a:prstGeom>
          <a:gradFill rotWithShape="0">
            <a:gsLst>
              <a:gs pos="0">
                <a:schemeClr val="bg2"/>
              </a:gs>
              <a:gs pos="100000">
                <a:schemeClr val="bg1"/>
              </a:gs>
            </a:gsLst>
            <a:lin ang="0" scaled="1"/>
          </a:gradFill>
          <a:ln w="9525">
            <a:noFill/>
            <a:miter lim="800000"/>
          </a:ln>
          <a:effectLst/>
        </p:spPr>
        <p:txBody>
          <a:bodyPr wrap="none" anchor="ctr"/>
          <a:lstStyle/>
          <a:p>
            <a:pPr algn="ctr">
              <a:defRPr/>
            </a:pPr>
            <a:endParaRPr lang="zh-CN" altLang="zh-CN" sz="2400" b="0">
              <a:solidFill>
                <a:srgbClr val="000000"/>
              </a:solidFill>
              <a:ea typeface="宋体" panose="02010600030101010101" pitchFamily="2" charset="-122"/>
            </a:endParaRPr>
          </a:p>
        </p:txBody>
      </p:sp>
      <p:sp>
        <p:nvSpPr>
          <p:cNvPr id="3090" name="Line 18"/>
          <p:cNvSpPr>
            <a:spLocks noChangeShapeType="1"/>
          </p:cNvSpPr>
          <p:nvPr/>
        </p:nvSpPr>
        <p:spPr bwMode="auto">
          <a:xfrm>
            <a:off x="827088" y="6189663"/>
            <a:ext cx="0" cy="503237"/>
          </a:xfrm>
          <a:prstGeom prst="line">
            <a:avLst/>
          </a:prstGeom>
          <a:noFill/>
          <a:ln w="28575">
            <a:solidFill>
              <a:schemeClr val="tx1"/>
            </a:solidFill>
            <a:miter lim="800000"/>
          </a:ln>
          <a:effectLst/>
        </p:spPr>
        <p:txBody>
          <a:bodyPr wrap="none"/>
          <a:lstStyle/>
          <a:p>
            <a:pPr algn="ctr">
              <a:defRPr/>
            </a:pPr>
            <a:endParaRPr lang="zh-CN" altLang="en-US">
              <a:solidFill>
                <a:srgbClr val="000000"/>
              </a:solidFill>
              <a:ea typeface="宋体" panose="02010600030101010101" pitchFamily="2" charset="-122"/>
            </a:endParaRPr>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iming>
    <p:tnLst>
      <p:par>
        <p:cTn id="1" dur="indefinite" restart="never" nodeType="tmRoot"/>
      </p:par>
    </p:tnLst>
  </p:timing>
  <p:hf hdr="0" ftr="0" dt="0"/>
  <p:txStyles>
    <p:titleStyle>
      <a:lvl1pPr algn="l" rtl="0" eaLnBrk="0" fontAlgn="base" hangingPunct="0">
        <a:spcBef>
          <a:spcPct val="0"/>
        </a:spcBef>
        <a:spcAft>
          <a:spcPct val="0"/>
        </a:spcAft>
        <a:defRPr kumimoji="1" sz="4400" b="1">
          <a:solidFill>
            <a:schemeClr val="tx2"/>
          </a:solidFill>
          <a:latin typeface="+mj-lt"/>
          <a:ea typeface="+mj-ea"/>
          <a:cs typeface="+mj-cs"/>
        </a:defRPr>
      </a:lvl1pPr>
      <a:lvl2pPr algn="l" rtl="0" eaLnBrk="0" fontAlgn="base" hangingPunct="0">
        <a:spcBef>
          <a:spcPct val="0"/>
        </a:spcBef>
        <a:spcAft>
          <a:spcPct val="0"/>
        </a:spcAft>
        <a:defRPr kumimoji="1" sz="4400" b="1">
          <a:solidFill>
            <a:schemeClr val="tx2"/>
          </a:solidFill>
          <a:latin typeface="Times New Roman" panose="02020603050405020304" pitchFamily="18" charset="0"/>
          <a:ea typeface="楷体_GB2312" pitchFamily="49" charset="-122"/>
        </a:defRPr>
      </a:lvl2pPr>
      <a:lvl3pPr algn="l" rtl="0" eaLnBrk="0" fontAlgn="base" hangingPunct="0">
        <a:spcBef>
          <a:spcPct val="0"/>
        </a:spcBef>
        <a:spcAft>
          <a:spcPct val="0"/>
        </a:spcAft>
        <a:defRPr kumimoji="1" sz="4400" b="1">
          <a:solidFill>
            <a:schemeClr val="tx2"/>
          </a:solidFill>
          <a:latin typeface="Times New Roman" panose="02020603050405020304" pitchFamily="18" charset="0"/>
          <a:ea typeface="楷体_GB2312" pitchFamily="49" charset="-122"/>
        </a:defRPr>
      </a:lvl3pPr>
      <a:lvl4pPr algn="l" rtl="0" eaLnBrk="0" fontAlgn="base" hangingPunct="0">
        <a:spcBef>
          <a:spcPct val="0"/>
        </a:spcBef>
        <a:spcAft>
          <a:spcPct val="0"/>
        </a:spcAft>
        <a:defRPr kumimoji="1" sz="4400" b="1">
          <a:solidFill>
            <a:schemeClr val="tx2"/>
          </a:solidFill>
          <a:latin typeface="Times New Roman" panose="02020603050405020304" pitchFamily="18" charset="0"/>
          <a:ea typeface="楷体_GB2312" pitchFamily="49" charset="-122"/>
        </a:defRPr>
      </a:lvl4pPr>
      <a:lvl5pPr algn="l" rtl="0" eaLnBrk="0" fontAlgn="base" hangingPunct="0">
        <a:spcBef>
          <a:spcPct val="0"/>
        </a:spcBef>
        <a:spcAft>
          <a:spcPct val="0"/>
        </a:spcAft>
        <a:defRPr kumimoji="1" sz="4400" b="1">
          <a:solidFill>
            <a:schemeClr val="tx2"/>
          </a:solidFill>
          <a:latin typeface="Times New Roman" panose="02020603050405020304" pitchFamily="18" charset="0"/>
          <a:ea typeface="楷体_GB2312" pitchFamily="49" charset="-122"/>
        </a:defRPr>
      </a:lvl5pPr>
      <a:lvl6pPr marL="457200" algn="l" rtl="0" fontAlgn="base">
        <a:spcBef>
          <a:spcPct val="0"/>
        </a:spcBef>
        <a:spcAft>
          <a:spcPct val="0"/>
        </a:spcAft>
        <a:defRPr kumimoji="1" sz="4400" b="1">
          <a:solidFill>
            <a:schemeClr val="tx2"/>
          </a:solidFill>
          <a:latin typeface="Times New Roman" panose="02020603050405020304" pitchFamily="18" charset="0"/>
          <a:ea typeface="楷体_GB2312" pitchFamily="49" charset="-122"/>
        </a:defRPr>
      </a:lvl6pPr>
      <a:lvl7pPr marL="914400" algn="l" rtl="0" fontAlgn="base">
        <a:spcBef>
          <a:spcPct val="0"/>
        </a:spcBef>
        <a:spcAft>
          <a:spcPct val="0"/>
        </a:spcAft>
        <a:defRPr kumimoji="1" sz="4400" b="1">
          <a:solidFill>
            <a:schemeClr val="tx2"/>
          </a:solidFill>
          <a:latin typeface="Times New Roman" panose="02020603050405020304" pitchFamily="18" charset="0"/>
          <a:ea typeface="楷体_GB2312" pitchFamily="49" charset="-122"/>
        </a:defRPr>
      </a:lvl7pPr>
      <a:lvl8pPr marL="1371600" algn="l" rtl="0" fontAlgn="base">
        <a:spcBef>
          <a:spcPct val="0"/>
        </a:spcBef>
        <a:spcAft>
          <a:spcPct val="0"/>
        </a:spcAft>
        <a:defRPr kumimoji="1" sz="4400" b="1">
          <a:solidFill>
            <a:schemeClr val="tx2"/>
          </a:solidFill>
          <a:latin typeface="Times New Roman" panose="02020603050405020304" pitchFamily="18" charset="0"/>
          <a:ea typeface="楷体_GB2312" pitchFamily="49" charset="-122"/>
        </a:defRPr>
      </a:lvl8pPr>
      <a:lvl9pPr marL="1828800" algn="l" rtl="0" fontAlgn="base">
        <a:spcBef>
          <a:spcPct val="0"/>
        </a:spcBef>
        <a:spcAft>
          <a:spcPct val="0"/>
        </a:spcAft>
        <a:defRPr kumimoji="1" sz="4400" b="1">
          <a:solidFill>
            <a:schemeClr val="tx2"/>
          </a:solidFill>
          <a:latin typeface="Times New Roman" panose="02020603050405020304" pitchFamily="18" charset="0"/>
          <a:ea typeface="楷体_GB2312" pitchFamily="49" charset="-122"/>
        </a:defRPr>
      </a:lvl9pPr>
    </p:titleStyle>
    <p:bodyStyle>
      <a:lvl1pPr marL="342900" indent="-342900" algn="l" rtl="0" eaLnBrk="0" fontAlgn="base" hangingPunct="0">
        <a:spcBef>
          <a:spcPct val="20000"/>
        </a:spcBef>
        <a:spcAft>
          <a:spcPct val="0"/>
        </a:spcAft>
        <a:buClr>
          <a:schemeClr val="folHlink"/>
        </a:buClr>
        <a:buSzPct val="60000"/>
        <a:buFont typeface="Wingdings" panose="05000000000000000000" pitchFamily="2" charset="2"/>
        <a:buChar char="n"/>
        <a:defRPr kumimoji="1" sz="3200" b="1">
          <a:solidFill>
            <a:schemeClr val="tx1"/>
          </a:solidFill>
          <a:latin typeface="+mn-lt"/>
          <a:ea typeface="+mn-ea"/>
          <a:cs typeface="+mn-cs"/>
        </a:defRPr>
      </a:lvl1pPr>
      <a:lvl2pPr marL="742950" indent="-285750" algn="l" rtl="0" eaLnBrk="0" fontAlgn="base" hangingPunct="0">
        <a:spcBef>
          <a:spcPct val="20000"/>
        </a:spcBef>
        <a:spcAft>
          <a:spcPct val="0"/>
        </a:spcAft>
        <a:buClr>
          <a:schemeClr val="hlink"/>
        </a:buClr>
        <a:buSzPct val="55000"/>
        <a:buFont typeface="Wingdings" panose="05000000000000000000" pitchFamily="2" charset="2"/>
        <a:buChar char="n"/>
        <a:defRPr kumimoji="1" sz="2800" b="1">
          <a:solidFill>
            <a:schemeClr val="tx1"/>
          </a:solidFill>
          <a:latin typeface="+mn-lt"/>
          <a:ea typeface="+mn-ea"/>
        </a:defRPr>
      </a:lvl2pPr>
      <a:lvl3pPr marL="1143000" indent="-228600" algn="l" rtl="0" eaLnBrk="0" fontAlgn="base" hangingPunct="0">
        <a:spcBef>
          <a:spcPct val="20000"/>
        </a:spcBef>
        <a:spcAft>
          <a:spcPct val="0"/>
        </a:spcAft>
        <a:buClr>
          <a:schemeClr val="folHlink"/>
        </a:buClr>
        <a:buSzPct val="50000"/>
        <a:buFont typeface="Wingdings" panose="05000000000000000000" pitchFamily="2" charset="2"/>
        <a:buChar char="n"/>
        <a:defRPr kumimoji="1" sz="2400" b="1">
          <a:solidFill>
            <a:schemeClr val="tx1"/>
          </a:solidFill>
          <a:latin typeface="+mn-lt"/>
          <a:ea typeface="+mn-ea"/>
        </a:defRPr>
      </a:lvl3pPr>
      <a:lvl4pPr marL="1600200" indent="-228600" algn="l" rtl="0" eaLnBrk="0" fontAlgn="base" hangingPunct="0">
        <a:spcBef>
          <a:spcPct val="20000"/>
        </a:spcBef>
        <a:spcAft>
          <a:spcPct val="0"/>
        </a:spcAft>
        <a:buClr>
          <a:schemeClr val="accent2"/>
        </a:buClr>
        <a:buSzPct val="55000"/>
        <a:buFont typeface="Wingdings" panose="05000000000000000000" pitchFamily="2" charset="2"/>
        <a:buChar char="n"/>
        <a:defRPr kumimoji="1" sz="2000" b="1">
          <a:solidFill>
            <a:schemeClr val="tx1"/>
          </a:solidFill>
          <a:latin typeface="+mn-lt"/>
          <a:ea typeface="+mn-ea"/>
        </a:defRPr>
      </a:lvl4pPr>
      <a:lvl5pPr marL="2057400" indent="-228600" algn="l" rtl="0" eaLnBrk="0" fontAlgn="base" hangingPunct="0">
        <a:spcBef>
          <a:spcPct val="20000"/>
        </a:spcBef>
        <a:spcAft>
          <a:spcPct val="0"/>
        </a:spcAft>
        <a:buClr>
          <a:schemeClr val="accent1"/>
        </a:buClr>
        <a:buSzPct val="50000"/>
        <a:buFont typeface="Wingdings" panose="05000000000000000000" pitchFamily="2" charset="2"/>
        <a:buChar char="n"/>
        <a:defRPr kumimoji="1" sz="2000" b="1">
          <a:solidFill>
            <a:schemeClr val="tx1"/>
          </a:solidFill>
          <a:latin typeface="+mn-lt"/>
          <a:ea typeface="+mn-ea"/>
        </a:defRPr>
      </a:lvl5pPr>
      <a:lvl6pPr marL="2514600" indent="-228600" algn="l" rtl="0" fontAlgn="base">
        <a:spcBef>
          <a:spcPct val="20000"/>
        </a:spcBef>
        <a:spcAft>
          <a:spcPct val="0"/>
        </a:spcAft>
        <a:buClr>
          <a:schemeClr val="accent1"/>
        </a:buClr>
        <a:buSzPct val="50000"/>
        <a:buFont typeface="Wingdings" panose="05000000000000000000" pitchFamily="2" charset="2"/>
        <a:buChar char="n"/>
        <a:defRPr kumimoji="1" sz="2000" b="1">
          <a:solidFill>
            <a:schemeClr val="tx1"/>
          </a:solidFill>
          <a:latin typeface="+mn-lt"/>
          <a:ea typeface="+mn-ea"/>
        </a:defRPr>
      </a:lvl6pPr>
      <a:lvl7pPr marL="2971800" indent="-228600" algn="l" rtl="0" fontAlgn="base">
        <a:spcBef>
          <a:spcPct val="20000"/>
        </a:spcBef>
        <a:spcAft>
          <a:spcPct val="0"/>
        </a:spcAft>
        <a:buClr>
          <a:schemeClr val="accent1"/>
        </a:buClr>
        <a:buSzPct val="50000"/>
        <a:buFont typeface="Wingdings" panose="05000000000000000000" pitchFamily="2" charset="2"/>
        <a:buChar char="n"/>
        <a:defRPr kumimoji="1" sz="2000" b="1">
          <a:solidFill>
            <a:schemeClr val="tx1"/>
          </a:solidFill>
          <a:latin typeface="+mn-lt"/>
          <a:ea typeface="+mn-ea"/>
        </a:defRPr>
      </a:lvl7pPr>
      <a:lvl8pPr marL="3429000" indent="-228600" algn="l" rtl="0" fontAlgn="base">
        <a:spcBef>
          <a:spcPct val="20000"/>
        </a:spcBef>
        <a:spcAft>
          <a:spcPct val="0"/>
        </a:spcAft>
        <a:buClr>
          <a:schemeClr val="accent1"/>
        </a:buClr>
        <a:buSzPct val="50000"/>
        <a:buFont typeface="Wingdings" panose="05000000000000000000" pitchFamily="2" charset="2"/>
        <a:buChar char="n"/>
        <a:defRPr kumimoji="1" sz="2000" b="1">
          <a:solidFill>
            <a:schemeClr val="tx1"/>
          </a:solidFill>
          <a:latin typeface="+mn-lt"/>
          <a:ea typeface="+mn-ea"/>
        </a:defRPr>
      </a:lvl8pPr>
      <a:lvl9pPr marL="3886200" indent="-228600" algn="l" rtl="0" fontAlgn="base">
        <a:spcBef>
          <a:spcPct val="20000"/>
        </a:spcBef>
        <a:spcAft>
          <a:spcPct val="0"/>
        </a:spcAft>
        <a:buClr>
          <a:schemeClr val="accent1"/>
        </a:buClr>
        <a:buSzPct val="50000"/>
        <a:buFont typeface="Wingdings" panose="05000000000000000000" pitchFamily="2" charset="2"/>
        <a:buChar char="n"/>
        <a:defRPr kumimoji="1" sz="2000" b="1">
          <a:solidFill>
            <a:schemeClr val="tx1"/>
          </a:solidFill>
          <a:latin typeface="+mn-lt"/>
          <a:ea typeface="+mn-ea"/>
        </a:defRPr>
      </a:lvl9pPr>
    </p:bodyStyle>
    <p:other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3" Type="http://schemas.openxmlformats.org/officeDocument/2006/relationships/notesSlide" Target="../notesSlides/notesSlide12.xml"/><Relationship Id="rId2" Type="http://schemas.openxmlformats.org/officeDocument/2006/relationships/slideLayout" Target="../slideLayouts/slideLayout2.xml"/><Relationship Id="rId1" Type="http://schemas.openxmlformats.org/officeDocument/2006/relationships/vmlDrawing" Target="../drawings/vmlDrawing1.vml"/><Relationship Id="rId5" Type="http://schemas.openxmlformats.org/officeDocument/2006/relationships/image" Target="../media/image2.emf"/><Relationship Id="rId4" Type="http://schemas.openxmlformats.org/officeDocument/2006/relationships/oleObject" Target="../embeddings/oleObject1.bin"/></Relationships>
</file>

<file path=ppt/slides/_rels/slide14.xml.rels><?xml version="1.0" encoding="UTF-8" standalone="yes"?>
<Relationships xmlns="http://schemas.openxmlformats.org/package/2006/relationships"><Relationship Id="rId3" Type="http://schemas.openxmlformats.org/officeDocument/2006/relationships/image" Target="../media/image3.jpeg"/><Relationship Id="rId2" Type="http://schemas.openxmlformats.org/officeDocument/2006/relationships/notesSlide" Target="../notesSlides/notesSlide13.xml"/><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14.xml"/><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2" Type="http://schemas.openxmlformats.org/officeDocument/2006/relationships/notesSlide" Target="../notesSlides/notesSlide15.xml"/><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2" Type="http://schemas.openxmlformats.org/officeDocument/2006/relationships/notesSlide" Target="../notesSlides/notesSlide16.xml"/><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2" Type="http://schemas.openxmlformats.org/officeDocument/2006/relationships/notesSlide" Target="../notesSlides/notesSlide17.xml"/><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2" Type="http://schemas.openxmlformats.org/officeDocument/2006/relationships/notesSlide" Target="../notesSlides/notesSlide18.xml"/><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2" Type="http://schemas.openxmlformats.org/officeDocument/2006/relationships/notesSlide" Target="../notesSlides/notesSlide19.xml"/><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2" Type="http://schemas.openxmlformats.org/officeDocument/2006/relationships/notesSlide" Target="../notesSlides/notesSlide20.xml"/><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hyperlink" Target="http://www.shodanhq.com/" TargetMode="External"/><Relationship Id="rId1" Type="http://schemas.openxmlformats.org/officeDocument/2006/relationships/slideLayout" Target="../slideLayouts/slideLayout2.xml"/><Relationship Id="rId5" Type="http://schemas.openxmlformats.org/officeDocument/2006/relationships/image" Target="../media/image7.jpeg"/><Relationship Id="rId4" Type="http://schemas.openxmlformats.org/officeDocument/2006/relationships/image" Target="../media/image6.png"/></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3.xml.rels><?xml version="1.0" encoding="UTF-8" standalone="yes"?>
<Relationships xmlns="http://schemas.openxmlformats.org/package/2006/relationships"><Relationship Id="rId2" Type="http://schemas.openxmlformats.org/officeDocument/2006/relationships/image" Target="../media/image8.png"/><Relationship Id="rId1" Type="http://schemas.openxmlformats.org/officeDocument/2006/relationships/slideLayout" Target="../slideLayouts/slideLayout2.xml"/></Relationships>
</file>

<file path=ppt/slides/_rels/slide34.xml.rels><?xml version="1.0" encoding="UTF-8" standalone="yes"?>
<Relationships xmlns="http://schemas.openxmlformats.org/package/2006/relationships"><Relationship Id="rId2" Type="http://schemas.openxmlformats.org/officeDocument/2006/relationships/image" Target="../media/image9.png"/><Relationship Id="rId1" Type="http://schemas.openxmlformats.org/officeDocument/2006/relationships/slideLayout" Target="../slideLayouts/slideLayout2.xml"/></Relationships>
</file>

<file path=ppt/slides/_rels/slide35.xml.rels><?xml version="1.0" encoding="UTF-8" standalone="yes"?>
<Relationships xmlns="http://schemas.openxmlformats.org/package/2006/relationships"><Relationship Id="rId2" Type="http://schemas.openxmlformats.org/officeDocument/2006/relationships/image" Target="../media/image10.png"/><Relationship Id="rId1" Type="http://schemas.openxmlformats.org/officeDocument/2006/relationships/slideLayout" Target="../slideLayouts/slideLayout2.xml"/></Relationships>
</file>

<file path=ppt/slides/_rels/slide36.xml.rels><?xml version="1.0" encoding="UTF-8" standalone="yes"?>
<Relationships xmlns="http://schemas.openxmlformats.org/package/2006/relationships"><Relationship Id="rId2" Type="http://schemas.openxmlformats.org/officeDocument/2006/relationships/image" Target="../media/image11.png"/><Relationship Id="rId1" Type="http://schemas.openxmlformats.org/officeDocument/2006/relationships/slideLayout" Target="../slideLayouts/slideLayout2.xml"/></Relationships>
</file>

<file path=ppt/slides/_rels/slide37.xml.rels><?xml version="1.0" encoding="UTF-8" standalone="yes"?>
<Relationships xmlns="http://schemas.openxmlformats.org/package/2006/relationships"><Relationship Id="rId2" Type="http://schemas.openxmlformats.org/officeDocument/2006/relationships/image" Target="../media/image12.png"/><Relationship Id="rId1" Type="http://schemas.openxmlformats.org/officeDocument/2006/relationships/slideLayout" Target="../slideLayouts/slideLayout2.xml"/></Relationships>
</file>

<file path=ppt/slides/_rels/slide38.xml.rels><?xml version="1.0" encoding="UTF-8" standalone="yes"?>
<Relationships xmlns="http://schemas.openxmlformats.org/package/2006/relationships"><Relationship Id="rId3" Type="http://schemas.openxmlformats.org/officeDocument/2006/relationships/hyperlink" Target="https://www.bilibili.com/video/BV1Gf4y1z7Mc?spm_id_from=333.337.search-card.all.click" TargetMode="External"/><Relationship Id="rId2" Type="http://schemas.openxmlformats.org/officeDocument/2006/relationships/image" Target="../media/image13.png"/><Relationship Id="rId1" Type="http://schemas.openxmlformats.org/officeDocument/2006/relationships/slideLayout" Target="../slideLayouts/slideLayout2.xm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1.xml.rels><?xml version="1.0" encoding="UTF-8" standalone="yes"?>
<Relationships xmlns="http://schemas.openxmlformats.org/package/2006/relationships"><Relationship Id="rId2" Type="http://schemas.openxmlformats.org/officeDocument/2006/relationships/image" Target="../media/image14.jpeg"/><Relationship Id="rId1" Type="http://schemas.openxmlformats.org/officeDocument/2006/relationships/slideLayout" Target="../slideLayouts/slideLayout2.xml"/></Relationships>
</file>

<file path=ppt/slides/_rels/slide42.xml.rels><?xml version="1.0" encoding="UTF-8" standalone="yes"?>
<Relationships xmlns="http://schemas.openxmlformats.org/package/2006/relationships"><Relationship Id="rId3" Type="http://schemas.openxmlformats.org/officeDocument/2006/relationships/image" Target="../media/image15.png"/><Relationship Id="rId2" Type="http://schemas.openxmlformats.org/officeDocument/2006/relationships/notesSlide" Target="../notesSlides/notesSlide21.xml"/><Relationship Id="rId1" Type="http://schemas.openxmlformats.org/officeDocument/2006/relationships/slideLayout" Target="../slideLayouts/slideLayout2.xml"/></Relationships>
</file>

<file path=ppt/slides/_rels/slide43.xml.rels><?xml version="1.0" encoding="UTF-8" standalone="yes"?>
<Relationships xmlns="http://schemas.openxmlformats.org/package/2006/relationships"><Relationship Id="rId3" Type="http://schemas.openxmlformats.org/officeDocument/2006/relationships/image" Target="../media/image16.png"/><Relationship Id="rId2" Type="http://schemas.openxmlformats.org/officeDocument/2006/relationships/notesSlide" Target="../notesSlides/notesSlide22.xml"/><Relationship Id="rId1" Type="http://schemas.openxmlformats.org/officeDocument/2006/relationships/slideLayout" Target="../slideLayouts/slideLayout2.xml"/></Relationships>
</file>

<file path=ppt/slides/_rels/slide44.xml.rels><?xml version="1.0" encoding="UTF-8" standalone="yes"?>
<Relationships xmlns="http://schemas.openxmlformats.org/package/2006/relationships"><Relationship Id="rId2" Type="http://schemas.openxmlformats.org/officeDocument/2006/relationships/notesSlide" Target="../notesSlides/notesSlide23.xml"/><Relationship Id="rId1" Type="http://schemas.openxmlformats.org/officeDocument/2006/relationships/slideLayout" Target="../slideLayouts/slideLayout2.xml"/></Relationships>
</file>

<file path=ppt/slides/_rels/slide45.xml.rels><?xml version="1.0" encoding="UTF-8" standalone="yes"?>
<Relationships xmlns="http://schemas.openxmlformats.org/package/2006/relationships"><Relationship Id="rId3" Type="http://schemas.openxmlformats.org/officeDocument/2006/relationships/hyperlink" Target="http://tool.nyqty.com/Tools/urlblast/" TargetMode="External"/><Relationship Id="rId2" Type="http://schemas.openxmlformats.org/officeDocument/2006/relationships/notesSlide" Target="../notesSlides/notesSlide24.xml"/><Relationship Id="rId1" Type="http://schemas.openxmlformats.org/officeDocument/2006/relationships/slideLayout" Target="../slideLayouts/slideLayout2.xml"/><Relationship Id="rId5" Type="http://schemas.openxmlformats.org/officeDocument/2006/relationships/hyperlink" Target="https://tool.chinaz.com/subdomain/" TargetMode="External"/><Relationship Id="rId4" Type="http://schemas.openxmlformats.org/officeDocument/2006/relationships/hyperlink" Target="http://z.zcjun.com/" TargetMode="External"/></Relationships>
</file>

<file path=ppt/slides/_rels/slide46.xml.rels><?xml version="1.0" encoding="UTF-8" standalone="yes"?>
<Relationships xmlns="http://schemas.openxmlformats.org/package/2006/relationships"><Relationship Id="rId2" Type="http://schemas.openxmlformats.org/officeDocument/2006/relationships/notesSlide" Target="../notesSlides/notesSlide25.xml"/><Relationship Id="rId1" Type="http://schemas.openxmlformats.org/officeDocument/2006/relationships/slideLayout" Target="../slideLayouts/slideLayout2.xml"/></Relationships>
</file>

<file path=ppt/slides/_rels/slide47.xml.rels><?xml version="1.0" encoding="UTF-8" standalone="yes"?>
<Relationships xmlns="http://schemas.openxmlformats.org/package/2006/relationships"><Relationship Id="rId2" Type="http://schemas.openxmlformats.org/officeDocument/2006/relationships/notesSlide" Target="../notesSlides/notesSlide26.xml"/><Relationship Id="rId1" Type="http://schemas.openxmlformats.org/officeDocument/2006/relationships/slideLayout" Target="../slideLayouts/slideLayout2.xml"/></Relationships>
</file>

<file path=ppt/slides/_rels/slide48.xml.rels><?xml version="1.0" encoding="UTF-8" standalone="yes"?>
<Relationships xmlns="http://schemas.openxmlformats.org/package/2006/relationships"><Relationship Id="rId2" Type="http://schemas.openxmlformats.org/officeDocument/2006/relationships/notesSlide" Target="../notesSlides/notesSlide27.xml"/><Relationship Id="rId1" Type="http://schemas.openxmlformats.org/officeDocument/2006/relationships/slideLayout" Target="../slideLayouts/slideLayout2.xml"/></Relationships>
</file>

<file path=ppt/slides/_rels/slide49.xml.rels><?xml version="1.0" encoding="UTF-8" standalone="yes"?>
<Relationships xmlns="http://schemas.openxmlformats.org/package/2006/relationships"><Relationship Id="rId3" Type="http://schemas.openxmlformats.org/officeDocument/2006/relationships/hyperlink" Target="https://www.icann.org/resources/pages/listing-2012-02-25-en" TargetMode="External"/><Relationship Id="rId2" Type="http://schemas.openxmlformats.org/officeDocument/2006/relationships/notesSlide" Target="../notesSlides/notesSlide28.xml"/><Relationship Id="rId1" Type="http://schemas.openxmlformats.org/officeDocument/2006/relationships/slideLayout" Target="../slideLayouts/slideLayout2.xml"/><Relationship Id="rId4" Type="http://schemas.openxmlformats.org/officeDocument/2006/relationships/image" Target="../media/image17.png"/></Relationships>
</file>

<file path=ppt/slides/_rels/slide50.xml.rels><?xml version="1.0" encoding="UTF-8" standalone="yes"?>
<Relationships xmlns="http://schemas.openxmlformats.org/package/2006/relationships"><Relationship Id="rId3" Type="http://schemas.openxmlformats.org/officeDocument/2006/relationships/image" Target="../media/image18.png"/><Relationship Id="rId2" Type="http://schemas.openxmlformats.org/officeDocument/2006/relationships/notesSlide" Target="../notesSlides/notesSlide29.xml"/><Relationship Id="rId1" Type="http://schemas.openxmlformats.org/officeDocument/2006/relationships/slideLayout" Target="../slideLayouts/slideLayout2.xml"/></Relationships>
</file>

<file path=ppt/slides/_rels/slide51.xml.rels><?xml version="1.0" encoding="UTF-8" standalone="yes"?>
<Relationships xmlns="http://schemas.openxmlformats.org/package/2006/relationships"><Relationship Id="rId3" Type="http://schemas.openxmlformats.org/officeDocument/2006/relationships/image" Target="../media/image19.png"/><Relationship Id="rId2" Type="http://schemas.openxmlformats.org/officeDocument/2006/relationships/notesSlide" Target="../notesSlides/notesSlide30.xml"/><Relationship Id="rId1" Type="http://schemas.openxmlformats.org/officeDocument/2006/relationships/slideLayout" Target="../slideLayouts/slideLayout2.xml"/><Relationship Id="rId4" Type="http://schemas.openxmlformats.org/officeDocument/2006/relationships/image" Target="../media/image20.png"/></Relationships>
</file>

<file path=ppt/slides/_rels/slide52.xml.rels><?xml version="1.0" encoding="UTF-8" standalone="yes"?>
<Relationships xmlns="http://schemas.openxmlformats.org/package/2006/relationships"><Relationship Id="rId3" Type="http://schemas.openxmlformats.org/officeDocument/2006/relationships/hyperlink" Target="https://www.icann.org/en/accredited-registrars?page=1&amp;sort-param=country&amp;sort-direction=asc&amp;view-all=true" TargetMode="External"/><Relationship Id="rId2" Type="http://schemas.openxmlformats.org/officeDocument/2006/relationships/notesSlide" Target="../notesSlides/notesSlide31.xml"/><Relationship Id="rId1" Type="http://schemas.openxmlformats.org/officeDocument/2006/relationships/slideLayout" Target="../slideLayouts/slideLayout2.xml"/><Relationship Id="rId4" Type="http://schemas.openxmlformats.org/officeDocument/2006/relationships/image" Target="../media/image21.png"/></Relationships>
</file>

<file path=ppt/slides/_rels/slide53.xml.rels><?xml version="1.0" encoding="UTF-8" standalone="yes"?>
<Relationships xmlns="http://schemas.openxmlformats.org/package/2006/relationships"><Relationship Id="rId2" Type="http://schemas.openxmlformats.org/officeDocument/2006/relationships/notesSlide" Target="../notesSlides/notesSlide32.xml"/><Relationship Id="rId1" Type="http://schemas.openxmlformats.org/officeDocument/2006/relationships/slideLayout" Target="../slideLayouts/slideLayout2.xml"/></Relationships>
</file>

<file path=ppt/slides/_rels/slide54.xml.rels><?xml version="1.0" encoding="UTF-8" standalone="yes"?>
<Relationships xmlns="http://schemas.openxmlformats.org/package/2006/relationships"><Relationship Id="rId2" Type="http://schemas.openxmlformats.org/officeDocument/2006/relationships/notesSlide" Target="../notesSlides/notesSlide33.xml"/><Relationship Id="rId1" Type="http://schemas.openxmlformats.org/officeDocument/2006/relationships/slideLayout" Target="../slideLayouts/slideLayout2.xml"/></Relationships>
</file>

<file path=ppt/slides/_rels/slide55.xml.rels><?xml version="1.0" encoding="UTF-8" standalone="yes"?>
<Relationships xmlns="http://schemas.openxmlformats.org/package/2006/relationships"><Relationship Id="rId2" Type="http://schemas.openxmlformats.org/officeDocument/2006/relationships/notesSlide" Target="../notesSlides/notesSlide34.xml"/><Relationship Id="rId1" Type="http://schemas.openxmlformats.org/officeDocument/2006/relationships/slideLayout" Target="../slideLayouts/slideLayout2.xml"/></Relationships>
</file>

<file path=ppt/slides/_rels/slide56.xml.rels><?xml version="1.0" encoding="UTF-8" standalone="yes"?>
<Relationships xmlns="http://schemas.openxmlformats.org/package/2006/relationships"><Relationship Id="rId2" Type="http://schemas.openxmlformats.org/officeDocument/2006/relationships/notesSlide" Target="../notesSlides/notesSlide35.xml"/><Relationship Id="rId1" Type="http://schemas.openxmlformats.org/officeDocument/2006/relationships/slideLayout" Target="../slideLayouts/slideLayout2.xml"/></Relationships>
</file>

<file path=ppt/slides/_rels/slide5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8.xml.rels><?xml version="1.0" encoding="UTF-8" standalone="yes"?>
<Relationships xmlns="http://schemas.openxmlformats.org/package/2006/relationships"><Relationship Id="rId3" Type="http://schemas.openxmlformats.org/officeDocument/2006/relationships/image" Target="../media/image22.jpeg"/><Relationship Id="rId2" Type="http://schemas.openxmlformats.org/officeDocument/2006/relationships/notesSlide" Target="../notesSlides/notesSlide36.xml"/><Relationship Id="rId1" Type="http://schemas.openxmlformats.org/officeDocument/2006/relationships/slideLayout" Target="../slideLayouts/slideLayout2.xml"/></Relationships>
</file>

<file path=ppt/slides/_rels/slide59.xml.rels><?xml version="1.0" encoding="UTF-8" standalone="yes"?>
<Relationships xmlns="http://schemas.openxmlformats.org/package/2006/relationships"><Relationship Id="rId3" Type="http://schemas.openxmlformats.org/officeDocument/2006/relationships/image" Target="../media/image23.png"/><Relationship Id="rId2" Type="http://schemas.openxmlformats.org/officeDocument/2006/relationships/notesSlide" Target="../notesSlides/notesSlide37.xml"/><Relationship Id="rId1" Type="http://schemas.openxmlformats.org/officeDocument/2006/relationships/slideLayout" Target="../slideLayouts/slideLayout2.xml"/></Relationships>
</file>

<file path=ppt/slides/_rels/slide60.xml.rels><?xml version="1.0" encoding="UTF-8" standalone="yes"?>
<Relationships xmlns="http://schemas.openxmlformats.org/package/2006/relationships"><Relationship Id="rId2" Type="http://schemas.openxmlformats.org/officeDocument/2006/relationships/image" Target="../media/image24.jpeg"/><Relationship Id="rId1" Type="http://schemas.openxmlformats.org/officeDocument/2006/relationships/slideLayout" Target="../slideLayouts/slideLayout2.xml"/></Relationships>
</file>

<file path=ppt/slides/_rels/slide61.xml.rels><?xml version="1.0" encoding="UTF-8" standalone="yes"?>
<Relationships xmlns="http://schemas.openxmlformats.org/package/2006/relationships"><Relationship Id="rId3" Type="http://schemas.openxmlformats.org/officeDocument/2006/relationships/image" Target="../media/image25.jpeg"/><Relationship Id="rId2" Type="http://schemas.openxmlformats.org/officeDocument/2006/relationships/notesSlide" Target="../notesSlides/notesSlide38.xml"/><Relationship Id="rId1" Type="http://schemas.openxmlformats.org/officeDocument/2006/relationships/slideLayout" Target="../slideLayouts/slideLayout2.xml"/></Relationships>
</file>

<file path=ppt/slides/_rels/slide62.xml.rels><?xml version="1.0" encoding="UTF-8" standalone="yes"?>
<Relationships xmlns="http://schemas.openxmlformats.org/package/2006/relationships"><Relationship Id="rId3" Type="http://schemas.openxmlformats.org/officeDocument/2006/relationships/hyperlink" Target="http://www.networksolutions.com/" TargetMode="External"/><Relationship Id="rId2" Type="http://schemas.openxmlformats.org/officeDocument/2006/relationships/notesSlide" Target="../notesSlides/notesSlide39.xml"/><Relationship Id="rId1" Type="http://schemas.openxmlformats.org/officeDocument/2006/relationships/slideLayout" Target="../slideLayouts/slideLayout2.xml"/></Relationships>
</file>

<file path=ppt/slides/_rels/slide63.xml.rels><?xml version="1.0" encoding="UTF-8" standalone="yes"?>
<Relationships xmlns="http://schemas.openxmlformats.org/package/2006/relationships"><Relationship Id="rId2" Type="http://schemas.openxmlformats.org/officeDocument/2006/relationships/image" Target="../media/image26.jpeg"/><Relationship Id="rId1" Type="http://schemas.openxmlformats.org/officeDocument/2006/relationships/slideLayout" Target="../slideLayouts/slideLayout2.xml"/></Relationships>
</file>

<file path=ppt/slides/_rels/slide64.xml.rels><?xml version="1.0" encoding="UTF-8" standalone="yes"?>
<Relationships xmlns="http://schemas.openxmlformats.org/package/2006/relationships"><Relationship Id="rId3" Type="http://schemas.openxmlformats.org/officeDocument/2006/relationships/image" Target="../media/image27.jpeg"/><Relationship Id="rId2" Type="http://schemas.openxmlformats.org/officeDocument/2006/relationships/notesSlide" Target="../notesSlides/notesSlide40.xml"/><Relationship Id="rId1" Type="http://schemas.openxmlformats.org/officeDocument/2006/relationships/slideLayout" Target="../slideLayouts/slideLayout2.xml"/><Relationship Id="rId4" Type="http://schemas.openxmlformats.org/officeDocument/2006/relationships/image" Target="../media/image28.jpeg"/></Relationships>
</file>

<file path=ppt/slides/_rels/slide65.xml.rels><?xml version="1.0" encoding="UTF-8" standalone="yes"?>
<Relationships xmlns="http://schemas.openxmlformats.org/package/2006/relationships"><Relationship Id="rId3" Type="http://schemas.openxmlformats.org/officeDocument/2006/relationships/image" Target="../media/image29.png"/><Relationship Id="rId2" Type="http://schemas.openxmlformats.org/officeDocument/2006/relationships/notesSlide" Target="../notesSlides/notesSlide41.xml"/><Relationship Id="rId1" Type="http://schemas.openxmlformats.org/officeDocument/2006/relationships/slideLayout" Target="../slideLayouts/slideLayout2.xml"/></Relationships>
</file>

<file path=ppt/slides/_rels/slide66.xml.rels><?xml version="1.0" encoding="UTF-8" standalone="yes"?>
<Relationships xmlns="http://schemas.openxmlformats.org/package/2006/relationships"><Relationship Id="rId3" Type="http://schemas.openxmlformats.org/officeDocument/2006/relationships/hyperlink" Target="http://www.arin.net/whois/arinwhois.html" TargetMode="External"/><Relationship Id="rId2" Type="http://schemas.openxmlformats.org/officeDocument/2006/relationships/notesSlide" Target="../notesSlides/notesSlide42.xml"/><Relationship Id="rId1" Type="http://schemas.openxmlformats.org/officeDocument/2006/relationships/slideLayout" Target="../slideLayouts/slideLayout2.xml"/><Relationship Id="rId6" Type="http://schemas.openxmlformats.org/officeDocument/2006/relationships/hyperlink" Target="http://lacnic.net/" TargetMode="External"/><Relationship Id="rId5" Type="http://schemas.openxmlformats.org/officeDocument/2006/relationships/hyperlink" Target="http://www.apnic.net/" TargetMode="External"/><Relationship Id="rId4" Type="http://schemas.openxmlformats.org/officeDocument/2006/relationships/hyperlink" Target="http://www.ripe.net/" TargetMode="External"/></Relationships>
</file>

<file path=ppt/slides/_rels/slide67.xml.rels><?xml version="1.0" encoding="UTF-8" standalone="yes"?>
<Relationships xmlns="http://schemas.openxmlformats.org/package/2006/relationships"><Relationship Id="rId3" Type="http://schemas.openxmlformats.org/officeDocument/2006/relationships/image" Target="../media/image30.jpg"/><Relationship Id="rId2" Type="http://schemas.openxmlformats.org/officeDocument/2006/relationships/notesSlide" Target="../notesSlides/notesSlide43.xml"/><Relationship Id="rId1" Type="http://schemas.openxmlformats.org/officeDocument/2006/relationships/slideLayout" Target="../slideLayouts/slideLayout2.xml"/><Relationship Id="rId4" Type="http://schemas.openxmlformats.org/officeDocument/2006/relationships/image" Target="../media/image31.png"/></Relationships>
</file>

<file path=ppt/slides/_rels/slide68.xml.rels><?xml version="1.0" encoding="UTF-8" standalone="yes"?>
<Relationships xmlns="http://schemas.openxmlformats.org/package/2006/relationships"><Relationship Id="rId3" Type="http://schemas.openxmlformats.org/officeDocument/2006/relationships/image" Target="../media/image32.png"/><Relationship Id="rId2" Type="http://schemas.openxmlformats.org/officeDocument/2006/relationships/notesSlide" Target="../notesSlides/notesSlide44.xml"/><Relationship Id="rId1" Type="http://schemas.openxmlformats.org/officeDocument/2006/relationships/slideLayout" Target="../slideLayouts/slideLayout2.xml"/></Relationships>
</file>

<file path=ppt/slides/_rels/slide6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4.xml.rels><?xml version="1.0" encoding="UTF-8" standalone="yes"?>
<Relationships xmlns="http://schemas.openxmlformats.org/package/2006/relationships"><Relationship Id="rId3" Type="http://schemas.openxmlformats.org/officeDocument/2006/relationships/image" Target="../media/image33.jpeg"/><Relationship Id="rId2" Type="http://schemas.openxmlformats.org/officeDocument/2006/relationships/notesSlide" Target="../notesSlides/notesSlide45.xml"/><Relationship Id="rId1" Type="http://schemas.openxmlformats.org/officeDocument/2006/relationships/slideLayout" Target="../slideLayouts/slideLayout2.xml"/></Relationships>
</file>

<file path=ppt/slides/_rels/slide75.xml.rels><?xml version="1.0" encoding="UTF-8" standalone="yes"?>
<Relationships xmlns="http://schemas.openxmlformats.org/package/2006/relationships"><Relationship Id="rId3" Type="http://schemas.openxmlformats.org/officeDocument/2006/relationships/image" Target="../media/image34.jpeg"/><Relationship Id="rId2" Type="http://schemas.openxmlformats.org/officeDocument/2006/relationships/notesSlide" Target="../notesSlides/notesSlide46.xml"/><Relationship Id="rId1" Type="http://schemas.openxmlformats.org/officeDocument/2006/relationships/slideLayout" Target="../slideLayouts/slideLayout2.xml"/></Relationships>
</file>

<file path=ppt/slides/_rels/slide7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7.xml.rels><?xml version="1.0" encoding="UTF-8" standalone="yes"?>
<Relationships xmlns="http://schemas.openxmlformats.org/package/2006/relationships"><Relationship Id="rId2" Type="http://schemas.openxmlformats.org/officeDocument/2006/relationships/notesSlide" Target="../notesSlides/notesSlide47.xml"/><Relationship Id="rId1" Type="http://schemas.openxmlformats.org/officeDocument/2006/relationships/slideLayout" Target="../slideLayouts/slideLayout2.xml"/></Relationships>
</file>

<file path=ppt/slides/_rels/slide78.xml.rels><?xml version="1.0" encoding="UTF-8" standalone="yes"?>
<Relationships xmlns="http://schemas.openxmlformats.org/package/2006/relationships"><Relationship Id="rId2" Type="http://schemas.openxmlformats.org/officeDocument/2006/relationships/notesSlide" Target="../notesSlides/notesSlide48.xml"/><Relationship Id="rId1" Type="http://schemas.openxmlformats.org/officeDocument/2006/relationships/slideLayout" Target="../slideLayouts/slideLayout2.xml"/></Relationships>
</file>

<file path=ppt/slides/_rels/slide79.xml.rels><?xml version="1.0" encoding="UTF-8" standalone="yes"?>
<Relationships xmlns="http://schemas.openxmlformats.org/package/2006/relationships"><Relationship Id="rId3" Type="http://schemas.openxmlformats.org/officeDocument/2006/relationships/image" Target="../media/image35.jpeg"/><Relationship Id="rId2" Type="http://schemas.openxmlformats.org/officeDocument/2006/relationships/notesSlide" Target="../notesSlides/notesSlide49.xml"/><Relationship Id="rId1" Type="http://schemas.openxmlformats.org/officeDocument/2006/relationships/slideLayout" Target="../slideLayouts/slideLayout2.xml"/></Relationships>
</file>

<file path=ppt/slides/_rels/slide80.xml.rels><?xml version="1.0" encoding="UTF-8" standalone="yes"?>
<Relationships xmlns="http://schemas.openxmlformats.org/package/2006/relationships"><Relationship Id="rId2" Type="http://schemas.openxmlformats.org/officeDocument/2006/relationships/hyperlink" Target="http://www.visualroute.com/download.htmlXTraceroute" TargetMode="External"/><Relationship Id="rId1" Type="http://schemas.openxmlformats.org/officeDocument/2006/relationships/slideLayout" Target="../slideLayouts/slideLayout2.xml"/></Relationships>
</file>

<file path=ppt/slides/_rels/slide81.xml.rels><?xml version="1.0" encoding="UTF-8" standalone="yes"?>
<Relationships xmlns="http://schemas.openxmlformats.org/package/2006/relationships"><Relationship Id="rId2" Type="http://schemas.openxmlformats.org/officeDocument/2006/relationships/notesSlide" Target="../notesSlides/notesSlide50.xml"/><Relationship Id="rId1" Type="http://schemas.openxmlformats.org/officeDocument/2006/relationships/slideLayout" Target="../slideLayouts/slideLayout2.xml"/></Relationships>
</file>

<file path=ppt/slides/_rels/slide82.xml.rels><?xml version="1.0" encoding="UTF-8" standalone="yes"?>
<Relationships xmlns="http://schemas.openxmlformats.org/package/2006/relationships"><Relationship Id="rId2" Type="http://schemas.openxmlformats.org/officeDocument/2006/relationships/notesSlide" Target="../notesSlides/notesSlide51.xml"/><Relationship Id="rId1" Type="http://schemas.openxmlformats.org/officeDocument/2006/relationships/slideLayout" Target="../slideLayouts/slideLayout2.xml"/></Relationships>
</file>

<file path=ppt/slides/_rels/slide83.xml.rels><?xml version="1.0" encoding="UTF-8" standalone="yes"?>
<Relationships xmlns="http://schemas.openxmlformats.org/package/2006/relationships"><Relationship Id="rId2" Type="http://schemas.openxmlformats.org/officeDocument/2006/relationships/notesSlide" Target="../notesSlides/notesSlide52.xml"/><Relationship Id="rId1" Type="http://schemas.openxmlformats.org/officeDocument/2006/relationships/slideLayout" Target="../slideLayouts/slideLayout2.xml"/></Relationships>
</file>

<file path=ppt/slides/_rels/slide8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5.xml.rels><?xml version="1.0" encoding="UTF-8" standalone="yes"?>
<Relationships xmlns="http://schemas.openxmlformats.org/package/2006/relationships"><Relationship Id="rId2" Type="http://schemas.openxmlformats.org/officeDocument/2006/relationships/image" Target="../media/image36.png"/><Relationship Id="rId1" Type="http://schemas.openxmlformats.org/officeDocument/2006/relationships/slideLayout" Target="../slideLayouts/slideLayout2.xml"/></Relationships>
</file>

<file path=ppt/slides/_rels/slide86.xml.rels><?xml version="1.0" encoding="UTF-8" standalone="yes"?>
<Relationships xmlns="http://schemas.openxmlformats.org/package/2006/relationships"><Relationship Id="rId2" Type="http://schemas.openxmlformats.org/officeDocument/2006/relationships/image" Target="../media/image37.png"/><Relationship Id="rId1" Type="http://schemas.openxmlformats.org/officeDocument/2006/relationships/slideLayout" Target="../slideLayouts/slideLayout2.xml"/></Relationships>
</file>

<file path=ppt/slides/_rels/slide87.xml.rels><?xml version="1.0" encoding="UTF-8" standalone="yes"?>
<Relationships xmlns="http://schemas.openxmlformats.org/package/2006/relationships"><Relationship Id="rId3" Type="http://schemas.openxmlformats.org/officeDocument/2006/relationships/image" Target="../media/image38.jpeg"/><Relationship Id="rId2" Type="http://schemas.openxmlformats.org/officeDocument/2006/relationships/notesSlide" Target="../notesSlides/notesSlide53.xml"/><Relationship Id="rId1" Type="http://schemas.openxmlformats.org/officeDocument/2006/relationships/slideLayout" Target="../slideLayouts/slideLayout2.xml"/></Relationships>
</file>

<file path=ppt/slides/_rels/slide88.xml.rels><?xml version="1.0" encoding="UTF-8" standalone="yes"?>
<Relationships xmlns="http://schemas.openxmlformats.org/package/2006/relationships"><Relationship Id="rId2" Type="http://schemas.openxmlformats.org/officeDocument/2006/relationships/notesSlide" Target="../notesSlides/notesSlide54.xml"/><Relationship Id="rId1" Type="http://schemas.openxmlformats.org/officeDocument/2006/relationships/slideLayout" Target="../slideLayouts/slideLayout2.xml"/></Relationships>
</file>

<file path=ppt/slides/_rels/slide89.xml.rels><?xml version="1.0" encoding="UTF-8" standalone="yes"?>
<Relationships xmlns="http://schemas.openxmlformats.org/package/2006/relationships"><Relationship Id="rId2" Type="http://schemas.openxmlformats.org/officeDocument/2006/relationships/image" Target="../media/image39.png"/><Relationship Id="rId1" Type="http://schemas.openxmlformats.org/officeDocument/2006/relationships/slideLayout" Target="../slideLayouts/slideLayout2.xml"/></Relationships>
</file>

<file path=ppt/slides/_rels/slide90.xml.rels><?xml version="1.0" encoding="UTF-8" standalone="yes"?>
<Relationships xmlns="http://schemas.openxmlformats.org/package/2006/relationships"><Relationship Id="rId3" Type="http://schemas.openxmlformats.org/officeDocument/2006/relationships/image" Target="../media/image40.png"/><Relationship Id="rId2" Type="http://schemas.openxmlformats.org/officeDocument/2006/relationships/notesSlide" Target="../notesSlides/notesSlide55.xml"/><Relationship Id="rId1" Type="http://schemas.openxmlformats.org/officeDocument/2006/relationships/slideLayout" Target="../slideLayouts/slideLayout2.xml"/></Relationships>
</file>

<file path=ppt/slides/_rels/slide91.xml.rels><?xml version="1.0" encoding="UTF-8" standalone="yes"?>
<Relationships xmlns="http://schemas.openxmlformats.org/package/2006/relationships"><Relationship Id="rId2" Type="http://schemas.openxmlformats.org/officeDocument/2006/relationships/notesSlide" Target="../notesSlides/notesSlide56.xml"/><Relationship Id="rId1" Type="http://schemas.openxmlformats.org/officeDocument/2006/relationships/slideLayout" Target="../slideLayouts/slideLayout2.xml"/></Relationships>
</file>

<file path=ppt/slides/_rels/slide9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7.xml.rels><?xml version="1.0" encoding="UTF-8" standalone="yes"?>
<Relationships xmlns="http://schemas.openxmlformats.org/package/2006/relationships"><Relationship Id="rId3" Type="http://schemas.openxmlformats.org/officeDocument/2006/relationships/image" Target="../media/image42.png"/><Relationship Id="rId2" Type="http://schemas.openxmlformats.org/officeDocument/2006/relationships/image" Target="../media/image41.jpg"/><Relationship Id="rId1" Type="http://schemas.openxmlformats.org/officeDocument/2006/relationships/slideLayout" Target="../slideLayouts/slideLayout2.xml"/></Relationships>
</file>

<file path=ppt/slides/_rels/slide98.xml.rels><?xml version="1.0" encoding="UTF-8" standalone="yes"?>
<Relationships xmlns="http://schemas.openxmlformats.org/package/2006/relationships"><Relationship Id="rId3" Type="http://schemas.openxmlformats.org/officeDocument/2006/relationships/hyperlink" Target="https://www.sohu.com/a/414388251_488672" TargetMode="External"/><Relationship Id="rId2" Type="http://schemas.openxmlformats.org/officeDocument/2006/relationships/hyperlink" Target="https://blog.csdn.net/blackorbird/article/details/104981184" TargetMode="External"/><Relationship Id="rId1" Type="http://schemas.openxmlformats.org/officeDocument/2006/relationships/slideLayout" Target="../slideLayouts/slideLayout2.xml"/><Relationship Id="rId4" Type="http://schemas.openxmlformats.org/officeDocument/2006/relationships/hyperlink" Target="https://blog.csdn.net/whatday/article/details/107503762" TargetMode="External"/></Relationships>
</file>

<file path=ppt/slides/_rels/slide99.xml.rels><?xml version="1.0" encoding="UTF-8" standalone="yes"?>
<Relationships xmlns="http://schemas.openxmlformats.org/package/2006/relationships"><Relationship Id="rId2" Type="http://schemas.openxmlformats.org/officeDocument/2006/relationships/image" Target="../media/image43.png"/><Relationship Id="rId1" Type="http://schemas.openxmlformats.org/officeDocument/2006/relationships/slideLayout" Target="../slideLayouts/slideLayout2.xml"/></Relationships>
</file>

<file path=ppt/slides/_rels/slide10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6.xml.rels><?xml version="1.0" encoding="UTF-8" standalone="yes"?>
<Relationships xmlns="http://schemas.openxmlformats.org/package/2006/relationships"><Relationship Id="rId2" Type="http://schemas.openxmlformats.org/officeDocument/2006/relationships/notesSlide" Target="../notesSlides/notesSlide57.xml"/><Relationship Id="rId1" Type="http://schemas.openxmlformats.org/officeDocument/2006/relationships/slideLayout" Target="../slideLayouts/slideLayout2.xml"/></Relationships>
</file>

<file path=ppt/slides/_rels/slide107.xml.rels><?xml version="1.0" encoding="UTF-8" standalone="yes"?>
<Relationships xmlns="http://schemas.openxmlformats.org/package/2006/relationships"><Relationship Id="rId2" Type="http://schemas.openxmlformats.org/officeDocument/2006/relationships/notesSlide" Target="../notesSlides/notesSlide58.xml"/><Relationship Id="rId1" Type="http://schemas.openxmlformats.org/officeDocument/2006/relationships/slideLayout" Target="../slideLayouts/slideLayout2.xml"/></Relationships>
</file>

<file path=ppt/slides/_rels/slide108.xml.rels><?xml version="1.0" encoding="UTF-8" standalone="yes"?>
<Relationships xmlns="http://schemas.openxmlformats.org/package/2006/relationships"><Relationship Id="rId2" Type="http://schemas.openxmlformats.org/officeDocument/2006/relationships/notesSlide" Target="../notesSlides/notesSlide59.xml"/><Relationship Id="rId1" Type="http://schemas.openxmlformats.org/officeDocument/2006/relationships/slideLayout" Target="../slideLayouts/slideLayout2.xml"/></Relationships>
</file>

<file path=ppt/slides/_rels/slide10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0.xml.rels><?xml version="1.0" encoding="UTF-8" standalone="yes"?>
<Relationships xmlns="http://schemas.openxmlformats.org/package/2006/relationships"><Relationship Id="rId2" Type="http://schemas.openxmlformats.org/officeDocument/2006/relationships/notesSlide" Target="../notesSlides/notesSlide60.xml"/><Relationship Id="rId1" Type="http://schemas.openxmlformats.org/officeDocument/2006/relationships/slideLayout" Target="../slideLayouts/slideLayout2.xml"/></Relationships>
</file>

<file path=ppt/slides/_rels/slide1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3.xml.rels><?xml version="1.0" encoding="UTF-8" standalone="yes"?>
<Relationships xmlns="http://schemas.openxmlformats.org/package/2006/relationships"><Relationship Id="rId2" Type="http://schemas.openxmlformats.org/officeDocument/2006/relationships/image" Target="../media/image44.png"/><Relationship Id="rId1" Type="http://schemas.openxmlformats.org/officeDocument/2006/relationships/slideLayout" Target="../slideLayouts/slideLayout2.xml"/></Relationships>
</file>

<file path=ppt/slides/_rels/slide114.xml.rels><?xml version="1.0" encoding="UTF-8" standalone="yes"?>
<Relationships xmlns="http://schemas.openxmlformats.org/package/2006/relationships"><Relationship Id="rId3" Type="http://schemas.openxmlformats.org/officeDocument/2006/relationships/image" Target="../media/image46.png"/><Relationship Id="rId2" Type="http://schemas.openxmlformats.org/officeDocument/2006/relationships/image" Target="../media/image45.png"/><Relationship Id="rId1" Type="http://schemas.openxmlformats.org/officeDocument/2006/relationships/slideLayout" Target="../slideLayouts/slideLayout2.xml"/></Relationships>
</file>

<file path=ppt/slides/_rels/slide115.xml.rels><?xml version="1.0" encoding="UTF-8" standalone="yes"?>
<Relationships xmlns="http://schemas.openxmlformats.org/package/2006/relationships"><Relationship Id="rId2" Type="http://schemas.openxmlformats.org/officeDocument/2006/relationships/image" Target="../media/image47.png"/><Relationship Id="rId1" Type="http://schemas.openxmlformats.org/officeDocument/2006/relationships/slideLayout" Target="../slideLayouts/slideLayout2.xml"/></Relationships>
</file>

<file path=ppt/slides/_rels/slide116.xml.rels><?xml version="1.0" encoding="UTF-8" standalone="yes"?>
<Relationships xmlns="http://schemas.openxmlformats.org/package/2006/relationships"><Relationship Id="rId2" Type="http://schemas.openxmlformats.org/officeDocument/2006/relationships/image" Target="../media/image48.png"/><Relationship Id="rId1" Type="http://schemas.openxmlformats.org/officeDocument/2006/relationships/slideLayout" Target="../slideLayouts/slideLayout2.xml"/></Relationships>
</file>

<file path=ppt/slides/_rels/slide117.xml.rels><?xml version="1.0" encoding="UTF-8" standalone="yes"?>
<Relationships xmlns="http://schemas.openxmlformats.org/package/2006/relationships"><Relationship Id="rId3" Type="http://schemas.openxmlformats.org/officeDocument/2006/relationships/image" Target="../media/image50.png"/><Relationship Id="rId2" Type="http://schemas.openxmlformats.org/officeDocument/2006/relationships/image" Target="../media/image49.png"/><Relationship Id="rId1" Type="http://schemas.openxmlformats.org/officeDocument/2006/relationships/slideLayout" Target="../slideLayouts/slideLayout2.xml"/></Relationships>
</file>

<file path=ppt/slides/_rels/slide118.xml.rels><?xml version="1.0" encoding="UTF-8" standalone="yes"?>
<Relationships xmlns="http://schemas.openxmlformats.org/package/2006/relationships"><Relationship Id="rId3" Type="http://schemas.openxmlformats.org/officeDocument/2006/relationships/image" Target="../media/image52.png"/><Relationship Id="rId2" Type="http://schemas.openxmlformats.org/officeDocument/2006/relationships/image" Target="../media/image51.png"/><Relationship Id="rId1" Type="http://schemas.openxmlformats.org/officeDocument/2006/relationships/slideLayout" Target="../slideLayouts/slideLayout2.xml"/></Relationships>
</file>

<file path=ppt/slides/_rels/slide119.xml.rels><?xml version="1.0" encoding="UTF-8" standalone="yes"?>
<Relationships xmlns="http://schemas.openxmlformats.org/package/2006/relationships"><Relationship Id="rId2" Type="http://schemas.openxmlformats.org/officeDocument/2006/relationships/notesSlide" Target="../notesSlides/notesSlide61.xml"/><Relationship Id="rId1" Type="http://schemas.openxmlformats.org/officeDocument/2006/relationships/slideLayout" Target="../slideLayouts/slideLayout2.xml"/></Relationships>
</file>

<file path=ppt/slides/_rels/slide120.xml.rels><?xml version="1.0" encoding="UTF-8" standalone="yes"?>
<Relationships xmlns="http://schemas.openxmlformats.org/package/2006/relationships"><Relationship Id="rId2" Type="http://schemas.openxmlformats.org/officeDocument/2006/relationships/notesSlide" Target="../notesSlides/notesSlide62.xml"/><Relationship Id="rId1" Type="http://schemas.openxmlformats.org/officeDocument/2006/relationships/slideLayout" Target="../slideLayouts/slideLayout2.xml"/></Relationships>
</file>

<file path=ppt/slides/_rels/slide12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5.xml.rels><?xml version="1.0" encoding="UTF-8" standalone="yes"?>
<Relationships xmlns="http://schemas.openxmlformats.org/package/2006/relationships"><Relationship Id="rId2" Type="http://schemas.openxmlformats.org/officeDocument/2006/relationships/notesSlide" Target="../notesSlides/notesSlide63.xml"/><Relationship Id="rId1" Type="http://schemas.openxmlformats.org/officeDocument/2006/relationships/slideLayout" Target="../slideLayouts/slideLayout2.xml"/></Relationships>
</file>

<file path=ppt/slides/_rels/slide12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副标题 2"/>
          <p:cNvSpPr>
            <a:spLocks noGrp="1"/>
          </p:cNvSpPr>
          <p:nvPr>
            <p:ph type="subTitle" idx="1"/>
          </p:nvPr>
        </p:nvSpPr>
        <p:spPr/>
        <p:txBody>
          <a:bodyPr/>
          <a:lstStyle/>
          <a:p>
            <a:endParaRPr lang="zh-CN" altLang="en-US"/>
          </a:p>
        </p:txBody>
      </p:sp>
      <p:sp>
        <p:nvSpPr>
          <p:cNvPr id="4" name="标题 1"/>
          <p:cNvSpPr>
            <a:spLocks noGrp="1"/>
          </p:cNvSpPr>
          <p:nvPr>
            <p:ph type="ctrTitle"/>
          </p:nvPr>
        </p:nvSpPr>
        <p:spPr>
          <a:xfrm>
            <a:off x="1524000" y="1876425"/>
            <a:ext cx="6591300" cy="1143000"/>
          </a:xfrm>
        </p:spPr>
        <p:txBody>
          <a:bodyPr/>
          <a:lstStyle/>
          <a:p>
            <a:r>
              <a:rPr lang="zh-CN" altLang="en-US" dirty="0" smtClean="0">
                <a:solidFill>
                  <a:schemeClr val="tx1"/>
                </a:solidFill>
              </a:rPr>
              <a:t>第 四 章    网络侦察技术</a:t>
            </a:r>
            <a:endParaRPr lang="zh-CN" altLang="en-US" dirty="0">
              <a:solidFill>
                <a:schemeClr val="tx1"/>
              </a:solidFill>
            </a:endParaRPr>
          </a:p>
        </p:txBody>
      </p:sp>
      <p:pic>
        <p:nvPicPr>
          <p:cNvPr id="1026" name="Picture 2" descr="D:\mywork\网络攻防原理改版\1-14章PPT（20160618）\网络侦察.jpg"/>
          <p:cNvPicPr>
            <a:picLocks noChangeAspect="1" noChangeArrowheads="1"/>
          </p:cNvPicPr>
          <p:nvPr/>
        </p:nvPicPr>
        <p:blipFill>
          <a:blip r:embed="rId2" cstate="print"/>
          <a:srcRect/>
          <a:stretch>
            <a:fillRect/>
          </a:stretch>
        </p:blipFill>
        <p:spPr bwMode="auto">
          <a:xfrm>
            <a:off x="2914650" y="3690938"/>
            <a:ext cx="2720340" cy="1906905"/>
          </a:xfrm>
          <a:prstGeom prst="rect">
            <a:avLst/>
          </a:prstGeom>
          <a:noFill/>
        </p:spPr>
      </p:pic>
    </p:spTree>
  </p:cSld>
  <p:clrMapOvr>
    <a:masterClrMapping/>
  </p:clrMapOvr>
  <p:timing>
    <p:tnLst>
      <p:par>
        <p:cTn id="1" dur="indefinite" restart="never" nodeType="tmRoot"/>
      </p:par>
    </p:tnLst>
  </p:timing>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8435" name="Rectangle 2"/>
          <p:cNvSpPr>
            <a:spLocks noGrp="1" noChangeArrowheads="1"/>
          </p:cNvSpPr>
          <p:nvPr>
            <p:ph type="title"/>
          </p:nvPr>
        </p:nvSpPr>
        <p:spPr/>
        <p:txBody>
          <a:bodyPr/>
          <a:lstStyle/>
          <a:p>
            <a:pPr eaLnBrk="1" hangingPunct="1"/>
            <a:r>
              <a:rPr lang="zh-CN" altLang="en-US" dirty="0"/>
              <a:t>前言</a:t>
            </a:r>
            <a:endParaRPr lang="en-US" altLang="zh-CN" dirty="0" smtClean="0"/>
          </a:p>
        </p:txBody>
      </p:sp>
      <p:sp>
        <p:nvSpPr>
          <p:cNvPr id="403459" name="Rectangle 3"/>
          <p:cNvSpPr>
            <a:spLocks noGrp="1" noChangeArrowheads="1"/>
          </p:cNvSpPr>
          <p:nvPr>
            <p:ph type="body" idx="1"/>
          </p:nvPr>
        </p:nvSpPr>
        <p:spPr/>
        <p:txBody>
          <a:bodyPr/>
          <a:lstStyle/>
          <a:p>
            <a:pPr eaLnBrk="1" hangingPunct="1">
              <a:lnSpc>
                <a:spcPct val="150000"/>
              </a:lnSpc>
            </a:pPr>
            <a:r>
              <a:rPr lang="zh-CN" altLang="en-US" dirty="0" smtClean="0"/>
              <a:t>常言道</a:t>
            </a:r>
            <a:r>
              <a:rPr lang="en-US" altLang="zh-CN" dirty="0" smtClean="0"/>
              <a:t>“</a:t>
            </a:r>
            <a:r>
              <a:rPr lang="zh-CN" altLang="en-US" dirty="0" smtClean="0"/>
              <a:t>知己知彼，百战不殆</a:t>
            </a:r>
            <a:r>
              <a:rPr lang="en-US" altLang="zh-CN" dirty="0" smtClean="0"/>
              <a:t>”</a:t>
            </a:r>
          </a:p>
          <a:p>
            <a:pPr eaLnBrk="1" hangingPunct="1">
              <a:lnSpc>
                <a:spcPct val="150000"/>
              </a:lnSpc>
            </a:pPr>
            <a:r>
              <a:rPr lang="zh-CN" altLang="en-US" dirty="0" smtClean="0"/>
              <a:t>开展网络攻击的第一步，也是关键一步就是网络侦查，也叫网络探测、信息收集等</a:t>
            </a:r>
          </a:p>
          <a:p>
            <a:pPr eaLnBrk="1" hangingPunct="1">
              <a:lnSpc>
                <a:spcPct val="150000"/>
              </a:lnSpc>
            </a:pPr>
            <a:r>
              <a:rPr lang="zh-CN" altLang="en-US" dirty="0" smtClean="0"/>
              <a:t>网络侦察：了解你的猎物！</a:t>
            </a:r>
          </a:p>
          <a:p>
            <a:pPr marL="0" indent="0" eaLnBrk="1" hangingPunct="1">
              <a:lnSpc>
                <a:spcPct val="150000"/>
              </a:lnSpc>
              <a:buNone/>
            </a:pPr>
            <a:endParaRPr lang="en-US" altLang="zh-CN" dirty="0" smtClean="0"/>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nodeType="clickEffect">
                                  <p:stCondLst>
                                    <p:cond delay="0"/>
                                  </p:stCondLst>
                                  <p:childTnLst>
                                    <p:set>
                                      <p:cBhvr>
                                        <p:cTn id="6" dur="1" fill="hold">
                                          <p:stCondLst>
                                            <p:cond delay="0"/>
                                          </p:stCondLst>
                                        </p:cTn>
                                        <p:tgtEl>
                                          <p:spTgt spid="403459">
                                            <p:txEl>
                                              <p:pRg st="2" end="2"/>
                                            </p:txEl>
                                          </p:spTgt>
                                        </p:tgtEl>
                                        <p:attrNameLst>
                                          <p:attrName>style.visibility</p:attrName>
                                        </p:attrNameLst>
                                      </p:cBhvr>
                                      <p:to>
                                        <p:strVal val="visible"/>
                                      </p:to>
                                    </p:set>
                                    <p:anim calcmode="lin" valueType="num">
                                      <p:cBhvr additive="base">
                                        <p:cTn id="7" dur="500" fill="hold"/>
                                        <p:tgtEl>
                                          <p:spTgt spid="403459">
                                            <p:txEl>
                                              <p:pRg st="2" end="2"/>
                                            </p:txEl>
                                          </p:spTgt>
                                        </p:tgtEl>
                                        <p:attrNameLst>
                                          <p:attrName>ppt_x</p:attrName>
                                        </p:attrNameLst>
                                      </p:cBhvr>
                                      <p:tavLst>
                                        <p:tav tm="0">
                                          <p:val>
                                            <p:strVal val="#ppt_x"/>
                                          </p:val>
                                        </p:tav>
                                        <p:tav tm="100000">
                                          <p:val>
                                            <p:strVal val="#ppt_x"/>
                                          </p:val>
                                        </p:tav>
                                      </p:tavLst>
                                    </p:anim>
                                    <p:anim calcmode="lin" valueType="num">
                                      <p:cBhvr additive="base">
                                        <p:cTn id="8" dur="500" fill="hold"/>
                                        <p:tgtEl>
                                          <p:spTgt spid="403459">
                                            <p:txEl>
                                              <p:pRg st="2" end="2"/>
                                            </p:txEl>
                                          </p:spTgt>
                                        </p:tgtEl>
                                        <p:attrNameLst>
                                          <p:attrName>ppt_y</p:attrName>
                                        </p:attrNameLst>
                                      </p:cBhvr>
                                      <p:tavLst>
                                        <p:tav tm="0">
                                          <p:val>
                                            <p:strVal val="1+#ppt_h/2"/>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2" presetClass="entr" presetSubtype="4" fill="hold" nodeType="clickEffect">
                                  <p:stCondLst>
                                    <p:cond delay="0"/>
                                  </p:stCondLst>
                                  <p:childTnLst>
                                    <p:set>
                                      <p:cBhvr>
                                        <p:cTn id="12" dur="1" fill="hold">
                                          <p:stCondLst>
                                            <p:cond delay="0"/>
                                          </p:stCondLst>
                                        </p:cTn>
                                        <p:tgtEl>
                                          <p:spTgt spid="403459">
                                            <p:txEl>
                                              <p:pRg st="0" end="0"/>
                                            </p:txEl>
                                          </p:spTgt>
                                        </p:tgtEl>
                                        <p:attrNameLst>
                                          <p:attrName>style.visibility</p:attrName>
                                        </p:attrNameLst>
                                      </p:cBhvr>
                                      <p:to>
                                        <p:strVal val="visible"/>
                                      </p:to>
                                    </p:set>
                                    <p:anim calcmode="lin" valueType="num">
                                      <p:cBhvr additive="base">
                                        <p:cTn id="13" dur="500" fill="hold"/>
                                        <p:tgtEl>
                                          <p:spTgt spid="403459">
                                            <p:txEl>
                                              <p:pRg st="0" end="0"/>
                                            </p:txEl>
                                          </p:spTgt>
                                        </p:tgtEl>
                                        <p:attrNameLst>
                                          <p:attrName>ppt_x</p:attrName>
                                        </p:attrNameLst>
                                      </p:cBhvr>
                                      <p:tavLst>
                                        <p:tav tm="0">
                                          <p:val>
                                            <p:strVal val="#ppt_x"/>
                                          </p:val>
                                        </p:tav>
                                        <p:tav tm="100000">
                                          <p:val>
                                            <p:strVal val="#ppt_x"/>
                                          </p:val>
                                        </p:tav>
                                      </p:tavLst>
                                    </p:anim>
                                    <p:anim calcmode="lin" valueType="num">
                                      <p:cBhvr additive="base">
                                        <p:cTn id="14" dur="500" fill="hold"/>
                                        <p:tgtEl>
                                          <p:spTgt spid="403459">
                                            <p:txEl>
                                              <p:pRg st="0" end="0"/>
                                            </p:txEl>
                                          </p:spTgt>
                                        </p:tgtEl>
                                        <p:attrNameLst>
                                          <p:attrName>ppt_y</p:attrName>
                                        </p:attrNameLst>
                                      </p:cBhvr>
                                      <p:tavLst>
                                        <p:tav tm="0">
                                          <p:val>
                                            <p:strVal val="1+#ppt_h/2"/>
                                          </p:val>
                                        </p:tav>
                                        <p:tav tm="100000">
                                          <p:val>
                                            <p:strVal val="#ppt_y"/>
                                          </p:val>
                                        </p:tav>
                                      </p:tavLst>
                                    </p:anim>
                                  </p:childTnLst>
                                </p:cTn>
                              </p:par>
                            </p:childTnLst>
                          </p:cTn>
                        </p:par>
                      </p:childTnLst>
                    </p:cTn>
                  </p:par>
                  <p:par>
                    <p:cTn id="15" fill="hold">
                      <p:stCondLst>
                        <p:cond delay="indefinite"/>
                      </p:stCondLst>
                      <p:childTnLst>
                        <p:par>
                          <p:cTn id="16" fill="hold">
                            <p:stCondLst>
                              <p:cond delay="0"/>
                            </p:stCondLst>
                            <p:childTnLst>
                              <p:par>
                                <p:cTn id="17" presetID="2" presetClass="entr" presetSubtype="4" fill="hold" nodeType="clickEffect">
                                  <p:stCondLst>
                                    <p:cond delay="0"/>
                                  </p:stCondLst>
                                  <p:childTnLst>
                                    <p:set>
                                      <p:cBhvr>
                                        <p:cTn id="18" dur="1" fill="hold">
                                          <p:stCondLst>
                                            <p:cond delay="0"/>
                                          </p:stCondLst>
                                        </p:cTn>
                                        <p:tgtEl>
                                          <p:spTgt spid="403459">
                                            <p:txEl>
                                              <p:pRg st="1" end="1"/>
                                            </p:txEl>
                                          </p:spTgt>
                                        </p:tgtEl>
                                        <p:attrNameLst>
                                          <p:attrName>style.visibility</p:attrName>
                                        </p:attrNameLst>
                                      </p:cBhvr>
                                      <p:to>
                                        <p:strVal val="visible"/>
                                      </p:to>
                                    </p:set>
                                    <p:anim calcmode="lin" valueType="num">
                                      <p:cBhvr additive="base">
                                        <p:cTn id="19" dur="500" fill="hold"/>
                                        <p:tgtEl>
                                          <p:spTgt spid="403459">
                                            <p:txEl>
                                              <p:pRg st="1" end="1"/>
                                            </p:txEl>
                                          </p:spTgt>
                                        </p:tgtEl>
                                        <p:attrNameLst>
                                          <p:attrName>ppt_x</p:attrName>
                                        </p:attrNameLst>
                                      </p:cBhvr>
                                      <p:tavLst>
                                        <p:tav tm="0">
                                          <p:val>
                                            <p:strVal val="#ppt_x"/>
                                          </p:val>
                                        </p:tav>
                                        <p:tav tm="100000">
                                          <p:val>
                                            <p:strVal val="#ppt_x"/>
                                          </p:val>
                                        </p:tav>
                                      </p:tavLst>
                                    </p:anim>
                                    <p:anim calcmode="lin" valueType="num">
                                      <p:cBhvr additive="base">
                                        <p:cTn id="20" dur="500" fill="hold"/>
                                        <p:tgtEl>
                                          <p:spTgt spid="403459">
                                            <p:txEl>
                                              <p:pRg st="1" end="1"/>
                                            </p:txEl>
                                          </p:spTgt>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8435" name="Rectangle 2"/>
          <p:cNvSpPr>
            <a:spLocks noGrp="1" noChangeArrowheads="1"/>
          </p:cNvSpPr>
          <p:nvPr>
            <p:ph type="title"/>
          </p:nvPr>
        </p:nvSpPr>
        <p:spPr/>
        <p:txBody>
          <a:bodyPr/>
          <a:lstStyle/>
          <a:p>
            <a:pPr eaLnBrk="1" hangingPunct="1"/>
            <a:r>
              <a:rPr lang="zh-CN" altLang="en-US" dirty="0"/>
              <a:t>前言</a:t>
            </a:r>
            <a:endParaRPr lang="en-US" altLang="zh-CN" dirty="0" smtClean="0"/>
          </a:p>
        </p:txBody>
      </p:sp>
      <p:sp>
        <p:nvSpPr>
          <p:cNvPr id="403459" name="Rectangle 3"/>
          <p:cNvSpPr>
            <a:spLocks noGrp="1" noChangeArrowheads="1"/>
          </p:cNvSpPr>
          <p:nvPr>
            <p:ph type="body" idx="1"/>
          </p:nvPr>
        </p:nvSpPr>
        <p:spPr>
          <a:xfrm>
            <a:off x="668239" y="1214799"/>
            <a:ext cx="7772400" cy="4114800"/>
          </a:xfrm>
        </p:spPr>
        <p:txBody>
          <a:bodyPr/>
          <a:lstStyle/>
          <a:p>
            <a:pPr eaLnBrk="1" hangingPunct="1">
              <a:lnSpc>
                <a:spcPct val="150000"/>
              </a:lnSpc>
            </a:pPr>
            <a:r>
              <a:rPr lang="zh-CN" altLang="en-US" dirty="0" smtClean="0"/>
              <a:t>要想成功、隐秘地进入目标网络，必须了解目标的网络、设备、系统以及安全策略等方面的信息。</a:t>
            </a:r>
            <a:endParaRPr lang="en-US" altLang="zh-CN" dirty="0" smtClean="0"/>
          </a:p>
          <a:p>
            <a:pPr eaLnBrk="1" hangingPunct="1">
              <a:lnSpc>
                <a:spcPct val="150000"/>
              </a:lnSpc>
            </a:pPr>
            <a:r>
              <a:rPr lang="zh-CN" altLang="en-US" dirty="0" smtClean="0"/>
              <a:t>信息收集是指攻击者为了更加有效地实施攻击而在</a:t>
            </a:r>
            <a:r>
              <a:rPr lang="zh-CN" altLang="en-US" dirty="0" smtClean="0">
                <a:solidFill>
                  <a:srgbClr val="FF0000"/>
                </a:solidFill>
              </a:rPr>
              <a:t>攻击前</a:t>
            </a:r>
            <a:r>
              <a:rPr lang="zh-CN" altLang="en-US" dirty="0" smtClean="0"/>
              <a:t>或</a:t>
            </a:r>
            <a:r>
              <a:rPr lang="zh-CN" altLang="en-US" dirty="0" smtClean="0">
                <a:solidFill>
                  <a:srgbClr val="FF0000"/>
                </a:solidFill>
              </a:rPr>
              <a:t>攻击过程中</a:t>
            </a:r>
            <a:r>
              <a:rPr lang="zh-CN" altLang="en-US" dirty="0" smtClean="0"/>
              <a:t>对目标实施的所有探测活动。其手段</a:t>
            </a:r>
            <a:r>
              <a:rPr lang="zh-CN" altLang="en-US" dirty="0" smtClean="0">
                <a:solidFill>
                  <a:srgbClr val="FF0000"/>
                </a:solidFill>
              </a:rPr>
              <a:t>一般不应该对目标系统造成破坏</a:t>
            </a:r>
            <a:r>
              <a:rPr lang="zh-CN" altLang="en-US" dirty="0" smtClean="0"/>
              <a:t>。</a:t>
            </a:r>
            <a:endParaRPr lang="en-US" altLang="zh-CN" dirty="0" smtClean="0"/>
          </a:p>
          <a:p>
            <a:pPr marL="0" indent="0" eaLnBrk="1" hangingPunct="1">
              <a:lnSpc>
                <a:spcPct val="150000"/>
              </a:lnSpc>
              <a:buNone/>
            </a:pPr>
            <a:endParaRPr lang="en-US" altLang="zh-CN" dirty="0" smtClean="0"/>
          </a:p>
        </p:txBody>
      </p:sp>
    </p:spTree>
    <p:extLst>
      <p:ext uri="{BB962C8B-B14F-4D97-AF65-F5344CB8AC3E}">
        <p14:creationId xmlns:p14="http://schemas.microsoft.com/office/powerpoint/2010/main" val="278628295"/>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nodeType="clickEffect">
                                  <p:stCondLst>
                                    <p:cond delay="0"/>
                                  </p:stCondLst>
                                  <p:childTnLst>
                                    <p:set>
                                      <p:cBhvr>
                                        <p:cTn id="6" dur="1" fill="hold">
                                          <p:stCondLst>
                                            <p:cond delay="0"/>
                                          </p:stCondLst>
                                        </p:cTn>
                                        <p:tgtEl>
                                          <p:spTgt spid="403459">
                                            <p:txEl>
                                              <p:pRg st="0" end="0"/>
                                            </p:txEl>
                                          </p:spTgt>
                                        </p:tgtEl>
                                        <p:attrNameLst>
                                          <p:attrName>style.visibility</p:attrName>
                                        </p:attrNameLst>
                                      </p:cBhvr>
                                      <p:to>
                                        <p:strVal val="visible"/>
                                      </p:to>
                                    </p:set>
                                    <p:anim calcmode="lin" valueType="num">
                                      <p:cBhvr additive="base">
                                        <p:cTn id="7" dur="500" fill="hold"/>
                                        <p:tgtEl>
                                          <p:spTgt spid="403459">
                                            <p:txEl>
                                              <p:pRg st="0" end="0"/>
                                            </p:txEl>
                                          </p:spTgt>
                                        </p:tgtEl>
                                        <p:attrNameLst>
                                          <p:attrName>ppt_x</p:attrName>
                                        </p:attrNameLst>
                                      </p:cBhvr>
                                      <p:tavLst>
                                        <p:tav tm="0">
                                          <p:val>
                                            <p:strVal val="#ppt_x"/>
                                          </p:val>
                                        </p:tav>
                                        <p:tav tm="100000">
                                          <p:val>
                                            <p:strVal val="#ppt_x"/>
                                          </p:val>
                                        </p:tav>
                                      </p:tavLst>
                                    </p:anim>
                                    <p:anim calcmode="lin" valueType="num">
                                      <p:cBhvr additive="base">
                                        <p:cTn id="8" dur="500" fill="hold"/>
                                        <p:tgtEl>
                                          <p:spTgt spid="403459">
                                            <p:txEl>
                                              <p:pRg st="0" end="0"/>
                                            </p:txEl>
                                          </p:spTgt>
                                        </p:tgtEl>
                                        <p:attrNameLst>
                                          <p:attrName>ppt_y</p:attrName>
                                        </p:attrNameLst>
                                      </p:cBhvr>
                                      <p:tavLst>
                                        <p:tav tm="0">
                                          <p:val>
                                            <p:strVal val="1+#ppt_h/2"/>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2" presetClass="entr" presetSubtype="4" fill="hold" nodeType="clickEffect">
                                  <p:stCondLst>
                                    <p:cond delay="0"/>
                                  </p:stCondLst>
                                  <p:childTnLst>
                                    <p:set>
                                      <p:cBhvr>
                                        <p:cTn id="12" dur="1" fill="hold">
                                          <p:stCondLst>
                                            <p:cond delay="0"/>
                                          </p:stCondLst>
                                        </p:cTn>
                                        <p:tgtEl>
                                          <p:spTgt spid="403459">
                                            <p:txEl>
                                              <p:pRg st="1" end="1"/>
                                            </p:txEl>
                                          </p:spTgt>
                                        </p:tgtEl>
                                        <p:attrNameLst>
                                          <p:attrName>style.visibility</p:attrName>
                                        </p:attrNameLst>
                                      </p:cBhvr>
                                      <p:to>
                                        <p:strVal val="visible"/>
                                      </p:to>
                                    </p:set>
                                    <p:anim calcmode="lin" valueType="num">
                                      <p:cBhvr additive="base">
                                        <p:cTn id="13" dur="500" fill="hold"/>
                                        <p:tgtEl>
                                          <p:spTgt spid="403459">
                                            <p:txEl>
                                              <p:pRg st="1" end="1"/>
                                            </p:txEl>
                                          </p:spTgt>
                                        </p:tgtEl>
                                        <p:attrNameLst>
                                          <p:attrName>ppt_x</p:attrName>
                                        </p:attrNameLst>
                                      </p:cBhvr>
                                      <p:tavLst>
                                        <p:tav tm="0">
                                          <p:val>
                                            <p:strVal val="#ppt_x"/>
                                          </p:val>
                                        </p:tav>
                                        <p:tav tm="100000">
                                          <p:val>
                                            <p:strVal val="#ppt_x"/>
                                          </p:val>
                                        </p:tav>
                                      </p:tavLst>
                                    </p:anim>
                                    <p:anim calcmode="lin" valueType="num">
                                      <p:cBhvr additive="base">
                                        <p:cTn id="14" dur="500" fill="hold"/>
                                        <p:tgtEl>
                                          <p:spTgt spid="403459">
                                            <p:txEl>
                                              <p:pRg st="1" end="1"/>
                                            </p:txEl>
                                          </p:spTgt>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8435" name="Rectangle 2"/>
          <p:cNvSpPr>
            <a:spLocks noGrp="1" noChangeArrowheads="1"/>
          </p:cNvSpPr>
          <p:nvPr>
            <p:ph type="title"/>
          </p:nvPr>
        </p:nvSpPr>
        <p:spPr/>
        <p:txBody>
          <a:bodyPr/>
          <a:lstStyle/>
          <a:p>
            <a:pPr eaLnBrk="1" hangingPunct="1"/>
            <a:r>
              <a:rPr lang="zh-CN" altLang="en-US" dirty="0" smtClean="0"/>
              <a:t>网络信息的收集</a:t>
            </a:r>
            <a:endParaRPr lang="en-US" altLang="zh-CN" dirty="0" smtClean="0"/>
          </a:p>
        </p:txBody>
      </p:sp>
      <p:sp>
        <p:nvSpPr>
          <p:cNvPr id="403459" name="Rectangle 3"/>
          <p:cNvSpPr>
            <a:spLocks noGrp="1" noChangeArrowheads="1"/>
          </p:cNvSpPr>
          <p:nvPr>
            <p:ph type="body" idx="1"/>
          </p:nvPr>
        </p:nvSpPr>
        <p:spPr>
          <a:xfrm>
            <a:off x="361628" y="1327101"/>
            <a:ext cx="8229600" cy="5083224"/>
          </a:xfrm>
        </p:spPr>
        <p:txBody>
          <a:bodyPr/>
          <a:lstStyle/>
          <a:p>
            <a:pPr eaLnBrk="1" hangingPunct="1">
              <a:lnSpc>
                <a:spcPct val="105000"/>
              </a:lnSpc>
            </a:pPr>
            <a:r>
              <a:rPr lang="zh-CN" altLang="en-US" sz="2000" dirty="0" smtClean="0"/>
              <a:t>任务，获取以下信息</a:t>
            </a:r>
          </a:p>
          <a:p>
            <a:pPr lvl="1" eaLnBrk="1" hangingPunct="1">
              <a:lnSpc>
                <a:spcPct val="100000"/>
              </a:lnSpc>
            </a:pPr>
            <a:r>
              <a:rPr lang="zh-CN" altLang="en-US" sz="2000" dirty="0" smtClean="0"/>
              <a:t>静态信息</a:t>
            </a:r>
          </a:p>
          <a:p>
            <a:pPr lvl="2" eaLnBrk="1" hangingPunct="1">
              <a:lnSpc>
                <a:spcPct val="90000"/>
              </a:lnSpc>
            </a:pPr>
            <a:r>
              <a:rPr lang="zh-CN" altLang="en-US" sz="2000" dirty="0" smtClean="0">
                <a:solidFill>
                  <a:srgbClr val="000000"/>
                </a:solidFill>
              </a:rPr>
              <a:t>各种联系信息，包括姓名、邮件地址、电话号码等</a:t>
            </a:r>
          </a:p>
          <a:p>
            <a:pPr lvl="2" eaLnBrk="1" hangingPunct="1">
              <a:lnSpc>
                <a:spcPct val="90000"/>
              </a:lnSpc>
            </a:pPr>
            <a:r>
              <a:rPr lang="en-US" altLang="zh-CN" sz="2000" dirty="0" smtClean="0">
                <a:solidFill>
                  <a:srgbClr val="000000"/>
                </a:solidFill>
              </a:rPr>
              <a:t>DNS</a:t>
            </a:r>
            <a:r>
              <a:rPr lang="zh-CN" altLang="en-US" sz="2000" dirty="0" smtClean="0">
                <a:solidFill>
                  <a:srgbClr val="000000"/>
                </a:solidFill>
              </a:rPr>
              <a:t>、邮件、</a:t>
            </a:r>
            <a:r>
              <a:rPr lang="en-US" altLang="zh-CN" sz="2000" dirty="0" smtClean="0">
                <a:solidFill>
                  <a:srgbClr val="000000"/>
                </a:solidFill>
              </a:rPr>
              <a:t>Web</a:t>
            </a:r>
            <a:r>
              <a:rPr lang="zh-CN" altLang="en-US" sz="2000" dirty="0" smtClean="0">
                <a:solidFill>
                  <a:srgbClr val="000000"/>
                </a:solidFill>
              </a:rPr>
              <a:t>等服务器</a:t>
            </a:r>
          </a:p>
          <a:p>
            <a:pPr lvl="2" eaLnBrk="1" hangingPunct="1">
              <a:lnSpc>
                <a:spcPct val="90000"/>
              </a:lnSpc>
            </a:pPr>
            <a:r>
              <a:rPr lang="zh-CN" altLang="en-US" sz="2000" dirty="0" smtClean="0">
                <a:solidFill>
                  <a:srgbClr val="000000"/>
                </a:solidFill>
              </a:rPr>
              <a:t>主机或网络的</a:t>
            </a:r>
            <a:r>
              <a:rPr lang="en-US" altLang="zh-CN" sz="2000" dirty="0" smtClean="0">
                <a:solidFill>
                  <a:srgbClr val="000000"/>
                </a:solidFill>
              </a:rPr>
              <a:t>IP</a:t>
            </a:r>
            <a:r>
              <a:rPr lang="zh-CN" altLang="en-US" sz="2000" dirty="0" smtClean="0">
                <a:solidFill>
                  <a:srgbClr val="000000"/>
                </a:solidFill>
              </a:rPr>
              <a:t>地址（段）、名字和域</a:t>
            </a:r>
            <a:endParaRPr lang="en-US" altLang="zh-CN" sz="2000" dirty="0" smtClean="0">
              <a:solidFill>
                <a:srgbClr val="000000"/>
              </a:solidFill>
            </a:endParaRPr>
          </a:p>
          <a:p>
            <a:pPr lvl="2" eaLnBrk="1" hangingPunct="1">
              <a:lnSpc>
                <a:spcPct val="90000"/>
              </a:lnSpc>
            </a:pPr>
            <a:r>
              <a:rPr lang="zh-CN" altLang="en-US" sz="2000" dirty="0" smtClean="0">
                <a:solidFill>
                  <a:srgbClr val="000000"/>
                </a:solidFill>
              </a:rPr>
              <a:t>网络拓扑结构</a:t>
            </a:r>
          </a:p>
          <a:p>
            <a:pPr lvl="2" eaLnBrk="1" hangingPunct="1">
              <a:lnSpc>
                <a:spcPct val="90000"/>
              </a:lnSpc>
            </a:pPr>
            <a:r>
              <a:rPr lang="zh-CN" altLang="en-US" sz="2000" dirty="0" smtClean="0">
                <a:solidFill>
                  <a:srgbClr val="000000"/>
                </a:solidFill>
              </a:rPr>
              <a:t>业务信息</a:t>
            </a:r>
          </a:p>
          <a:p>
            <a:pPr lvl="1" eaLnBrk="1" hangingPunct="1">
              <a:lnSpc>
                <a:spcPct val="100000"/>
              </a:lnSpc>
            </a:pPr>
            <a:r>
              <a:rPr lang="zh-CN" altLang="en-US" sz="2000" dirty="0" smtClean="0"/>
              <a:t>动态信息</a:t>
            </a:r>
          </a:p>
          <a:p>
            <a:pPr lvl="2" eaLnBrk="1" hangingPunct="1">
              <a:lnSpc>
                <a:spcPct val="90000"/>
              </a:lnSpc>
            </a:pPr>
            <a:r>
              <a:rPr lang="zh-CN" altLang="en-US" sz="2000" dirty="0" smtClean="0">
                <a:solidFill>
                  <a:srgbClr val="000000"/>
                </a:solidFill>
              </a:rPr>
              <a:t>目标主机是否开机</a:t>
            </a:r>
          </a:p>
          <a:p>
            <a:pPr lvl="2" eaLnBrk="1" hangingPunct="1">
              <a:lnSpc>
                <a:spcPct val="90000"/>
              </a:lnSpc>
            </a:pPr>
            <a:r>
              <a:rPr lang="zh-CN" altLang="en-US" sz="2000" dirty="0" smtClean="0">
                <a:solidFill>
                  <a:srgbClr val="000000"/>
                </a:solidFill>
              </a:rPr>
              <a:t>目标主机是否安装了某种你感兴趣的软件</a:t>
            </a:r>
          </a:p>
          <a:p>
            <a:pPr lvl="2" eaLnBrk="1" hangingPunct="1">
              <a:lnSpc>
                <a:spcPct val="90000"/>
              </a:lnSpc>
            </a:pPr>
            <a:r>
              <a:rPr lang="zh-CN" altLang="en-US" sz="2000" dirty="0" smtClean="0">
                <a:solidFill>
                  <a:srgbClr val="000000"/>
                </a:solidFill>
              </a:rPr>
              <a:t>目标主机安装的是什么操作系统</a:t>
            </a:r>
          </a:p>
          <a:p>
            <a:pPr lvl="2" eaLnBrk="1" hangingPunct="1">
              <a:lnSpc>
                <a:spcPct val="90000"/>
              </a:lnSpc>
            </a:pPr>
            <a:r>
              <a:rPr lang="zh-CN" altLang="en-US" sz="2000" dirty="0" smtClean="0">
                <a:solidFill>
                  <a:srgbClr val="000000"/>
                </a:solidFill>
              </a:rPr>
              <a:t>目标主机上是否有某种安全漏洞可用于攻击</a:t>
            </a:r>
          </a:p>
          <a:p>
            <a:pPr lvl="1" eaLnBrk="1" hangingPunct="1">
              <a:lnSpc>
                <a:spcPct val="100000"/>
              </a:lnSpc>
            </a:pPr>
            <a:r>
              <a:rPr lang="zh-CN" altLang="en-US" sz="2000" dirty="0" smtClean="0"/>
              <a:t>其它一切对网络攻击产生作用的各种信息</a:t>
            </a:r>
            <a:endParaRPr lang="en-US" altLang="zh-CN" sz="2000" dirty="0" smtClean="0"/>
          </a:p>
          <a:p>
            <a:pPr lvl="1" eaLnBrk="1" hangingPunct="1">
              <a:lnSpc>
                <a:spcPct val="100000"/>
              </a:lnSpc>
            </a:pPr>
            <a:r>
              <a:rPr lang="zh-CN" altLang="en-US" sz="2000" dirty="0" smtClean="0"/>
              <a:t>找指定条件（如某地域、某厂家）的联网主机或设备</a:t>
            </a: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 presetClass="entr" presetSubtype="4" fill="hold" nodeType="withEffect">
                                  <p:stCondLst>
                                    <p:cond delay="0"/>
                                  </p:stCondLst>
                                  <p:childTnLst>
                                    <p:set>
                                      <p:cBhvr>
                                        <p:cTn id="6" dur="1" fill="hold">
                                          <p:stCondLst>
                                            <p:cond delay="0"/>
                                          </p:stCondLst>
                                        </p:cTn>
                                        <p:tgtEl>
                                          <p:spTgt spid="403459">
                                            <p:txEl>
                                              <p:pRg st="0" end="0"/>
                                            </p:txEl>
                                          </p:spTgt>
                                        </p:tgtEl>
                                        <p:attrNameLst>
                                          <p:attrName>style.visibility</p:attrName>
                                        </p:attrNameLst>
                                      </p:cBhvr>
                                      <p:to>
                                        <p:strVal val="visible"/>
                                      </p:to>
                                    </p:set>
                                    <p:anim calcmode="lin" valueType="num">
                                      <p:cBhvr additive="base">
                                        <p:cTn id="7" dur="500" fill="hold"/>
                                        <p:tgtEl>
                                          <p:spTgt spid="403459">
                                            <p:txEl>
                                              <p:pRg st="0" end="0"/>
                                            </p:txEl>
                                          </p:spTgt>
                                        </p:tgtEl>
                                        <p:attrNameLst>
                                          <p:attrName>ppt_x</p:attrName>
                                        </p:attrNameLst>
                                      </p:cBhvr>
                                      <p:tavLst>
                                        <p:tav tm="0">
                                          <p:val>
                                            <p:strVal val="#ppt_x"/>
                                          </p:val>
                                        </p:tav>
                                        <p:tav tm="100000">
                                          <p:val>
                                            <p:strVal val="#ppt_x"/>
                                          </p:val>
                                        </p:tav>
                                      </p:tavLst>
                                    </p:anim>
                                    <p:anim calcmode="lin" valueType="num">
                                      <p:cBhvr additive="base">
                                        <p:cTn id="8" dur="500" fill="hold"/>
                                        <p:tgtEl>
                                          <p:spTgt spid="403459">
                                            <p:txEl>
                                              <p:pRg st="0" end="0"/>
                                            </p:txEl>
                                          </p:spTgt>
                                        </p:tgtEl>
                                        <p:attrNameLst>
                                          <p:attrName>ppt_y</p:attrName>
                                        </p:attrNameLst>
                                      </p:cBhvr>
                                      <p:tavLst>
                                        <p:tav tm="0">
                                          <p:val>
                                            <p:strVal val="1+#ppt_h/2"/>
                                          </p:val>
                                        </p:tav>
                                        <p:tav tm="100000">
                                          <p:val>
                                            <p:strVal val="#ppt_y"/>
                                          </p:val>
                                        </p:tav>
                                      </p:tavLst>
                                    </p:anim>
                                  </p:childTnLst>
                                </p:cTn>
                              </p:par>
                              <p:par>
                                <p:cTn id="9" presetID="2" presetClass="entr" presetSubtype="4" fill="hold" nodeType="withEffect">
                                  <p:stCondLst>
                                    <p:cond delay="0"/>
                                  </p:stCondLst>
                                  <p:childTnLst>
                                    <p:set>
                                      <p:cBhvr>
                                        <p:cTn id="10" dur="1" fill="hold">
                                          <p:stCondLst>
                                            <p:cond delay="0"/>
                                          </p:stCondLst>
                                        </p:cTn>
                                        <p:tgtEl>
                                          <p:spTgt spid="403459">
                                            <p:txEl>
                                              <p:pRg st="1" end="1"/>
                                            </p:txEl>
                                          </p:spTgt>
                                        </p:tgtEl>
                                        <p:attrNameLst>
                                          <p:attrName>style.visibility</p:attrName>
                                        </p:attrNameLst>
                                      </p:cBhvr>
                                      <p:to>
                                        <p:strVal val="visible"/>
                                      </p:to>
                                    </p:set>
                                    <p:anim calcmode="lin" valueType="num">
                                      <p:cBhvr additive="base">
                                        <p:cTn id="11" dur="500" fill="hold"/>
                                        <p:tgtEl>
                                          <p:spTgt spid="403459">
                                            <p:txEl>
                                              <p:pRg st="1" end="1"/>
                                            </p:txEl>
                                          </p:spTgt>
                                        </p:tgtEl>
                                        <p:attrNameLst>
                                          <p:attrName>ppt_x</p:attrName>
                                        </p:attrNameLst>
                                      </p:cBhvr>
                                      <p:tavLst>
                                        <p:tav tm="0">
                                          <p:val>
                                            <p:strVal val="#ppt_x"/>
                                          </p:val>
                                        </p:tav>
                                        <p:tav tm="100000">
                                          <p:val>
                                            <p:strVal val="#ppt_x"/>
                                          </p:val>
                                        </p:tav>
                                      </p:tavLst>
                                    </p:anim>
                                    <p:anim calcmode="lin" valueType="num">
                                      <p:cBhvr additive="base">
                                        <p:cTn id="12" dur="500" fill="hold"/>
                                        <p:tgtEl>
                                          <p:spTgt spid="403459">
                                            <p:txEl>
                                              <p:pRg st="1" end="1"/>
                                            </p:txEl>
                                          </p:spTgt>
                                        </p:tgtEl>
                                        <p:attrNameLst>
                                          <p:attrName>ppt_y</p:attrName>
                                        </p:attrNameLst>
                                      </p:cBhvr>
                                      <p:tavLst>
                                        <p:tav tm="0">
                                          <p:val>
                                            <p:strVal val="1+#ppt_h/2"/>
                                          </p:val>
                                        </p:tav>
                                        <p:tav tm="100000">
                                          <p:val>
                                            <p:strVal val="#ppt_y"/>
                                          </p:val>
                                        </p:tav>
                                      </p:tavLst>
                                    </p:anim>
                                  </p:childTnLst>
                                </p:cTn>
                              </p:par>
                            </p:childTnLst>
                          </p:cTn>
                        </p:par>
                      </p:childTnLst>
                    </p:cTn>
                  </p:par>
                  <p:par>
                    <p:cTn id="13" fill="hold">
                      <p:stCondLst>
                        <p:cond delay="indefinite"/>
                      </p:stCondLst>
                      <p:childTnLst>
                        <p:par>
                          <p:cTn id="14" fill="hold">
                            <p:stCondLst>
                              <p:cond delay="0"/>
                            </p:stCondLst>
                            <p:childTnLst>
                              <p:par>
                                <p:cTn id="15" presetID="2" presetClass="entr" presetSubtype="4" fill="hold" nodeType="clickEffect">
                                  <p:stCondLst>
                                    <p:cond delay="0"/>
                                  </p:stCondLst>
                                  <p:childTnLst>
                                    <p:set>
                                      <p:cBhvr>
                                        <p:cTn id="16" dur="1" fill="hold">
                                          <p:stCondLst>
                                            <p:cond delay="0"/>
                                          </p:stCondLst>
                                        </p:cTn>
                                        <p:tgtEl>
                                          <p:spTgt spid="403459">
                                            <p:txEl>
                                              <p:pRg st="2" end="2"/>
                                            </p:txEl>
                                          </p:spTgt>
                                        </p:tgtEl>
                                        <p:attrNameLst>
                                          <p:attrName>style.visibility</p:attrName>
                                        </p:attrNameLst>
                                      </p:cBhvr>
                                      <p:to>
                                        <p:strVal val="visible"/>
                                      </p:to>
                                    </p:set>
                                    <p:anim calcmode="lin" valueType="num">
                                      <p:cBhvr additive="base">
                                        <p:cTn id="17" dur="500" fill="hold"/>
                                        <p:tgtEl>
                                          <p:spTgt spid="403459">
                                            <p:txEl>
                                              <p:pRg st="2" end="2"/>
                                            </p:txEl>
                                          </p:spTgt>
                                        </p:tgtEl>
                                        <p:attrNameLst>
                                          <p:attrName>ppt_x</p:attrName>
                                        </p:attrNameLst>
                                      </p:cBhvr>
                                      <p:tavLst>
                                        <p:tav tm="0">
                                          <p:val>
                                            <p:strVal val="#ppt_x"/>
                                          </p:val>
                                        </p:tav>
                                        <p:tav tm="100000">
                                          <p:val>
                                            <p:strVal val="#ppt_x"/>
                                          </p:val>
                                        </p:tav>
                                      </p:tavLst>
                                    </p:anim>
                                    <p:anim calcmode="lin" valueType="num">
                                      <p:cBhvr additive="base">
                                        <p:cTn id="18" dur="500" fill="hold"/>
                                        <p:tgtEl>
                                          <p:spTgt spid="403459">
                                            <p:txEl>
                                              <p:pRg st="2" end="2"/>
                                            </p:txEl>
                                          </p:spTgt>
                                        </p:tgtEl>
                                        <p:attrNameLst>
                                          <p:attrName>ppt_y</p:attrName>
                                        </p:attrNameLst>
                                      </p:cBhvr>
                                      <p:tavLst>
                                        <p:tav tm="0">
                                          <p:val>
                                            <p:strVal val="1+#ppt_h/2"/>
                                          </p:val>
                                        </p:tav>
                                        <p:tav tm="100000">
                                          <p:val>
                                            <p:strVal val="#ppt_y"/>
                                          </p:val>
                                        </p:tav>
                                      </p:tavLst>
                                    </p:anim>
                                  </p:childTnLst>
                                </p:cTn>
                              </p:par>
                            </p:childTnLst>
                          </p:cTn>
                        </p:par>
                      </p:childTnLst>
                    </p:cTn>
                  </p:par>
                  <p:par>
                    <p:cTn id="19" fill="hold">
                      <p:stCondLst>
                        <p:cond delay="indefinite"/>
                      </p:stCondLst>
                      <p:childTnLst>
                        <p:par>
                          <p:cTn id="20" fill="hold">
                            <p:stCondLst>
                              <p:cond delay="0"/>
                            </p:stCondLst>
                            <p:childTnLst>
                              <p:par>
                                <p:cTn id="21" presetID="2" presetClass="entr" presetSubtype="4" fill="hold" nodeType="clickEffect">
                                  <p:stCondLst>
                                    <p:cond delay="0"/>
                                  </p:stCondLst>
                                  <p:childTnLst>
                                    <p:set>
                                      <p:cBhvr>
                                        <p:cTn id="22" dur="1" fill="hold">
                                          <p:stCondLst>
                                            <p:cond delay="0"/>
                                          </p:stCondLst>
                                        </p:cTn>
                                        <p:tgtEl>
                                          <p:spTgt spid="403459">
                                            <p:txEl>
                                              <p:pRg st="3" end="3"/>
                                            </p:txEl>
                                          </p:spTgt>
                                        </p:tgtEl>
                                        <p:attrNameLst>
                                          <p:attrName>style.visibility</p:attrName>
                                        </p:attrNameLst>
                                      </p:cBhvr>
                                      <p:to>
                                        <p:strVal val="visible"/>
                                      </p:to>
                                    </p:set>
                                    <p:anim calcmode="lin" valueType="num">
                                      <p:cBhvr additive="base">
                                        <p:cTn id="23" dur="500" fill="hold"/>
                                        <p:tgtEl>
                                          <p:spTgt spid="403459">
                                            <p:txEl>
                                              <p:pRg st="3" end="3"/>
                                            </p:txEl>
                                          </p:spTgt>
                                        </p:tgtEl>
                                        <p:attrNameLst>
                                          <p:attrName>ppt_x</p:attrName>
                                        </p:attrNameLst>
                                      </p:cBhvr>
                                      <p:tavLst>
                                        <p:tav tm="0">
                                          <p:val>
                                            <p:strVal val="#ppt_x"/>
                                          </p:val>
                                        </p:tav>
                                        <p:tav tm="100000">
                                          <p:val>
                                            <p:strVal val="#ppt_x"/>
                                          </p:val>
                                        </p:tav>
                                      </p:tavLst>
                                    </p:anim>
                                    <p:anim calcmode="lin" valueType="num">
                                      <p:cBhvr additive="base">
                                        <p:cTn id="24" dur="500" fill="hold"/>
                                        <p:tgtEl>
                                          <p:spTgt spid="403459">
                                            <p:txEl>
                                              <p:pRg st="3" end="3"/>
                                            </p:txEl>
                                          </p:spTgt>
                                        </p:tgtEl>
                                        <p:attrNameLst>
                                          <p:attrName>ppt_y</p:attrName>
                                        </p:attrNameLst>
                                      </p:cBhvr>
                                      <p:tavLst>
                                        <p:tav tm="0">
                                          <p:val>
                                            <p:strVal val="1+#ppt_h/2"/>
                                          </p:val>
                                        </p:tav>
                                        <p:tav tm="100000">
                                          <p:val>
                                            <p:strVal val="#ppt_y"/>
                                          </p:val>
                                        </p:tav>
                                      </p:tavLst>
                                    </p:anim>
                                  </p:childTnLst>
                                </p:cTn>
                              </p:par>
                            </p:childTnLst>
                          </p:cTn>
                        </p:par>
                      </p:childTnLst>
                    </p:cTn>
                  </p:par>
                  <p:par>
                    <p:cTn id="25" fill="hold">
                      <p:stCondLst>
                        <p:cond delay="indefinite"/>
                      </p:stCondLst>
                      <p:childTnLst>
                        <p:par>
                          <p:cTn id="26" fill="hold">
                            <p:stCondLst>
                              <p:cond delay="0"/>
                            </p:stCondLst>
                            <p:childTnLst>
                              <p:par>
                                <p:cTn id="27" presetID="2" presetClass="entr" presetSubtype="4" fill="hold" nodeType="clickEffect">
                                  <p:stCondLst>
                                    <p:cond delay="0"/>
                                  </p:stCondLst>
                                  <p:childTnLst>
                                    <p:set>
                                      <p:cBhvr>
                                        <p:cTn id="28" dur="1" fill="hold">
                                          <p:stCondLst>
                                            <p:cond delay="0"/>
                                          </p:stCondLst>
                                        </p:cTn>
                                        <p:tgtEl>
                                          <p:spTgt spid="403459">
                                            <p:txEl>
                                              <p:pRg st="4" end="4"/>
                                            </p:txEl>
                                          </p:spTgt>
                                        </p:tgtEl>
                                        <p:attrNameLst>
                                          <p:attrName>style.visibility</p:attrName>
                                        </p:attrNameLst>
                                      </p:cBhvr>
                                      <p:to>
                                        <p:strVal val="visible"/>
                                      </p:to>
                                    </p:set>
                                    <p:anim calcmode="lin" valueType="num">
                                      <p:cBhvr additive="base">
                                        <p:cTn id="29" dur="500" fill="hold"/>
                                        <p:tgtEl>
                                          <p:spTgt spid="403459">
                                            <p:txEl>
                                              <p:pRg st="4" end="4"/>
                                            </p:txEl>
                                          </p:spTgt>
                                        </p:tgtEl>
                                        <p:attrNameLst>
                                          <p:attrName>ppt_x</p:attrName>
                                        </p:attrNameLst>
                                      </p:cBhvr>
                                      <p:tavLst>
                                        <p:tav tm="0">
                                          <p:val>
                                            <p:strVal val="#ppt_x"/>
                                          </p:val>
                                        </p:tav>
                                        <p:tav tm="100000">
                                          <p:val>
                                            <p:strVal val="#ppt_x"/>
                                          </p:val>
                                        </p:tav>
                                      </p:tavLst>
                                    </p:anim>
                                    <p:anim calcmode="lin" valueType="num">
                                      <p:cBhvr additive="base">
                                        <p:cTn id="30" dur="500" fill="hold"/>
                                        <p:tgtEl>
                                          <p:spTgt spid="403459">
                                            <p:txEl>
                                              <p:pRg st="4" end="4"/>
                                            </p:txEl>
                                          </p:spTgt>
                                        </p:tgtEl>
                                        <p:attrNameLst>
                                          <p:attrName>ppt_y</p:attrName>
                                        </p:attrNameLst>
                                      </p:cBhvr>
                                      <p:tavLst>
                                        <p:tav tm="0">
                                          <p:val>
                                            <p:strVal val="1+#ppt_h/2"/>
                                          </p:val>
                                        </p:tav>
                                        <p:tav tm="100000">
                                          <p:val>
                                            <p:strVal val="#ppt_y"/>
                                          </p:val>
                                        </p:tav>
                                      </p:tavLst>
                                    </p:anim>
                                  </p:childTnLst>
                                </p:cTn>
                              </p:par>
                            </p:childTnLst>
                          </p:cTn>
                        </p:par>
                      </p:childTnLst>
                    </p:cTn>
                  </p:par>
                  <p:par>
                    <p:cTn id="31" fill="hold">
                      <p:stCondLst>
                        <p:cond delay="indefinite"/>
                      </p:stCondLst>
                      <p:childTnLst>
                        <p:par>
                          <p:cTn id="32" fill="hold">
                            <p:stCondLst>
                              <p:cond delay="0"/>
                            </p:stCondLst>
                            <p:childTnLst>
                              <p:par>
                                <p:cTn id="33" presetID="2" presetClass="entr" presetSubtype="4" fill="hold" nodeType="clickEffect">
                                  <p:stCondLst>
                                    <p:cond delay="0"/>
                                  </p:stCondLst>
                                  <p:childTnLst>
                                    <p:set>
                                      <p:cBhvr>
                                        <p:cTn id="34" dur="1" fill="hold">
                                          <p:stCondLst>
                                            <p:cond delay="0"/>
                                          </p:stCondLst>
                                        </p:cTn>
                                        <p:tgtEl>
                                          <p:spTgt spid="403459">
                                            <p:txEl>
                                              <p:pRg st="5" end="5"/>
                                            </p:txEl>
                                          </p:spTgt>
                                        </p:tgtEl>
                                        <p:attrNameLst>
                                          <p:attrName>style.visibility</p:attrName>
                                        </p:attrNameLst>
                                      </p:cBhvr>
                                      <p:to>
                                        <p:strVal val="visible"/>
                                      </p:to>
                                    </p:set>
                                    <p:anim calcmode="lin" valueType="num">
                                      <p:cBhvr additive="base">
                                        <p:cTn id="35" dur="500" fill="hold"/>
                                        <p:tgtEl>
                                          <p:spTgt spid="403459">
                                            <p:txEl>
                                              <p:pRg st="5" end="5"/>
                                            </p:txEl>
                                          </p:spTgt>
                                        </p:tgtEl>
                                        <p:attrNameLst>
                                          <p:attrName>ppt_x</p:attrName>
                                        </p:attrNameLst>
                                      </p:cBhvr>
                                      <p:tavLst>
                                        <p:tav tm="0">
                                          <p:val>
                                            <p:strVal val="#ppt_x"/>
                                          </p:val>
                                        </p:tav>
                                        <p:tav tm="100000">
                                          <p:val>
                                            <p:strVal val="#ppt_x"/>
                                          </p:val>
                                        </p:tav>
                                      </p:tavLst>
                                    </p:anim>
                                    <p:anim calcmode="lin" valueType="num">
                                      <p:cBhvr additive="base">
                                        <p:cTn id="36" dur="500" fill="hold"/>
                                        <p:tgtEl>
                                          <p:spTgt spid="403459">
                                            <p:txEl>
                                              <p:pRg st="5" end="5"/>
                                            </p:txEl>
                                          </p:spTgt>
                                        </p:tgtEl>
                                        <p:attrNameLst>
                                          <p:attrName>ppt_y</p:attrName>
                                        </p:attrNameLst>
                                      </p:cBhvr>
                                      <p:tavLst>
                                        <p:tav tm="0">
                                          <p:val>
                                            <p:strVal val="1+#ppt_h/2"/>
                                          </p:val>
                                        </p:tav>
                                        <p:tav tm="100000">
                                          <p:val>
                                            <p:strVal val="#ppt_y"/>
                                          </p:val>
                                        </p:tav>
                                      </p:tavLst>
                                    </p:anim>
                                  </p:childTnLst>
                                </p:cTn>
                              </p:par>
                            </p:childTnLst>
                          </p:cTn>
                        </p:par>
                      </p:childTnLst>
                    </p:cTn>
                  </p:par>
                  <p:par>
                    <p:cTn id="37" fill="hold">
                      <p:stCondLst>
                        <p:cond delay="indefinite"/>
                      </p:stCondLst>
                      <p:childTnLst>
                        <p:par>
                          <p:cTn id="38" fill="hold">
                            <p:stCondLst>
                              <p:cond delay="0"/>
                            </p:stCondLst>
                            <p:childTnLst>
                              <p:par>
                                <p:cTn id="39" presetID="2" presetClass="entr" presetSubtype="4" fill="hold" nodeType="clickEffect">
                                  <p:stCondLst>
                                    <p:cond delay="0"/>
                                  </p:stCondLst>
                                  <p:childTnLst>
                                    <p:set>
                                      <p:cBhvr>
                                        <p:cTn id="40" dur="1" fill="hold">
                                          <p:stCondLst>
                                            <p:cond delay="0"/>
                                          </p:stCondLst>
                                        </p:cTn>
                                        <p:tgtEl>
                                          <p:spTgt spid="403459">
                                            <p:txEl>
                                              <p:pRg st="6" end="6"/>
                                            </p:txEl>
                                          </p:spTgt>
                                        </p:tgtEl>
                                        <p:attrNameLst>
                                          <p:attrName>style.visibility</p:attrName>
                                        </p:attrNameLst>
                                      </p:cBhvr>
                                      <p:to>
                                        <p:strVal val="visible"/>
                                      </p:to>
                                    </p:set>
                                    <p:anim calcmode="lin" valueType="num">
                                      <p:cBhvr additive="base">
                                        <p:cTn id="41" dur="500" fill="hold"/>
                                        <p:tgtEl>
                                          <p:spTgt spid="403459">
                                            <p:txEl>
                                              <p:pRg st="6" end="6"/>
                                            </p:txEl>
                                          </p:spTgt>
                                        </p:tgtEl>
                                        <p:attrNameLst>
                                          <p:attrName>ppt_x</p:attrName>
                                        </p:attrNameLst>
                                      </p:cBhvr>
                                      <p:tavLst>
                                        <p:tav tm="0">
                                          <p:val>
                                            <p:strVal val="#ppt_x"/>
                                          </p:val>
                                        </p:tav>
                                        <p:tav tm="100000">
                                          <p:val>
                                            <p:strVal val="#ppt_x"/>
                                          </p:val>
                                        </p:tav>
                                      </p:tavLst>
                                    </p:anim>
                                    <p:anim calcmode="lin" valueType="num">
                                      <p:cBhvr additive="base">
                                        <p:cTn id="42" dur="500" fill="hold"/>
                                        <p:tgtEl>
                                          <p:spTgt spid="403459">
                                            <p:txEl>
                                              <p:pRg st="6" end="6"/>
                                            </p:txEl>
                                          </p:spTgt>
                                        </p:tgtEl>
                                        <p:attrNameLst>
                                          <p:attrName>ppt_y</p:attrName>
                                        </p:attrNameLst>
                                      </p:cBhvr>
                                      <p:tavLst>
                                        <p:tav tm="0">
                                          <p:val>
                                            <p:strVal val="1+#ppt_h/2"/>
                                          </p:val>
                                        </p:tav>
                                        <p:tav tm="100000">
                                          <p:val>
                                            <p:strVal val="#ppt_y"/>
                                          </p:val>
                                        </p:tav>
                                      </p:tavLst>
                                    </p:anim>
                                  </p:childTnLst>
                                </p:cTn>
                              </p:par>
                            </p:childTnLst>
                          </p:cTn>
                        </p:par>
                      </p:childTnLst>
                    </p:cTn>
                  </p:par>
                  <p:par>
                    <p:cTn id="43" fill="hold">
                      <p:stCondLst>
                        <p:cond delay="indefinite"/>
                      </p:stCondLst>
                      <p:childTnLst>
                        <p:par>
                          <p:cTn id="44" fill="hold">
                            <p:stCondLst>
                              <p:cond delay="0"/>
                            </p:stCondLst>
                            <p:childTnLst>
                              <p:par>
                                <p:cTn id="45" presetID="2" presetClass="entr" presetSubtype="4" fill="hold" nodeType="clickEffect">
                                  <p:stCondLst>
                                    <p:cond delay="0"/>
                                  </p:stCondLst>
                                  <p:childTnLst>
                                    <p:set>
                                      <p:cBhvr>
                                        <p:cTn id="46" dur="1" fill="hold">
                                          <p:stCondLst>
                                            <p:cond delay="0"/>
                                          </p:stCondLst>
                                        </p:cTn>
                                        <p:tgtEl>
                                          <p:spTgt spid="403459">
                                            <p:txEl>
                                              <p:pRg st="7" end="7"/>
                                            </p:txEl>
                                          </p:spTgt>
                                        </p:tgtEl>
                                        <p:attrNameLst>
                                          <p:attrName>style.visibility</p:attrName>
                                        </p:attrNameLst>
                                      </p:cBhvr>
                                      <p:to>
                                        <p:strVal val="visible"/>
                                      </p:to>
                                    </p:set>
                                    <p:anim calcmode="lin" valueType="num">
                                      <p:cBhvr additive="base">
                                        <p:cTn id="47" dur="500" fill="hold"/>
                                        <p:tgtEl>
                                          <p:spTgt spid="403459">
                                            <p:txEl>
                                              <p:pRg st="7" end="7"/>
                                            </p:txEl>
                                          </p:spTgt>
                                        </p:tgtEl>
                                        <p:attrNameLst>
                                          <p:attrName>ppt_x</p:attrName>
                                        </p:attrNameLst>
                                      </p:cBhvr>
                                      <p:tavLst>
                                        <p:tav tm="0">
                                          <p:val>
                                            <p:strVal val="#ppt_x"/>
                                          </p:val>
                                        </p:tav>
                                        <p:tav tm="100000">
                                          <p:val>
                                            <p:strVal val="#ppt_x"/>
                                          </p:val>
                                        </p:tav>
                                      </p:tavLst>
                                    </p:anim>
                                    <p:anim calcmode="lin" valueType="num">
                                      <p:cBhvr additive="base">
                                        <p:cTn id="48" dur="500" fill="hold"/>
                                        <p:tgtEl>
                                          <p:spTgt spid="403459">
                                            <p:txEl>
                                              <p:pRg st="7" end="7"/>
                                            </p:txEl>
                                          </p:spTgt>
                                        </p:tgtEl>
                                        <p:attrNameLst>
                                          <p:attrName>ppt_y</p:attrName>
                                        </p:attrNameLst>
                                      </p:cBhvr>
                                      <p:tavLst>
                                        <p:tav tm="0">
                                          <p:val>
                                            <p:strVal val="1+#ppt_h/2"/>
                                          </p:val>
                                        </p:tav>
                                        <p:tav tm="100000">
                                          <p:val>
                                            <p:strVal val="#ppt_y"/>
                                          </p:val>
                                        </p:tav>
                                      </p:tavLst>
                                    </p:anim>
                                  </p:childTnLst>
                                </p:cTn>
                              </p:par>
                            </p:childTnLst>
                          </p:cTn>
                        </p:par>
                      </p:childTnLst>
                    </p:cTn>
                  </p:par>
                  <p:par>
                    <p:cTn id="49" fill="hold">
                      <p:stCondLst>
                        <p:cond delay="indefinite"/>
                      </p:stCondLst>
                      <p:childTnLst>
                        <p:par>
                          <p:cTn id="50" fill="hold">
                            <p:stCondLst>
                              <p:cond delay="0"/>
                            </p:stCondLst>
                            <p:childTnLst>
                              <p:par>
                                <p:cTn id="51" presetID="2" presetClass="entr" presetSubtype="4" fill="hold" nodeType="clickEffect">
                                  <p:stCondLst>
                                    <p:cond delay="0"/>
                                  </p:stCondLst>
                                  <p:childTnLst>
                                    <p:set>
                                      <p:cBhvr>
                                        <p:cTn id="52" dur="1" fill="hold">
                                          <p:stCondLst>
                                            <p:cond delay="0"/>
                                          </p:stCondLst>
                                        </p:cTn>
                                        <p:tgtEl>
                                          <p:spTgt spid="403459">
                                            <p:txEl>
                                              <p:pRg st="8" end="8"/>
                                            </p:txEl>
                                          </p:spTgt>
                                        </p:tgtEl>
                                        <p:attrNameLst>
                                          <p:attrName>style.visibility</p:attrName>
                                        </p:attrNameLst>
                                      </p:cBhvr>
                                      <p:to>
                                        <p:strVal val="visible"/>
                                      </p:to>
                                    </p:set>
                                    <p:anim calcmode="lin" valueType="num">
                                      <p:cBhvr additive="base">
                                        <p:cTn id="53" dur="500" fill="hold"/>
                                        <p:tgtEl>
                                          <p:spTgt spid="403459">
                                            <p:txEl>
                                              <p:pRg st="8" end="8"/>
                                            </p:txEl>
                                          </p:spTgt>
                                        </p:tgtEl>
                                        <p:attrNameLst>
                                          <p:attrName>ppt_x</p:attrName>
                                        </p:attrNameLst>
                                      </p:cBhvr>
                                      <p:tavLst>
                                        <p:tav tm="0">
                                          <p:val>
                                            <p:strVal val="#ppt_x"/>
                                          </p:val>
                                        </p:tav>
                                        <p:tav tm="100000">
                                          <p:val>
                                            <p:strVal val="#ppt_x"/>
                                          </p:val>
                                        </p:tav>
                                      </p:tavLst>
                                    </p:anim>
                                    <p:anim calcmode="lin" valueType="num">
                                      <p:cBhvr additive="base">
                                        <p:cTn id="54" dur="500" fill="hold"/>
                                        <p:tgtEl>
                                          <p:spTgt spid="403459">
                                            <p:txEl>
                                              <p:pRg st="8" end="8"/>
                                            </p:txEl>
                                          </p:spTgt>
                                        </p:tgtEl>
                                        <p:attrNameLst>
                                          <p:attrName>ppt_y</p:attrName>
                                        </p:attrNameLst>
                                      </p:cBhvr>
                                      <p:tavLst>
                                        <p:tav tm="0">
                                          <p:val>
                                            <p:strVal val="1+#ppt_h/2"/>
                                          </p:val>
                                        </p:tav>
                                        <p:tav tm="100000">
                                          <p:val>
                                            <p:strVal val="#ppt_y"/>
                                          </p:val>
                                        </p:tav>
                                      </p:tavLst>
                                    </p:anim>
                                  </p:childTnLst>
                                </p:cTn>
                              </p:par>
                            </p:childTnLst>
                          </p:cTn>
                        </p:par>
                      </p:childTnLst>
                    </p:cTn>
                  </p:par>
                  <p:par>
                    <p:cTn id="55" fill="hold">
                      <p:stCondLst>
                        <p:cond delay="indefinite"/>
                      </p:stCondLst>
                      <p:childTnLst>
                        <p:par>
                          <p:cTn id="56" fill="hold">
                            <p:stCondLst>
                              <p:cond delay="0"/>
                            </p:stCondLst>
                            <p:childTnLst>
                              <p:par>
                                <p:cTn id="57" presetID="2" presetClass="entr" presetSubtype="4" fill="hold" nodeType="clickEffect">
                                  <p:stCondLst>
                                    <p:cond delay="0"/>
                                  </p:stCondLst>
                                  <p:childTnLst>
                                    <p:set>
                                      <p:cBhvr>
                                        <p:cTn id="58" dur="1" fill="hold">
                                          <p:stCondLst>
                                            <p:cond delay="0"/>
                                          </p:stCondLst>
                                        </p:cTn>
                                        <p:tgtEl>
                                          <p:spTgt spid="403459">
                                            <p:txEl>
                                              <p:pRg st="9" end="9"/>
                                            </p:txEl>
                                          </p:spTgt>
                                        </p:tgtEl>
                                        <p:attrNameLst>
                                          <p:attrName>style.visibility</p:attrName>
                                        </p:attrNameLst>
                                      </p:cBhvr>
                                      <p:to>
                                        <p:strVal val="visible"/>
                                      </p:to>
                                    </p:set>
                                    <p:anim calcmode="lin" valueType="num">
                                      <p:cBhvr additive="base">
                                        <p:cTn id="59" dur="500" fill="hold"/>
                                        <p:tgtEl>
                                          <p:spTgt spid="403459">
                                            <p:txEl>
                                              <p:pRg st="9" end="9"/>
                                            </p:txEl>
                                          </p:spTgt>
                                        </p:tgtEl>
                                        <p:attrNameLst>
                                          <p:attrName>ppt_x</p:attrName>
                                        </p:attrNameLst>
                                      </p:cBhvr>
                                      <p:tavLst>
                                        <p:tav tm="0">
                                          <p:val>
                                            <p:strVal val="#ppt_x"/>
                                          </p:val>
                                        </p:tav>
                                        <p:tav tm="100000">
                                          <p:val>
                                            <p:strVal val="#ppt_x"/>
                                          </p:val>
                                        </p:tav>
                                      </p:tavLst>
                                    </p:anim>
                                    <p:anim calcmode="lin" valueType="num">
                                      <p:cBhvr additive="base">
                                        <p:cTn id="60" dur="500" fill="hold"/>
                                        <p:tgtEl>
                                          <p:spTgt spid="403459">
                                            <p:txEl>
                                              <p:pRg st="9" end="9"/>
                                            </p:txEl>
                                          </p:spTgt>
                                        </p:tgtEl>
                                        <p:attrNameLst>
                                          <p:attrName>ppt_y</p:attrName>
                                        </p:attrNameLst>
                                      </p:cBhvr>
                                      <p:tavLst>
                                        <p:tav tm="0">
                                          <p:val>
                                            <p:strVal val="1+#ppt_h/2"/>
                                          </p:val>
                                        </p:tav>
                                        <p:tav tm="100000">
                                          <p:val>
                                            <p:strVal val="#ppt_y"/>
                                          </p:val>
                                        </p:tav>
                                      </p:tavLst>
                                    </p:anim>
                                  </p:childTnLst>
                                </p:cTn>
                              </p:par>
                            </p:childTnLst>
                          </p:cTn>
                        </p:par>
                      </p:childTnLst>
                    </p:cTn>
                  </p:par>
                  <p:par>
                    <p:cTn id="61" fill="hold">
                      <p:stCondLst>
                        <p:cond delay="indefinite"/>
                      </p:stCondLst>
                      <p:childTnLst>
                        <p:par>
                          <p:cTn id="62" fill="hold">
                            <p:stCondLst>
                              <p:cond delay="0"/>
                            </p:stCondLst>
                            <p:childTnLst>
                              <p:par>
                                <p:cTn id="63" presetID="2" presetClass="entr" presetSubtype="4" fill="hold" nodeType="clickEffect">
                                  <p:stCondLst>
                                    <p:cond delay="0"/>
                                  </p:stCondLst>
                                  <p:childTnLst>
                                    <p:set>
                                      <p:cBhvr>
                                        <p:cTn id="64" dur="1" fill="hold">
                                          <p:stCondLst>
                                            <p:cond delay="0"/>
                                          </p:stCondLst>
                                        </p:cTn>
                                        <p:tgtEl>
                                          <p:spTgt spid="403459">
                                            <p:txEl>
                                              <p:pRg st="10" end="10"/>
                                            </p:txEl>
                                          </p:spTgt>
                                        </p:tgtEl>
                                        <p:attrNameLst>
                                          <p:attrName>style.visibility</p:attrName>
                                        </p:attrNameLst>
                                      </p:cBhvr>
                                      <p:to>
                                        <p:strVal val="visible"/>
                                      </p:to>
                                    </p:set>
                                    <p:anim calcmode="lin" valueType="num">
                                      <p:cBhvr additive="base">
                                        <p:cTn id="65" dur="500" fill="hold"/>
                                        <p:tgtEl>
                                          <p:spTgt spid="403459">
                                            <p:txEl>
                                              <p:pRg st="10" end="10"/>
                                            </p:txEl>
                                          </p:spTgt>
                                        </p:tgtEl>
                                        <p:attrNameLst>
                                          <p:attrName>ppt_x</p:attrName>
                                        </p:attrNameLst>
                                      </p:cBhvr>
                                      <p:tavLst>
                                        <p:tav tm="0">
                                          <p:val>
                                            <p:strVal val="#ppt_x"/>
                                          </p:val>
                                        </p:tav>
                                        <p:tav tm="100000">
                                          <p:val>
                                            <p:strVal val="#ppt_x"/>
                                          </p:val>
                                        </p:tav>
                                      </p:tavLst>
                                    </p:anim>
                                    <p:anim calcmode="lin" valueType="num">
                                      <p:cBhvr additive="base">
                                        <p:cTn id="66" dur="500" fill="hold"/>
                                        <p:tgtEl>
                                          <p:spTgt spid="403459">
                                            <p:txEl>
                                              <p:pRg st="10" end="10"/>
                                            </p:txEl>
                                          </p:spTgt>
                                        </p:tgtEl>
                                        <p:attrNameLst>
                                          <p:attrName>ppt_y</p:attrName>
                                        </p:attrNameLst>
                                      </p:cBhvr>
                                      <p:tavLst>
                                        <p:tav tm="0">
                                          <p:val>
                                            <p:strVal val="1+#ppt_h/2"/>
                                          </p:val>
                                        </p:tav>
                                        <p:tav tm="100000">
                                          <p:val>
                                            <p:strVal val="#ppt_y"/>
                                          </p:val>
                                        </p:tav>
                                      </p:tavLst>
                                    </p:anim>
                                  </p:childTnLst>
                                </p:cTn>
                              </p:par>
                            </p:childTnLst>
                          </p:cTn>
                        </p:par>
                      </p:childTnLst>
                    </p:cTn>
                  </p:par>
                  <p:par>
                    <p:cTn id="67" fill="hold">
                      <p:stCondLst>
                        <p:cond delay="indefinite"/>
                      </p:stCondLst>
                      <p:childTnLst>
                        <p:par>
                          <p:cTn id="68" fill="hold">
                            <p:stCondLst>
                              <p:cond delay="0"/>
                            </p:stCondLst>
                            <p:childTnLst>
                              <p:par>
                                <p:cTn id="69" presetID="2" presetClass="entr" presetSubtype="4" fill="hold" nodeType="clickEffect">
                                  <p:stCondLst>
                                    <p:cond delay="0"/>
                                  </p:stCondLst>
                                  <p:childTnLst>
                                    <p:set>
                                      <p:cBhvr>
                                        <p:cTn id="70" dur="1" fill="hold">
                                          <p:stCondLst>
                                            <p:cond delay="0"/>
                                          </p:stCondLst>
                                        </p:cTn>
                                        <p:tgtEl>
                                          <p:spTgt spid="403459">
                                            <p:txEl>
                                              <p:pRg st="11" end="11"/>
                                            </p:txEl>
                                          </p:spTgt>
                                        </p:tgtEl>
                                        <p:attrNameLst>
                                          <p:attrName>style.visibility</p:attrName>
                                        </p:attrNameLst>
                                      </p:cBhvr>
                                      <p:to>
                                        <p:strVal val="visible"/>
                                      </p:to>
                                    </p:set>
                                    <p:anim calcmode="lin" valueType="num">
                                      <p:cBhvr additive="base">
                                        <p:cTn id="71" dur="500" fill="hold"/>
                                        <p:tgtEl>
                                          <p:spTgt spid="403459">
                                            <p:txEl>
                                              <p:pRg st="11" end="11"/>
                                            </p:txEl>
                                          </p:spTgt>
                                        </p:tgtEl>
                                        <p:attrNameLst>
                                          <p:attrName>ppt_x</p:attrName>
                                        </p:attrNameLst>
                                      </p:cBhvr>
                                      <p:tavLst>
                                        <p:tav tm="0">
                                          <p:val>
                                            <p:strVal val="#ppt_x"/>
                                          </p:val>
                                        </p:tav>
                                        <p:tav tm="100000">
                                          <p:val>
                                            <p:strVal val="#ppt_x"/>
                                          </p:val>
                                        </p:tav>
                                      </p:tavLst>
                                    </p:anim>
                                    <p:anim calcmode="lin" valueType="num">
                                      <p:cBhvr additive="base">
                                        <p:cTn id="72" dur="500" fill="hold"/>
                                        <p:tgtEl>
                                          <p:spTgt spid="403459">
                                            <p:txEl>
                                              <p:pRg st="11" end="11"/>
                                            </p:txEl>
                                          </p:spTgt>
                                        </p:tgtEl>
                                        <p:attrNameLst>
                                          <p:attrName>ppt_y</p:attrName>
                                        </p:attrNameLst>
                                      </p:cBhvr>
                                      <p:tavLst>
                                        <p:tav tm="0">
                                          <p:val>
                                            <p:strVal val="1+#ppt_h/2"/>
                                          </p:val>
                                        </p:tav>
                                        <p:tav tm="100000">
                                          <p:val>
                                            <p:strVal val="#ppt_y"/>
                                          </p:val>
                                        </p:tav>
                                      </p:tavLst>
                                    </p:anim>
                                  </p:childTnLst>
                                </p:cTn>
                              </p:par>
                            </p:childTnLst>
                          </p:cTn>
                        </p:par>
                      </p:childTnLst>
                    </p:cTn>
                  </p:par>
                  <p:par>
                    <p:cTn id="73" fill="hold">
                      <p:stCondLst>
                        <p:cond delay="indefinite"/>
                      </p:stCondLst>
                      <p:childTnLst>
                        <p:par>
                          <p:cTn id="74" fill="hold">
                            <p:stCondLst>
                              <p:cond delay="0"/>
                            </p:stCondLst>
                            <p:childTnLst>
                              <p:par>
                                <p:cTn id="75" presetID="2" presetClass="entr" presetSubtype="4" fill="hold" nodeType="clickEffect">
                                  <p:stCondLst>
                                    <p:cond delay="0"/>
                                  </p:stCondLst>
                                  <p:childTnLst>
                                    <p:set>
                                      <p:cBhvr>
                                        <p:cTn id="76" dur="1" fill="hold">
                                          <p:stCondLst>
                                            <p:cond delay="0"/>
                                          </p:stCondLst>
                                        </p:cTn>
                                        <p:tgtEl>
                                          <p:spTgt spid="403459">
                                            <p:txEl>
                                              <p:pRg st="12" end="12"/>
                                            </p:txEl>
                                          </p:spTgt>
                                        </p:tgtEl>
                                        <p:attrNameLst>
                                          <p:attrName>style.visibility</p:attrName>
                                        </p:attrNameLst>
                                      </p:cBhvr>
                                      <p:to>
                                        <p:strVal val="visible"/>
                                      </p:to>
                                    </p:set>
                                    <p:anim calcmode="lin" valueType="num">
                                      <p:cBhvr additive="base">
                                        <p:cTn id="77" dur="500" fill="hold"/>
                                        <p:tgtEl>
                                          <p:spTgt spid="403459">
                                            <p:txEl>
                                              <p:pRg st="12" end="12"/>
                                            </p:txEl>
                                          </p:spTgt>
                                        </p:tgtEl>
                                        <p:attrNameLst>
                                          <p:attrName>ppt_x</p:attrName>
                                        </p:attrNameLst>
                                      </p:cBhvr>
                                      <p:tavLst>
                                        <p:tav tm="0">
                                          <p:val>
                                            <p:strVal val="#ppt_x"/>
                                          </p:val>
                                        </p:tav>
                                        <p:tav tm="100000">
                                          <p:val>
                                            <p:strVal val="#ppt_x"/>
                                          </p:val>
                                        </p:tav>
                                      </p:tavLst>
                                    </p:anim>
                                    <p:anim calcmode="lin" valueType="num">
                                      <p:cBhvr additive="base">
                                        <p:cTn id="78" dur="500" fill="hold"/>
                                        <p:tgtEl>
                                          <p:spTgt spid="403459">
                                            <p:txEl>
                                              <p:pRg st="12" end="12"/>
                                            </p:txEl>
                                          </p:spTgt>
                                        </p:tgtEl>
                                        <p:attrNameLst>
                                          <p:attrName>ppt_y</p:attrName>
                                        </p:attrNameLst>
                                      </p:cBhvr>
                                      <p:tavLst>
                                        <p:tav tm="0">
                                          <p:val>
                                            <p:strVal val="1+#ppt_h/2"/>
                                          </p:val>
                                        </p:tav>
                                        <p:tav tm="100000">
                                          <p:val>
                                            <p:strVal val="#ppt_y"/>
                                          </p:val>
                                        </p:tav>
                                      </p:tavLst>
                                    </p:anim>
                                  </p:childTnLst>
                                </p:cTn>
                              </p:par>
                            </p:childTnLst>
                          </p:cTn>
                        </p:par>
                      </p:childTnLst>
                    </p:cTn>
                  </p:par>
                  <p:par>
                    <p:cTn id="79" fill="hold">
                      <p:stCondLst>
                        <p:cond delay="indefinite"/>
                      </p:stCondLst>
                      <p:childTnLst>
                        <p:par>
                          <p:cTn id="80" fill="hold">
                            <p:stCondLst>
                              <p:cond delay="0"/>
                            </p:stCondLst>
                            <p:childTnLst>
                              <p:par>
                                <p:cTn id="81" presetID="2" presetClass="entr" presetSubtype="4" fill="hold" nodeType="clickEffect">
                                  <p:stCondLst>
                                    <p:cond delay="0"/>
                                  </p:stCondLst>
                                  <p:childTnLst>
                                    <p:set>
                                      <p:cBhvr>
                                        <p:cTn id="82" dur="1" fill="hold">
                                          <p:stCondLst>
                                            <p:cond delay="0"/>
                                          </p:stCondLst>
                                        </p:cTn>
                                        <p:tgtEl>
                                          <p:spTgt spid="403459">
                                            <p:txEl>
                                              <p:pRg st="13" end="13"/>
                                            </p:txEl>
                                          </p:spTgt>
                                        </p:tgtEl>
                                        <p:attrNameLst>
                                          <p:attrName>style.visibility</p:attrName>
                                        </p:attrNameLst>
                                      </p:cBhvr>
                                      <p:to>
                                        <p:strVal val="visible"/>
                                      </p:to>
                                    </p:set>
                                    <p:anim calcmode="lin" valueType="num">
                                      <p:cBhvr additive="base">
                                        <p:cTn id="83" dur="500" fill="hold"/>
                                        <p:tgtEl>
                                          <p:spTgt spid="403459">
                                            <p:txEl>
                                              <p:pRg st="13" end="13"/>
                                            </p:txEl>
                                          </p:spTgt>
                                        </p:tgtEl>
                                        <p:attrNameLst>
                                          <p:attrName>ppt_x</p:attrName>
                                        </p:attrNameLst>
                                      </p:cBhvr>
                                      <p:tavLst>
                                        <p:tav tm="0">
                                          <p:val>
                                            <p:strVal val="#ppt_x"/>
                                          </p:val>
                                        </p:tav>
                                        <p:tav tm="100000">
                                          <p:val>
                                            <p:strVal val="#ppt_x"/>
                                          </p:val>
                                        </p:tav>
                                      </p:tavLst>
                                    </p:anim>
                                    <p:anim calcmode="lin" valueType="num">
                                      <p:cBhvr additive="base">
                                        <p:cTn id="84" dur="500" fill="hold"/>
                                        <p:tgtEl>
                                          <p:spTgt spid="403459">
                                            <p:txEl>
                                              <p:pRg st="13" end="13"/>
                                            </p:txEl>
                                          </p:spTgt>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8435" name="Rectangle 2"/>
          <p:cNvSpPr>
            <a:spLocks noGrp="1" noChangeArrowheads="1"/>
          </p:cNvSpPr>
          <p:nvPr>
            <p:ph type="title"/>
          </p:nvPr>
        </p:nvSpPr>
        <p:spPr/>
        <p:txBody>
          <a:bodyPr/>
          <a:lstStyle/>
          <a:p>
            <a:pPr eaLnBrk="1" hangingPunct="1">
              <a:lnSpc>
                <a:spcPct val="150000"/>
              </a:lnSpc>
            </a:pPr>
            <a:r>
              <a:rPr lang="zh-CN" altLang="en-US" dirty="0"/>
              <a:t>网络信息收集方法</a:t>
            </a:r>
          </a:p>
        </p:txBody>
      </p:sp>
      <p:sp>
        <p:nvSpPr>
          <p:cNvPr id="403459" name="Rectangle 3"/>
          <p:cNvSpPr>
            <a:spLocks noGrp="1" noChangeArrowheads="1"/>
          </p:cNvSpPr>
          <p:nvPr>
            <p:ph type="body" idx="1"/>
          </p:nvPr>
        </p:nvSpPr>
        <p:spPr/>
        <p:txBody>
          <a:bodyPr/>
          <a:lstStyle/>
          <a:p>
            <a:pPr eaLnBrk="1" hangingPunct="1">
              <a:lnSpc>
                <a:spcPct val="150000"/>
              </a:lnSpc>
            </a:pPr>
            <a:r>
              <a:rPr lang="zh-CN" altLang="en-US" dirty="0" smtClean="0"/>
              <a:t>网络信息收集方法</a:t>
            </a:r>
          </a:p>
          <a:p>
            <a:pPr lvl="1" eaLnBrk="1" hangingPunct="1">
              <a:lnSpc>
                <a:spcPct val="150000"/>
              </a:lnSpc>
            </a:pPr>
            <a:r>
              <a:rPr lang="zh-CN" altLang="en-US" dirty="0" smtClean="0"/>
              <a:t>踩点(footprinting)</a:t>
            </a:r>
          </a:p>
          <a:p>
            <a:pPr lvl="1" eaLnBrk="1" hangingPunct="1">
              <a:lnSpc>
                <a:spcPct val="150000"/>
              </a:lnSpc>
            </a:pPr>
            <a:r>
              <a:rPr lang="zh-CN" altLang="en-US" dirty="0" smtClean="0"/>
              <a:t>扫描(scanning)</a:t>
            </a:r>
          </a:p>
          <a:p>
            <a:pPr lvl="1" eaLnBrk="1" hangingPunct="1">
              <a:lnSpc>
                <a:spcPct val="150000"/>
              </a:lnSpc>
            </a:pPr>
            <a:r>
              <a:rPr lang="zh-CN" altLang="en-US" dirty="0" smtClean="0"/>
              <a:t>查点(enumeration)</a:t>
            </a:r>
          </a:p>
          <a:p>
            <a:pPr eaLnBrk="1" hangingPunct="1">
              <a:lnSpc>
                <a:spcPct val="150000"/>
              </a:lnSpc>
            </a:pPr>
            <a:endParaRPr lang="en-US" altLang="zh-CN" dirty="0" smtClean="0"/>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nodeType="clickEffect">
                                  <p:stCondLst>
                                    <p:cond delay="0"/>
                                  </p:stCondLst>
                                  <p:childTnLst>
                                    <p:set>
                                      <p:cBhvr>
                                        <p:cTn id="6" dur="1" fill="hold">
                                          <p:stCondLst>
                                            <p:cond delay="0"/>
                                          </p:stCondLst>
                                        </p:cTn>
                                        <p:tgtEl>
                                          <p:spTgt spid="403459">
                                            <p:txEl>
                                              <p:pRg st="0" end="0"/>
                                            </p:txEl>
                                          </p:spTgt>
                                        </p:tgtEl>
                                        <p:attrNameLst>
                                          <p:attrName>style.visibility</p:attrName>
                                        </p:attrNameLst>
                                      </p:cBhvr>
                                      <p:to>
                                        <p:strVal val="visible"/>
                                      </p:to>
                                    </p:set>
                                    <p:anim calcmode="lin" valueType="num">
                                      <p:cBhvr additive="base">
                                        <p:cTn id="7" dur="500" fill="hold"/>
                                        <p:tgtEl>
                                          <p:spTgt spid="403459">
                                            <p:txEl>
                                              <p:pRg st="0" end="0"/>
                                            </p:txEl>
                                          </p:spTgt>
                                        </p:tgtEl>
                                        <p:attrNameLst>
                                          <p:attrName>ppt_x</p:attrName>
                                        </p:attrNameLst>
                                      </p:cBhvr>
                                      <p:tavLst>
                                        <p:tav tm="0">
                                          <p:val>
                                            <p:strVal val="#ppt_x"/>
                                          </p:val>
                                        </p:tav>
                                        <p:tav tm="100000">
                                          <p:val>
                                            <p:strVal val="#ppt_x"/>
                                          </p:val>
                                        </p:tav>
                                      </p:tavLst>
                                    </p:anim>
                                    <p:anim calcmode="lin" valueType="num">
                                      <p:cBhvr additive="base">
                                        <p:cTn id="8" dur="500" fill="hold"/>
                                        <p:tgtEl>
                                          <p:spTgt spid="403459">
                                            <p:txEl>
                                              <p:pRg st="0" end="0"/>
                                            </p:txEl>
                                          </p:spTgt>
                                        </p:tgtEl>
                                        <p:attrNameLst>
                                          <p:attrName>ppt_y</p:attrName>
                                        </p:attrNameLst>
                                      </p:cBhvr>
                                      <p:tavLst>
                                        <p:tav tm="0">
                                          <p:val>
                                            <p:strVal val="1+#ppt_h/2"/>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2" presetClass="entr" presetSubtype="4" fill="hold" nodeType="clickEffect">
                                  <p:stCondLst>
                                    <p:cond delay="0"/>
                                  </p:stCondLst>
                                  <p:childTnLst>
                                    <p:set>
                                      <p:cBhvr>
                                        <p:cTn id="12" dur="1" fill="hold">
                                          <p:stCondLst>
                                            <p:cond delay="0"/>
                                          </p:stCondLst>
                                        </p:cTn>
                                        <p:tgtEl>
                                          <p:spTgt spid="403459">
                                            <p:txEl>
                                              <p:pRg st="1" end="1"/>
                                            </p:txEl>
                                          </p:spTgt>
                                        </p:tgtEl>
                                        <p:attrNameLst>
                                          <p:attrName>style.visibility</p:attrName>
                                        </p:attrNameLst>
                                      </p:cBhvr>
                                      <p:to>
                                        <p:strVal val="visible"/>
                                      </p:to>
                                    </p:set>
                                    <p:anim calcmode="lin" valueType="num">
                                      <p:cBhvr additive="base">
                                        <p:cTn id="13" dur="500" fill="hold"/>
                                        <p:tgtEl>
                                          <p:spTgt spid="403459">
                                            <p:txEl>
                                              <p:pRg st="1" end="1"/>
                                            </p:txEl>
                                          </p:spTgt>
                                        </p:tgtEl>
                                        <p:attrNameLst>
                                          <p:attrName>ppt_x</p:attrName>
                                        </p:attrNameLst>
                                      </p:cBhvr>
                                      <p:tavLst>
                                        <p:tav tm="0">
                                          <p:val>
                                            <p:strVal val="#ppt_x"/>
                                          </p:val>
                                        </p:tav>
                                        <p:tav tm="100000">
                                          <p:val>
                                            <p:strVal val="#ppt_x"/>
                                          </p:val>
                                        </p:tav>
                                      </p:tavLst>
                                    </p:anim>
                                    <p:anim calcmode="lin" valueType="num">
                                      <p:cBhvr additive="base">
                                        <p:cTn id="14" dur="500" fill="hold"/>
                                        <p:tgtEl>
                                          <p:spTgt spid="403459">
                                            <p:txEl>
                                              <p:pRg st="1" end="1"/>
                                            </p:txEl>
                                          </p:spTgt>
                                        </p:tgtEl>
                                        <p:attrNameLst>
                                          <p:attrName>ppt_y</p:attrName>
                                        </p:attrNameLst>
                                      </p:cBhvr>
                                      <p:tavLst>
                                        <p:tav tm="0">
                                          <p:val>
                                            <p:strVal val="1+#ppt_h/2"/>
                                          </p:val>
                                        </p:tav>
                                        <p:tav tm="100000">
                                          <p:val>
                                            <p:strVal val="#ppt_y"/>
                                          </p:val>
                                        </p:tav>
                                      </p:tavLst>
                                    </p:anim>
                                  </p:childTnLst>
                                </p:cTn>
                              </p:par>
                            </p:childTnLst>
                          </p:cTn>
                        </p:par>
                      </p:childTnLst>
                    </p:cTn>
                  </p:par>
                  <p:par>
                    <p:cTn id="15" fill="hold">
                      <p:stCondLst>
                        <p:cond delay="indefinite"/>
                      </p:stCondLst>
                      <p:childTnLst>
                        <p:par>
                          <p:cTn id="16" fill="hold">
                            <p:stCondLst>
                              <p:cond delay="0"/>
                            </p:stCondLst>
                            <p:childTnLst>
                              <p:par>
                                <p:cTn id="17" presetID="2" presetClass="entr" presetSubtype="4" fill="hold" nodeType="clickEffect">
                                  <p:stCondLst>
                                    <p:cond delay="0"/>
                                  </p:stCondLst>
                                  <p:childTnLst>
                                    <p:set>
                                      <p:cBhvr>
                                        <p:cTn id="18" dur="1" fill="hold">
                                          <p:stCondLst>
                                            <p:cond delay="0"/>
                                          </p:stCondLst>
                                        </p:cTn>
                                        <p:tgtEl>
                                          <p:spTgt spid="403459">
                                            <p:txEl>
                                              <p:pRg st="2" end="2"/>
                                            </p:txEl>
                                          </p:spTgt>
                                        </p:tgtEl>
                                        <p:attrNameLst>
                                          <p:attrName>style.visibility</p:attrName>
                                        </p:attrNameLst>
                                      </p:cBhvr>
                                      <p:to>
                                        <p:strVal val="visible"/>
                                      </p:to>
                                    </p:set>
                                    <p:anim calcmode="lin" valueType="num">
                                      <p:cBhvr additive="base">
                                        <p:cTn id="19" dur="500" fill="hold"/>
                                        <p:tgtEl>
                                          <p:spTgt spid="403459">
                                            <p:txEl>
                                              <p:pRg st="2" end="2"/>
                                            </p:txEl>
                                          </p:spTgt>
                                        </p:tgtEl>
                                        <p:attrNameLst>
                                          <p:attrName>ppt_x</p:attrName>
                                        </p:attrNameLst>
                                      </p:cBhvr>
                                      <p:tavLst>
                                        <p:tav tm="0">
                                          <p:val>
                                            <p:strVal val="#ppt_x"/>
                                          </p:val>
                                        </p:tav>
                                        <p:tav tm="100000">
                                          <p:val>
                                            <p:strVal val="#ppt_x"/>
                                          </p:val>
                                        </p:tav>
                                      </p:tavLst>
                                    </p:anim>
                                    <p:anim calcmode="lin" valueType="num">
                                      <p:cBhvr additive="base">
                                        <p:cTn id="20" dur="500" fill="hold"/>
                                        <p:tgtEl>
                                          <p:spTgt spid="403459">
                                            <p:txEl>
                                              <p:pRg st="2" end="2"/>
                                            </p:txEl>
                                          </p:spTgt>
                                        </p:tgtEl>
                                        <p:attrNameLst>
                                          <p:attrName>ppt_y</p:attrName>
                                        </p:attrNameLst>
                                      </p:cBhvr>
                                      <p:tavLst>
                                        <p:tav tm="0">
                                          <p:val>
                                            <p:strVal val="1+#ppt_h/2"/>
                                          </p:val>
                                        </p:tav>
                                        <p:tav tm="100000">
                                          <p:val>
                                            <p:strVal val="#ppt_y"/>
                                          </p:val>
                                        </p:tav>
                                      </p:tavLst>
                                    </p:anim>
                                  </p:childTnLst>
                                </p:cTn>
                              </p:par>
                            </p:childTnLst>
                          </p:cTn>
                        </p:par>
                      </p:childTnLst>
                    </p:cTn>
                  </p:par>
                  <p:par>
                    <p:cTn id="21" fill="hold">
                      <p:stCondLst>
                        <p:cond delay="indefinite"/>
                      </p:stCondLst>
                      <p:childTnLst>
                        <p:par>
                          <p:cTn id="22" fill="hold">
                            <p:stCondLst>
                              <p:cond delay="0"/>
                            </p:stCondLst>
                            <p:childTnLst>
                              <p:par>
                                <p:cTn id="23" presetID="2" presetClass="entr" presetSubtype="4" fill="hold" nodeType="clickEffect">
                                  <p:stCondLst>
                                    <p:cond delay="0"/>
                                  </p:stCondLst>
                                  <p:childTnLst>
                                    <p:set>
                                      <p:cBhvr>
                                        <p:cTn id="24" dur="1" fill="hold">
                                          <p:stCondLst>
                                            <p:cond delay="0"/>
                                          </p:stCondLst>
                                        </p:cTn>
                                        <p:tgtEl>
                                          <p:spTgt spid="403459">
                                            <p:txEl>
                                              <p:pRg st="3" end="3"/>
                                            </p:txEl>
                                          </p:spTgt>
                                        </p:tgtEl>
                                        <p:attrNameLst>
                                          <p:attrName>style.visibility</p:attrName>
                                        </p:attrNameLst>
                                      </p:cBhvr>
                                      <p:to>
                                        <p:strVal val="visible"/>
                                      </p:to>
                                    </p:set>
                                    <p:anim calcmode="lin" valueType="num">
                                      <p:cBhvr additive="base">
                                        <p:cTn id="25" dur="500" fill="hold"/>
                                        <p:tgtEl>
                                          <p:spTgt spid="403459">
                                            <p:txEl>
                                              <p:pRg st="3" end="3"/>
                                            </p:txEl>
                                          </p:spTgt>
                                        </p:tgtEl>
                                        <p:attrNameLst>
                                          <p:attrName>ppt_x</p:attrName>
                                        </p:attrNameLst>
                                      </p:cBhvr>
                                      <p:tavLst>
                                        <p:tav tm="0">
                                          <p:val>
                                            <p:strVal val="#ppt_x"/>
                                          </p:val>
                                        </p:tav>
                                        <p:tav tm="100000">
                                          <p:val>
                                            <p:strVal val="#ppt_x"/>
                                          </p:val>
                                        </p:tav>
                                      </p:tavLst>
                                    </p:anim>
                                    <p:anim calcmode="lin" valueType="num">
                                      <p:cBhvr additive="base">
                                        <p:cTn id="26" dur="500" fill="hold"/>
                                        <p:tgtEl>
                                          <p:spTgt spid="403459">
                                            <p:txEl>
                                              <p:pRg st="3" end="3"/>
                                            </p:txEl>
                                          </p:spTgt>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8435" name="Rectangle 2"/>
          <p:cNvSpPr>
            <a:spLocks noGrp="1" noChangeArrowheads="1"/>
          </p:cNvSpPr>
          <p:nvPr>
            <p:ph type="title"/>
          </p:nvPr>
        </p:nvSpPr>
        <p:spPr/>
        <p:txBody>
          <a:bodyPr/>
          <a:lstStyle/>
          <a:p>
            <a:pPr eaLnBrk="1" hangingPunct="1">
              <a:lnSpc>
                <a:spcPct val="150000"/>
              </a:lnSpc>
            </a:pPr>
            <a:r>
              <a:rPr lang="zh-CN" altLang="en-US" dirty="0"/>
              <a:t>网络信息收集方法</a:t>
            </a:r>
          </a:p>
        </p:txBody>
      </p:sp>
      <p:sp>
        <p:nvSpPr>
          <p:cNvPr id="403459" name="Rectangle 3"/>
          <p:cNvSpPr>
            <a:spLocks noGrp="1" noChangeArrowheads="1"/>
          </p:cNvSpPr>
          <p:nvPr>
            <p:ph type="body" idx="1"/>
          </p:nvPr>
        </p:nvSpPr>
        <p:spPr>
          <a:xfrm>
            <a:off x="659130" y="1217295"/>
            <a:ext cx="8032115" cy="5641340"/>
          </a:xfrm>
        </p:spPr>
        <p:txBody>
          <a:bodyPr/>
          <a:lstStyle/>
          <a:p>
            <a:pPr eaLnBrk="1" hangingPunct="1">
              <a:lnSpc>
                <a:spcPct val="150000"/>
              </a:lnSpc>
            </a:pPr>
            <a:r>
              <a:rPr lang="zh-CN" altLang="en-US" dirty="0" smtClean="0"/>
              <a:t>网络踩点(footprinting)</a:t>
            </a:r>
          </a:p>
          <a:p>
            <a:pPr lvl="1" eaLnBrk="1" hangingPunct="1">
              <a:lnSpc>
                <a:spcPct val="150000"/>
              </a:lnSpc>
            </a:pPr>
            <a:r>
              <a:rPr lang="en-US" altLang="zh-CN" sz="1800" dirty="0" err="1" smtClean="0"/>
              <a:t>定义：是指攻击者有计划、有步骤的对目标组织或个人进行信息收集，了解目标的网络环境和信息安全状况，为下一步攻击行动做好准备</a:t>
            </a:r>
            <a:r>
              <a:rPr lang="en-US" altLang="zh-CN" sz="1800" dirty="0" smtClean="0"/>
              <a:t>。</a:t>
            </a:r>
            <a:r>
              <a:rPr lang="zh-CN" altLang="en-US" sz="1800" dirty="0"/>
              <a:t>通俗点说，就是实施盗窃前侦察外围环境以确定目标</a:t>
            </a:r>
            <a:r>
              <a:rPr lang="zh-CN" altLang="en-US" sz="1800" dirty="0" smtClean="0"/>
              <a:t>大楼。</a:t>
            </a:r>
            <a:endParaRPr lang="en-US" altLang="zh-CN" sz="1800" dirty="0" smtClean="0"/>
          </a:p>
          <a:p>
            <a:pPr lvl="1" eaLnBrk="1" hangingPunct="1">
              <a:lnSpc>
                <a:spcPct val="150000"/>
              </a:lnSpc>
            </a:pPr>
            <a:r>
              <a:rPr lang="en-US" altLang="zh-CN" sz="1800" dirty="0" smtClean="0"/>
              <a:t>手段：</a:t>
            </a:r>
          </a:p>
          <a:p>
            <a:pPr lvl="2" eaLnBrk="1" hangingPunct="1">
              <a:lnSpc>
                <a:spcPct val="150000"/>
              </a:lnSpc>
            </a:pPr>
            <a:r>
              <a:rPr lang="en-US" altLang="zh-CN" sz="1600" dirty="0" smtClean="0"/>
              <a:t>Web搜索与挖掘：充分利用Web搜索的强大能力，对目标的大量公开或意外泄露的Web信息进行挖掘</a:t>
            </a:r>
          </a:p>
          <a:p>
            <a:pPr lvl="2" eaLnBrk="1" hangingPunct="1">
              <a:lnSpc>
                <a:spcPct val="150000"/>
              </a:lnSpc>
            </a:pPr>
            <a:r>
              <a:rPr lang="en-US" altLang="zh-CN" sz="1600" dirty="0" smtClean="0"/>
              <a:t>DNS和IP查询：通过一些公开的互联网基础信息服务，找出目标的域名、IP地址以及地理位置之间的映射关系，注册信息等情况</a:t>
            </a:r>
          </a:p>
          <a:p>
            <a:pPr lvl="2" eaLnBrk="1" hangingPunct="1">
              <a:lnSpc>
                <a:spcPct val="150000"/>
              </a:lnSpc>
            </a:pPr>
            <a:r>
              <a:rPr lang="en-US" altLang="zh-CN" sz="1600" dirty="0" smtClean="0"/>
              <a:t>网络拓扑侦察：在找出作为潜在攻击目标的网络后，攻击者可以通过网络拓扑侦察尝试确定哪些网络的拓扑结构和可能存在的网络访问路径</a:t>
            </a: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nodeType="clickEffect">
                                  <p:stCondLst>
                                    <p:cond delay="0"/>
                                  </p:stCondLst>
                                  <p:childTnLst>
                                    <p:set>
                                      <p:cBhvr>
                                        <p:cTn id="6" dur="1" fill="hold">
                                          <p:stCondLst>
                                            <p:cond delay="0"/>
                                          </p:stCondLst>
                                        </p:cTn>
                                        <p:tgtEl>
                                          <p:spTgt spid="403459">
                                            <p:txEl>
                                              <p:pRg st="0" end="0"/>
                                            </p:txEl>
                                          </p:spTgt>
                                        </p:tgtEl>
                                        <p:attrNameLst>
                                          <p:attrName>style.visibility</p:attrName>
                                        </p:attrNameLst>
                                      </p:cBhvr>
                                      <p:to>
                                        <p:strVal val="visible"/>
                                      </p:to>
                                    </p:set>
                                    <p:anim calcmode="lin" valueType="num">
                                      <p:cBhvr additive="base">
                                        <p:cTn id="7" dur="500" fill="hold"/>
                                        <p:tgtEl>
                                          <p:spTgt spid="403459">
                                            <p:txEl>
                                              <p:pRg st="0" end="0"/>
                                            </p:txEl>
                                          </p:spTgt>
                                        </p:tgtEl>
                                        <p:attrNameLst>
                                          <p:attrName>ppt_x</p:attrName>
                                        </p:attrNameLst>
                                      </p:cBhvr>
                                      <p:tavLst>
                                        <p:tav tm="0">
                                          <p:val>
                                            <p:strVal val="#ppt_x"/>
                                          </p:val>
                                        </p:tav>
                                        <p:tav tm="100000">
                                          <p:val>
                                            <p:strVal val="#ppt_x"/>
                                          </p:val>
                                        </p:tav>
                                      </p:tavLst>
                                    </p:anim>
                                    <p:anim calcmode="lin" valueType="num">
                                      <p:cBhvr additive="base">
                                        <p:cTn id="8" dur="500" fill="hold"/>
                                        <p:tgtEl>
                                          <p:spTgt spid="403459">
                                            <p:txEl>
                                              <p:pRg st="0" end="0"/>
                                            </p:txEl>
                                          </p:spTgt>
                                        </p:tgtEl>
                                        <p:attrNameLst>
                                          <p:attrName>ppt_y</p:attrName>
                                        </p:attrNameLst>
                                      </p:cBhvr>
                                      <p:tavLst>
                                        <p:tav tm="0">
                                          <p:val>
                                            <p:strVal val="1+#ppt_h/2"/>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2" presetClass="entr" presetSubtype="4" fill="hold" nodeType="clickEffect">
                                  <p:stCondLst>
                                    <p:cond delay="0"/>
                                  </p:stCondLst>
                                  <p:childTnLst>
                                    <p:set>
                                      <p:cBhvr>
                                        <p:cTn id="12" dur="1" fill="hold">
                                          <p:stCondLst>
                                            <p:cond delay="0"/>
                                          </p:stCondLst>
                                        </p:cTn>
                                        <p:tgtEl>
                                          <p:spTgt spid="403459">
                                            <p:txEl>
                                              <p:pRg st="1" end="1"/>
                                            </p:txEl>
                                          </p:spTgt>
                                        </p:tgtEl>
                                        <p:attrNameLst>
                                          <p:attrName>style.visibility</p:attrName>
                                        </p:attrNameLst>
                                      </p:cBhvr>
                                      <p:to>
                                        <p:strVal val="visible"/>
                                      </p:to>
                                    </p:set>
                                    <p:anim calcmode="lin" valueType="num">
                                      <p:cBhvr additive="base">
                                        <p:cTn id="13" dur="500" fill="hold"/>
                                        <p:tgtEl>
                                          <p:spTgt spid="403459">
                                            <p:txEl>
                                              <p:pRg st="1" end="1"/>
                                            </p:txEl>
                                          </p:spTgt>
                                        </p:tgtEl>
                                        <p:attrNameLst>
                                          <p:attrName>ppt_x</p:attrName>
                                        </p:attrNameLst>
                                      </p:cBhvr>
                                      <p:tavLst>
                                        <p:tav tm="0">
                                          <p:val>
                                            <p:strVal val="#ppt_x"/>
                                          </p:val>
                                        </p:tav>
                                        <p:tav tm="100000">
                                          <p:val>
                                            <p:strVal val="#ppt_x"/>
                                          </p:val>
                                        </p:tav>
                                      </p:tavLst>
                                    </p:anim>
                                    <p:anim calcmode="lin" valueType="num">
                                      <p:cBhvr additive="base">
                                        <p:cTn id="14" dur="500" fill="hold"/>
                                        <p:tgtEl>
                                          <p:spTgt spid="403459">
                                            <p:txEl>
                                              <p:pRg st="1" end="1"/>
                                            </p:txEl>
                                          </p:spTgt>
                                        </p:tgtEl>
                                        <p:attrNameLst>
                                          <p:attrName>ppt_y</p:attrName>
                                        </p:attrNameLst>
                                      </p:cBhvr>
                                      <p:tavLst>
                                        <p:tav tm="0">
                                          <p:val>
                                            <p:strVal val="1+#ppt_h/2"/>
                                          </p:val>
                                        </p:tav>
                                        <p:tav tm="100000">
                                          <p:val>
                                            <p:strVal val="#ppt_y"/>
                                          </p:val>
                                        </p:tav>
                                      </p:tavLst>
                                    </p:anim>
                                  </p:childTnLst>
                                </p:cTn>
                              </p:par>
                            </p:childTnLst>
                          </p:cTn>
                        </p:par>
                      </p:childTnLst>
                    </p:cTn>
                  </p:par>
                  <p:par>
                    <p:cTn id="15" fill="hold">
                      <p:stCondLst>
                        <p:cond delay="indefinite"/>
                      </p:stCondLst>
                      <p:childTnLst>
                        <p:par>
                          <p:cTn id="16" fill="hold">
                            <p:stCondLst>
                              <p:cond delay="0"/>
                            </p:stCondLst>
                            <p:childTnLst>
                              <p:par>
                                <p:cTn id="17" presetID="2" presetClass="entr" presetSubtype="4" fill="hold" nodeType="clickEffect">
                                  <p:stCondLst>
                                    <p:cond delay="0"/>
                                  </p:stCondLst>
                                  <p:childTnLst>
                                    <p:set>
                                      <p:cBhvr>
                                        <p:cTn id="18" dur="1" fill="hold">
                                          <p:stCondLst>
                                            <p:cond delay="0"/>
                                          </p:stCondLst>
                                        </p:cTn>
                                        <p:tgtEl>
                                          <p:spTgt spid="403459">
                                            <p:txEl>
                                              <p:pRg st="2" end="2"/>
                                            </p:txEl>
                                          </p:spTgt>
                                        </p:tgtEl>
                                        <p:attrNameLst>
                                          <p:attrName>style.visibility</p:attrName>
                                        </p:attrNameLst>
                                      </p:cBhvr>
                                      <p:to>
                                        <p:strVal val="visible"/>
                                      </p:to>
                                    </p:set>
                                    <p:anim calcmode="lin" valueType="num">
                                      <p:cBhvr additive="base">
                                        <p:cTn id="19" dur="500" fill="hold"/>
                                        <p:tgtEl>
                                          <p:spTgt spid="403459">
                                            <p:txEl>
                                              <p:pRg st="2" end="2"/>
                                            </p:txEl>
                                          </p:spTgt>
                                        </p:tgtEl>
                                        <p:attrNameLst>
                                          <p:attrName>ppt_x</p:attrName>
                                        </p:attrNameLst>
                                      </p:cBhvr>
                                      <p:tavLst>
                                        <p:tav tm="0">
                                          <p:val>
                                            <p:strVal val="#ppt_x"/>
                                          </p:val>
                                        </p:tav>
                                        <p:tav tm="100000">
                                          <p:val>
                                            <p:strVal val="#ppt_x"/>
                                          </p:val>
                                        </p:tav>
                                      </p:tavLst>
                                    </p:anim>
                                    <p:anim calcmode="lin" valueType="num">
                                      <p:cBhvr additive="base">
                                        <p:cTn id="20" dur="500" fill="hold"/>
                                        <p:tgtEl>
                                          <p:spTgt spid="403459">
                                            <p:txEl>
                                              <p:pRg st="2" end="2"/>
                                            </p:txEl>
                                          </p:spTgt>
                                        </p:tgtEl>
                                        <p:attrNameLst>
                                          <p:attrName>ppt_y</p:attrName>
                                        </p:attrNameLst>
                                      </p:cBhvr>
                                      <p:tavLst>
                                        <p:tav tm="0">
                                          <p:val>
                                            <p:strVal val="1+#ppt_h/2"/>
                                          </p:val>
                                        </p:tav>
                                        <p:tav tm="100000">
                                          <p:val>
                                            <p:strVal val="#ppt_y"/>
                                          </p:val>
                                        </p:tav>
                                      </p:tavLst>
                                    </p:anim>
                                  </p:childTnLst>
                                </p:cTn>
                              </p:par>
                            </p:childTnLst>
                          </p:cTn>
                        </p:par>
                      </p:childTnLst>
                    </p:cTn>
                  </p:par>
                  <p:par>
                    <p:cTn id="21" fill="hold">
                      <p:stCondLst>
                        <p:cond delay="indefinite"/>
                      </p:stCondLst>
                      <p:childTnLst>
                        <p:par>
                          <p:cTn id="22" fill="hold">
                            <p:stCondLst>
                              <p:cond delay="0"/>
                            </p:stCondLst>
                            <p:childTnLst>
                              <p:par>
                                <p:cTn id="23" presetID="2" presetClass="entr" presetSubtype="4" fill="hold" nodeType="clickEffect">
                                  <p:stCondLst>
                                    <p:cond delay="0"/>
                                  </p:stCondLst>
                                  <p:childTnLst>
                                    <p:set>
                                      <p:cBhvr>
                                        <p:cTn id="24" dur="1" fill="hold">
                                          <p:stCondLst>
                                            <p:cond delay="0"/>
                                          </p:stCondLst>
                                        </p:cTn>
                                        <p:tgtEl>
                                          <p:spTgt spid="403459">
                                            <p:txEl>
                                              <p:pRg st="3" end="3"/>
                                            </p:txEl>
                                          </p:spTgt>
                                        </p:tgtEl>
                                        <p:attrNameLst>
                                          <p:attrName>style.visibility</p:attrName>
                                        </p:attrNameLst>
                                      </p:cBhvr>
                                      <p:to>
                                        <p:strVal val="visible"/>
                                      </p:to>
                                    </p:set>
                                    <p:anim calcmode="lin" valueType="num">
                                      <p:cBhvr additive="base">
                                        <p:cTn id="25" dur="500" fill="hold"/>
                                        <p:tgtEl>
                                          <p:spTgt spid="403459">
                                            <p:txEl>
                                              <p:pRg st="3" end="3"/>
                                            </p:txEl>
                                          </p:spTgt>
                                        </p:tgtEl>
                                        <p:attrNameLst>
                                          <p:attrName>ppt_x</p:attrName>
                                        </p:attrNameLst>
                                      </p:cBhvr>
                                      <p:tavLst>
                                        <p:tav tm="0">
                                          <p:val>
                                            <p:strVal val="#ppt_x"/>
                                          </p:val>
                                        </p:tav>
                                        <p:tav tm="100000">
                                          <p:val>
                                            <p:strVal val="#ppt_x"/>
                                          </p:val>
                                        </p:tav>
                                      </p:tavLst>
                                    </p:anim>
                                    <p:anim calcmode="lin" valueType="num">
                                      <p:cBhvr additive="base">
                                        <p:cTn id="26" dur="500" fill="hold"/>
                                        <p:tgtEl>
                                          <p:spTgt spid="403459">
                                            <p:txEl>
                                              <p:pRg st="3" end="3"/>
                                            </p:txEl>
                                          </p:spTgt>
                                        </p:tgtEl>
                                        <p:attrNameLst>
                                          <p:attrName>ppt_y</p:attrName>
                                        </p:attrNameLst>
                                      </p:cBhvr>
                                      <p:tavLst>
                                        <p:tav tm="0">
                                          <p:val>
                                            <p:strVal val="1+#ppt_h/2"/>
                                          </p:val>
                                        </p:tav>
                                        <p:tav tm="100000">
                                          <p:val>
                                            <p:strVal val="#ppt_y"/>
                                          </p:val>
                                        </p:tav>
                                      </p:tavLst>
                                    </p:anim>
                                  </p:childTnLst>
                                </p:cTn>
                              </p:par>
                            </p:childTnLst>
                          </p:cTn>
                        </p:par>
                      </p:childTnLst>
                    </p:cTn>
                  </p:par>
                  <p:par>
                    <p:cTn id="27" fill="hold">
                      <p:stCondLst>
                        <p:cond delay="indefinite"/>
                      </p:stCondLst>
                      <p:childTnLst>
                        <p:par>
                          <p:cTn id="28" fill="hold">
                            <p:stCondLst>
                              <p:cond delay="0"/>
                            </p:stCondLst>
                            <p:childTnLst>
                              <p:par>
                                <p:cTn id="29" presetID="2" presetClass="entr" presetSubtype="4" fill="hold" nodeType="clickEffect">
                                  <p:stCondLst>
                                    <p:cond delay="0"/>
                                  </p:stCondLst>
                                  <p:childTnLst>
                                    <p:set>
                                      <p:cBhvr>
                                        <p:cTn id="30" dur="1" fill="hold">
                                          <p:stCondLst>
                                            <p:cond delay="0"/>
                                          </p:stCondLst>
                                        </p:cTn>
                                        <p:tgtEl>
                                          <p:spTgt spid="403459">
                                            <p:txEl>
                                              <p:pRg st="4" end="4"/>
                                            </p:txEl>
                                          </p:spTgt>
                                        </p:tgtEl>
                                        <p:attrNameLst>
                                          <p:attrName>style.visibility</p:attrName>
                                        </p:attrNameLst>
                                      </p:cBhvr>
                                      <p:to>
                                        <p:strVal val="visible"/>
                                      </p:to>
                                    </p:set>
                                    <p:anim calcmode="lin" valueType="num">
                                      <p:cBhvr additive="base">
                                        <p:cTn id="31" dur="500" fill="hold"/>
                                        <p:tgtEl>
                                          <p:spTgt spid="403459">
                                            <p:txEl>
                                              <p:pRg st="4" end="4"/>
                                            </p:txEl>
                                          </p:spTgt>
                                        </p:tgtEl>
                                        <p:attrNameLst>
                                          <p:attrName>ppt_x</p:attrName>
                                        </p:attrNameLst>
                                      </p:cBhvr>
                                      <p:tavLst>
                                        <p:tav tm="0">
                                          <p:val>
                                            <p:strVal val="#ppt_x"/>
                                          </p:val>
                                        </p:tav>
                                        <p:tav tm="100000">
                                          <p:val>
                                            <p:strVal val="#ppt_x"/>
                                          </p:val>
                                        </p:tav>
                                      </p:tavLst>
                                    </p:anim>
                                    <p:anim calcmode="lin" valueType="num">
                                      <p:cBhvr additive="base">
                                        <p:cTn id="32" dur="500" fill="hold"/>
                                        <p:tgtEl>
                                          <p:spTgt spid="403459">
                                            <p:txEl>
                                              <p:pRg st="4" end="4"/>
                                            </p:txEl>
                                          </p:spTgt>
                                        </p:tgtEl>
                                        <p:attrNameLst>
                                          <p:attrName>ppt_y</p:attrName>
                                        </p:attrNameLst>
                                      </p:cBhvr>
                                      <p:tavLst>
                                        <p:tav tm="0">
                                          <p:val>
                                            <p:strVal val="1+#ppt_h/2"/>
                                          </p:val>
                                        </p:tav>
                                        <p:tav tm="100000">
                                          <p:val>
                                            <p:strVal val="#ppt_y"/>
                                          </p:val>
                                        </p:tav>
                                      </p:tavLst>
                                    </p:anim>
                                  </p:childTnLst>
                                </p:cTn>
                              </p:par>
                            </p:childTnLst>
                          </p:cTn>
                        </p:par>
                      </p:childTnLst>
                    </p:cTn>
                  </p:par>
                  <p:par>
                    <p:cTn id="33" fill="hold">
                      <p:stCondLst>
                        <p:cond delay="indefinite"/>
                      </p:stCondLst>
                      <p:childTnLst>
                        <p:par>
                          <p:cTn id="34" fill="hold">
                            <p:stCondLst>
                              <p:cond delay="0"/>
                            </p:stCondLst>
                            <p:childTnLst>
                              <p:par>
                                <p:cTn id="35" presetID="2" presetClass="entr" presetSubtype="4" fill="hold" nodeType="clickEffect">
                                  <p:stCondLst>
                                    <p:cond delay="0"/>
                                  </p:stCondLst>
                                  <p:childTnLst>
                                    <p:set>
                                      <p:cBhvr>
                                        <p:cTn id="36" dur="1" fill="hold">
                                          <p:stCondLst>
                                            <p:cond delay="0"/>
                                          </p:stCondLst>
                                        </p:cTn>
                                        <p:tgtEl>
                                          <p:spTgt spid="403459">
                                            <p:txEl>
                                              <p:pRg st="5" end="5"/>
                                            </p:txEl>
                                          </p:spTgt>
                                        </p:tgtEl>
                                        <p:attrNameLst>
                                          <p:attrName>style.visibility</p:attrName>
                                        </p:attrNameLst>
                                      </p:cBhvr>
                                      <p:to>
                                        <p:strVal val="visible"/>
                                      </p:to>
                                    </p:set>
                                    <p:anim calcmode="lin" valueType="num">
                                      <p:cBhvr additive="base">
                                        <p:cTn id="37" dur="500" fill="hold"/>
                                        <p:tgtEl>
                                          <p:spTgt spid="403459">
                                            <p:txEl>
                                              <p:pRg st="5" end="5"/>
                                            </p:txEl>
                                          </p:spTgt>
                                        </p:tgtEl>
                                        <p:attrNameLst>
                                          <p:attrName>ppt_x</p:attrName>
                                        </p:attrNameLst>
                                      </p:cBhvr>
                                      <p:tavLst>
                                        <p:tav tm="0">
                                          <p:val>
                                            <p:strVal val="#ppt_x"/>
                                          </p:val>
                                        </p:tav>
                                        <p:tav tm="100000">
                                          <p:val>
                                            <p:strVal val="#ppt_x"/>
                                          </p:val>
                                        </p:tav>
                                      </p:tavLst>
                                    </p:anim>
                                    <p:anim calcmode="lin" valueType="num">
                                      <p:cBhvr additive="base">
                                        <p:cTn id="38" dur="500" fill="hold"/>
                                        <p:tgtEl>
                                          <p:spTgt spid="403459">
                                            <p:txEl>
                                              <p:pRg st="5" end="5"/>
                                            </p:txEl>
                                          </p:spTgt>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8435" name="Rectangle 2"/>
          <p:cNvSpPr>
            <a:spLocks noGrp="1" noChangeArrowheads="1"/>
          </p:cNvSpPr>
          <p:nvPr>
            <p:ph type="title"/>
          </p:nvPr>
        </p:nvSpPr>
        <p:spPr/>
        <p:txBody>
          <a:bodyPr/>
          <a:lstStyle/>
          <a:p>
            <a:pPr eaLnBrk="1" hangingPunct="1">
              <a:lnSpc>
                <a:spcPct val="150000"/>
              </a:lnSpc>
            </a:pPr>
            <a:r>
              <a:rPr lang="zh-CN" altLang="en-US" dirty="0"/>
              <a:t>网络信息收集方法</a:t>
            </a:r>
          </a:p>
        </p:txBody>
      </p:sp>
      <p:sp>
        <p:nvSpPr>
          <p:cNvPr id="403459" name="Rectangle 3"/>
          <p:cNvSpPr>
            <a:spLocks noGrp="1" noChangeArrowheads="1"/>
          </p:cNvSpPr>
          <p:nvPr>
            <p:ph type="body" idx="1"/>
          </p:nvPr>
        </p:nvSpPr>
        <p:spPr>
          <a:xfrm>
            <a:off x="659130" y="1217295"/>
            <a:ext cx="8032115" cy="5641340"/>
          </a:xfrm>
        </p:spPr>
        <p:txBody>
          <a:bodyPr/>
          <a:lstStyle/>
          <a:p>
            <a:pPr eaLnBrk="1" hangingPunct="1">
              <a:lnSpc>
                <a:spcPct val="150000"/>
              </a:lnSpc>
            </a:pPr>
            <a:r>
              <a:rPr lang="zh-CN" altLang="en-US" dirty="0" smtClean="0"/>
              <a:t>网络扫描(</a:t>
            </a:r>
            <a:r>
              <a:rPr lang="en-US" altLang="zh-CN" dirty="0" smtClean="0"/>
              <a:t>scanning</a:t>
            </a:r>
            <a:r>
              <a:rPr lang="zh-CN" altLang="en-US" dirty="0" smtClean="0"/>
              <a:t>)</a:t>
            </a:r>
          </a:p>
          <a:p>
            <a:pPr lvl="1" eaLnBrk="1" hangingPunct="1">
              <a:lnSpc>
                <a:spcPct val="150000"/>
              </a:lnSpc>
            </a:pPr>
            <a:r>
              <a:rPr lang="en-US" altLang="zh-CN" sz="1800" dirty="0" err="1" smtClean="0"/>
              <a:t>目的：探测目标网络，找出尽可能多的连接目标，再进一步探测获取类型、存在的安全弱点等信息</a:t>
            </a:r>
            <a:r>
              <a:rPr lang="zh-CN" altLang="en-US" sz="1800" dirty="0" smtClean="0"/>
              <a:t>。通俗讲，就是盗窃</a:t>
            </a:r>
            <a:r>
              <a:rPr lang="zh-CN" altLang="en-US" sz="1800" dirty="0"/>
              <a:t>时从中寻找有人居住的房间，并找出所有可供潜入的门窗。</a:t>
            </a:r>
            <a:endParaRPr lang="en-US" altLang="zh-CN" sz="1800" dirty="0" smtClean="0"/>
          </a:p>
          <a:p>
            <a:pPr lvl="1" eaLnBrk="1" hangingPunct="1">
              <a:lnSpc>
                <a:spcPct val="150000"/>
              </a:lnSpc>
            </a:pPr>
            <a:r>
              <a:rPr lang="en-US" altLang="zh-CN" sz="1600" dirty="0" smtClean="0"/>
              <a:t>主机扫描（ping扫描）：主要是通过目标网络IP地址范围进行扫描，确定这个网络中存在哪些活跃的设备和系统。分为使用ICMP协议的主机扫描、使用TCP协议的主机扫描、使用UDP协议的主机扫描。目前使用最为广泛的主机扫描软件是nmap。主机扫描的预防措施可以采用例如nsort之类的网络入侵检测系统进行探测。</a:t>
            </a:r>
          </a:p>
          <a:p>
            <a:pPr lvl="1" eaLnBrk="1" hangingPunct="1">
              <a:lnSpc>
                <a:spcPct val="150000"/>
              </a:lnSpc>
            </a:pPr>
            <a:r>
              <a:rPr lang="en-US" altLang="zh-CN" sz="1600" dirty="0" smtClean="0"/>
              <a:t>端口扫描：在主机扫描确定活跃主机后，用于探查活跃主机上开放了哪些TCP/UDP端口，分别进行TCP端口扫描和UDP端口扫描。</a:t>
            </a: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nodeType="clickEffect">
                                  <p:stCondLst>
                                    <p:cond delay="0"/>
                                  </p:stCondLst>
                                  <p:childTnLst>
                                    <p:set>
                                      <p:cBhvr>
                                        <p:cTn id="6" dur="1" fill="hold">
                                          <p:stCondLst>
                                            <p:cond delay="0"/>
                                          </p:stCondLst>
                                        </p:cTn>
                                        <p:tgtEl>
                                          <p:spTgt spid="403459">
                                            <p:txEl>
                                              <p:pRg st="0" end="0"/>
                                            </p:txEl>
                                          </p:spTgt>
                                        </p:tgtEl>
                                        <p:attrNameLst>
                                          <p:attrName>style.visibility</p:attrName>
                                        </p:attrNameLst>
                                      </p:cBhvr>
                                      <p:to>
                                        <p:strVal val="visible"/>
                                      </p:to>
                                    </p:set>
                                    <p:anim calcmode="lin" valueType="num">
                                      <p:cBhvr additive="base">
                                        <p:cTn id="7" dur="500" fill="hold"/>
                                        <p:tgtEl>
                                          <p:spTgt spid="403459">
                                            <p:txEl>
                                              <p:pRg st="0" end="0"/>
                                            </p:txEl>
                                          </p:spTgt>
                                        </p:tgtEl>
                                        <p:attrNameLst>
                                          <p:attrName>ppt_x</p:attrName>
                                        </p:attrNameLst>
                                      </p:cBhvr>
                                      <p:tavLst>
                                        <p:tav tm="0">
                                          <p:val>
                                            <p:strVal val="#ppt_x"/>
                                          </p:val>
                                        </p:tav>
                                        <p:tav tm="100000">
                                          <p:val>
                                            <p:strVal val="#ppt_x"/>
                                          </p:val>
                                        </p:tav>
                                      </p:tavLst>
                                    </p:anim>
                                    <p:anim calcmode="lin" valueType="num">
                                      <p:cBhvr additive="base">
                                        <p:cTn id="8" dur="500" fill="hold"/>
                                        <p:tgtEl>
                                          <p:spTgt spid="403459">
                                            <p:txEl>
                                              <p:pRg st="0" end="0"/>
                                            </p:txEl>
                                          </p:spTgt>
                                        </p:tgtEl>
                                        <p:attrNameLst>
                                          <p:attrName>ppt_y</p:attrName>
                                        </p:attrNameLst>
                                      </p:cBhvr>
                                      <p:tavLst>
                                        <p:tav tm="0">
                                          <p:val>
                                            <p:strVal val="1+#ppt_h/2"/>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2" presetClass="entr" presetSubtype="4" fill="hold" nodeType="clickEffect">
                                  <p:stCondLst>
                                    <p:cond delay="0"/>
                                  </p:stCondLst>
                                  <p:childTnLst>
                                    <p:set>
                                      <p:cBhvr>
                                        <p:cTn id="12" dur="1" fill="hold">
                                          <p:stCondLst>
                                            <p:cond delay="0"/>
                                          </p:stCondLst>
                                        </p:cTn>
                                        <p:tgtEl>
                                          <p:spTgt spid="403459">
                                            <p:txEl>
                                              <p:pRg st="1" end="1"/>
                                            </p:txEl>
                                          </p:spTgt>
                                        </p:tgtEl>
                                        <p:attrNameLst>
                                          <p:attrName>style.visibility</p:attrName>
                                        </p:attrNameLst>
                                      </p:cBhvr>
                                      <p:to>
                                        <p:strVal val="visible"/>
                                      </p:to>
                                    </p:set>
                                    <p:anim calcmode="lin" valueType="num">
                                      <p:cBhvr additive="base">
                                        <p:cTn id="13" dur="500" fill="hold"/>
                                        <p:tgtEl>
                                          <p:spTgt spid="403459">
                                            <p:txEl>
                                              <p:pRg st="1" end="1"/>
                                            </p:txEl>
                                          </p:spTgt>
                                        </p:tgtEl>
                                        <p:attrNameLst>
                                          <p:attrName>ppt_x</p:attrName>
                                        </p:attrNameLst>
                                      </p:cBhvr>
                                      <p:tavLst>
                                        <p:tav tm="0">
                                          <p:val>
                                            <p:strVal val="#ppt_x"/>
                                          </p:val>
                                        </p:tav>
                                        <p:tav tm="100000">
                                          <p:val>
                                            <p:strVal val="#ppt_x"/>
                                          </p:val>
                                        </p:tav>
                                      </p:tavLst>
                                    </p:anim>
                                    <p:anim calcmode="lin" valueType="num">
                                      <p:cBhvr additive="base">
                                        <p:cTn id="14" dur="500" fill="hold"/>
                                        <p:tgtEl>
                                          <p:spTgt spid="403459">
                                            <p:txEl>
                                              <p:pRg st="1" end="1"/>
                                            </p:txEl>
                                          </p:spTgt>
                                        </p:tgtEl>
                                        <p:attrNameLst>
                                          <p:attrName>ppt_y</p:attrName>
                                        </p:attrNameLst>
                                      </p:cBhvr>
                                      <p:tavLst>
                                        <p:tav tm="0">
                                          <p:val>
                                            <p:strVal val="1+#ppt_h/2"/>
                                          </p:val>
                                        </p:tav>
                                        <p:tav tm="100000">
                                          <p:val>
                                            <p:strVal val="#ppt_y"/>
                                          </p:val>
                                        </p:tav>
                                      </p:tavLst>
                                    </p:anim>
                                  </p:childTnLst>
                                </p:cTn>
                              </p:par>
                            </p:childTnLst>
                          </p:cTn>
                        </p:par>
                      </p:childTnLst>
                    </p:cTn>
                  </p:par>
                  <p:par>
                    <p:cTn id="15" fill="hold">
                      <p:stCondLst>
                        <p:cond delay="indefinite"/>
                      </p:stCondLst>
                      <p:childTnLst>
                        <p:par>
                          <p:cTn id="16" fill="hold">
                            <p:stCondLst>
                              <p:cond delay="0"/>
                            </p:stCondLst>
                            <p:childTnLst>
                              <p:par>
                                <p:cTn id="17" presetID="2" presetClass="entr" presetSubtype="4" fill="hold" nodeType="clickEffect">
                                  <p:stCondLst>
                                    <p:cond delay="0"/>
                                  </p:stCondLst>
                                  <p:childTnLst>
                                    <p:set>
                                      <p:cBhvr>
                                        <p:cTn id="18" dur="1" fill="hold">
                                          <p:stCondLst>
                                            <p:cond delay="0"/>
                                          </p:stCondLst>
                                        </p:cTn>
                                        <p:tgtEl>
                                          <p:spTgt spid="403459">
                                            <p:txEl>
                                              <p:pRg st="2" end="2"/>
                                            </p:txEl>
                                          </p:spTgt>
                                        </p:tgtEl>
                                        <p:attrNameLst>
                                          <p:attrName>style.visibility</p:attrName>
                                        </p:attrNameLst>
                                      </p:cBhvr>
                                      <p:to>
                                        <p:strVal val="visible"/>
                                      </p:to>
                                    </p:set>
                                    <p:anim calcmode="lin" valueType="num">
                                      <p:cBhvr additive="base">
                                        <p:cTn id="19" dur="500" fill="hold"/>
                                        <p:tgtEl>
                                          <p:spTgt spid="403459">
                                            <p:txEl>
                                              <p:pRg st="2" end="2"/>
                                            </p:txEl>
                                          </p:spTgt>
                                        </p:tgtEl>
                                        <p:attrNameLst>
                                          <p:attrName>ppt_x</p:attrName>
                                        </p:attrNameLst>
                                      </p:cBhvr>
                                      <p:tavLst>
                                        <p:tav tm="0">
                                          <p:val>
                                            <p:strVal val="#ppt_x"/>
                                          </p:val>
                                        </p:tav>
                                        <p:tav tm="100000">
                                          <p:val>
                                            <p:strVal val="#ppt_x"/>
                                          </p:val>
                                        </p:tav>
                                      </p:tavLst>
                                    </p:anim>
                                    <p:anim calcmode="lin" valueType="num">
                                      <p:cBhvr additive="base">
                                        <p:cTn id="20" dur="500" fill="hold"/>
                                        <p:tgtEl>
                                          <p:spTgt spid="403459">
                                            <p:txEl>
                                              <p:pRg st="2" end="2"/>
                                            </p:txEl>
                                          </p:spTgt>
                                        </p:tgtEl>
                                        <p:attrNameLst>
                                          <p:attrName>ppt_y</p:attrName>
                                        </p:attrNameLst>
                                      </p:cBhvr>
                                      <p:tavLst>
                                        <p:tav tm="0">
                                          <p:val>
                                            <p:strVal val="1+#ppt_h/2"/>
                                          </p:val>
                                        </p:tav>
                                        <p:tav tm="100000">
                                          <p:val>
                                            <p:strVal val="#ppt_y"/>
                                          </p:val>
                                        </p:tav>
                                      </p:tavLst>
                                    </p:anim>
                                  </p:childTnLst>
                                </p:cTn>
                              </p:par>
                            </p:childTnLst>
                          </p:cTn>
                        </p:par>
                      </p:childTnLst>
                    </p:cTn>
                  </p:par>
                  <p:par>
                    <p:cTn id="21" fill="hold">
                      <p:stCondLst>
                        <p:cond delay="indefinite"/>
                      </p:stCondLst>
                      <p:childTnLst>
                        <p:par>
                          <p:cTn id="22" fill="hold">
                            <p:stCondLst>
                              <p:cond delay="0"/>
                            </p:stCondLst>
                            <p:childTnLst>
                              <p:par>
                                <p:cTn id="23" presetID="2" presetClass="entr" presetSubtype="4" fill="hold" nodeType="clickEffect">
                                  <p:stCondLst>
                                    <p:cond delay="0"/>
                                  </p:stCondLst>
                                  <p:childTnLst>
                                    <p:set>
                                      <p:cBhvr>
                                        <p:cTn id="24" dur="1" fill="hold">
                                          <p:stCondLst>
                                            <p:cond delay="0"/>
                                          </p:stCondLst>
                                        </p:cTn>
                                        <p:tgtEl>
                                          <p:spTgt spid="403459">
                                            <p:txEl>
                                              <p:pRg st="3" end="3"/>
                                            </p:txEl>
                                          </p:spTgt>
                                        </p:tgtEl>
                                        <p:attrNameLst>
                                          <p:attrName>style.visibility</p:attrName>
                                        </p:attrNameLst>
                                      </p:cBhvr>
                                      <p:to>
                                        <p:strVal val="visible"/>
                                      </p:to>
                                    </p:set>
                                    <p:anim calcmode="lin" valueType="num">
                                      <p:cBhvr additive="base">
                                        <p:cTn id="25" dur="500" fill="hold"/>
                                        <p:tgtEl>
                                          <p:spTgt spid="403459">
                                            <p:txEl>
                                              <p:pRg st="3" end="3"/>
                                            </p:txEl>
                                          </p:spTgt>
                                        </p:tgtEl>
                                        <p:attrNameLst>
                                          <p:attrName>ppt_x</p:attrName>
                                        </p:attrNameLst>
                                      </p:cBhvr>
                                      <p:tavLst>
                                        <p:tav tm="0">
                                          <p:val>
                                            <p:strVal val="#ppt_x"/>
                                          </p:val>
                                        </p:tav>
                                        <p:tav tm="100000">
                                          <p:val>
                                            <p:strVal val="#ppt_x"/>
                                          </p:val>
                                        </p:tav>
                                      </p:tavLst>
                                    </p:anim>
                                    <p:anim calcmode="lin" valueType="num">
                                      <p:cBhvr additive="base">
                                        <p:cTn id="26" dur="500" fill="hold"/>
                                        <p:tgtEl>
                                          <p:spTgt spid="403459">
                                            <p:txEl>
                                              <p:pRg st="3" end="3"/>
                                            </p:txEl>
                                          </p:spTgt>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8435" name="Rectangle 2"/>
          <p:cNvSpPr>
            <a:spLocks noGrp="1" noChangeArrowheads="1"/>
          </p:cNvSpPr>
          <p:nvPr>
            <p:ph type="title"/>
          </p:nvPr>
        </p:nvSpPr>
        <p:spPr/>
        <p:txBody>
          <a:bodyPr/>
          <a:lstStyle/>
          <a:p>
            <a:pPr eaLnBrk="1" hangingPunct="1">
              <a:lnSpc>
                <a:spcPct val="150000"/>
              </a:lnSpc>
            </a:pPr>
            <a:r>
              <a:rPr lang="zh-CN" altLang="en-US" dirty="0"/>
              <a:t>网络信息收集方法</a:t>
            </a:r>
          </a:p>
        </p:txBody>
      </p:sp>
      <p:sp>
        <p:nvSpPr>
          <p:cNvPr id="403459" name="Rectangle 3"/>
          <p:cNvSpPr>
            <a:spLocks noGrp="1" noChangeArrowheads="1"/>
          </p:cNvSpPr>
          <p:nvPr>
            <p:ph type="body" idx="1"/>
          </p:nvPr>
        </p:nvSpPr>
        <p:spPr>
          <a:xfrm>
            <a:off x="659130" y="1217295"/>
            <a:ext cx="8032115" cy="5641340"/>
          </a:xfrm>
        </p:spPr>
        <p:txBody>
          <a:bodyPr/>
          <a:lstStyle/>
          <a:p>
            <a:pPr eaLnBrk="1" hangingPunct="1">
              <a:lnSpc>
                <a:spcPct val="150000"/>
              </a:lnSpc>
            </a:pPr>
            <a:r>
              <a:rPr lang="zh-CN" altLang="en-US" dirty="0" smtClean="0"/>
              <a:t>网络扫描(</a:t>
            </a:r>
            <a:r>
              <a:rPr lang="en-US" altLang="zh-CN" dirty="0" smtClean="0"/>
              <a:t>scanning</a:t>
            </a:r>
            <a:r>
              <a:rPr lang="zh-CN" altLang="en-US" dirty="0" smtClean="0"/>
              <a:t>)</a:t>
            </a:r>
          </a:p>
          <a:p>
            <a:pPr lvl="1" eaLnBrk="1" hangingPunct="1">
              <a:lnSpc>
                <a:spcPct val="150000"/>
              </a:lnSpc>
            </a:pPr>
            <a:r>
              <a:rPr lang="en-US" altLang="zh-CN" sz="1600" dirty="0" smtClean="0"/>
              <a:t>网络/系统类型探查：目的是探查活跃主机的系统及开放的网络服务类型。系统类型探查的主要技术包括：操作系统主动探测技术、操作系统被动辨识技术。网络服务类型探查主要是寻找开放端口绑定的网络应用服务，分为网络服务主动探测技术、网络服务被动辨识技术</a:t>
            </a:r>
          </a:p>
          <a:p>
            <a:pPr lvl="1" eaLnBrk="1" hangingPunct="1">
              <a:lnSpc>
                <a:spcPct val="150000"/>
              </a:lnSpc>
            </a:pPr>
            <a:r>
              <a:rPr lang="en-US" altLang="zh-CN" sz="1600" dirty="0" err="1" smtClean="0"/>
              <a:t>漏洞扫描：是探测发现目标网络中特定操作系统、网络服务与应用程序中存在的安全漏洞，以便实施渗透攻击，获得目标主机的访问控制权</a:t>
            </a:r>
            <a:r>
              <a:rPr lang="zh-CN" altLang="en-US" sz="1600" dirty="0"/>
              <a:t>。常用的</a:t>
            </a:r>
            <a:r>
              <a:rPr lang="en-US" altLang="zh-CN" sz="1600" dirty="0"/>
              <a:t>Nessus</a:t>
            </a:r>
            <a:r>
              <a:rPr lang="zh-CN" altLang="en-US" sz="1600" dirty="0"/>
              <a:t>漏洞扫描</a:t>
            </a:r>
            <a:endParaRPr lang="en-US" altLang="zh-CN" sz="1600" dirty="0" smtClean="0"/>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nodeType="clickEffect">
                                  <p:stCondLst>
                                    <p:cond delay="0"/>
                                  </p:stCondLst>
                                  <p:childTnLst>
                                    <p:set>
                                      <p:cBhvr>
                                        <p:cTn id="6" dur="1" fill="hold">
                                          <p:stCondLst>
                                            <p:cond delay="0"/>
                                          </p:stCondLst>
                                        </p:cTn>
                                        <p:tgtEl>
                                          <p:spTgt spid="403459">
                                            <p:txEl>
                                              <p:pRg st="0" end="0"/>
                                            </p:txEl>
                                          </p:spTgt>
                                        </p:tgtEl>
                                        <p:attrNameLst>
                                          <p:attrName>style.visibility</p:attrName>
                                        </p:attrNameLst>
                                      </p:cBhvr>
                                      <p:to>
                                        <p:strVal val="visible"/>
                                      </p:to>
                                    </p:set>
                                    <p:anim calcmode="lin" valueType="num">
                                      <p:cBhvr additive="base">
                                        <p:cTn id="7" dur="500" fill="hold"/>
                                        <p:tgtEl>
                                          <p:spTgt spid="403459">
                                            <p:txEl>
                                              <p:pRg st="0" end="0"/>
                                            </p:txEl>
                                          </p:spTgt>
                                        </p:tgtEl>
                                        <p:attrNameLst>
                                          <p:attrName>ppt_x</p:attrName>
                                        </p:attrNameLst>
                                      </p:cBhvr>
                                      <p:tavLst>
                                        <p:tav tm="0">
                                          <p:val>
                                            <p:strVal val="#ppt_x"/>
                                          </p:val>
                                        </p:tav>
                                        <p:tav tm="100000">
                                          <p:val>
                                            <p:strVal val="#ppt_x"/>
                                          </p:val>
                                        </p:tav>
                                      </p:tavLst>
                                    </p:anim>
                                    <p:anim calcmode="lin" valueType="num">
                                      <p:cBhvr additive="base">
                                        <p:cTn id="8" dur="500" fill="hold"/>
                                        <p:tgtEl>
                                          <p:spTgt spid="403459">
                                            <p:txEl>
                                              <p:pRg st="0" end="0"/>
                                            </p:txEl>
                                          </p:spTgt>
                                        </p:tgtEl>
                                        <p:attrNameLst>
                                          <p:attrName>ppt_y</p:attrName>
                                        </p:attrNameLst>
                                      </p:cBhvr>
                                      <p:tavLst>
                                        <p:tav tm="0">
                                          <p:val>
                                            <p:strVal val="1+#ppt_h/2"/>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2" presetClass="entr" presetSubtype="4" fill="hold" nodeType="clickEffect">
                                  <p:stCondLst>
                                    <p:cond delay="0"/>
                                  </p:stCondLst>
                                  <p:childTnLst>
                                    <p:set>
                                      <p:cBhvr>
                                        <p:cTn id="12" dur="1" fill="hold">
                                          <p:stCondLst>
                                            <p:cond delay="0"/>
                                          </p:stCondLst>
                                        </p:cTn>
                                        <p:tgtEl>
                                          <p:spTgt spid="403459">
                                            <p:txEl>
                                              <p:pRg st="1" end="1"/>
                                            </p:txEl>
                                          </p:spTgt>
                                        </p:tgtEl>
                                        <p:attrNameLst>
                                          <p:attrName>style.visibility</p:attrName>
                                        </p:attrNameLst>
                                      </p:cBhvr>
                                      <p:to>
                                        <p:strVal val="visible"/>
                                      </p:to>
                                    </p:set>
                                    <p:anim calcmode="lin" valueType="num">
                                      <p:cBhvr additive="base">
                                        <p:cTn id="13" dur="500" fill="hold"/>
                                        <p:tgtEl>
                                          <p:spTgt spid="403459">
                                            <p:txEl>
                                              <p:pRg st="1" end="1"/>
                                            </p:txEl>
                                          </p:spTgt>
                                        </p:tgtEl>
                                        <p:attrNameLst>
                                          <p:attrName>ppt_x</p:attrName>
                                        </p:attrNameLst>
                                      </p:cBhvr>
                                      <p:tavLst>
                                        <p:tav tm="0">
                                          <p:val>
                                            <p:strVal val="#ppt_x"/>
                                          </p:val>
                                        </p:tav>
                                        <p:tav tm="100000">
                                          <p:val>
                                            <p:strVal val="#ppt_x"/>
                                          </p:val>
                                        </p:tav>
                                      </p:tavLst>
                                    </p:anim>
                                    <p:anim calcmode="lin" valueType="num">
                                      <p:cBhvr additive="base">
                                        <p:cTn id="14" dur="500" fill="hold"/>
                                        <p:tgtEl>
                                          <p:spTgt spid="403459">
                                            <p:txEl>
                                              <p:pRg st="1" end="1"/>
                                            </p:txEl>
                                          </p:spTgt>
                                        </p:tgtEl>
                                        <p:attrNameLst>
                                          <p:attrName>ppt_y</p:attrName>
                                        </p:attrNameLst>
                                      </p:cBhvr>
                                      <p:tavLst>
                                        <p:tav tm="0">
                                          <p:val>
                                            <p:strVal val="1+#ppt_h/2"/>
                                          </p:val>
                                        </p:tav>
                                        <p:tav tm="100000">
                                          <p:val>
                                            <p:strVal val="#ppt_y"/>
                                          </p:val>
                                        </p:tav>
                                      </p:tavLst>
                                    </p:anim>
                                  </p:childTnLst>
                                </p:cTn>
                              </p:par>
                            </p:childTnLst>
                          </p:cTn>
                        </p:par>
                      </p:childTnLst>
                    </p:cTn>
                  </p:par>
                  <p:par>
                    <p:cTn id="15" fill="hold">
                      <p:stCondLst>
                        <p:cond delay="indefinite"/>
                      </p:stCondLst>
                      <p:childTnLst>
                        <p:par>
                          <p:cTn id="16" fill="hold">
                            <p:stCondLst>
                              <p:cond delay="0"/>
                            </p:stCondLst>
                            <p:childTnLst>
                              <p:par>
                                <p:cTn id="17" presetID="2" presetClass="entr" presetSubtype="4" fill="hold" nodeType="clickEffect">
                                  <p:stCondLst>
                                    <p:cond delay="0"/>
                                  </p:stCondLst>
                                  <p:childTnLst>
                                    <p:set>
                                      <p:cBhvr>
                                        <p:cTn id="18" dur="1" fill="hold">
                                          <p:stCondLst>
                                            <p:cond delay="0"/>
                                          </p:stCondLst>
                                        </p:cTn>
                                        <p:tgtEl>
                                          <p:spTgt spid="403459">
                                            <p:txEl>
                                              <p:pRg st="2" end="2"/>
                                            </p:txEl>
                                          </p:spTgt>
                                        </p:tgtEl>
                                        <p:attrNameLst>
                                          <p:attrName>style.visibility</p:attrName>
                                        </p:attrNameLst>
                                      </p:cBhvr>
                                      <p:to>
                                        <p:strVal val="visible"/>
                                      </p:to>
                                    </p:set>
                                    <p:anim calcmode="lin" valueType="num">
                                      <p:cBhvr additive="base">
                                        <p:cTn id="19" dur="500" fill="hold"/>
                                        <p:tgtEl>
                                          <p:spTgt spid="403459">
                                            <p:txEl>
                                              <p:pRg st="2" end="2"/>
                                            </p:txEl>
                                          </p:spTgt>
                                        </p:tgtEl>
                                        <p:attrNameLst>
                                          <p:attrName>ppt_x</p:attrName>
                                        </p:attrNameLst>
                                      </p:cBhvr>
                                      <p:tavLst>
                                        <p:tav tm="0">
                                          <p:val>
                                            <p:strVal val="#ppt_x"/>
                                          </p:val>
                                        </p:tav>
                                        <p:tav tm="100000">
                                          <p:val>
                                            <p:strVal val="#ppt_x"/>
                                          </p:val>
                                        </p:tav>
                                      </p:tavLst>
                                    </p:anim>
                                    <p:anim calcmode="lin" valueType="num">
                                      <p:cBhvr additive="base">
                                        <p:cTn id="20" dur="500" fill="hold"/>
                                        <p:tgtEl>
                                          <p:spTgt spid="403459">
                                            <p:txEl>
                                              <p:pRg st="2" end="2"/>
                                            </p:txEl>
                                          </p:spTgt>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8435" name="Rectangle 2"/>
          <p:cNvSpPr>
            <a:spLocks noGrp="1" noChangeArrowheads="1"/>
          </p:cNvSpPr>
          <p:nvPr>
            <p:ph type="title"/>
          </p:nvPr>
        </p:nvSpPr>
        <p:spPr/>
        <p:txBody>
          <a:bodyPr/>
          <a:lstStyle/>
          <a:p>
            <a:pPr eaLnBrk="1" hangingPunct="1">
              <a:lnSpc>
                <a:spcPct val="150000"/>
              </a:lnSpc>
            </a:pPr>
            <a:r>
              <a:rPr lang="zh-CN" altLang="en-US" dirty="0"/>
              <a:t>网络信息收集方法</a:t>
            </a:r>
          </a:p>
        </p:txBody>
      </p:sp>
      <p:sp>
        <p:nvSpPr>
          <p:cNvPr id="403459" name="Rectangle 3"/>
          <p:cNvSpPr>
            <a:spLocks noGrp="1" noChangeArrowheads="1"/>
          </p:cNvSpPr>
          <p:nvPr>
            <p:ph type="body" idx="1"/>
          </p:nvPr>
        </p:nvSpPr>
        <p:spPr>
          <a:xfrm>
            <a:off x="659130" y="1217295"/>
            <a:ext cx="8032115" cy="5641340"/>
          </a:xfrm>
        </p:spPr>
        <p:txBody>
          <a:bodyPr/>
          <a:lstStyle/>
          <a:p>
            <a:pPr eaLnBrk="1" hangingPunct="1">
              <a:lnSpc>
                <a:spcPct val="150000"/>
              </a:lnSpc>
            </a:pPr>
            <a:r>
              <a:rPr lang="zh-CN" altLang="en-US" dirty="0" smtClean="0"/>
              <a:t>网络查点</a:t>
            </a:r>
            <a:r>
              <a:rPr lang="zh-CN" altLang="en-US" dirty="0" smtClean="0">
                <a:sym typeface="+mn-ea"/>
              </a:rPr>
              <a:t>(enumeration)</a:t>
            </a:r>
            <a:endParaRPr lang="en-US" altLang="zh-CN" dirty="0" smtClean="0">
              <a:sym typeface="+mn-ea"/>
            </a:endParaRPr>
          </a:p>
          <a:p>
            <a:pPr eaLnBrk="1" hangingPunct="1">
              <a:lnSpc>
                <a:spcPct val="150000"/>
              </a:lnSpc>
            </a:pPr>
            <a:r>
              <a:rPr lang="zh-CN" altLang="en-US" sz="1800" dirty="0">
                <a:sym typeface="+mn-ea"/>
              </a:rPr>
              <a:t>针对已知的弱点</a:t>
            </a:r>
            <a:r>
              <a:rPr lang="en-US" altLang="zh-CN" sz="1800" dirty="0">
                <a:sym typeface="+mn-ea"/>
              </a:rPr>
              <a:t>,</a:t>
            </a:r>
            <a:r>
              <a:rPr lang="zh-CN" altLang="en-US" sz="1800" dirty="0">
                <a:sym typeface="+mn-ea"/>
              </a:rPr>
              <a:t>对识别出来的服务进行更加充分更具针对性的探查</a:t>
            </a:r>
            <a:r>
              <a:rPr lang="en-US" altLang="zh-CN" sz="1800" dirty="0">
                <a:sym typeface="+mn-ea"/>
              </a:rPr>
              <a:t>,</a:t>
            </a:r>
            <a:r>
              <a:rPr lang="zh-CN" altLang="en-US" sz="1800" dirty="0">
                <a:sym typeface="+mn-ea"/>
              </a:rPr>
              <a:t>来寻找真正可以攻击的入口</a:t>
            </a:r>
            <a:r>
              <a:rPr lang="en-US" altLang="zh-CN" sz="1800" dirty="0">
                <a:sym typeface="+mn-ea"/>
              </a:rPr>
              <a:t>,</a:t>
            </a:r>
            <a:r>
              <a:rPr lang="zh-CN" altLang="en-US" sz="1800" dirty="0">
                <a:sym typeface="+mn-ea"/>
              </a:rPr>
              <a:t>以及攻击过程中可能需要的关键</a:t>
            </a:r>
            <a:r>
              <a:rPr lang="zh-CN" altLang="en-US" sz="1800" dirty="0" smtClean="0">
                <a:sym typeface="+mn-ea"/>
              </a:rPr>
              <a:t>数据。</a:t>
            </a:r>
          </a:p>
          <a:p>
            <a:pPr eaLnBrk="1" hangingPunct="1">
              <a:lnSpc>
                <a:spcPct val="150000"/>
              </a:lnSpc>
            </a:pPr>
            <a:r>
              <a:rPr lang="en-US" altLang="zh-CN" sz="1800" dirty="0" err="1" smtClean="0"/>
              <a:t>网络服务旗标抓取：利用客户端工具连接至远程网络服务并观察输出以收集关键信息，一般仅限于对采用明文传输协议的网络服务</a:t>
            </a:r>
            <a:r>
              <a:rPr lang="zh-CN" altLang="en-US" sz="1800" dirty="0"/>
              <a:t>。大部分操作系统平台上都默认安装的</a:t>
            </a:r>
            <a:r>
              <a:rPr lang="en-US" altLang="zh-CN" sz="1800" dirty="0" err="1" smtClean="0"/>
              <a:t>telenet</a:t>
            </a:r>
            <a:r>
              <a:rPr lang="zh-CN" altLang="en-US" sz="1800" dirty="0"/>
              <a:t>程序是进行旗杆抓取的一个常用工具。</a:t>
            </a:r>
            <a:r>
              <a:rPr lang="en-US" altLang="zh-CN" sz="1800" dirty="0" err="1"/>
              <a:t>netcat</a:t>
            </a:r>
            <a:r>
              <a:rPr lang="zh-CN" altLang="en-US" sz="1800" dirty="0"/>
              <a:t>软件是更加强大高效的网络查点工具。</a:t>
            </a:r>
            <a:endParaRPr lang="en-US" altLang="zh-CN" sz="1800" dirty="0" smtClean="0"/>
          </a:p>
          <a:p>
            <a:pPr eaLnBrk="1" hangingPunct="1">
              <a:lnSpc>
                <a:spcPct val="150000"/>
              </a:lnSpc>
            </a:pPr>
            <a:r>
              <a:rPr lang="en-US" altLang="zh-CN" sz="1800" dirty="0" smtClean="0"/>
              <a:t>通用网络服务查点：以通过网络上流行的通用网络协议进行查点。</a:t>
            </a:r>
          </a:p>
          <a:p>
            <a:pPr lvl="1" eaLnBrk="1" hangingPunct="1">
              <a:lnSpc>
                <a:spcPct val="150000"/>
              </a:lnSpc>
            </a:pPr>
            <a:endParaRPr lang="en-US" altLang="zh-CN" sz="1800" dirty="0" smtClean="0"/>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nodeType="clickEffect">
                                  <p:stCondLst>
                                    <p:cond delay="0"/>
                                  </p:stCondLst>
                                  <p:childTnLst>
                                    <p:set>
                                      <p:cBhvr>
                                        <p:cTn id="6" dur="1" fill="hold">
                                          <p:stCondLst>
                                            <p:cond delay="0"/>
                                          </p:stCondLst>
                                        </p:cTn>
                                        <p:tgtEl>
                                          <p:spTgt spid="403459">
                                            <p:txEl>
                                              <p:pRg st="0" end="0"/>
                                            </p:txEl>
                                          </p:spTgt>
                                        </p:tgtEl>
                                        <p:attrNameLst>
                                          <p:attrName>style.visibility</p:attrName>
                                        </p:attrNameLst>
                                      </p:cBhvr>
                                      <p:to>
                                        <p:strVal val="visible"/>
                                      </p:to>
                                    </p:set>
                                    <p:anim calcmode="lin" valueType="num">
                                      <p:cBhvr additive="base">
                                        <p:cTn id="7" dur="500" fill="hold"/>
                                        <p:tgtEl>
                                          <p:spTgt spid="403459">
                                            <p:txEl>
                                              <p:pRg st="0" end="0"/>
                                            </p:txEl>
                                          </p:spTgt>
                                        </p:tgtEl>
                                        <p:attrNameLst>
                                          <p:attrName>ppt_x</p:attrName>
                                        </p:attrNameLst>
                                      </p:cBhvr>
                                      <p:tavLst>
                                        <p:tav tm="0">
                                          <p:val>
                                            <p:strVal val="#ppt_x"/>
                                          </p:val>
                                        </p:tav>
                                        <p:tav tm="100000">
                                          <p:val>
                                            <p:strVal val="#ppt_x"/>
                                          </p:val>
                                        </p:tav>
                                      </p:tavLst>
                                    </p:anim>
                                    <p:anim calcmode="lin" valueType="num">
                                      <p:cBhvr additive="base">
                                        <p:cTn id="8" dur="500" fill="hold"/>
                                        <p:tgtEl>
                                          <p:spTgt spid="403459">
                                            <p:txEl>
                                              <p:pRg st="0" end="0"/>
                                            </p:txEl>
                                          </p:spTgt>
                                        </p:tgtEl>
                                        <p:attrNameLst>
                                          <p:attrName>ppt_y</p:attrName>
                                        </p:attrNameLst>
                                      </p:cBhvr>
                                      <p:tavLst>
                                        <p:tav tm="0">
                                          <p:val>
                                            <p:strVal val="1+#ppt_h/2"/>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2" presetClass="entr" presetSubtype="4" fill="hold" nodeType="clickEffect">
                                  <p:stCondLst>
                                    <p:cond delay="0"/>
                                  </p:stCondLst>
                                  <p:childTnLst>
                                    <p:set>
                                      <p:cBhvr>
                                        <p:cTn id="12" dur="1" fill="hold">
                                          <p:stCondLst>
                                            <p:cond delay="0"/>
                                          </p:stCondLst>
                                        </p:cTn>
                                        <p:tgtEl>
                                          <p:spTgt spid="403459">
                                            <p:txEl>
                                              <p:pRg st="1" end="1"/>
                                            </p:txEl>
                                          </p:spTgt>
                                        </p:tgtEl>
                                        <p:attrNameLst>
                                          <p:attrName>style.visibility</p:attrName>
                                        </p:attrNameLst>
                                      </p:cBhvr>
                                      <p:to>
                                        <p:strVal val="visible"/>
                                      </p:to>
                                    </p:set>
                                    <p:anim calcmode="lin" valueType="num">
                                      <p:cBhvr additive="base">
                                        <p:cTn id="13" dur="500" fill="hold"/>
                                        <p:tgtEl>
                                          <p:spTgt spid="403459">
                                            <p:txEl>
                                              <p:pRg st="1" end="1"/>
                                            </p:txEl>
                                          </p:spTgt>
                                        </p:tgtEl>
                                        <p:attrNameLst>
                                          <p:attrName>ppt_x</p:attrName>
                                        </p:attrNameLst>
                                      </p:cBhvr>
                                      <p:tavLst>
                                        <p:tav tm="0">
                                          <p:val>
                                            <p:strVal val="#ppt_x"/>
                                          </p:val>
                                        </p:tav>
                                        <p:tav tm="100000">
                                          <p:val>
                                            <p:strVal val="#ppt_x"/>
                                          </p:val>
                                        </p:tav>
                                      </p:tavLst>
                                    </p:anim>
                                    <p:anim calcmode="lin" valueType="num">
                                      <p:cBhvr additive="base">
                                        <p:cTn id="14" dur="500" fill="hold"/>
                                        <p:tgtEl>
                                          <p:spTgt spid="403459">
                                            <p:txEl>
                                              <p:pRg st="1" end="1"/>
                                            </p:txEl>
                                          </p:spTgt>
                                        </p:tgtEl>
                                        <p:attrNameLst>
                                          <p:attrName>ppt_y</p:attrName>
                                        </p:attrNameLst>
                                      </p:cBhvr>
                                      <p:tavLst>
                                        <p:tav tm="0">
                                          <p:val>
                                            <p:strVal val="1+#ppt_h/2"/>
                                          </p:val>
                                        </p:tav>
                                        <p:tav tm="100000">
                                          <p:val>
                                            <p:strVal val="#ppt_y"/>
                                          </p:val>
                                        </p:tav>
                                      </p:tavLst>
                                    </p:anim>
                                  </p:childTnLst>
                                </p:cTn>
                              </p:par>
                            </p:childTnLst>
                          </p:cTn>
                        </p:par>
                      </p:childTnLst>
                    </p:cTn>
                  </p:par>
                  <p:par>
                    <p:cTn id="15" fill="hold">
                      <p:stCondLst>
                        <p:cond delay="indefinite"/>
                      </p:stCondLst>
                      <p:childTnLst>
                        <p:par>
                          <p:cTn id="16" fill="hold">
                            <p:stCondLst>
                              <p:cond delay="0"/>
                            </p:stCondLst>
                            <p:childTnLst>
                              <p:par>
                                <p:cTn id="17" presetID="2" presetClass="entr" presetSubtype="4" fill="hold" nodeType="clickEffect">
                                  <p:stCondLst>
                                    <p:cond delay="0"/>
                                  </p:stCondLst>
                                  <p:childTnLst>
                                    <p:set>
                                      <p:cBhvr>
                                        <p:cTn id="18" dur="1" fill="hold">
                                          <p:stCondLst>
                                            <p:cond delay="0"/>
                                          </p:stCondLst>
                                        </p:cTn>
                                        <p:tgtEl>
                                          <p:spTgt spid="403459">
                                            <p:txEl>
                                              <p:pRg st="2" end="2"/>
                                            </p:txEl>
                                          </p:spTgt>
                                        </p:tgtEl>
                                        <p:attrNameLst>
                                          <p:attrName>style.visibility</p:attrName>
                                        </p:attrNameLst>
                                      </p:cBhvr>
                                      <p:to>
                                        <p:strVal val="visible"/>
                                      </p:to>
                                    </p:set>
                                    <p:anim calcmode="lin" valueType="num">
                                      <p:cBhvr additive="base">
                                        <p:cTn id="19" dur="500" fill="hold"/>
                                        <p:tgtEl>
                                          <p:spTgt spid="403459">
                                            <p:txEl>
                                              <p:pRg st="2" end="2"/>
                                            </p:txEl>
                                          </p:spTgt>
                                        </p:tgtEl>
                                        <p:attrNameLst>
                                          <p:attrName>ppt_x</p:attrName>
                                        </p:attrNameLst>
                                      </p:cBhvr>
                                      <p:tavLst>
                                        <p:tav tm="0">
                                          <p:val>
                                            <p:strVal val="#ppt_x"/>
                                          </p:val>
                                        </p:tav>
                                        <p:tav tm="100000">
                                          <p:val>
                                            <p:strVal val="#ppt_x"/>
                                          </p:val>
                                        </p:tav>
                                      </p:tavLst>
                                    </p:anim>
                                    <p:anim calcmode="lin" valueType="num">
                                      <p:cBhvr additive="base">
                                        <p:cTn id="20" dur="500" fill="hold"/>
                                        <p:tgtEl>
                                          <p:spTgt spid="403459">
                                            <p:txEl>
                                              <p:pRg st="2" end="2"/>
                                            </p:txEl>
                                          </p:spTgt>
                                        </p:tgtEl>
                                        <p:attrNameLst>
                                          <p:attrName>ppt_y</p:attrName>
                                        </p:attrNameLst>
                                      </p:cBhvr>
                                      <p:tavLst>
                                        <p:tav tm="0">
                                          <p:val>
                                            <p:strVal val="1+#ppt_h/2"/>
                                          </p:val>
                                        </p:tav>
                                        <p:tav tm="100000">
                                          <p:val>
                                            <p:strVal val="#ppt_y"/>
                                          </p:val>
                                        </p:tav>
                                      </p:tavLst>
                                    </p:anim>
                                  </p:childTnLst>
                                </p:cTn>
                              </p:par>
                            </p:childTnLst>
                          </p:cTn>
                        </p:par>
                      </p:childTnLst>
                    </p:cTn>
                  </p:par>
                  <p:par>
                    <p:cTn id="21" fill="hold">
                      <p:stCondLst>
                        <p:cond delay="indefinite"/>
                      </p:stCondLst>
                      <p:childTnLst>
                        <p:par>
                          <p:cTn id="22" fill="hold">
                            <p:stCondLst>
                              <p:cond delay="0"/>
                            </p:stCondLst>
                            <p:childTnLst>
                              <p:par>
                                <p:cTn id="23" presetID="2" presetClass="entr" presetSubtype="4" fill="hold" nodeType="clickEffect">
                                  <p:stCondLst>
                                    <p:cond delay="0"/>
                                  </p:stCondLst>
                                  <p:childTnLst>
                                    <p:set>
                                      <p:cBhvr>
                                        <p:cTn id="24" dur="1" fill="hold">
                                          <p:stCondLst>
                                            <p:cond delay="0"/>
                                          </p:stCondLst>
                                        </p:cTn>
                                        <p:tgtEl>
                                          <p:spTgt spid="403459">
                                            <p:txEl>
                                              <p:pRg st="3" end="3"/>
                                            </p:txEl>
                                          </p:spTgt>
                                        </p:tgtEl>
                                        <p:attrNameLst>
                                          <p:attrName>style.visibility</p:attrName>
                                        </p:attrNameLst>
                                      </p:cBhvr>
                                      <p:to>
                                        <p:strVal val="visible"/>
                                      </p:to>
                                    </p:set>
                                    <p:anim calcmode="lin" valueType="num">
                                      <p:cBhvr additive="base">
                                        <p:cTn id="25" dur="500" fill="hold"/>
                                        <p:tgtEl>
                                          <p:spTgt spid="403459">
                                            <p:txEl>
                                              <p:pRg st="3" end="3"/>
                                            </p:txEl>
                                          </p:spTgt>
                                        </p:tgtEl>
                                        <p:attrNameLst>
                                          <p:attrName>ppt_x</p:attrName>
                                        </p:attrNameLst>
                                      </p:cBhvr>
                                      <p:tavLst>
                                        <p:tav tm="0">
                                          <p:val>
                                            <p:strVal val="#ppt_x"/>
                                          </p:val>
                                        </p:tav>
                                        <p:tav tm="100000">
                                          <p:val>
                                            <p:strVal val="#ppt_x"/>
                                          </p:val>
                                        </p:tav>
                                      </p:tavLst>
                                    </p:anim>
                                    <p:anim calcmode="lin" valueType="num">
                                      <p:cBhvr additive="base">
                                        <p:cTn id="26" dur="500" fill="hold"/>
                                        <p:tgtEl>
                                          <p:spTgt spid="403459">
                                            <p:txEl>
                                              <p:pRg st="3" end="3"/>
                                            </p:txEl>
                                          </p:spTgt>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9459" name="Rectangle 2"/>
          <p:cNvSpPr>
            <a:spLocks noGrp="1" noChangeArrowheads="1"/>
          </p:cNvSpPr>
          <p:nvPr>
            <p:ph type="title"/>
          </p:nvPr>
        </p:nvSpPr>
        <p:spPr/>
        <p:txBody>
          <a:bodyPr/>
          <a:lstStyle/>
          <a:p>
            <a:pPr eaLnBrk="1" hangingPunct="1"/>
            <a:r>
              <a:rPr lang="zh-CN" altLang="en-US" sz="4400" smtClean="0"/>
              <a:t>内容提要</a:t>
            </a:r>
            <a:endParaRPr lang="en-US" altLang="zh-CN" sz="2800" smtClean="0">
              <a:solidFill>
                <a:schemeClr val="accent1"/>
              </a:solidFill>
            </a:endParaRPr>
          </a:p>
        </p:txBody>
      </p:sp>
      <p:grpSp>
        <p:nvGrpSpPr>
          <p:cNvPr id="2" name="Group 41"/>
          <p:cNvGrpSpPr/>
          <p:nvPr/>
        </p:nvGrpSpPr>
        <p:grpSpPr bwMode="auto">
          <a:xfrm>
            <a:off x="1828800" y="1830388"/>
            <a:ext cx="742950" cy="669925"/>
            <a:chOff x="3174" y="2656"/>
            <a:chExt cx="1549" cy="1351"/>
          </a:xfrm>
        </p:grpSpPr>
        <p:sp>
          <p:nvSpPr>
            <p:cNvPr id="19480" name="AutoShape 42"/>
            <p:cNvSpPr>
              <a:spLocks noChangeArrowheads="1"/>
            </p:cNvSpPr>
            <p:nvPr/>
          </p:nvSpPr>
          <p:spPr bwMode="gray">
            <a:xfrm>
              <a:off x="3187" y="2679"/>
              <a:ext cx="1536" cy="1328"/>
            </a:xfrm>
            <a:prstGeom prst="hexagon">
              <a:avLst>
                <a:gd name="adj" fmla="val 28916"/>
                <a:gd name="vf" fmla="val 115470"/>
              </a:avLst>
            </a:prstGeom>
            <a:solidFill>
              <a:srgbClr val="808080"/>
            </a:solidFill>
            <a:ln w="9525">
              <a:noFill/>
              <a:miter lim="800000"/>
            </a:ln>
          </p:spPr>
          <p:txBody>
            <a:bodyPr wrap="none" anchor="ctr"/>
            <a:lstStyle/>
            <a:p>
              <a:endParaRPr lang="zh-CN" altLang="en-US"/>
            </a:p>
          </p:txBody>
        </p:sp>
        <p:sp>
          <p:nvSpPr>
            <p:cNvPr id="19481" name="AutoShape 43"/>
            <p:cNvSpPr>
              <a:spLocks noChangeArrowheads="1"/>
            </p:cNvSpPr>
            <p:nvPr/>
          </p:nvSpPr>
          <p:spPr bwMode="gray">
            <a:xfrm>
              <a:off x="3174" y="2656"/>
              <a:ext cx="1536" cy="1328"/>
            </a:xfrm>
            <a:prstGeom prst="hexagon">
              <a:avLst>
                <a:gd name="adj" fmla="val 28916"/>
                <a:gd name="vf" fmla="val 115470"/>
              </a:avLst>
            </a:prstGeom>
            <a:gradFill rotWithShape="1">
              <a:gsLst>
                <a:gs pos="0">
                  <a:srgbClr val="E6E6E6"/>
                </a:gs>
                <a:gs pos="7500">
                  <a:srgbClr val="7D8496"/>
                </a:gs>
                <a:gs pos="26500">
                  <a:srgbClr val="E6E6E6"/>
                </a:gs>
                <a:gs pos="34000">
                  <a:srgbClr val="7D8496"/>
                </a:gs>
                <a:gs pos="46500">
                  <a:srgbClr val="E6E6E6"/>
                </a:gs>
                <a:gs pos="50000">
                  <a:srgbClr val="FFFFFF"/>
                </a:gs>
                <a:gs pos="53500">
                  <a:srgbClr val="E6E6E6"/>
                </a:gs>
                <a:gs pos="66000">
                  <a:srgbClr val="7D8496"/>
                </a:gs>
                <a:gs pos="73500">
                  <a:srgbClr val="E6E6E6"/>
                </a:gs>
                <a:gs pos="92500">
                  <a:srgbClr val="7D8496"/>
                </a:gs>
                <a:gs pos="100000">
                  <a:srgbClr val="E6E6E6"/>
                </a:gs>
              </a:gsLst>
              <a:lin ang="2700000" scaled="1"/>
            </a:gradFill>
            <a:ln w="9525">
              <a:solidFill>
                <a:srgbClr val="C0C0C0"/>
              </a:solidFill>
              <a:miter lim="800000"/>
            </a:ln>
          </p:spPr>
          <p:txBody>
            <a:bodyPr wrap="none" anchor="ctr"/>
            <a:lstStyle/>
            <a:p>
              <a:endParaRPr lang="zh-CN" altLang="en-US"/>
            </a:p>
          </p:txBody>
        </p:sp>
        <p:sp>
          <p:nvSpPr>
            <p:cNvPr id="353324" name="AutoShape 44"/>
            <p:cNvSpPr>
              <a:spLocks noChangeArrowheads="1"/>
            </p:cNvSpPr>
            <p:nvPr/>
          </p:nvSpPr>
          <p:spPr bwMode="gray">
            <a:xfrm>
              <a:off x="3263" y="2736"/>
              <a:ext cx="1350" cy="1169"/>
            </a:xfrm>
            <a:prstGeom prst="hexagon">
              <a:avLst>
                <a:gd name="adj" fmla="val 28896"/>
                <a:gd name="vf" fmla="val 115470"/>
              </a:avLst>
            </a:prstGeom>
            <a:gradFill rotWithShape="1">
              <a:gsLst>
                <a:gs pos="0">
                  <a:schemeClr val="accent1">
                    <a:gamma/>
                    <a:shade val="46275"/>
                    <a:invGamma/>
                  </a:schemeClr>
                </a:gs>
                <a:gs pos="100000">
                  <a:schemeClr val="accent1"/>
                </a:gs>
              </a:gsLst>
              <a:lin ang="2700000" scaled="1"/>
            </a:gradFill>
            <a:ln w="9525">
              <a:solidFill>
                <a:schemeClr val="tx1"/>
              </a:solidFill>
              <a:miter lim="800000"/>
            </a:ln>
            <a:effectLst/>
          </p:spPr>
          <p:txBody>
            <a:bodyPr wrap="none" anchor="ctr"/>
            <a:lstStyle/>
            <a:p>
              <a:pPr>
                <a:defRPr/>
              </a:pPr>
              <a:endParaRPr lang="zh-CN" altLang="en-US">
                <a:ea typeface="+mn-ea"/>
              </a:endParaRPr>
            </a:p>
          </p:txBody>
        </p:sp>
      </p:grpSp>
      <p:sp>
        <p:nvSpPr>
          <p:cNvPr id="19461" name="Line 45"/>
          <p:cNvSpPr>
            <a:spLocks noChangeShapeType="1"/>
          </p:cNvSpPr>
          <p:nvPr/>
        </p:nvSpPr>
        <p:spPr bwMode="auto">
          <a:xfrm flipV="1">
            <a:off x="2422525" y="2427288"/>
            <a:ext cx="4813300" cy="17462"/>
          </a:xfrm>
          <a:prstGeom prst="line">
            <a:avLst/>
          </a:prstGeom>
          <a:noFill/>
          <a:ln w="25400">
            <a:solidFill>
              <a:srgbClr val="C0C0C0"/>
            </a:solidFill>
            <a:prstDash val="sysDot"/>
            <a:round/>
            <a:tailEnd type="oval" w="med" len="med"/>
          </a:ln>
        </p:spPr>
        <p:txBody>
          <a:bodyPr wrap="none" anchor="ctr"/>
          <a:lstStyle/>
          <a:p>
            <a:endParaRPr lang="zh-CN" altLang="en-US"/>
          </a:p>
        </p:txBody>
      </p:sp>
      <p:sp>
        <p:nvSpPr>
          <p:cNvPr id="19462" name="Text Box 46"/>
          <p:cNvSpPr txBox="1">
            <a:spLocks noChangeArrowheads="1"/>
          </p:cNvSpPr>
          <p:nvPr/>
        </p:nvSpPr>
        <p:spPr bwMode="auto">
          <a:xfrm>
            <a:off x="2678113" y="1676400"/>
            <a:ext cx="4557712" cy="701675"/>
          </a:xfrm>
          <a:prstGeom prst="rect">
            <a:avLst/>
          </a:prstGeom>
          <a:solidFill>
            <a:srgbClr val="FF6600"/>
          </a:solidFill>
          <a:ln w="9525" algn="ctr">
            <a:noFill/>
            <a:miter lim="800000"/>
          </a:ln>
        </p:spPr>
        <p:txBody>
          <a:bodyPr>
            <a:spAutoFit/>
          </a:bodyPr>
          <a:lstStyle/>
          <a:p>
            <a:pPr eaLnBrk="0" hangingPunct="0"/>
            <a:r>
              <a:rPr lang="zh-CN" altLang="en-US" sz="4000" b="1">
                <a:solidFill>
                  <a:srgbClr val="000000"/>
                </a:solidFill>
                <a:ea typeface="隶书" panose="02010509060101010101" pitchFamily="49" charset="-122"/>
              </a:rPr>
              <a:t>网络侦察方法步骤</a:t>
            </a:r>
          </a:p>
        </p:txBody>
      </p:sp>
      <p:sp>
        <p:nvSpPr>
          <p:cNvPr id="19463" name="Text Box 47"/>
          <p:cNvSpPr txBox="1">
            <a:spLocks noChangeArrowheads="1"/>
          </p:cNvSpPr>
          <p:nvPr/>
        </p:nvSpPr>
        <p:spPr bwMode="gray">
          <a:xfrm>
            <a:off x="2016125" y="1928813"/>
            <a:ext cx="355600" cy="461962"/>
          </a:xfrm>
          <a:prstGeom prst="rect">
            <a:avLst/>
          </a:prstGeom>
          <a:noFill/>
          <a:ln w="9525" algn="ctr">
            <a:noFill/>
            <a:miter lim="800000"/>
          </a:ln>
        </p:spPr>
        <p:txBody>
          <a:bodyPr wrap="none">
            <a:spAutoFit/>
          </a:bodyPr>
          <a:lstStyle/>
          <a:p>
            <a:pPr algn="ctr" eaLnBrk="0" hangingPunct="0"/>
            <a:r>
              <a:rPr lang="en-US" altLang="zh-CN" sz="2400" b="1">
                <a:solidFill>
                  <a:schemeClr val="bg1"/>
                </a:solidFill>
                <a:ea typeface="宋体" panose="02010600030101010101" pitchFamily="2" charset="-122"/>
              </a:rPr>
              <a:t>1</a:t>
            </a:r>
          </a:p>
        </p:txBody>
      </p:sp>
      <p:grpSp>
        <p:nvGrpSpPr>
          <p:cNvPr id="3" name="Group 48"/>
          <p:cNvGrpSpPr/>
          <p:nvPr/>
        </p:nvGrpSpPr>
        <p:grpSpPr bwMode="auto">
          <a:xfrm>
            <a:off x="1828800" y="3143250"/>
            <a:ext cx="5838825" cy="817563"/>
            <a:chOff x="1152" y="2203"/>
            <a:chExt cx="3678" cy="515"/>
          </a:xfrm>
        </p:grpSpPr>
        <p:grpSp>
          <p:nvGrpSpPr>
            <p:cNvPr id="4" name="Group 49"/>
            <p:cNvGrpSpPr/>
            <p:nvPr/>
          </p:nvGrpSpPr>
          <p:grpSpPr bwMode="auto">
            <a:xfrm>
              <a:off x="1152" y="2299"/>
              <a:ext cx="480" cy="419"/>
              <a:chOff x="1110" y="2656"/>
              <a:chExt cx="1549" cy="1351"/>
            </a:xfrm>
          </p:grpSpPr>
          <p:sp>
            <p:nvSpPr>
              <p:cNvPr id="19477" name="AutoShape 50"/>
              <p:cNvSpPr>
                <a:spLocks noChangeArrowheads="1"/>
              </p:cNvSpPr>
              <p:nvPr/>
            </p:nvSpPr>
            <p:spPr bwMode="gray">
              <a:xfrm>
                <a:off x="1123" y="2679"/>
                <a:ext cx="1536" cy="1328"/>
              </a:xfrm>
              <a:prstGeom prst="hexagon">
                <a:avLst>
                  <a:gd name="adj" fmla="val 28916"/>
                  <a:gd name="vf" fmla="val 115470"/>
                </a:avLst>
              </a:prstGeom>
              <a:solidFill>
                <a:srgbClr val="808080"/>
              </a:solidFill>
              <a:ln w="9525">
                <a:noFill/>
                <a:miter lim="800000"/>
              </a:ln>
            </p:spPr>
            <p:txBody>
              <a:bodyPr wrap="none" anchor="ctr"/>
              <a:lstStyle/>
              <a:p>
                <a:endParaRPr lang="zh-CN" altLang="en-US"/>
              </a:p>
            </p:txBody>
          </p:sp>
          <p:sp>
            <p:nvSpPr>
              <p:cNvPr id="19478" name="AutoShape 51"/>
              <p:cNvSpPr>
                <a:spLocks noChangeArrowheads="1"/>
              </p:cNvSpPr>
              <p:nvPr/>
            </p:nvSpPr>
            <p:spPr bwMode="gray">
              <a:xfrm>
                <a:off x="1110" y="2656"/>
                <a:ext cx="1536" cy="1328"/>
              </a:xfrm>
              <a:prstGeom prst="hexagon">
                <a:avLst>
                  <a:gd name="adj" fmla="val 28916"/>
                  <a:gd name="vf" fmla="val 115470"/>
                </a:avLst>
              </a:prstGeom>
              <a:gradFill rotWithShape="1">
                <a:gsLst>
                  <a:gs pos="0">
                    <a:srgbClr val="E6E6E6"/>
                  </a:gs>
                  <a:gs pos="7500">
                    <a:srgbClr val="7D8496"/>
                  </a:gs>
                  <a:gs pos="26500">
                    <a:srgbClr val="E6E6E6"/>
                  </a:gs>
                  <a:gs pos="34000">
                    <a:srgbClr val="7D8496"/>
                  </a:gs>
                  <a:gs pos="46500">
                    <a:srgbClr val="E6E6E6"/>
                  </a:gs>
                  <a:gs pos="50000">
                    <a:srgbClr val="FFFFFF"/>
                  </a:gs>
                  <a:gs pos="53500">
                    <a:srgbClr val="E6E6E6"/>
                  </a:gs>
                  <a:gs pos="66000">
                    <a:srgbClr val="7D8496"/>
                  </a:gs>
                  <a:gs pos="73500">
                    <a:srgbClr val="E6E6E6"/>
                  </a:gs>
                  <a:gs pos="92500">
                    <a:srgbClr val="7D8496"/>
                  </a:gs>
                  <a:gs pos="100000">
                    <a:srgbClr val="E6E6E6"/>
                  </a:gs>
                </a:gsLst>
                <a:lin ang="2700000" scaled="1"/>
              </a:gradFill>
              <a:ln w="9525">
                <a:solidFill>
                  <a:srgbClr val="C0C0C0"/>
                </a:solidFill>
                <a:miter lim="800000"/>
              </a:ln>
            </p:spPr>
            <p:txBody>
              <a:bodyPr wrap="none" anchor="ctr"/>
              <a:lstStyle/>
              <a:p>
                <a:endParaRPr lang="zh-CN" altLang="en-US"/>
              </a:p>
            </p:txBody>
          </p:sp>
          <p:sp>
            <p:nvSpPr>
              <p:cNvPr id="353332" name="AutoShape 52"/>
              <p:cNvSpPr>
                <a:spLocks noChangeArrowheads="1"/>
              </p:cNvSpPr>
              <p:nvPr/>
            </p:nvSpPr>
            <p:spPr bwMode="gray">
              <a:xfrm>
                <a:off x="1200" y="2737"/>
                <a:ext cx="1349" cy="1167"/>
              </a:xfrm>
              <a:prstGeom prst="hexagon">
                <a:avLst>
                  <a:gd name="adj" fmla="val 28896"/>
                  <a:gd name="vf" fmla="val 115470"/>
                </a:avLst>
              </a:prstGeom>
              <a:gradFill rotWithShape="1">
                <a:gsLst>
                  <a:gs pos="0">
                    <a:schemeClr val="hlink">
                      <a:gamma/>
                      <a:shade val="46275"/>
                      <a:invGamma/>
                    </a:schemeClr>
                  </a:gs>
                  <a:gs pos="100000">
                    <a:schemeClr val="hlink"/>
                  </a:gs>
                </a:gsLst>
                <a:lin ang="2700000" scaled="1"/>
              </a:gradFill>
              <a:ln w="9525">
                <a:solidFill>
                  <a:schemeClr val="tx1"/>
                </a:solidFill>
                <a:miter lim="800000"/>
              </a:ln>
              <a:effectLst/>
            </p:spPr>
            <p:txBody>
              <a:bodyPr wrap="none" anchor="ctr"/>
              <a:lstStyle/>
              <a:p>
                <a:pPr>
                  <a:defRPr/>
                </a:pPr>
                <a:endParaRPr lang="zh-CN" altLang="en-US">
                  <a:ea typeface="+mn-ea"/>
                </a:endParaRPr>
              </a:p>
            </p:txBody>
          </p:sp>
        </p:grpSp>
        <p:sp>
          <p:nvSpPr>
            <p:cNvPr id="19474" name="Line 53"/>
            <p:cNvSpPr>
              <a:spLocks noChangeShapeType="1"/>
            </p:cNvSpPr>
            <p:nvPr/>
          </p:nvSpPr>
          <p:spPr bwMode="auto">
            <a:xfrm>
              <a:off x="1536" y="2683"/>
              <a:ext cx="3024" cy="0"/>
            </a:xfrm>
            <a:prstGeom prst="line">
              <a:avLst/>
            </a:prstGeom>
            <a:noFill/>
            <a:ln w="25400">
              <a:solidFill>
                <a:srgbClr val="C0C0C0"/>
              </a:solidFill>
              <a:prstDash val="sysDot"/>
              <a:round/>
              <a:tailEnd type="oval" w="med" len="med"/>
            </a:ln>
          </p:spPr>
          <p:txBody>
            <a:bodyPr wrap="none" anchor="ctr"/>
            <a:lstStyle/>
            <a:p>
              <a:endParaRPr lang="zh-CN" altLang="en-US"/>
            </a:p>
          </p:txBody>
        </p:sp>
        <p:sp>
          <p:nvSpPr>
            <p:cNvPr id="19475" name="Text Box 54"/>
            <p:cNvSpPr txBox="1">
              <a:spLocks noChangeArrowheads="1"/>
            </p:cNvSpPr>
            <p:nvPr/>
          </p:nvSpPr>
          <p:spPr bwMode="auto">
            <a:xfrm>
              <a:off x="1701" y="2203"/>
              <a:ext cx="3129" cy="442"/>
            </a:xfrm>
            <a:prstGeom prst="rect">
              <a:avLst/>
            </a:prstGeom>
            <a:noFill/>
            <a:ln w="9525" algn="ctr">
              <a:noFill/>
              <a:miter lim="800000"/>
            </a:ln>
          </p:spPr>
          <p:txBody>
            <a:bodyPr>
              <a:spAutoFit/>
            </a:bodyPr>
            <a:lstStyle/>
            <a:p>
              <a:pPr eaLnBrk="0" hangingPunct="0"/>
              <a:r>
                <a:rPr lang="zh-CN" altLang="en-US" sz="4000" b="1" dirty="0" smtClean="0">
                  <a:solidFill>
                    <a:srgbClr val="000000"/>
                  </a:solidFill>
                  <a:ea typeface="隶书" panose="02010509060101010101" pitchFamily="49" charset="-122"/>
                </a:rPr>
                <a:t>侦察</a:t>
              </a:r>
              <a:r>
                <a:rPr lang="zh-CN" altLang="en-US" sz="4000" b="1" dirty="0">
                  <a:solidFill>
                    <a:srgbClr val="000000"/>
                  </a:solidFill>
                  <a:ea typeface="隶书" panose="02010509060101010101" pitchFamily="49" charset="-122"/>
                </a:rPr>
                <a:t>工具</a:t>
              </a:r>
              <a:endParaRPr lang="en-US" altLang="zh-CN" sz="4000" b="1" dirty="0">
                <a:solidFill>
                  <a:srgbClr val="000000"/>
                </a:solidFill>
                <a:ea typeface="隶书" panose="02010509060101010101" pitchFamily="49" charset="-122"/>
              </a:endParaRPr>
            </a:p>
          </p:txBody>
        </p:sp>
        <p:sp>
          <p:nvSpPr>
            <p:cNvPr id="19476" name="Text Box 55"/>
            <p:cNvSpPr txBox="1">
              <a:spLocks noChangeArrowheads="1"/>
            </p:cNvSpPr>
            <p:nvPr/>
          </p:nvSpPr>
          <p:spPr bwMode="gray">
            <a:xfrm>
              <a:off x="1276" y="2361"/>
              <a:ext cx="224" cy="291"/>
            </a:xfrm>
            <a:prstGeom prst="rect">
              <a:avLst/>
            </a:prstGeom>
            <a:noFill/>
            <a:ln w="9525" algn="ctr">
              <a:noFill/>
              <a:miter lim="800000"/>
            </a:ln>
          </p:spPr>
          <p:txBody>
            <a:bodyPr wrap="none">
              <a:spAutoFit/>
            </a:bodyPr>
            <a:lstStyle/>
            <a:p>
              <a:pPr algn="ctr" eaLnBrk="0" hangingPunct="0"/>
              <a:r>
                <a:rPr lang="en-US" altLang="zh-CN" sz="2400" b="1">
                  <a:solidFill>
                    <a:schemeClr val="bg1"/>
                  </a:solidFill>
                  <a:ea typeface="宋体" panose="02010600030101010101" pitchFamily="2" charset="-122"/>
                </a:rPr>
                <a:t>2</a:t>
              </a:r>
            </a:p>
          </p:txBody>
        </p:sp>
      </p:grpSp>
      <p:grpSp>
        <p:nvGrpSpPr>
          <p:cNvPr id="5" name="Group 56"/>
          <p:cNvGrpSpPr/>
          <p:nvPr/>
        </p:nvGrpSpPr>
        <p:grpSpPr bwMode="auto">
          <a:xfrm>
            <a:off x="1828800" y="4483100"/>
            <a:ext cx="5410200" cy="817563"/>
            <a:chOff x="1152" y="2824"/>
            <a:chExt cx="3408" cy="515"/>
          </a:xfrm>
        </p:grpSpPr>
        <p:grpSp>
          <p:nvGrpSpPr>
            <p:cNvPr id="6" name="Group 57"/>
            <p:cNvGrpSpPr/>
            <p:nvPr/>
          </p:nvGrpSpPr>
          <p:grpSpPr bwMode="auto">
            <a:xfrm>
              <a:off x="1152" y="2920"/>
              <a:ext cx="480" cy="419"/>
              <a:chOff x="3174" y="2656"/>
              <a:chExt cx="1549" cy="1351"/>
            </a:xfrm>
          </p:grpSpPr>
          <p:sp>
            <p:nvSpPr>
              <p:cNvPr id="19470" name="AutoShape 58"/>
              <p:cNvSpPr>
                <a:spLocks noChangeArrowheads="1"/>
              </p:cNvSpPr>
              <p:nvPr/>
            </p:nvSpPr>
            <p:spPr bwMode="gray">
              <a:xfrm>
                <a:off x="3187" y="2679"/>
                <a:ext cx="1536" cy="1328"/>
              </a:xfrm>
              <a:prstGeom prst="hexagon">
                <a:avLst>
                  <a:gd name="adj" fmla="val 28916"/>
                  <a:gd name="vf" fmla="val 115470"/>
                </a:avLst>
              </a:prstGeom>
              <a:solidFill>
                <a:srgbClr val="808080"/>
              </a:solidFill>
              <a:ln w="9525">
                <a:noFill/>
                <a:miter lim="800000"/>
              </a:ln>
            </p:spPr>
            <p:txBody>
              <a:bodyPr wrap="none" anchor="ctr"/>
              <a:lstStyle/>
              <a:p>
                <a:endParaRPr lang="zh-CN" altLang="en-US"/>
              </a:p>
            </p:txBody>
          </p:sp>
          <p:sp>
            <p:nvSpPr>
              <p:cNvPr id="19471" name="AutoShape 59"/>
              <p:cNvSpPr>
                <a:spLocks noChangeArrowheads="1"/>
              </p:cNvSpPr>
              <p:nvPr/>
            </p:nvSpPr>
            <p:spPr bwMode="gray">
              <a:xfrm>
                <a:off x="3174" y="2656"/>
                <a:ext cx="1536" cy="1328"/>
              </a:xfrm>
              <a:prstGeom prst="hexagon">
                <a:avLst>
                  <a:gd name="adj" fmla="val 28916"/>
                  <a:gd name="vf" fmla="val 115470"/>
                </a:avLst>
              </a:prstGeom>
              <a:gradFill rotWithShape="1">
                <a:gsLst>
                  <a:gs pos="0">
                    <a:srgbClr val="E6E6E6"/>
                  </a:gs>
                  <a:gs pos="7500">
                    <a:srgbClr val="7D8496"/>
                  </a:gs>
                  <a:gs pos="26500">
                    <a:srgbClr val="E6E6E6"/>
                  </a:gs>
                  <a:gs pos="34000">
                    <a:srgbClr val="7D8496"/>
                  </a:gs>
                  <a:gs pos="46500">
                    <a:srgbClr val="E6E6E6"/>
                  </a:gs>
                  <a:gs pos="50000">
                    <a:srgbClr val="FFFFFF"/>
                  </a:gs>
                  <a:gs pos="53500">
                    <a:srgbClr val="E6E6E6"/>
                  </a:gs>
                  <a:gs pos="66000">
                    <a:srgbClr val="7D8496"/>
                  </a:gs>
                  <a:gs pos="73500">
                    <a:srgbClr val="E6E6E6"/>
                  </a:gs>
                  <a:gs pos="92500">
                    <a:srgbClr val="7D8496"/>
                  </a:gs>
                  <a:gs pos="100000">
                    <a:srgbClr val="E6E6E6"/>
                  </a:gs>
                </a:gsLst>
                <a:lin ang="2700000" scaled="1"/>
              </a:gradFill>
              <a:ln w="9525">
                <a:solidFill>
                  <a:srgbClr val="C0C0C0"/>
                </a:solidFill>
                <a:miter lim="800000"/>
              </a:ln>
            </p:spPr>
            <p:txBody>
              <a:bodyPr wrap="none" anchor="ctr"/>
              <a:lstStyle/>
              <a:p>
                <a:endParaRPr lang="zh-CN" altLang="en-US"/>
              </a:p>
            </p:txBody>
          </p:sp>
          <p:sp>
            <p:nvSpPr>
              <p:cNvPr id="353340" name="AutoShape 60"/>
              <p:cNvSpPr>
                <a:spLocks noChangeArrowheads="1"/>
              </p:cNvSpPr>
              <p:nvPr/>
            </p:nvSpPr>
            <p:spPr bwMode="gray">
              <a:xfrm>
                <a:off x="3264" y="2737"/>
                <a:ext cx="1349" cy="1167"/>
              </a:xfrm>
              <a:prstGeom prst="hexagon">
                <a:avLst>
                  <a:gd name="adj" fmla="val 28896"/>
                  <a:gd name="vf" fmla="val 115470"/>
                </a:avLst>
              </a:prstGeom>
              <a:gradFill rotWithShape="1">
                <a:gsLst>
                  <a:gs pos="0">
                    <a:schemeClr val="accent1">
                      <a:gamma/>
                      <a:shade val="46275"/>
                      <a:invGamma/>
                    </a:schemeClr>
                  </a:gs>
                  <a:gs pos="100000">
                    <a:schemeClr val="accent1"/>
                  </a:gs>
                </a:gsLst>
                <a:lin ang="2700000" scaled="1"/>
              </a:gradFill>
              <a:ln w="9525">
                <a:solidFill>
                  <a:schemeClr val="tx1"/>
                </a:solidFill>
                <a:miter lim="800000"/>
              </a:ln>
              <a:effectLst/>
            </p:spPr>
            <p:txBody>
              <a:bodyPr wrap="none" anchor="ctr"/>
              <a:lstStyle/>
              <a:p>
                <a:pPr>
                  <a:defRPr/>
                </a:pPr>
                <a:endParaRPr lang="zh-CN" altLang="en-US">
                  <a:ea typeface="+mn-ea"/>
                </a:endParaRPr>
              </a:p>
            </p:txBody>
          </p:sp>
        </p:grpSp>
        <p:sp>
          <p:nvSpPr>
            <p:cNvPr id="19467" name="Line 61"/>
            <p:cNvSpPr>
              <a:spLocks noChangeShapeType="1"/>
            </p:cNvSpPr>
            <p:nvPr/>
          </p:nvSpPr>
          <p:spPr bwMode="auto">
            <a:xfrm>
              <a:off x="1536" y="3304"/>
              <a:ext cx="3024" cy="0"/>
            </a:xfrm>
            <a:prstGeom prst="line">
              <a:avLst/>
            </a:prstGeom>
            <a:noFill/>
            <a:ln w="25400">
              <a:solidFill>
                <a:srgbClr val="C0C0C0"/>
              </a:solidFill>
              <a:prstDash val="sysDot"/>
              <a:round/>
              <a:tailEnd type="oval" w="med" len="med"/>
            </a:ln>
          </p:spPr>
          <p:txBody>
            <a:bodyPr wrap="none" anchor="ctr"/>
            <a:lstStyle/>
            <a:p>
              <a:endParaRPr lang="zh-CN" altLang="en-US"/>
            </a:p>
          </p:txBody>
        </p:sp>
        <p:sp>
          <p:nvSpPr>
            <p:cNvPr id="19468" name="Text Box 62"/>
            <p:cNvSpPr txBox="1">
              <a:spLocks noChangeArrowheads="1"/>
            </p:cNvSpPr>
            <p:nvPr/>
          </p:nvSpPr>
          <p:spPr bwMode="auto">
            <a:xfrm>
              <a:off x="1701" y="2824"/>
              <a:ext cx="2812" cy="442"/>
            </a:xfrm>
            <a:prstGeom prst="rect">
              <a:avLst/>
            </a:prstGeom>
            <a:noFill/>
            <a:ln w="9525" algn="ctr">
              <a:noFill/>
              <a:miter lim="800000"/>
            </a:ln>
          </p:spPr>
          <p:txBody>
            <a:bodyPr>
              <a:spAutoFit/>
            </a:bodyPr>
            <a:lstStyle/>
            <a:p>
              <a:pPr eaLnBrk="0" hangingPunct="0"/>
              <a:r>
                <a:rPr lang="zh-CN" altLang="en-US" sz="4000" b="1">
                  <a:solidFill>
                    <a:srgbClr val="000000"/>
                  </a:solidFill>
                  <a:ea typeface="隶书" panose="02010509060101010101" pitchFamily="49" charset="-122"/>
                </a:rPr>
                <a:t>网络侦察防御</a:t>
              </a:r>
            </a:p>
          </p:txBody>
        </p:sp>
        <p:sp>
          <p:nvSpPr>
            <p:cNvPr id="19469" name="Text Box 63"/>
            <p:cNvSpPr txBox="1">
              <a:spLocks noChangeArrowheads="1"/>
            </p:cNvSpPr>
            <p:nvPr/>
          </p:nvSpPr>
          <p:spPr bwMode="gray">
            <a:xfrm>
              <a:off x="1276" y="2982"/>
              <a:ext cx="224" cy="291"/>
            </a:xfrm>
            <a:prstGeom prst="rect">
              <a:avLst/>
            </a:prstGeom>
            <a:noFill/>
            <a:ln w="9525" algn="ctr">
              <a:noFill/>
              <a:miter lim="800000"/>
            </a:ln>
          </p:spPr>
          <p:txBody>
            <a:bodyPr wrap="none">
              <a:spAutoFit/>
            </a:bodyPr>
            <a:lstStyle/>
            <a:p>
              <a:pPr algn="ctr" eaLnBrk="0" hangingPunct="0"/>
              <a:r>
                <a:rPr lang="en-US" altLang="zh-CN" sz="2400" b="1">
                  <a:solidFill>
                    <a:schemeClr val="bg1"/>
                  </a:solidFill>
                  <a:ea typeface="宋体" panose="02010600030101010101" pitchFamily="2" charset="-122"/>
                </a:rPr>
                <a:t>3</a:t>
              </a:r>
            </a:p>
          </p:txBody>
        </p:sp>
      </p:grpSp>
    </p:spTree>
  </p:cSld>
  <p:clrMapOvr>
    <a:masterClrMapping/>
  </p:clrMapOvr>
  <p:timing>
    <p:tnLst>
      <p:par>
        <p:cTn id="1" dur="indefinite" restart="never" nodeType="tmRoot"/>
      </p:par>
    </p:tn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483" name="Rectangle 4"/>
          <p:cNvSpPr>
            <a:spLocks noGrp="1" noChangeArrowheads="1"/>
          </p:cNvSpPr>
          <p:nvPr>
            <p:ph type="title"/>
          </p:nvPr>
        </p:nvSpPr>
        <p:spPr>
          <a:xfrm>
            <a:off x="1514475" y="2651125"/>
            <a:ext cx="6926580" cy="1143000"/>
          </a:xfrm>
          <a:noFill/>
        </p:spPr>
        <p:txBody>
          <a:bodyPr/>
          <a:lstStyle/>
          <a:p>
            <a:pPr eaLnBrk="1" hangingPunct="1"/>
            <a:r>
              <a:rPr lang="zh-CN" altLang="en-US" b="1" dirty="0" smtClean="0">
                <a:solidFill>
                  <a:srgbClr val="FF0000"/>
                </a:solidFill>
              </a:rPr>
              <a:t>一、</a:t>
            </a:r>
            <a:r>
              <a:rPr lang="en-US" altLang="zh-CN" b="1" dirty="0" smtClean="0">
                <a:solidFill>
                  <a:srgbClr val="FF0000"/>
                </a:solidFill>
              </a:rPr>
              <a:t>Web</a:t>
            </a:r>
            <a:r>
              <a:rPr lang="zh-CN" altLang="en-US" b="1" dirty="0" smtClean="0">
                <a:solidFill>
                  <a:srgbClr val="FF0000"/>
                </a:solidFill>
              </a:rPr>
              <a:t>服务及搜索引擎</a:t>
            </a:r>
            <a:endParaRPr lang="en-US" altLang="zh-CN" b="1" dirty="0" smtClean="0">
              <a:solidFill>
                <a:srgbClr val="FF0000"/>
              </a:solidFill>
            </a:endParaRPr>
          </a:p>
        </p:txBody>
      </p:sp>
    </p:spTree>
  </p:cSld>
  <p:clrMapOvr>
    <a:masterClrMapping/>
  </p:clrMapOvr>
  <p:timing>
    <p:tnLst>
      <p:par>
        <p:cTn id="1" dur="indefinite" restart="never" nodeType="tmRoot"/>
      </p:par>
    </p:tn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2531" name="Rectangle 2"/>
          <p:cNvSpPr>
            <a:spLocks noGrp="1" noChangeArrowheads="1"/>
          </p:cNvSpPr>
          <p:nvPr>
            <p:ph type="title"/>
          </p:nvPr>
        </p:nvSpPr>
        <p:spPr/>
        <p:txBody>
          <a:bodyPr/>
          <a:lstStyle/>
          <a:p>
            <a:pPr eaLnBrk="1" hangingPunct="1"/>
            <a:r>
              <a:rPr lang="en-US" dirty="0" err="1" smtClean="0">
                <a:latin typeface="Times New Roman" panose="02020603050405020304" pitchFamily="18" charset="0"/>
              </a:rPr>
              <a:t>Web</a:t>
            </a:r>
            <a:r>
              <a:rPr lang="zh-CN" altLang="en-US" dirty="0" err="1" smtClean="0">
                <a:latin typeface="Times New Roman" panose="02020603050405020304" pitchFamily="18" charset="0"/>
              </a:rPr>
              <a:t>服务</a:t>
            </a:r>
          </a:p>
        </p:txBody>
      </p:sp>
      <p:sp>
        <p:nvSpPr>
          <p:cNvPr id="397315" name="Rectangle 3"/>
          <p:cNvSpPr>
            <a:spLocks noGrp="1" noChangeArrowheads="1"/>
          </p:cNvSpPr>
          <p:nvPr>
            <p:ph type="body" idx="1"/>
          </p:nvPr>
        </p:nvSpPr>
        <p:spPr/>
        <p:txBody>
          <a:bodyPr/>
          <a:lstStyle/>
          <a:p>
            <a:pPr eaLnBrk="1" hangingPunct="1"/>
            <a:r>
              <a:rPr lang="zh-CN" altLang="en-US" smtClean="0">
                <a:solidFill>
                  <a:schemeClr val="tx1"/>
                </a:solidFill>
              </a:rPr>
              <a:t>几乎所有的实体（公司或组织）都会在互联网上设置与其实体对应的门户网站，从网站得到：</a:t>
            </a:r>
          </a:p>
          <a:p>
            <a:pPr lvl="1" eaLnBrk="1" hangingPunct="1"/>
            <a:r>
              <a:rPr lang="zh-CN" altLang="en-US" smtClean="0">
                <a:solidFill>
                  <a:schemeClr val="tx1"/>
                </a:solidFill>
              </a:rPr>
              <a:t>地址、邮编、网络管理员邮箱</a:t>
            </a:r>
          </a:p>
          <a:p>
            <a:pPr lvl="1" eaLnBrk="1" hangingPunct="1"/>
            <a:r>
              <a:rPr lang="zh-CN" altLang="en-US" smtClean="0">
                <a:solidFill>
                  <a:schemeClr val="tx1"/>
                </a:solidFill>
              </a:rPr>
              <a:t>业务介绍</a:t>
            </a:r>
          </a:p>
          <a:p>
            <a:pPr lvl="1" eaLnBrk="1" hangingPunct="1"/>
            <a:r>
              <a:rPr lang="zh-CN" altLang="en-US" smtClean="0">
                <a:solidFill>
                  <a:schemeClr val="tx1"/>
                </a:solidFill>
              </a:rPr>
              <a:t>组织机构</a:t>
            </a:r>
          </a:p>
          <a:p>
            <a:pPr lvl="1" eaLnBrk="1" hangingPunct="1"/>
            <a:r>
              <a:rPr lang="zh-CN" altLang="en-US" smtClean="0">
                <a:solidFill>
                  <a:schemeClr val="tx1"/>
                </a:solidFill>
              </a:rPr>
              <a:t>领导、人员名单、电话、邮箱等</a:t>
            </a:r>
          </a:p>
          <a:p>
            <a:pPr lvl="1" eaLnBrk="1" hangingPunct="1"/>
            <a:r>
              <a:rPr lang="zh-CN" altLang="en-US" smtClean="0">
                <a:solidFill>
                  <a:schemeClr val="tx1"/>
                </a:solidFill>
                <a:cs typeface="+mn-ea"/>
                <a:sym typeface="+mn-ea"/>
              </a:rPr>
              <a:t>服务器IP地址（如：</a:t>
            </a:r>
            <a:r>
              <a:rPr lang="en-US" altLang="zh-CN" smtClean="0">
                <a:solidFill>
                  <a:schemeClr val="tx1"/>
                </a:solidFill>
                <a:cs typeface="+mn-ea"/>
                <a:sym typeface="+mn-ea"/>
              </a:rPr>
              <a:t>ping www.sina.com.cn</a:t>
            </a:r>
            <a:r>
              <a:rPr lang="zh-CN" altLang="en-US" smtClean="0">
                <a:solidFill>
                  <a:schemeClr val="tx1"/>
                </a:solidFill>
                <a:cs typeface="+mn-ea"/>
                <a:sym typeface="+mn-ea"/>
              </a:rPr>
              <a:t>）</a:t>
            </a:r>
            <a:endParaRPr lang="zh-CN" altLang="en-US" i="1" dirty="0"/>
          </a:p>
          <a:p>
            <a:pPr lvl="1" eaLnBrk="1" hangingPunct="1"/>
            <a:endParaRPr lang="zh-CN" altLang="en-US" smtClean="0">
              <a:solidFill>
                <a:srgbClr val="0000FF"/>
              </a:solidFill>
            </a:endParaRPr>
          </a:p>
          <a:p>
            <a:pPr eaLnBrk="1" hangingPunct="1"/>
            <a:endParaRPr lang="zh-CN" altLang="en-US" smtClean="0">
              <a:solidFill>
                <a:srgbClr val="0000FF"/>
              </a:solidFill>
            </a:endParaRPr>
          </a:p>
          <a:p>
            <a:pPr eaLnBrk="1" hangingPunct="1"/>
            <a:endParaRPr lang="zh-CN" altLang="en-US" smtClean="0"/>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nodeType="clickEffect">
                                  <p:stCondLst>
                                    <p:cond delay="0"/>
                                  </p:stCondLst>
                                  <p:childTnLst>
                                    <p:set>
                                      <p:cBhvr>
                                        <p:cTn id="6" dur="1" fill="hold">
                                          <p:stCondLst>
                                            <p:cond delay="0"/>
                                          </p:stCondLst>
                                        </p:cTn>
                                        <p:tgtEl>
                                          <p:spTgt spid="397315">
                                            <p:txEl>
                                              <p:pRg st="0" end="0"/>
                                            </p:txEl>
                                          </p:spTgt>
                                        </p:tgtEl>
                                        <p:attrNameLst>
                                          <p:attrName>style.visibility</p:attrName>
                                        </p:attrNameLst>
                                      </p:cBhvr>
                                      <p:to>
                                        <p:strVal val="visible"/>
                                      </p:to>
                                    </p:set>
                                    <p:anim calcmode="lin" valueType="num">
                                      <p:cBhvr additive="base">
                                        <p:cTn id="7" dur="500" fill="hold"/>
                                        <p:tgtEl>
                                          <p:spTgt spid="397315">
                                            <p:txEl>
                                              <p:pRg st="0" end="0"/>
                                            </p:txEl>
                                          </p:spTgt>
                                        </p:tgtEl>
                                        <p:attrNameLst>
                                          <p:attrName>ppt_x</p:attrName>
                                        </p:attrNameLst>
                                      </p:cBhvr>
                                      <p:tavLst>
                                        <p:tav tm="0">
                                          <p:val>
                                            <p:strVal val="#ppt_x"/>
                                          </p:val>
                                        </p:tav>
                                        <p:tav tm="100000">
                                          <p:val>
                                            <p:strVal val="#ppt_x"/>
                                          </p:val>
                                        </p:tav>
                                      </p:tavLst>
                                    </p:anim>
                                    <p:anim calcmode="lin" valueType="num">
                                      <p:cBhvr additive="base">
                                        <p:cTn id="8" dur="500" fill="hold"/>
                                        <p:tgtEl>
                                          <p:spTgt spid="397315">
                                            <p:txEl>
                                              <p:pRg st="0" end="0"/>
                                            </p:txEl>
                                          </p:spTgt>
                                        </p:tgtEl>
                                        <p:attrNameLst>
                                          <p:attrName>ppt_y</p:attrName>
                                        </p:attrNameLst>
                                      </p:cBhvr>
                                      <p:tavLst>
                                        <p:tav tm="0">
                                          <p:val>
                                            <p:strVal val="1+#ppt_h/2"/>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2" presetClass="entr" presetSubtype="4" fill="hold" nodeType="clickEffect">
                                  <p:stCondLst>
                                    <p:cond delay="0"/>
                                  </p:stCondLst>
                                  <p:childTnLst>
                                    <p:set>
                                      <p:cBhvr>
                                        <p:cTn id="12" dur="1" fill="hold">
                                          <p:stCondLst>
                                            <p:cond delay="0"/>
                                          </p:stCondLst>
                                        </p:cTn>
                                        <p:tgtEl>
                                          <p:spTgt spid="397315">
                                            <p:txEl>
                                              <p:pRg st="1" end="1"/>
                                            </p:txEl>
                                          </p:spTgt>
                                        </p:tgtEl>
                                        <p:attrNameLst>
                                          <p:attrName>style.visibility</p:attrName>
                                        </p:attrNameLst>
                                      </p:cBhvr>
                                      <p:to>
                                        <p:strVal val="visible"/>
                                      </p:to>
                                    </p:set>
                                    <p:anim calcmode="lin" valueType="num">
                                      <p:cBhvr additive="base">
                                        <p:cTn id="13" dur="500" fill="hold"/>
                                        <p:tgtEl>
                                          <p:spTgt spid="397315">
                                            <p:txEl>
                                              <p:pRg st="1" end="1"/>
                                            </p:txEl>
                                          </p:spTgt>
                                        </p:tgtEl>
                                        <p:attrNameLst>
                                          <p:attrName>ppt_x</p:attrName>
                                        </p:attrNameLst>
                                      </p:cBhvr>
                                      <p:tavLst>
                                        <p:tav tm="0">
                                          <p:val>
                                            <p:strVal val="#ppt_x"/>
                                          </p:val>
                                        </p:tav>
                                        <p:tav tm="100000">
                                          <p:val>
                                            <p:strVal val="#ppt_x"/>
                                          </p:val>
                                        </p:tav>
                                      </p:tavLst>
                                    </p:anim>
                                    <p:anim calcmode="lin" valueType="num">
                                      <p:cBhvr additive="base">
                                        <p:cTn id="14" dur="500" fill="hold"/>
                                        <p:tgtEl>
                                          <p:spTgt spid="397315">
                                            <p:txEl>
                                              <p:pRg st="1" end="1"/>
                                            </p:txEl>
                                          </p:spTgt>
                                        </p:tgtEl>
                                        <p:attrNameLst>
                                          <p:attrName>ppt_y</p:attrName>
                                        </p:attrNameLst>
                                      </p:cBhvr>
                                      <p:tavLst>
                                        <p:tav tm="0">
                                          <p:val>
                                            <p:strVal val="1+#ppt_h/2"/>
                                          </p:val>
                                        </p:tav>
                                        <p:tav tm="100000">
                                          <p:val>
                                            <p:strVal val="#ppt_y"/>
                                          </p:val>
                                        </p:tav>
                                      </p:tavLst>
                                    </p:anim>
                                  </p:childTnLst>
                                </p:cTn>
                              </p:par>
                            </p:childTnLst>
                          </p:cTn>
                        </p:par>
                      </p:childTnLst>
                    </p:cTn>
                  </p:par>
                  <p:par>
                    <p:cTn id="15" fill="hold">
                      <p:stCondLst>
                        <p:cond delay="indefinite"/>
                      </p:stCondLst>
                      <p:childTnLst>
                        <p:par>
                          <p:cTn id="16" fill="hold">
                            <p:stCondLst>
                              <p:cond delay="0"/>
                            </p:stCondLst>
                            <p:childTnLst>
                              <p:par>
                                <p:cTn id="17" presetID="2" presetClass="entr" presetSubtype="4" fill="hold" nodeType="clickEffect">
                                  <p:stCondLst>
                                    <p:cond delay="0"/>
                                  </p:stCondLst>
                                  <p:childTnLst>
                                    <p:set>
                                      <p:cBhvr>
                                        <p:cTn id="18" dur="1" fill="hold">
                                          <p:stCondLst>
                                            <p:cond delay="0"/>
                                          </p:stCondLst>
                                        </p:cTn>
                                        <p:tgtEl>
                                          <p:spTgt spid="397315">
                                            <p:txEl>
                                              <p:pRg st="2" end="2"/>
                                            </p:txEl>
                                          </p:spTgt>
                                        </p:tgtEl>
                                        <p:attrNameLst>
                                          <p:attrName>style.visibility</p:attrName>
                                        </p:attrNameLst>
                                      </p:cBhvr>
                                      <p:to>
                                        <p:strVal val="visible"/>
                                      </p:to>
                                    </p:set>
                                    <p:anim calcmode="lin" valueType="num">
                                      <p:cBhvr additive="base">
                                        <p:cTn id="19" dur="500" fill="hold"/>
                                        <p:tgtEl>
                                          <p:spTgt spid="397315">
                                            <p:txEl>
                                              <p:pRg st="2" end="2"/>
                                            </p:txEl>
                                          </p:spTgt>
                                        </p:tgtEl>
                                        <p:attrNameLst>
                                          <p:attrName>ppt_x</p:attrName>
                                        </p:attrNameLst>
                                      </p:cBhvr>
                                      <p:tavLst>
                                        <p:tav tm="0">
                                          <p:val>
                                            <p:strVal val="#ppt_x"/>
                                          </p:val>
                                        </p:tav>
                                        <p:tav tm="100000">
                                          <p:val>
                                            <p:strVal val="#ppt_x"/>
                                          </p:val>
                                        </p:tav>
                                      </p:tavLst>
                                    </p:anim>
                                    <p:anim calcmode="lin" valueType="num">
                                      <p:cBhvr additive="base">
                                        <p:cTn id="20" dur="500" fill="hold"/>
                                        <p:tgtEl>
                                          <p:spTgt spid="397315">
                                            <p:txEl>
                                              <p:pRg st="2" end="2"/>
                                            </p:txEl>
                                          </p:spTgt>
                                        </p:tgtEl>
                                        <p:attrNameLst>
                                          <p:attrName>ppt_y</p:attrName>
                                        </p:attrNameLst>
                                      </p:cBhvr>
                                      <p:tavLst>
                                        <p:tav tm="0">
                                          <p:val>
                                            <p:strVal val="1+#ppt_h/2"/>
                                          </p:val>
                                        </p:tav>
                                        <p:tav tm="100000">
                                          <p:val>
                                            <p:strVal val="#ppt_y"/>
                                          </p:val>
                                        </p:tav>
                                      </p:tavLst>
                                    </p:anim>
                                  </p:childTnLst>
                                </p:cTn>
                              </p:par>
                            </p:childTnLst>
                          </p:cTn>
                        </p:par>
                      </p:childTnLst>
                    </p:cTn>
                  </p:par>
                  <p:par>
                    <p:cTn id="21" fill="hold">
                      <p:stCondLst>
                        <p:cond delay="indefinite"/>
                      </p:stCondLst>
                      <p:childTnLst>
                        <p:par>
                          <p:cTn id="22" fill="hold">
                            <p:stCondLst>
                              <p:cond delay="0"/>
                            </p:stCondLst>
                            <p:childTnLst>
                              <p:par>
                                <p:cTn id="23" presetID="2" presetClass="entr" presetSubtype="4" fill="hold" nodeType="clickEffect">
                                  <p:stCondLst>
                                    <p:cond delay="0"/>
                                  </p:stCondLst>
                                  <p:childTnLst>
                                    <p:set>
                                      <p:cBhvr>
                                        <p:cTn id="24" dur="1" fill="hold">
                                          <p:stCondLst>
                                            <p:cond delay="0"/>
                                          </p:stCondLst>
                                        </p:cTn>
                                        <p:tgtEl>
                                          <p:spTgt spid="397315">
                                            <p:txEl>
                                              <p:pRg st="3" end="3"/>
                                            </p:txEl>
                                          </p:spTgt>
                                        </p:tgtEl>
                                        <p:attrNameLst>
                                          <p:attrName>style.visibility</p:attrName>
                                        </p:attrNameLst>
                                      </p:cBhvr>
                                      <p:to>
                                        <p:strVal val="visible"/>
                                      </p:to>
                                    </p:set>
                                    <p:anim calcmode="lin" valueType="num">
                                      <p:cBhvr additive="base">
                                        <p:cTn id="25" dur="500" fill="hold"/>
                                        <p:tgtEl>
                                          <p:spTgt spid="397315">
                                            <p:txEl>
                                              <p:pRg st="3" end="3"/>
                                            </p:txEl>
                                          </p:spTgt>
                                        </p:tgtEl>
                                        <p:attrNameLst>
                                          <p:attrName>ppt_x</p:attrName>
                                        </p:attrNameLst>
                                      </p:cBhvr>
                                      <p:tavLst>
                                        <p:tav tm="0">
                                          <p:val>
                                            <p:strVal val="#ppt_x"/>
                                          </p:val>
                                        </p:tav>
                                        <p:tav tm="100000">
                                          <p:val>
                                            <p:strVal val="#ppt_x"/>
                                          </p:val>
                                        </p:tav>
                                      </p:tavLst>
                                    </p:anim>
                                    <p:anim calcmode="lin" valueType="num">
                                      <p:cBhvr additive="base">
                                        <p:cTn id="26" dur="500" fill="hold"/>
                                        <p:tgtEl>
                                          <p:spTgt spid="397315">
                                            <p:txEl>
                                              <p:pRg st="3" end="3"/>
                                            </p:txEl>
                                          </p:spTgt>
                                        </p:tgtEl>
                                        <p:attrNameLst>
                                          <p:attrName>ppt_y</p:attrName>
                                        </p:attrNameLst>
                                      </p:cBhvr>
                                      <p:tavLst>
                                        <p:tav tm="0">
                                          <p:val>
                                            <p:strVal val="1+#ppt_h/2"/>
                                          </p:val>
                                        </p:tav>
                                        <p:tav tm="100000">
                                          <p:val>
                                            <p:strVal val="#ppt_y"/>
                                          </p:val>
                                        </p:tav>
                                      </p:tavLst>
                                    </p:anim>
                                  </p:childTnLst>
                                </p:cTn>
                              </p:par>
                            </p:childTnLst>
                          </p:cTn>
                        </p:par>
                      </p:childTnLst>
                    </p:cTn>
                  </p:par>
                  <p:par>
                    <p:cTn id="27" fill="hold">
                      <p:stCondLst>
                        <p:cond delay="indefinite"/>
                      </p:stCondLst>
                      <p:childTnLst>
                        <p:par>
                          <p:cTn id="28" fill="hold">
                            <p:stCondLst>
                              <p:cond delay="0"/>
                            </p:stCondLst>
                            <p:childTnLst>
                              <p:par>
                                <p:cTn id="29" presetID="2" presetClass="entr" presetSubtype="4" fill="hold" nodeType="clickEffect">
                                  <p:stCondLst>
                                    <p:cond delay="0"/>
                                  </p:stCondLst>
                                  <p:childTnLst>
                                    <p:set>
                                      <p:cBhvr>
                                        <p:cTn id="30" dur="1" fill="hold">
                                          <p:stCondLst>
                                            <p:cond delay="0"/>
                                          </p:stCondLst>
                                        </p:cTn>
                                        <p:tgtEl>
                                          <p:spTgt spid="397315">
                                            <p:txEl>
                                              <p:pRg st="4" end="4"/>
                                            </p:txEl>
                                          </p:spTgt>
                                        </p:tgtEl>
                                        <p:attrNameLst>
                                          <p:attrName>style.visibility</p:attrName>
                                        </p:attrNameLst>
                                      </p:cBhvr>
                                      <p:to>
                                        <p:strVal val="visible"/>
                                      </p:to>
                                    </p:set>
                                    <p:anim calcmode="lin" valueType="num">
                                      <p:cBhvr additive="base">
                                        <p:cTn id="31" dur="500" fill="hold"/>
                                        <p:tgtEl>
                                          <p:spTgt spid="397315">
                                            <p:txEl>
                                              <p:pRg st="4" end="4"/>
                                            </p:txEl>
                                          </p:spTgt>
                                        </p:tgtEl>
                                        <p:attrNameLst>
                                          <p:attrName>ppt_x</p:attrName>
                                        </p:attrNameLst>
                                      </p:cBhvr>
                                      <p:tavLst>
                                        <p:tav tm="0">
                                          <p:val>
                                            <p:strVal val="#ppt_x"/>
                                          </p:val>
                                        </p:tav>
                                        <p:tav tm="100000">
                                          <p:val>
                                            <p:strVal val="#ppt_x"/>
                                          </p:val>
                                        </p:tav>
                                      </p:tavLst>
                                    </p:anim>
                                    <p:anim calcmode="lin" valueType="num">
                                      <p:cBhvr additive="base">
                                        <p:cTn id="32" dur="500" fill="hold"/>
                                        <p:tgtEl>
                                          <p:spTgt spid="397315">
                                            <p:txEl>
                                              <p:pRg st="4" end="4"/>
                                            </p:txEl>
                                          </p:spTgt>
                                        </p:tgtEl>
                                        <p:attrNameLst>
                                          <p:attrName>ppt_y</p:attrName>
                                        </p:attrNameLst>
                                      </p:cBhvr>
                                      <p:tavLst>
                                        <p:tav tm="0">
                                          <p:val>
                                            <p:strVal val="1+#ppt_h/2"/>
                                          </p:val>
                                        </p:tav>
                                        <p:tav tm="100000">
                                          <p:val>
                                            <p:strVal val="#ppt_y"/>
                                          </p:val>
                                        </p:tav>
                                      </p:tavLst>
                                    </p:anim>
                                  </p:childTnLst>
                                </p:cTn>
                              </p:par>
                            </p:childTnLst>
                          </p:cTn>
                        </p:par>
                      </p:childTnLst>
                    </p:cTn>
                  </p:par>
                  <p:par>
                    <p:cTn id="33" fill="hold">
                      <p:stCondLst>
                        <p:cond delay="indefinite"/>
                      </p:stCondLst>
                      <p:childTnLst>
                        <p:par>
                          <p:cTn id="34" fill="hold">
                            <p:stCondLst>
                              <p:cond delay="0"/>
                            </p:stCondLst>
                            <p:childTnLst>
                              <p:par>
                                <p:cTn id="35" presetID="2" presetClass="entr" presetSubtype="4" fill="hold" nodeType="clickEffect">
                                  <p:stCondLst>
                                    <p:cond delay="0"/>
                                  </p:stCondLst>
                                  <p:childTnLst>
                                    <p:set>
                                      <p:cBhvr>
                                        <p:cTn id="36" dur="1" fill="hold">
                                          <p:stCondLst>
                                            <p:cond delay="0"/>
                                          </p:stCondLst>
                                        </p:cTn>
                                        <p:tgtEl>
                                          <p:spTgt spid="397315">
                                            <p:txEl>
                                              <p:pRg st="5" end="5"/>
                                            </p:txEl>
                                          </p:spTgt>
                                        </p:tgtEl>
                                        <p:attrNameLst>
                                          <p:attrName>style.visibility</p:attrName>
                                        </p:attrNameLst>
                                      </p:cBhvr>
                                      <p:to>
                                        <p:strVal val="visible"/>
                                      </p:to>
                                    </p:set>
                                    <p:anim calcmode="lin" valueType="num">
                                      <p:cBhvr additive="base">
                                        <p:cTn id="37" dur="500" fill="hold"/>
                                        <p:tgtEl>
                                          <p:spTgt spid="397315">
                                            <p:txEl>
                                              <p:pRg st="5" end="5"/>
                                            </p:txEl>
                                          </p:spTgt>
                                        </p:tgtEl>
                                        <p:attrNameLst>
                                          <p:attrName>ppt_x</p:attrName>
                                        </p:attrNameLst>
                                      </p:cBhvr>
                                      <p:tavLst>
                                        <p:tav tm="0">
                                          <p:val>
                                            <p:strVal val="#ppt_x"/>
                                          </p:val>
                                        </p:tav>
                                        <p:tav tm="100000">
                                          <p:val>
                                            <p:strVal val="#ppt_x"/>
                                          </p:val>
                                        </p:tav>
                                      </p:tavLst>
                                    </p:anim>
                                    <p:anim calcmode="lin" valueType="num">
                                      <p:cBhvr additive="base">
                                        <p:cTn id="38" dur="500" fill="hold"/>
                                        <p:tgtEl>
                                          <p:spTgt spid="397315">
                                            <p:txEl>
                                              <p:pRg st="5" end="5"/>
                                            </p:txEl>
                                          </p:spTgt>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2531" name="Rectangle 2"/>
          <p:cNvSpPr>
            <a:spLocks noGrp="1" noChangeArrowheads="1"/>
          </p:cNvSpPr>
          <p:nvPr>
            <p:ph type="title"/>
          </p:nvPr>
        </p:nvSpPr>
        <p:spPr/>
        <p:txBody>
          <a:bodyPr/>
          <a:lstStyle/>
          <a:p>
            <a:pPr eaLnBrk="1" hangingPunct="1"/>
            <a:r>
              <a:rPr lang="en-US" dirty="0" err="1" smtClean="0">
                <a:latin typeface="Times New Roman" panose="02020603050405020304" pitchFamily="18" charset="0"/>
              </a:rPr>
              <a:t>Web</a:t>
            </a:r>
            <a:r>
              <a:rPr lang="zh-CN" altLang="en-US" dirty="0" err="1" smtClean="0">
                <a:latin typeface="Times New Roman" panose="02020603050405020304" pitchFamily="18" charset="0"/>
              </a:rPr>
              <a:t>服务</a:t>
            </a:r>
          </a:p>
        </p:txBody>
      </p:sp>
      <p:sp>
        <p:nvSpPr>
          <p:cNvPr id="397315" name="Rectangle 3"/>
          <p:cNvSpPr>
            <a:spLocks noGrp="1" noChangeArrowheads="1"/>
          </p:cNvSpPr>
          <p:nvPr>
            <p:ph type="body" idx="1"/>
          </p:nvPr>
        </p:nvSpPr>
        <p:spPr/>
        <p:txBody>
          <a:bodyPr/>
          <a:lstStyle/>
          <a:p>
            <a:pPr eaLnBrk="1" hangingPunct="1"/>
            <a:endParaRPr lang="zh-CN" altLang="en-US" i="1" dirty="0"/>
          </a:p>
          <a:p>
            <a:pPr lvl="1" eaLnBrk="1" hangingPunct="1"/>
            <a:endParaRPr lang="zh-CN" altLang="en-US" smtClean="0">
              <a:solidFill>
                <a:srgbClr val="0000FF"/>
              </a:solidFill>
            </a:endParaRPr>
          </a:p>
          <a:p>
            <a:pPr eaLnBrk="1" hangingPunct="1"/>
            <a:endParaRPr lang="zh-CN" altLang="en-US" smtClean="0">
              <a:solidFill>
                <a:srgbClr val="0000FF"/>
              </a:solidFill>
            </a:endParaRPr>
          </a:p>
          <a:p>
            <a:pPr eaLnBrk="1" hangingPunct="1"/>
            <a:endParaRPr lang="zh-CN" altLang="en-US" smtClean="0"/>
          </a:p>
        </p:txBody>
      </p:sp>
      <p:graphicFrame>
        <p:nvGraphicFramePr>
          <p:cNvPr id="12292" name="对象 2"/>
          <p:cNvGraphicFramePr>
            <a:graphicFrameLocks noChangeAspect="1"/>
          </p:cNvGraphicFramePr>
          <p:nvPr/>
        </p:nvGraphicFramePr>
        <p:xfrm>
          <a:off x="600075" y="1131888"/>
          <a:ext cx="7943850" cy="4537075"/>
        </p:xfrm>
        <a:graphic>
          <a:graphicData uri="http://schemas.openxmlformats.org/presentationml/2006/ole">
            <mc:AlternateContent xmlns:mc="http://schemas.openxmlformats.org/markup-compatibility/2006">
              <mc:Choice xmlns:v="urn:schemas-microsoft-com:vml" Requires="v">
                <p:oleObj spid="_x0000_s12448" name="Visio" r:id="rId4" imgW="4500245" imgH="2573020" progId="Visio.Drawing.15">
                  <p:embed/>
                </p:oleObj>
              </mc:Choice>
              <mc:Fallback>
                <p:oleObj name="Visio" r:id="rId4" imgW="4500245" imgH="2573020" progId="Visio.Drawing.15">
                  <p:embed/>
                  <p:pic>
                    <p:nvPicPr>
                      <p:cNvPr id="0" name="对象 2"/>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600075" y="1131888"/>
                        <a:ext cx="7943850" cy="45370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sp>
        <p:nvSpPr>
          <p:cNvPr id="2" name="文本框 1"/>
          <p:cNvSpPr txBox="1"/>
          <p:nvPr/>
        </p:nvSpPr>
        <p:spPr>
          <a:xfrm>
            <a:off x="2951480" y="5808980"/>
            <a:ext cx="3682365" cy="368300"/>
          </a:xfrm>
          <a:prstGeom prst="rect">
            <a:avLst/>
          </a:prstGeom>
          <a:noFill/>
        </p:spPr>
        <p:txBody>
          <a:bodyPr wrap="square" rtlCol="0">
            <a:spAutoFit/>
          </a:bodyPr>
          <a:lstStyle/>
          <a:p>
            <a:r>
              <a:rPr lang="zh-CN" altLang="en-US"/>
              <a:t>某大学网站公布的校园网核心拓扑</a:t>
            </a:r>
          </a:p>
        </p:txBody>
      </p:sp>
    </p:spTree>
  </p:cSld>
  <p:clrMapOvr>
    <a:masterClrMapping/>
  </p:clrMapOvr>
  <p:timing>
    <p:tnLst>
      <p:par>
        <p:cTn id="1" dur="indefinite" restart="never" nodeType="tmRoot"/>
      </p:par>
    </p:tnLst>
  </p:timing>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2531" name="Rectangle 2"/>
          <p:cNvSpPr>
            <a:spLocks noGrp="1" noChangeArrowheads="1"/>
          </p:cNvSpPr>
          <p:nvPr>
            <p:ph type="title"/>
          </p:nvPr>
        </p:nvSpPr>
        <p:spPr/>
        <p:txBody>
          <a:bodyPr/>
          <a:lstStyle/>
          <a:p>
            <a:pPr eaLnBrk="1" hangingPunct="1"/>
            <a:r>
              <a:rPr lang="en-US" altLang="zh-CN" dirty="0" err="1" smtClean="0">
                <a:latin typeface="Times New Roman" panose="02020603050405020304" pitchFamily="18" charset="0"/>
              </a:rPr>
              <a:t>Baidu</a:t>
            </a:r>
            <a:r>
              <a:rPr lang="zh-CN" altLang="en-US" dirty="0" smtClean="0">
                <a:latin typeface="Times New Roman" panose="02020603050405020304" pitchFamily="18" charset="0"/>
              </a:rPr>
              <a:t>高级搜索</a:t>
            </a:r>
          </a:p>
        </p:txBody>
      </p:sp>
      <p:sp>
        <p:nvSpPr>
          <p:cNvPr id="2" name="文本占位符 1"/>
          <p:cNvSpPr>
            <a:spLocks noGrp="1"/>
          </p:cNvSpPr>
          <p:nvPr>
            <p:ph type="body" idx="1"/>
          </p:nvPr>
        </p:nvSpPr>
        <p:spPr/>
        <p:txBody>
          <a:bodyPr/>
          <a:lstStyle/>
          <a:p>
            <a:endParaRPr lang="zh-CN" altLang="en-US"/>
          </a:p>
        </p:txBody>
      </p:sp>
      <p:pic>
        <p:nvPicPr>
          <p:cNvPr id="3" name="图片 2" descr="360截图20210120120101529"/>
          <p:cNvPicPr>
            <a:picLocks noChangeAspect="1"/>
          </p:cNvPicPr>
          <p:nvPr/>
        </p:nvPicPr>
        <p:blipFill>
          <a:blip r:embed="rId3"/>
          <a:stretch>
            <a:fillRect/>
          </a:stretch>
        </p:blipFill>
        <p:spPr>
          <a:xfrm>
            <a:off x="222885" y="1366520"/>
            <a:ext cx="8644255" cy="3830955"/>
          </a:xfrm>
          <a:prstGeom prst="rect">
            <a:avLst/>
          </a:prstGeom>
        </p:spPr>
      </p:pic>
    </p:spTree>
  </p:cSld>
  <p:clrMapOvr>
    <a:masterClrMapping/>
  </p:clrMapOvr>
  <p:timing>
    <p:tnLst>
      <p:par>
        <p:cTn id="1" dur="indefinite" restart="never" nodeType="tmRoot"/>
      </p:par>
    </p:tnLst>
  </p:timing>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2531" name="Rectangle 2"/>
          <p:cNvSpPr>
            <a:spLocks noGrp="1" noChangeArrowheads="1"/>
          </p:cNvSpPr>
          <p:nvPr>
            <p:ph type="title"/>
          </p:nvPr>
        </p:nvSpPr>
        <p:spPr/>
        <p:txBody>
          <a:bodyPr/>
          <a:lstStyle/>
          <a:p>
            <a:pPr eaLnBrk="1" hangingPunct="1"/>
            <a:r>
              <a:rPr lang="en-US" altLang="zh-CN" dirty="0" err="1" smtClean="0">
                <a:latin typeface="Times New Roman" panose="02020603050405020304" pitchFamily="18" charset="0"/>
              </a:rPr>
              <a:t>Baidu</a:t>
            </a:r>
            <a:r>
              <a:rPr lang="zh-CN" altLang="en-US" dirty="0" smtClean="0">
                <a:latin typeface="Times New Roman" panose="02020603050405020304" pitchFamily="18" charset="0"/>
              </a:rPr>
              <a:t>高级搜索</a:t>
            </a:r>
          </a:p>
        </p:txBody>
      </p:sp>
      <p:sp>
        <p:nvSpPr>
          <p:cNvPr id="2" name="文本占位符 1"/>
          <p:cNvSpPr>
            <a:spLocks noGrp="1"/>
          </p:cNvSpPr>
          <p:nvPr>
            <p:ph type="body" idx="1"/>
          </p:nvPr>
        </p:nvSpPr>
        <p:spPr>
          <a:xfrm>
            <a:off x="332740" y="4880610"/>
            <a:ext cx="8478520" cy="749300"/>
          </a:xfrm>
        </p:spPr>
        <p:txBody>
          <a:bodyPr/>
          <a:lstStyle/>
          <a:p>
            <a:r>
              <a:rPr lang="zh-CN" altLang="en-US" dirty="0"/>
              <a:t>https://www.baidu.com/gaoji/advanced.html</a:t>
            </a:r>
          </a:p>
        </p:txBody>
      </p:sp>
      <p:pic>
        <p:nvPicPr>
          <p:cNvPr id="4" name="图片 3"/>
          <p:cNvPicPr>
            <a:picLocks noChangeAspect="1"/>
          </p:cNvPicPr>
          <p:nvPr/>
        </p:nvPicPr>
        <p:blipFill>
          <a:blip r:embed="rId3"/>
          <a:stretch>
            <a:fillRect/>
          </a:stretch>
        </p:blipFill>
        <p:spPr>
          <a:xfrm>
            <a:off x="986790" y="1257935"/>
            <a:ext cx="7169785" cy="3401695"/>
          </a:xfrm>
          <a:prstGeom prst="rect">
            <a:avLst/>
          </a:prstGeom>
        </p:spPr>
      </p:pic>
    </p:spTree>
  </p:cSld>
  <p:clrMapOvr>
    <a:masterClrMapping/>
  </p:clrMapOvr>
  <p:timing>
    <p:tnLst>
      <p:par>
        <p:cTn id="1" dur="indefinite" restart="never" nodeType="tmRoot"/>
      </p:par>
    </p:tnLst>
  </p:timing>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2531" name="Rectangle 2"/>
          <p:cNvSpPr>
            <a:spLocks noGrp="1" noChangeArrowheads="1"/>
          </p:cNvSpPr>
          <p:nvPr>
            <p:ph type="title"/>
          </p:nvPr>
        </p:nvSpPr>
        <p:spPr/>
        <p:txBody>
          <a:bodyPr/>
          <a:lstStyle/>
          <a:p>
            <a:pPr eaLnBrk="1" hangingPunct="1"/>
            <a:r>
              <a:rPr lang="en-US" altLang="zh-CN" dirty="0" err="1" smtClean="0">
                <a:latin typeface="Times New Roman" panose="02020603050405020304" pitchFamily="18" charset="0"/>
              </a:rPr>
              <a:t>Baidu</a:t>
            </a:r>
            <a:r>
              <a:rPr lang="zh-CN" altLang="en-US" dirty="0" smtClean="0">
                <a:latin typeface="Times New Roman" panose="02020603050405020304" pitchFamily="18" charset="0"/>
              </a:rPr>
              <a:t>的重要检索命令</a:t>
            </a:r>
          </a:p>
        </p:txBody>
      </p:sp>
      <p:sp>
        <p:nvSpPr>
          <p:cNvPr id="397315" name="Rectangle 3"/>
          <p:cNvSpPr>
            <a:spLocks noGrp="1" noChangeArrowheads="1"/>
          </p:cNvSpPr>
          <p:nvPr>
            <p:ph type="body" idx="1"/>
          </p:nvPr>
        </p:nvSpPr>
        <p:spPr/>
        <p:txBody>
          <a:bodyPr/>
          <a:lstStyle/>
          <a:p>
            <a:pPr eaLnBrk="1" hangingPunct="1"/>
            <a:r>
              <a:rPr lang="en-US" altLang="zh-CN" smtClean="0">
                <a:solidFill>
                  <a:srgbClr val="0000FF"/>
                </a:solidFill>
              </a:rPr>
              <a:t>site:[</a:t>
            </a:r>
            <a:r>
              <a:rPr lang="zh-CN" altLang="en-US" smtClean="0">
                <a:solidFill>
                  <a:srgbClr val="0000FF"/>
                </a:solidFill>
              </a:rPr>
              <a:t>域</a:t>
            </a:r>
            <a:r>
              <a:rPr lang="en-US" altLang="zh-CN" smtClean="0">
                <a:solidFill>
                  <a:srgbClr val="0000FF"/>
                </a:solidFill>
              </a:rPr>
              <a:t>]</a:t>
            </a:r>
          </a:p>
          <a:p>
            <a:pPr lvl="1" eaLnBrk="1" hangingPunct="1"/>
            <a:r>
              <a:rPr lang="zh-CN" altLang="en-US" smtClean="0"/>
              <a:t>用途：返回与特定域相关的检索结果；</a:t>
            </a:r>
          </a:p>
          <a:p>
            <a:pPr lvl="1" eaLnBrk="1" hangingPunct="1"/>
            <a:r>
              <a:rPr lang="zh-CN" altLang="en-US" smtClean="0"/>
              <a:t>示例：</a:t>
            </a:r>
            <a:r>
              <a:rPr lang="en-US" altLang="zh-CN" smtClean="0"/>
              <a:t>site:csdn.net test </a:t>
            </a:r>
            <a:r>
              <a:rPr lang="zh-CN" altLang="en-US" smtClean="0"/>
              <a:t>（在</a:t>
            </a:r>
            <a:r>
              <a:rPr lang="en-US" altLang="zh-CN" smtClean="0"/>
              <a:t>csdn.net</a:t>
            </a:r>
            <a:r>
              <a:rPr lang="zh-CN" altLang="en-US" smtClean="0"/>
              <a:t>域中查找含有“</a:t>
            </a:r>
            <a:r>
              <a:rPr lang="en-US" altLang="zh-CN" smtClean="0"/>
              <a:t>test”</a:t>
            </a:r>
            <a:r>
              <a:rPr lang="zh-CN" altLang="en-US" smtClean="0"/>
              <a:t>的结果）。</a:t>
            </a:r>
          </a:p>
          <a:p>
            <a:pPr eaLnBrk="1" hangingPunct="1"/>
            <a:r>
              <a:rPr lang="en-US" altLang="zh-CN" smtClean="0">
                <a:solidFill>
                  <a:srgbClr val="0000FF"/>
                </a:solidFill>
              </a:rPr>
              <a:t>link:[Web</a:t>
            </a:r>
            <a:r>
              <a:rPr lang="zh-CN" altLang="en-US" smtClean="0">
                <a:solidFill>
                  <a:srgbClr val="0000FF"/>
                </a:solidFill>
              </a:rPr>
              <a:t>页面</a:t>
            </a:r>
            <a:r>
              <a:rPr lang="en-US" altLang="zh-CN" smtClean="0">
                <a:solidFill>
                  <a:srgbClr val="0000FF"/>
                </a:solidFill>
              </a:rPr>
              <a:t>]</a:t>
            </a:r>
          </a:p>
          <a:p>
            <a:pPr lvl="1" eaLnBrk="1" hangingPunct="1"/>
            <a:r>
              <a:rPr lang="zh-CN" altLang="en-US" smtClean="0"/>
              <a:t>用途：给出和指定</a:t>
            </a:r>
            <a:r>
              <a:rPr lang="en-US" altLang="zh-CN" smtClean="0"/>
              <a:t>Web</a:t>
            </a:r>
            <a:r>
              <a:rPr lang="zh-CN" altLang="en-US" smtClean="0"/>
              <a:t>页面相链接的站点，可能泄露目标站点的业务关系；</a:t>
            </a:r>
          </a:p>
          <a:p>
            <a:pPr lvl="1" eaLnBrk="1" hangingPunct="1"/>
            <a:r>
              <a:rPr lang="zh-CN" altLang="en-US" smtClean="0"/>
              <a:t>示例：</a:t>
            </a:r>
            <a:r>
              <a:rPr lang="en-US" altLang="zh-CN" smtClean="0"/>
              <a:t>link:www.csdn.net </a:t>
            </a:r>
            <a:r>
              <a:rPr lang="zh-CN" altLang="en-US" smtClean="0"/>
              <a:t>（查看和</a:t>
            </a:r>
            <a:r>
              <a:rPr lang="en-US" altLang="zh-CN" smtClean="0"/>
              <a:t>www.csdn.net</a:t>
            </a:r>
            <a:r>
              <a:rPr lang="zh-CN" altLang="en-US" smtClean="0"/>
              <a:t>相链接的所有站点）。</a:t>
            </a: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nodeType="clickEffect">
                                  <p:stCondLst>
                                    <p:cond delay="0"/>
                                  </p:stCondLst>
                                  <p:childTnLst>
                                    <p:set>
                                      <p:cBhvr>
                                        <p:cTn id="6" dur="1" fill="hold">
                                          <p:stCondLst>
                                            <p:cond delay="0"/>
                                          </p:stCondLst>
                                        </p:cTn>
                                        <p:tgtEl>
                                          <p:spTgt spid="397315">
                                            <p:txEl>
                                              <p:pRg st="0" end="0"/>
                                            </p:txEl>
                                          </p:spTgt>
                                        </p:tgtEl>
                                        <p:attrNameLst>
                                          <p:attrName>style.visibility</p:attrName>
                                        </p:attrNameLst>
                                      </p:cBhvr>
                                      <p:to>
                                        <p:strVal val="visible"/>
                                      </p:to>
                                    </p:set>
                                    <p:anim calcmode="lin" valueType="num">
                                      <p:cBhvr additive="base">
                                        <p:cTn id="7" dur="500" fill="hold"/>
                                        <p:tgtEl>
                                          <p:spTgt spid="397315">
                                            <p:txEl>
                                              <p:pRg st="0" end="0"/>
                                            </p:txEl>
                                          </p:spTgt>
                                        </p:tgtEl>
                                        <p:attrNameLst>
                                          <p:attrName>ppt_x</p:attrName>
                                        </p:attrNameLst>
                                      </p:cBhvr>
                                      <p:tavLst>
                                        <p:tav tm="0">
                                          <p:val>
                                            <p:strVal val="#ppt_x"/>
                                          </p:val>
                                        </p:tav>
                                        <p:tav tm="100000">
                                          <p:val>
                                            <p:strVal val="#ppt_x"/>
                                          </p:val>
                                        </p:tav>
                                      </p:tavLst>
                                    </p:anim>
                                    <p:anim calcmode="lin" valueType="num">
                                      <p:cBhvr additive="base">
                                        <p:cTn id="8" dur="500" fill="hold"/>
                                        <p:tgtEl>
                                          <p:spTgt spid="397315">
                                            <p:txEl>
                                              <p:pRg st="0" end="0"/>
                                            </p:txEl>
                                          </p:spTgt>
                                        </p:tgtEl>
                                        <p:attrNameLst>
                                          <p:attrName>ppt_y</p:attrName>
                                        </p:attrNameLst>
                                      </p:cBhvr>
                                      <p:tavLst>
                                        <p:tav tm="0">
                                          <p:val>
                                            <p:strVal val="1+#ppt_h/2"/>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2" presetClass="entr" presetSubtype="4" fill="hold" nodeType="clickEffect">
                                  <p:stCondLst>
                                    <p:cond delay="0"/>
                                  </p:stCondLst>
                                  <p:childTnLst>
                                    <p:set>
                                      <p:cBhvr>
                                        <p:cTn id="12" dur="1" fill="hold">
                                          <p:stCondLst>
                                            <p:cond delay="0"/>
                                          </p:stCondLst>
                                        </p:cTn>
                                        <p:tgtEl>
                                          <p:spTgt spid="397315">
                                            <p:txEl>
                                              <p:pRg st="1" end="1"/>
                                            </p:txEl>
                                          </p:spTgt>
                                        </p:tgtEl>
                                        <p:attrNameLst>
                                          <p:attrName>style.visibility</p:attrName>
                                        </p:attrNameLst>
                                      </p:cBhvr>
                                      <p:to>
                                        <p:strVal val="visible"/>
                                      </p:to>
                                    </p:set>
                                    <p:anim calcmode="lin" valueType="num">
                                      <p:cBhvr additive="base">
                                        <p:cTn id="13" dur="500" fill="hold"/>
                                        <p:tgtEl>
                                          <p:spTgt spid="397315">
                                            <p:txEl>
                                              <p:pRg st="1" end="1"/>
                                            </p:txEl>
                                          </p:spTgt>
                                        </p:tgtEl>
                                        <p:attrNameLst>
                                          <p:attrName>ppt_x</p:attrName>
                                        </p:attrNameLst>
                                      </p:cBhvr>
                                      <p:tavLst>
                                        <p:tav tm="0">
                                          <p:val>
                                            <p:strVal val="#ppt_x"/>
                                          </p:val>
                                        </p:tav>
                                        <p:tav tm="100000">
                                          <p:val>
                                            <p:strVal val="#ppt_x"/>
                                          </p:val>
                                        </p:tav>
                                      </p:tavLst>
                                    </p:anim>
                                    <p:anim calcmode="lin" valueType="num">
                                      <p:cBhvr additive="base">
                                        <p:cTn id="14" dur="500" fill="hold"/>
                                        <p:tgtEl>
                                          <p:spTgt spid="397315">
                                            <p:txEl>
                                              <p:pRg st="1" end="1"/>
                                            </p:txEl>
                                          </p:spTgt>
                                        </p:tgtEl>
                                        <p:attrNameLst>
                                          <p:attrName>ppt_y</p:attrName>
                                        </p:attrNameLst>
                                      </p:cBhvr>
                                      <p:tavLst>
                                        <p:tav tm="0">
                                          <p:val>
                                            <p:strVal val="1+#ppt_h/2"/>
                                          </p:val>
                                        </p:tav>
                                        <p:tav tm="100000">
                                          <p:val>
                                            <p:strVal val="#ppt_y"/>
                                          </p:val>
                                        </p:tav>
                                      </p:tavLst>
                                    </p:anim>
                                  </p:childTnLst>
                                </p:cTn>
                              </p:par>
                            </p:childTnLst>
                          </p:cTn>
                        </p:par>
                      </p:childTnLst>
                    </p:cTn>
                  </p:par>
                  <p:par>
                    <p:cTn id="15" fill="hold">
                      <p:stCondLst>
                        <p:cond delay="indefinite"/>
                      </p:stCondLst>
                      <p:childTnLst>
                        <p:par>
                          <p:cTn id="16" fill="hold">
                            <p:stCondLst>
                              <p:cond delay="0"/>
                            </p:stCondLst>
                            <p:childTnLst>
                              <p:par>
                                <p:cTn id="17" presetID="2" presetClass="entr" presetSubtype="4" fill="hold" nodeType="clickEffect">
                                  <p:stCondLst>
                                    <p:cond delay="0"/>
                                  </p:stCondLst>
                                  <p:childTnLst>
                                    <p:set>
                                      <p:cBhvr>
                                        <p:cTn id="18" dur="1" fill="hold">
                                          <p:stCondLst>
                                            <p:cond delay="0"/>
                                          </p:stCondLst>
                                        </p:cTn>
                                        <p:tgtEl>
                                          <p:spTgt spid="397315">
                                            <p:txEl>
                                              <p:pRg st="2" end="2"/>
                                            </p:txEl>
                                          </p:spTgt>
                                        </p:tgtEl>
                                        <p:attrNameLst>
                                          <p:attrName>style.visibility</p:attrName>
                                        </p:attrNameLst>
                                      </p:cBhvr>
                                      <p:to>
                                        <p:strVal val="visible"/>
                                      </p:to>
                                    </p:set>
                                    <p:anim calcmode="lin" valueType="num">
                                      <p:cBhvr additive="base">
                                        <p:cTn id="19" dur="500" fill="hold"/>
                                        <p:tgtEl>
                                          <p:spTgt spid="397315">
                                            <p:txEl>
                                              <p:pRg st="2" end="2"/>
                                            </p:txEl>
                                          </p:spTgt>
                                        </p:tgtEl>
                                        <p:attrNameLst>
                                          <p:attrName>ppt_x</p:attrName>
                                        </p:attrNameLst>
                                      </p:cBhvr>
                                      <p:tavLst>
                                        <p:tav tm="0">
                                          <p:val>
                                            <p:strVal val="#ppt_x"/>
                                          </p:val>
                                        </p:tav>
                                        <p:tav tm="100000">
                                          <p:val>
                                            <p:strVal val="#ppt_x"/>
                                          </p:val>
                                        </p:tav>
                                      </p:tavLst>
                                    </p:anim>
                                    <p:anim calcmode="lin" valueType="num">
                                      <p:cBhvr additive="base">
                                        <p:cTn id="20" dur="500" fill="hold"/>
                                        <p:tgtEl>
                                          <p:spTgt spid="397315">
                                            <p:txEl>
                                              <p:pRg st="2" end="2"/>
                                            </p:txEl>
                                          </p:spTgt>
                                        </p:tgtEl>
                                        <p:attrNameLst>
                                          <p:attrName>ppt_y</p:attrName>
                                        </p:attrNameLst>
                                      </p:cBhvr>
                                      <p:tavLst>
                                        <p:tav tm="0">
                                          <p:val>
                                            <p:strVal val="1+#ppt_h/2"/>
                                          </p:val>
                                        </p:tav>
                                        <p:tav tm="100000">
                                          <p:val>
                                            <p:strVal val="#ppt_y"/>
                                          </p:val>
                                        </p:tav>
                                      </p:tavLst>
                                    </p:anim>
                                  </p:childTnLst>
                                </p:cTn>
                              </p:par>
                            </p:childTnLst>
                          </p:cTn>
                        </p:par>
                      </p:childTnLst>
                    </p:cTn>
                  </p:par>
                  <p:par>
                    <p:cTn id="21" fill="hold">
                      <p:stCondLst>
                        <p:cond delay="indefinite"/>
                      </p:stCondLst>
                      <p:childTnLst>
                        <p:par>
                          <p:cTn id="22" fill="hold">
                            <p:stCondLst>
                              <p:cond delay="0"/>
                            </p:stCondLst>
                            <p:childTnLst>
                              <p:par>
                                <p:cTn id="23" presetID="2" presetClass="entr" presetSubtype="4" fill="hold" nodeType="clickEffect">
                                  <p:stCondLst>
                                    <p:cond delay="0"/>
                                  </p:stCondLst>
                                  <p:childTnLst>
                                    <p:set>
                                      <p:cBhvr>
                                        <p:cTn id="24" dur="1" fill="hold">
                                          <p:stCondLst>
                                            <p:cond delay="0"/>
                                          </p:stCondLst>
                                        </p:cTn>
                                        <p:tgtEl>
                                          <p:spTgt spid="397315">
                                            <p:txEl>
                                              <p:pRg st="3" end="3"/>
                                            </p:txEl>
                                          </p:spTgt>
                                        </p:tgtEl>
                                        <p:attrNameLst>
                                          <p:attrName>style.visibility</p:attrName>
                                        </p:attrNameLst>
                                      </p:cBhvr>
                                      <p:to>
                                        <p:strVal val="visible"/>
                                      </p:to>
                                    </p:set>
                                    <p:anim calcmode="lin" valueType="num">
                                      <p:cBhvr additive="base">
                                        <p:cTn id="25" dur="500" fill="hold"/>
                                        <p:tgtEl>
                                          <p:spTgt spid="397315">
                                            <p:txEl>
                                              <p:pRg st="3" end="3"/>
                                            </p:txEl>
                                          </p:spTgt>
                                        </p:tgtEl>
                                        <p:attrNameLst>
                                          <p:attrName>ppt_x</p:attrName>
                                        </p:attrNameLst>
                                      </p:cBhvr>
                                      <p:tavLst>
                                        <p:tav tm="0">
                                          <p:val>
                                            <p:strVal val="#ppt_x"/>
                                          </p:val>
                                        </p:tav>
                                        <p:tav tm="100000">
                                          <p:val>
                                            <p:strVal val="#ppt_x"/>
                                          </p:val>
                                        </p:tav>
                                      </p:tavLst>
                                    </p:anim>
                                    <p:anim calcmode="lin" valueType="num">
                                      <p:cBhvr additive="base">
                                        <p:cTn id="26" dur="500" fill="hold"/>
                                        <p:tgtEl>
                                          <p:spTgt spid="397315">
                                            <p:txEl>
                                              <p:pRg st="3" end="3"/>
                                            </p:txEl>
                                          </p:spTgt>
                                        </p:tgtEl>
                                        <p:attrNameLst>
                                          <p:attrName>ppt_y</p:attrName>
                                        </p:attrNameLst>
                                      </p:cBhvr>
                                      <p:tavLst>
                                        <p:tav tm="0">
                                          <p:val>
                                            <p:strVal val="1+#ppt_h/2"/>
                                          </p:val>
                                        </p:tav>
                                        <p:tav tm="100000">
                                          <p:val>
                                            <p:strVal val="#ppt_y"/>
                                          </p:val>
                                        </p:tav>
                                      </p:tavLst>
                                    </p:anim>
                                  </p:childTnLst>
                                </p:cTn>
                              </p:par>
                            </p:childTnLst>
                          </p:cTn>
                        </p:par>
                      </p:childTnLst>
                    </p:cTn>
                  </p:par>
                  <p:par>
                    <p:cTn id="27" fill="hold">
                      <p:stCondLst>
                        <p:cond delay="indefinite"/>
                      </p:stCondLst>
                      <p:childTnLst>
                        <p:par>
                          <p:cTn id="28" fill="hold">
                            <p:stCondLst>
                              <p:cond delay="0"/>
                            </p:stCondLst>
                            <p:childTnLst>
                              <p:par>
                                <p:cTn id="29" presetID="2" presetClass="entr" presetSubtype="4" fill="hold" nodeType="clickEffect">
                                  <p:stCondLst>
                                    <p:cond delay="0"/>
                                  </p:stCondLst>
                                  <p:childTnLst>
                                    <p:set>
                                      <p:cBhvr>
                                        <p:cTn id="30" dur="1" fill="hold">
                                          <p:stCondLst>
                                            <p:cond delay="0"/>
                                          </p:stCondLst>
                                        </p:cTn>
                                        <p:tgtEl>
                                          <p:spTgt spid="397315">
                                            <p:txEl>
                                              <p:pRg st="4" end="4"/>
                                            </p:txEl>
                                          </p:spTgt>
                                        </p:tgtEl>
                                        <p:attrNameLst>
                                          <p:attrName>style.visibility</p:attrName>
                                        </p:attrNameLst>
                                      </p:cBhvr>
                                      <p:to>
                                        <p:strVal val="visible"/>
                                      </p:to>
                                    </p:set>
                                    <p:anim calcmode="lin" valueType="num">
                                      <p:cBhvr additive="base">
                                        <p:cTn id="31" dur="500" fill="hold"/>
                                        <p:tgtEl>
                                          <p:spTgt spid="397315">
                                            <p:txEl>
                                              <p:pRg st="4" end="4"/>
                                            </p:txEl>
                                          </p:spTgt>
                                        </p:tgtEl>
                                        <p:attrNameLst>
                                          <p:attrName>ppt_x</p:attrName>
                                        </p:attrNameLst>
                                      </p:cBhvr>
                                      <p:tavLst>
                                        <p:tav tm="0">
                                          <p:val>
                                            <p:strVal val="#ppt_x"/>
                                          </p:val>
                                        </p:tav>
                                        <p:tav tm="100000">
                                          <p:val>
                                            <p:strVal val="#ppt_x"/>
                                          </p:val>
                                        </p:tav>
                                      </p:tavLst>
                                    </p:anim>
                                    <p:anim calcmode="lin" valueType="num">
                                      <p:cBhvr additive="base">
                                        <p:cTn id="32" dur="500" fill="hold"/>
                                        <p:tgtEl>
                                          <p:spTgt spid="397315">
                                            <p:txEl>
                                              <p:pRg st="4" end="4"/>
                                            </p:txEl>
                                          </p:spTgt>
                                        </p:tgtEl>
                                        <p:attrNameLst>
                                          <p:attrName>ppt_y</p:attrName>
                                        </p:attrNameLst>
                                      </p:cBhvr>
                                      <p:tavLst>
                                        <p:tav tm="0">
                                          <p:val>
                                            <p:strVal val="1+#ppt_h/2"/>
                                          </p:val>
                                        </p:tav>
                                        <p:tav tm="100000">
                                          <p:val>
                                            <p:strVal val="#ppt_y"/>
                                          </p:val>
                                        </p:tav>
                                      </p:tavLst>
                                    </p:anim>
                                  </p:childTnLst>
                                </p:cTn>
                              </p:par>
                            </p:childTnLst>
                          </p:cTn>
                        </p:par>
                      </p:childTnLst>
                    </p:cTn>
                  </p:par>
                  <p:par>
                    <p:cTn id="33" fill="hold">
                      <p:stCondLst>
                        <p:cond delay="indefinite"/>
                      </p:stCondLst>
                      <p:childTnLst>
                        <p:par>
                          <p:cTn id="34" fill="hold">
                            <p:stCondLst>
                              <p:cond delay="0"/>
                            </p:stCondLst>
                            <p:childTnLst>
                              <p:par>
                                <p:cTn id="35" presetID="2" presetClass="entr" presetSubtype="4" fill="hold" nodeType="clickEffect">
                                  <p:stCondLst>
                                    <p:cond delay="0"/>
                                  </p:stCondLst>
                                  <p:childTnLst>
                                    <p:set>
                                      <p:cBhvr>
                                        <p:cTn id="36" dur="1" fill="hold">
                                          <p:stCondLst>
                                            <p:cond delay="0"/>
                                          </p:stCondLst>
                                        </p:cTn>
                                        <p:tgtEl>
                                          <p:spTgt spid="397315">
                                            <p:txEl>
                                              <p:pRg st="5" end="5"/>
                                            </p:txEl>
                                          </p:spTgt>
                                        </p:tgtEl>
                                        <p:attrNameLst>
                                          <p:attrName>style.visibility</p:attrName>
                                        </p:attrNameLst>
                                      </p:cBhvr>
                                      <p:to>
                                        <p:strVal val="visible"/>
                                      </p:to>
                                    </p:set>
                                    <p:anim calcmode="lin" valueType="num">
                                      <p:cBhvr additive="base">
                                        <p:cTn id="37" dur="500" fill="hold"/>
                                        <p:tgtEl>
                                          <p:spTgt spid="397315">
                                            <p:txEl>
                                              <p:pRg st="5" end="5"/>
                                            </p:txEl>
                                          </p:spTgt>
                                        </p:tgtEl>
                                        <p:attrNameLst>
                                          <p:attrName>ppt_x</p:attrName>
                                        </p:attrNameLst>
                                      </p:cBhvr>
                                      <p:tavLst>
                                        <p:tav tm="0">
                                          <p:val>
                                            <p:strVal val="#ppt_x"/>
                                          </p:val>
                                        </p:tav>
                                        <p:tav tm="100000">
                                          <p:val>
                                            <p:strVal val="#ppt_x"/>
                                          </p:val>
                                        </p:tav>
                                      </p:tavLst>
                                    </p:anim>
                                    <p:anim calcmode="lin" valueType="num">
                                      <p:cBhvr additive="base">
                                        <p:cTn id="38" dur="500" fill="hold"/>
                                        <p:tgtEl>
                                          <p:spTgt spid="397315">
                                            <p:txEl>
                                              <p:pRg st="5" end="5"/>
                                            </p:txEl>
                                          </p:spTgt>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3555" name="Rectangle 2"/>
          <p:cNvSpPr>
            <a:spLocks noGrp="1" noChangeArrowheads="1"/>
          </p:cNvSpPr>
          <p:nvPr>
            <p:ph type="title"/>
          </p:nvPr>
        </p:nvSpPr>
        <p:spPr>
          <a:xfrm>
            <a:off x="1119188" y="160338"/>
            <a:ext cx="7343775" cy="792162"/>
          </a:xfrm>
        </p:spPr>
        <p:txBody>
          <a:bodyPr/>
          <a:lstStyle/>
          <a:p>
            <a:pPr eaLnBrk="1" hangingPunct="1"/>
            <a:r>
              <a:rPr lang="en-US" altLang="zh-CN" sz="3600" dirty="0" err="1" smtClean="0">
                <a:latin typeface="Times New Roman" panose="02020603050405020304" pitchFamily="18" charset="0"/>
              </a:rPr>
              <a:t>Baidu</a:t>
            </a:r>
            <a:r>
              <a:rPr lang="zh-CN" altLang="en-US" sz="3600" dirty="0" smtClean="0">
                <a:latin typeface="Times New Roman" panose="02020603050405020304" pitchFamily="18" charset="0"/>
              </a:rPr>
              <a:t>的重要检索命令（</a:t>
            </a:r>
            <a:r>
              <a:rPr lang="en-US" altLang="zh-CN" sz="3600" dirty="0" smtClean="0">
                <a:latin typeface="Times New Roman" panose="02020603050405020304" pitchFamily="18" charset="0"/>
              </a:rPr>
              <a:t>cont.</a:t>
            </a:r>
            <a:r>
              <a:rPr lang="zh-CN" altLang="en-US" sz="3600" dirty="0" smtClean="0">
                <a:latin typeface="Times New Roman" panose="02020603050405020304" pitchFamily="18" charset="0"/>
              </a:rPr>
              <a:t>） </a:t>
            </a:r>
          </a:p>
        </p:txBody>
      </p:sp>
      <p:sp>
        <p:nvSpPr>
          <p:cNvPr id="398339" name="Rectangle 3"/>
          <p:cNvSpPr>
            <a:spLocks noGrp="1" noChangeArrowheads="1"/>
          </p:cNvSpPr>
          <p:nvPr>
            <p:ph type="body" idx="1"/>
          </p:nvPr>
        </p:nvSpPr>
        <p:spPr>
          <a:xfrm>
            <a:off x="658812" y="1239837"/>
            <a:ext cx="8027987" cy="4999037"/>
          </a:xfrm>
        </p:spPr>
        <p:txBody>
          <a:bodyPr/>
          <a:lstStyle/>
          <a:p>
            <a:pPr eaLnBrk="1" hangingPunct="1">
              <a:spcBef>
                <a:spcPts val="0"/>
              </a:spcBef>
            </a:pPr>
            <a:r>
              <a:rPr lang="en-US" altLang="zh-CN" sz="2400" dirty="0" err="1" smtClean="0">
                <a:solidFill>
                  <a:srgbClr val="0000FF"/>
                </a:solidFill>
              </a:rPr>
              <a:t>intitle</a:t>
            </a:r>
            <a:r>
              <a:rPr lang="en-US" altLang="zh-CN" sz="2400" dirty="0" smtClean="0">
                <a:solidFill>
                  <a:srgbClr val="0000FF"/>
                </a:solidFill>
              </a:rPr>
              <a:t>:[</a:t>
            </a:r>
            <a:r>
              <a:rPr lang="zh-CN" altLang="en-US" sz="2400" dirty="0" smtClean="0">
                <a:solidFill>
                  <a:srgbClr val="0000FF"/>
                </a:solidFill>
              </a:rPr>
              <a:t>条件</a:t>
            </a:r>
            <a:r>
              <a:rPr lang="en-US" altLang="zh-CN" sz="2400" dirty="0" smtClean="0">
                <a:solidFill>
                  <a:srgbClr val="0000FF"/>
                </a:solidFill>
              </a:rPr>
              <a:t>]</a:t>
            </a:r>
          </a:p>
          <a:p>
            <a:pPr lvl="1" eaLnBrk="1" hangingPunct="1">
              <a:spcBef>
                <a:spcPts val="0"/>
              </a:spcBef>
            </a:pPr>
            <a:r>
              <a:rPr lang="zh-CN" altLang="en-US" sz="2400" dirty="0" smtClean="0"/>
              <a:t>用途：用于检索标题中含有特定检索文本的页面。在查找那些将</a:t>
            </a:r>
            <a:r>
              <a:rPr lang="en-US" altLang="zh-CN" sz="2400" dirty="0" smtClean="0"/>
              <a:t>Web</a:t>
            </a:r>
            <a:r>
              <a:rPr lang="zh-CN" altLang="en-US" sz="2400" dirty="0" smtClean="0"/>
              <a:t>页面配置成可显示不同的文件系统目录的索引时将非常有用。可能返回站点管理员意外泄露的敏感文件和配置数据；</a:t>
            </a:r>
          </a:p>
          <a:p>
            <a:pPr lvl="1" eaLnBrk="1" hangingPunct="1">
              <a:spcBef>
                <a:spcPts val="0"/>
              </a:spcBef>
            </a:pPr>
            <a:r>
              <a:rPr lang="zh-CN" altLang="en-US" sz="2400" dirty="0" smtClean="0"/>
              <a:t>示例：</a:t>
            </a:r>
            <a:r>
              <a:rPr lang="en-US" altLang="zh-CN" sz="2400" dirty="0" err="1" smtClean="0"/>
              <a:t>site:www.csdn.net</a:t>
            </a:r>
            <a:r>
              <a:rPr lang="en-US" altLang="zh-CN" sz="2400" dirty="0" smtClean="0"/>
              <a:t> </a:t>
            </a:r>
            <a:r>
              <a:rPr lang="en-US" altLang="zh-CN" sz="2400" dirty="0" err="1" smtClean="0"/>
              <a:t>intitle</a:t>
            </a:r>
            <a:r>
              <a:rPr lang="en-US" altLang="zh-CN" sz="2400" dirty="0" smtClean="0"/>
              <a:t>:”index of” (</a:t>
            </a:r>
            <a:r>
              <a:rPr lang="zh-CN" altLang="en-US" sz="2400" dirty="0" smtClean="0"/>
              <a:t>查看</a:t>
            </a:r>
            <a:r>
              <a:rPr lang="en-US" altLang="zh-CN" sz="2400" dirty="0" smtClean="0"/>
              <a:t>www.csdn.net</a:t>
            </a:r>
            <a:r>
              <a:rPr lang="zh-CN" altLang="en-US" sz="2400" dirty="0" smtClean="0"/>
              <a:t>站点中是否有通过</a:t>
            </a:r>
            <a:r>
              <a:rPr lang="en-US" altLang="zh-CN" sz="2400" dirty="0" smtClean="0"/>
              <a:t>Web</a:t>
            </a:r>
            <a:r>
              <a:rPr lang="zh-CN" altLang="en-US" sz="2400" dirty="0" smtClean="0"/>
              <a:t>服务器获得的索引目录</a:t>
            </a:r>
            <a:r>
              <a:rPr lang="en-US" altLang="zh-CN" sz="2400" dirty="0" smtClean="0"/>
              <a:t>)</a:t>
            </a:r>
            <a:r>
              <a:rPr lang="zh-CN" altLang="en-US" sz="2400" dirty="0" smtClean="0"/>
              <a:t>。</a:t>
            </a:r>
          </a:p>
          <a:p>
            <a:pPr eaLnBrk="1" hangingPunct="1">
              <a:spcBef>
                <a:spcPts val="0"/>
              </a:spcBef>
            </a:pPr>
            <a:r>
              <a:rPr lang="en-US" altLang="zh-CN" sz="2400" dirty="0" smtClean="0">
                <a:solidFill>
                  <a:srgbClr val="0000FF"/>
                </a:solidFill>
              </a:rPr>
              <a:t>related:[</a:t>
            </a:r>
            <a:r>
              <a:rPr lang="zh-CN" altLang="en-US" sz="2400" dirty="0" smtClean="0">
                <a:solidFill>
                  <a:srgbClr val="0000FF"/>
                </a:solidFill>
              </a:rPr>
              <a:t>站点</a:t>
            </a:r>
            <a:r>
              <a:rPr lang="en-US" altLang="zh-CN" sz="2400" dirty="0" smtClean="0">
                <a:solidFill>
                  <a:srgbClr val="0000FF"/>
                </a:solidFill>
              </a:rPr>
              <a:t>]</a:t>
            </a:r>
          </a:p>
          <a:p>
            <a:pPr lvl="1" eaLnBrk="1" hangingPunct="1">
              <a:spcBef>
                <a:spcPts val="0"/>
              </a:spcBef>
            </a:pPr>
            <a:r>
              <a:rPr lang="zh-CN" altLang="en-US" sz="2400" dirty="0" smtClean="0"/>
              <a:t>用途：显示与特定的检索页面类似的</a:t>
            </a:r>
            <a:r>
              <a:rPr lang="en-US" altLang="zh-CN" sz="2400" dirty="0" smtClean="0"/>
              <a:t>Web</a:t>
            </a:r>
            <a:r>
              <a:rPr lang="zh-CN" altLang="en-US" sz="2400" dirty="0" smtClean="0"/>
              <a:t>页面；</a:t>
            </a:r>
          </a:p>
          <a:p>
            <a:pPr lvl="1" eaLnBrk="1" hangingPunct="1">
              <a:spcBef>
                <a:spcPts val="0"/>
              </a:spcBef>
            </a:pPr>
            <a:r>
              <a:rPr lang="zh-CN" altLang="en-US" sz="2400" dirty="0" smtClean="0"/>
              <a:t>示例：</a:t>
            </a:r>
            <a:r>
              <a:rPr lang="en-US" altLang="zh-CN" sz="2400" dirty="0" err="1" smtClean="0"/>
              <a:t>related:www.csdn.net</a:t>
            </a:r>
            <a:r>
              <a:rPr lang="zh-CN" altLang="en-US" sz="2400" dirty="0" smtClean="0"/>
              <a:t>。</a:t>
            </a: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nodeType="clickEffect">
                                  <p:stCondLst>
                                    <p:cond delay="0"/>
                                  </p:stCondLst>
                                  <p:childTnLst>
                                    <p:set>
                                      <p:cBhvr>
                                        <p:cTn id="6" dur="1" fill="hold">
                                          <p:stCondLst>
                                            <p:cond delay="0"/>
                                          </p:stCondLst>
                                        </p:cTn>
                                        <p:tgtEl>
                                          <p:spTgt spid="398339">
                                            <p:txEl>
                                              <p:pRg st="0" end="0"/>
                                            </p:txEl>
                                          </p:spTgt>
                                        </p:tgtEl>
                                        <p:attrNameLst>
                                          <p:attrName>style.visibility</p:attrName>
                                        </p:attrNameLst>
                                      </p:cBhvr>
                                      <p:to>
                                        <p:strVal val="visible"/>
                                      </p:to>
                                    </p:set>
                                    <p:anim calcmode="lin" valueType="num">
                                      <p:cBhvr additive="base">
                                        <p:cTn id="7" dur="500" fill="hold"/>
                                        <p:tgtEl>
                                          <p:spTgt spid="398339">
                                            <p:txEl>
                                              <p:pRg st="0" end="0"/>
                                            </p:txEl>
                                          </p:spTgt>
                                        </p:tgtEl>
                                        <p:attrNameLst>
                                          <p:attrName>ppt_x</p:attrName>
                                        </p:attrNameLst>
                                      </p:cBhvr>
                                      <p:tavLst>
                                        <p:tav tm="0">
                                          <p:val>
                                            <p:strVal val="#ppt_x"/>
                                          </p:val>
                                        </p:tav>
                                        <p:tav tm="100000">
                                          <p:val>
                                            <p:strVal val="#ppt_x"/>
                                          </p:val>
                                        </p:tav>
                                      </p:tavLst>
                                    </p:anim>
                                    <p:anim calcmode="lin" valueType="num">
                                      <p:cBhvr additive="base">
                                        <p:cTn id="8" dur="500" fill="hold"/>
                                        <p:tgtEl>
                                          <p:spTgt spid="398339">
                                            <p:txEl>
                                              <p:pRg st="0" end="0"/>
                                            </p:txEl>
                                          </p:spTgt>
                                        </p:tgtEl>
                                        <p:attrNameLst>
                                          <p:attrName>ppt_y</p:attrName>
                                        </p:attrNameLst>
                                      </p:cBhvr>
                                      <p:tavLst>
                                        <p:tav tm="0">
                                          <p:val>
                                            <p:strVal val="1+#ppt_h/2"/>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2" presetClass="entr" presetSubtype="4" fill="hold" nodeType="clickEffect">
                                  <p:stCondLst>
                                    <p:cond delay="0"/>
                                  </p:stCondLst>
                                  <p:childTnLst>
                                    <p:set>
                                      <p:cBhvr>
                                        <p:cTn id="12" dur="1" fill="hold">
                                          <p:stCondLst>
                                            <p:cond delay="0"/>
                                          </p:stCondLst>
                                        </p:cTn>
                                        <p:tgtEl>
                                          <p:spTgt spid="398339">
                                            <p:txEl>
                                              <p:pRg st="1" end="1"/>
                                            </p:txEl>
                                          </p:spTgt>
                                        </p:tgtEl>
                                        <p:attrNameLst>
                                          <p:attrName>style.visibility</p:attrName>
                                        </p:attrNameLst>
                                      </p:cBhvr>
                                      <p:to>
                                        <p:strVal val="visible"/>
                                      </p:to>
                                    </p:set>
                                    <p:anim calcmode="lin" valueType="num">
                                      <p:cBhvr additive="base">
                                        <p:cTn id="13" dur="500" fill="hold"/>
                                        <p:tgtEl>
                                          <p:spTgt spid="398339">
                                            <p:txEl>
                                              <p:pRg st="1" end="1"/>
                                            </p:txEl>
                                          </p:spTgt>
                                        </p:tgtEl>
                                        <p:attrNameLst>
                                          <p:attrName>ppt_x</p:attrName>
                                        </p:attrNameLst>
                                      </p:cBhvr>
                                      <p:tavLst>
                                        <p:tav tm="0">
                                          <p:val>
                                            <p:strVal val="#ppt_x"/>
                                          </p:val>
                                        </p:tav>
                                        <p:tav tm="100000">
                                          <p:val>
                                            <p:strVal val="#ppt_x"/>
                                          </p:val>
                                        </p:tav>
                                      </p:tavLst>
                                    </p:anim>
                                    <p:anim calcmode="lin" valueType="num">
                                      <p:cBhvr additive="base">
                                        <p:cTn id="14" dur="500" fill="hold"/>
                                        <p:tgtEl>
                                          <p:spTgt spid="398339">
                                            <p:txEl>
                                              <p:pRg st="1" end="1"/>
                                            </p:txEl>
                                          </p:spTgt>
                                        </p:tgtEl>
                                        <p:attrNameLst>
                                          <p:attrName>ppt_y</p:attrName>
                                        </p:attrNameLst>
                                      </p:cBhvr>
                                      <p:tavLst>
                                        <p:tav tm="0">
                                          <p:val>
                                            <p:strVal val="1+#ppt_h/2"/>
                                          </p:val>
                                        </p:tav>
                                        <p:tav tm="100000">
                                          <p:val>
                                            <p:strVal val="#ppt_y"/>
                                          </p:val>
                                        </p:tav>
                                      </p:tavLst>
                                    </p:anim>
                                  </p:childTnLst>
                                </p:cTn>
                              </p:par>
                            </p:childTnLst>
                          </p:cTn>
                        </p:par>
                      </p:childTnLst>
                    </p:cTn>
                  </p:par>
                  <p:par>
                    <p:cTn id="15" fill="hold">
                      <p:stCondLst>
                        <p:cond delay="indefinite"/>
                      </p:stCondLst>
                      <p:childTnLst>
                        <p:par>
                          <p:cTn id="16" fill="hold">
                            <p:stCondLst>
                              <p:cond delay="0"/>
                            </p:stCondLst>
                            <p:childTnLst>
                              <p:par>
                                <p:cTn id="17" presetID="2" presetClass="entr" presetSubtype="4" fill="hold" nodeType="clickEffect">
                                  <p:stCondLst>
                                    <p:cond delay="0"/>
                                  </p:stCondLst>
                                  <p:childTnLst>
                                    <p:set>
                                      <p:cBhvr>
                                        <p:cTn id="18" dur="1" fill="hold">
                                          <p:stCondLst>
                                            <p:cond delay="0"/>
                                          </p:stCondLst>
                                        </p:cTn>
                                        <p:tgtEl>
                                          <p:spTgt spid="398339">
                                            <p:txEl>
                                              <p:pRg st="2" end="2"/>
                                            </p:txEl>
                                          </p:spTgt>
                                        </p:tgtEl>
                                        <p:attrNameLst>
                                          <p:attrName>style.visibility</p:attrName>
                                        </p:attrNameLst>
                                      </p:cBhvr>
                                      <p:to>
                                        <p:strVal val="visible"/>
                                      </p:to>
                                    </p:set>
                                    <p:anim calcmode="lin" valueType="num">
                                      <p:cBhvr additive="base">
                                        <p:cTn id="19" dur="500" fill="hold"/>
                                        <p:tgtEl>
                                          <p:spTgt spid="398339">
                                            <p:txEl>
                                              <p:pRg st="2" end="2"/>
                                            </p:txEl>
                                          </p:spTgt>
                                        </p:tgtEl>
                                        <p:attrNameLst>
                                          <p:attrName>ppt_x</p:attrName>
                                        </p:attrNameLst>
                                      </p:cBhvr>
                                      <p:tavLst>
                                        <p:tav tm="0">
                                          <p:val>
                                            <p:strVal val="#ppt_x"/>
                                          </p:val>
                                        </p:tav>
                                        <p:tav tm="100000">
                                          <p:val>
                                            <p:strVal val="#ppt_x"/>
                                          </p:val>
                                        </p:tav>
                                      </p:tavLst>
                                    </p:anim>
                                    <p:anim calcmode="lin" valueType="num">
                                      <p:cBhvr additive="base">
                                        <p:cTn id="20" dur="500" fill="hold"/>
                                        <p:tgtEl>
                                          <p:spTgt spid="398339">
                                            <p:txEl>
                                              <p:pRg st="2" end="2"/>
                                            </p:txEl>
                                          </p:spTgt>
                                        </p:tgtEl>
                                        <p:attrNameLst>
                                          <p:attrName>ppt_y</p:attrName>
                                        </p:attrNameLst>
                                      </p:cBhvr>
                                      <p:tavLst>
                                        <p:tav tm="0">
                                          <p:val>
                                            <p:strVal val="1+#ppt_h/2"/>
                                          </p:val>
                                        </p:tav>
                                        <p:tav tm="100000">
                                          <p:val>
                                            <p:strVal val="#ppt_y"/>
                                          </p:val>
                                        </p:tav>
                                      </p:tavLst>
                                    </p:anim>
                                  </p:childTnLst>
                                </p:cTn>
                              </p:par>
                            </p:childTnLst>
                          </p:cTn>
                        </p:par>
                      </p:childTnLst>
                    </p:cTn>
                  </p:par>
                  <p:par>
                    <p:cTn id="21" fill="hold">
                      <p:stCondLst>
                        <p:cond delay="indefinite"/>
                      </p:stCondLst>
                      <p:childTnLst>
                        <p:par>
                          <p:cTn id="22" fill="hold">
                            <p:stCondLst>
                              <p:cond delay="0"/>
                            </p:stCondLst>
                            <p:childTnLst>
                              <p:par>
                                <p:cTn id="23" presetID="2" presetClass="entr" presetSubtype="4" fill="hold" nodeType="clickEffect">
                                  <p:stCondLst>
                                    <p:cond delay="0"/>
                                  </p:stCondLst>
                                  <p:childTnLst>
                                    <p:set>
                                      <p:cBhvr>
                                        <p:cTn id="24" dur="1" fill="hold">
                                          <p:stCondLst>
                                            <p:cond delay="0"/>
                                          </p:stCondLst>
                                        </p:cTn>
                                        <p:tgtEl>
                                          <p:spTgt spid="398339">
                                            <p:txEl>
                                              <p:pRg st="3" end="3"/>
                                            </p:txEl>
                                          </p:spTgt>
                                        </p:tgtEl>
                                        <p:attrNameLst>
                                          <p:attrName>style.visibility</p:attrName>
                                        </p:attrNameLst>
                                      </p:cBhvr>
                                      <p:to>
                                        <p:strVal val="visible"/>
                                      </p:to>
                                    </p:set>
                                    <p:anim calcmode="lin" valueType="num">
                                      <p:cBhvr additive="base">
                                        <p:cTn id="25" dur="500" fill="hold"/>
                                        <p:tgtEl>
                                          <p:spTgt spid="398339">
                                            <p:txEl>
                                              <p:pRg st="3" end="3"/>
                                            </p:txEl>
                                          </p:spTgt>
                                        </p:tgtEl>
                                        <p:attrNameLst>
                                          <p:attrName>ppt_x</p:attrName>
                                        </p:attrNameLst>
                                      </p:cBhvr>
                                      <p:tavLst>
                                        <p:tav tm="0">
                                          <p:val>
                                            <p:strVal val="#ppt_x"/>
                                          </p:val>
                                        </p:tav>
                                        <p:tav tm="100000">
                                          <p:val>
                                            <p:strVal val="#ppt_x"/>
                                          </p:val>
                                        </p:tav>
                                      </p:tavLst>
                                    </p:anim>
                                    <p:anim calcmode="lin" valueType="num">
                                      <p:cBhvr additive="base">
                                        <p:cTn id="26" dur="500" fill="hold"/>
                                        <p:tgtEl>
                                          <p:spTgt spid="398339">
                                            <p:txEl>
                                              <p:pRg st="3" end="3"/>
                                            </p:txEl>
                                          </p:spTgt>
                                        </p:tgtEl>
                                        <p:attrNameLst>
                                          <p:attrName>ppt_y</p:attrName>
                                        </p:attrNameLst>
                                      </p:cBhvr>
                                      <p:tavLst>
                                        <p:tav tm="0">
                                          <p:val>
                                            <p:strVal val="1+#ppt_h/2"/>
                                          </p:val>
                                        </p:tav>
                                        <p:tav tm="100000">
                                          <p:val>
                                            <p:strVal val="#ppt_y"/>
                                          </p:val>
                                        </p:tav>
                                      </p:tavLst>
                                    </p:anim>
                                  </p:childTnLst>
                                </p:cTn>
                              </p:par>
                            </p:childTnLst>
                          </p:cTn>
                        </p:par>
                      </p:childTnLst>
                    </p:cTn>
                  </p:par>
                  <p:par>
                    <p:cTn id="27" fill="hold">
                      <p:stCondLst>
                        <p:cond delay="indefinite"/>
                      </p:stCondLst>
                      <p:childTnLst>
                        <p:par>
                          <p:cTn id="28" fill="hold">
                            <p:stCondLst>
                              <p:cond delay="0"/>
                            </p:stCondLst>
                            <p:childTnLst>
                              <p:par>
                                <p:cTn id="29" presetID="2" presetClass="entr" presetSubtype="4" fill="hold" nodeType="clickEffect">
                                  <p:stCondLst>
                                    <p:cond delay="0"/>
                                  </p:stCondLst>
                                  <p:childTnLst>
                                    <p:set>
                                      <p:cBhvr>
                                        <p:cTn id="30" dur="1" fill="hold">
                                          <p:stCondLst>
                                            <p:cond delay="0"/>
                                          </p:stCondLst>
                                        </p:cTn>
                                        <p:tgtEl>
                                          <p:spTgt spid="398339">
                                            <p:txEl>
                                              <p:pRg st="4" end="4"/>
                                            </p:txEl>
                                          </p:spTgt>
                                        </p:tgtEl>
                                        <p:attrNameLst>
                                          <p:attrName>style.visibility</p:attrName>
                                        </p:attrNameLst>
                                      </p:cBhvr>
                                      <p:to>
                                        <p:strVal val="visible"/>
                                      </p:to>
                                    </p:set>
                                    <p:anim calcmode="lin" valueType="num">
                                      <p:cBhvr additive="base">
                                        <p:cTn id="31" dur="500" fill="hold"/>
                                        <p:tgtEl>
                                          <p:spTgt spid="398339">
                                            <p:txEl>
                                              <p:pRg st="4" end="4"/>
                                            </p:txEl>
                                          </p:spTgt>
                                        </p:tgtEl>
                                        <p:attrNameLst>
                                          <p:attrName>ppt_x</p:attrName>
                                        </p:attrNameLst>
                                      </p:cBhvr>
                                      <p:tavLst>
                                        <p:tav tm="0">
                                          <p:val>
                                            <p:strVal val="#ppt_x"/>
                                          </p:val>
                                        </p:tav>
                                        <p:tav tm="100000">
                                          <p:val>
                                            <p:strVal val="#ppt_x"/>
                                          </p:val>
                                        </p:tav>
                                      </p:tavLst>
                                    </p:anim>
                                    <p:anim calcmode="lin" valueType="num">
                                      <p:cBhvr additive="base">
                                        <p:cTn id="32" dur="500" fill="hold"/>
                                        <p:tgtEl>
                                          <p:spTgt spid="398339">
                                            <p:txEl>
                                              <p:pRg st="4" end="4"/>
                                            </p:txEl>
                                          </p:spTgt>
                                        </p:tgtEl>
                                        <p:attrNameLst>
                                          <p:attrName>ppt_y</p:attrName>
                                        </p:attrNameLst>
                                      </p:cBhvr>
                                      <p:tavLst>
                                        <p:tav tm="0">
                                          <p:val>
                                            <p:strVal val="1+#ppt_h/2"/>
                                          </p:val>
                                        </p:tav>
                                        <p:tav tm="100000">
                                          <p:val>
                                            <p:strVal val="#ppt_y"/>
                                          </p:val>
                                        </p:tav>
                                      </p:tavLst>
                                    </p:anim>
                                  </p:childTnLst>
                                </p:cTn>
                              </p:par>
                            </p:childTnLst>
                          </p:cTn>
                        </p:par>
                      </p:childTnLst>
                    </p:cTn>
                  </p:par>
                  <p:par>
                    <p:cTn id="33" fill="hold">
                      <p:stCondLst>
                        <p:cond delay="indefinite"/>
                      </p:stCondLst>
                      <p:childTnLst>
                        <p:par>
                          <p:cTn id="34" fill="hold">
                            <p:stCondLst>
                              <p:cond delay="0"/>
                            </p:stCondLst>
                            <p:childTnLst>
                              <p:par>
                                <p:cTn id="35" presetID="2" presetClass="entr" presetSubtype="4" fill="hold" nodeType="clickEffect">
                                  <p:stCondLst>
                                    <p:cond delay="0"/>
                                  </p:stCondLst>
                                  <p:childTnLst>
                                    <p:set>
                                      <p:cBhvr>
                                        <p:cTn id="36" dur="1" fill="hold">
                                          <p:stCondLst>
                                            <p:cond delay="0"/>
                                          </p:stCondLst>
                                        </p:cTn>
                                        <p:tgtEl>
                                          <p:spTgt spid="398339">
                                            <p:txEl>
                                              <p:pRg st="5" end="5"/>
                                            </p:txEl>
                                          </p:spTgt>
                                        </p:tgtEl>
                                        <p:attrNameLst>
                                          <p:attrName>style.visibility</p:attrName>
                                        </p:attrNameLst>
                                      </p:cBhvr>
                                      <p:to>
                                        <p:strVal val="visible"/>
                                      </p:to>
                                    </p:set>
                                    <p:anim calcmode="lin" valueType="num">
                                      <p:cBhvr additive="base">
                                        <p:cTn id="37" dur="500" fill="hold"/>
                                        <p:tgtEl>
                                          <p:spTgt spid="398339">
                                            <p:txEl>
                                              <p:pRg st="5" end="5"/>
                                            </p:txEl>
                                          </p:spTgt>
                                        </p:tgtEl>
                                        <p:attrNameLst>
                                          <p:attrName>ppt_x</p:attrName>
                                        </p:attrNameLst>
                                      </p:cBhvr>
                                      <p:tavLst>
                                        <p:tav tm="0">
                                          <p:val>
                                            <p:strVal val="#ppt_x"/>
                                          </p:val>
                                        </p:tav>
                                        <p:tav tm="100000">
                                          <p:val>
                                            <p:strVal val="#ppt_x"/>
                                          </p:val>
                                        </p:tav>
                                      </p:tavLst>
                                    </p:anim>
                                    <p:anim calcmode="lin" valueType="num">
                                      <p:cBhvr additive="base">
                                        <p:cTn id="38" dur="500" fill="hold"/>
                                        <p:tgtEl>
                                          <p:spTgt spid="398339">
                                            <p:txEl>
                                              <p:pRg st="5" end="5"/>
                                            </p:txEl>
                                          </p:spTgt>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4579" name="Rectangle 2"/>
          <p:cNvSpPr>
            <a:spLocks noGrp="1" noChangeArrowheads="1"/>
          </p:cNvSpPr>
          <p:nvPr>
            <p:ph type="title"/>
          </p:nvPr>
        </p:nvSpPr>
        <p:spPr>
          <a:xfrm>
            <a:off x="1089025" y="160338"/>
            <a:ext cx="7345363" cy="792162"/>
          </a:xfrm>
        </p:spPr>
        <p:txBody>
          <a:bodyPr/>
          <a:lstStyle/>
          <a:p>
            <a:pPr eaLnBrk="1" hangingPunct="1"/>
            <a:r>
              <a:rPr lang="en-US" altLang="zh-CN" dirty="0" err="1" smtClean="0">
                <a:latin typeface="Times New Roman" panose="02020603050405020304" pitchFamily="18" charset="0"/>
              </a:rPr>
              <a:t>Baidu</a:t>
            </a:r>
            <a:r>
              <a:rPr lang="zh-CN" altLang="en-US" dirty="0" smtClean="0">
                <a:latin typeface="Times New Roman" panose="02020603050405020304" pitchFamily="18" charset="0"/>
              </a:rPr>
              <a:t>的重要检索命令（</a:t>
            </a:r>
            <a:r>
              <a:rPr lang="en-US" altLang="zh-CN" dirty="0" smtClean="0">
                <a:latin typeface="Times New Roman" panose="02020603050405020304" pitchFamily="18" charset="0"/>
              </a:rPr>
              <a:t>cont.</a:t>
            </a:r>
            <a:r>
              <a:rPr lang="zh-CN" altLang="en-US" dirty="0" smtClean="0">
                <a:latin typeface="Times New Roman" panose="02020603050405020304" pitchFamily="18" charset="0"/>
              </a:rPr>
              <a:t>）</a:t>
            </a:r>
          </a:p>
        </p:txBody>
      </p:sp>
      <p:sp>
        <p:nvSpPr>
          <p:cNvPr id="399363" name="Rectangle 3"/>
          <p:cNvSpPr>
            <a:spLocks noGrp="1" noChangeArrowheads="1"/>
          </p:cNvSpPr>
          <p:nvPr>
            <p:ph type="body" idx="1"/>
          </p:nvPr>
        </p:nvSpPr>
        <p:spPr>
          <a:xfrm>
            <a:off x="306387" y="1323975"/>
            <a:ext cx="8713788" cy="5114925"/>
          </a:xfrm>
        </p:spPr>
        <p:txBody>
          <a:bodyPr/>
          <a:lstStyle/>
          <a:p>
            <a:pPr eaLnBrk="1" hangingPunct="1"/>
            <a:r>
              <a:rPr lang="en-US" altLang="zh-CN" dirty="0" smtClean="0">
                <a:solidFill>
                  <a:srgbClr val="0000FF"/>
                </a:solidFill>
              </a:rPr>
              <a:t>cache:[</a:t>
            </a:r>
            <a:r>
              <a:rPr lang="zh-CN" altLang="en-US" dirty="0" smtClean="0">
                <a:solidFill>
                  <a:srgbClr val="0000FF"/>
                </a:solidFill>
              </a:rPr>
              <a:t>页面</a:t>
            </a:r>
            <a:r>
              <a:rPr lang="en-US" altLang="zh-CN" dirty="0" smtClean="0">
                <a:solidFill>
                  <a:srgbClr val="0000FF"/>
                </a:solidFill>
              </a:rPr>
              <a:t>]</a:t>
            </a:r>
          </a:p>
          <a:p>
            <a:pPr lvl="1" eaLnBrk="1" hangingPunct="1"/>
            <a:r>
              <a:rPr lang="zh-CN" altLang="en-US" dirty="0" smtClean="0"/>
              <a:t>用途：显示来自于</a:t>
            </a:r>
            <a:r>
              <a:rPr lang="en-US" altLang="zh-CN" dirty="0" err="1" smtClean="0"/>
              <a:t>Baidu</a:t>
            </a:r>
            <a:r>
              <a:rPr lang="zh-CN" altLang="en-US" dirty="0" smtClean="0"/>
              <a:t>快照的页面内容。对于查找最近被移出或当前不可用的页面时非常有用；</a:t>
            </a:r>
          </a:p>
          <a:p>
            <a:pPr lvl="1" eaLnBrk="1" hangingPunct="1"/>
            <a:r>
              <a:rPr lang="zh-CN" altLang="en-US" dirty="0" smtClean="0"/>
              <a:t>示例：</a:t>
            </a:r>
            <a:r>
              <a:rPr lang="en-US" altLang="zh-CN" dirty="0" err="1" smtClean="0"/>
              <a:t>cache:www.csdn.net</a:t>
            </a:r>
            <a:r>
              <a:rPr lang="en-US" altLang="zh-CN" dirty="0" smtClean="0"/>
              <a:t> </a:t>
            </a:r>
            <a:r>
              <a:rPr lang="zh-CN" altLang="en-US" dirty="0" smtClean="0"/>
              <a:t>（查找</a:t>
            </a:r>
            <a:r>
              <a:rPr lang="en-US" altLang="zh-CN" dirty="0" smtClean="0"/>
              <a:t>www.csdn.net</a:t>
            </a:r>
            <a:r>
              <a:rPr lang="zh-CN" altLang="en-US" dirty="0" smtClean="0"/>
              <a:t>中最近被</a:t>
            </a:r>
            <a:r>
              <a:rPr lang="en-US" altLang="zh-CN" dirty="0" err="1" smtClean="0"/>
              <a:t>Baidu</a:t>
            </a:r>
            <a:r>
              <a:rPr lang="en-US" altLang="zh-CN" dirty="0" smtClean="0"/>
              <a:t> </a:t>
            </a:r>
            <a:r>
              <a:rPr lang="en-US" altLang="zh-CN" dirty="0" err="1" smtClean="0"/>
              <a:t>bot</a:t>
            </a:r>
            <a:r>
              <a:rPr lang="zh-CN" altLang="en-US" dirty="0" smtClean="0"/>
              <a:t>抓取的页面）。</a:t>
            </a:r>
          </a:p>
          <a:p>
            <a:pPr eaLnBrk="1" hangingPunct="1"/>
            <a:r>
              <a:rPr lang="en-US" altLang="zh-CN" dirty="0" err="1" smtClean="0">
                <a:solidFill>
                  <a:srgbClr val="0000FF"/>
                </a:solidFill>
              </a:rPr>
              <a:t>filetype</a:t>
            </a:r>
            <a:r>
              <a:rPr lang="en-US" altLang="zh-CN" dirty="0" smtClean="0">
                <a:solidFill>
                  <a:srgbClr val="0000FF"/>
                </a:solidFill>
              </a:rPr>
              <a:t>:[</a:t>
            </a:r>
            <a:r>
              <a:rPr lang="zh-CN" altLang="en-US" dirty="0" smtClean="0">
                <a:solidFill>
                  <a:srgbClr val="0000FF"/>
                </a:solidFill>
              </a:rPr>
              <a:t>后缀</a:t>
            </a:r>
            <a:r>
              <a:rPr lang="en-US" altLang="zh-CN" dirty="0" smtClean="0">
                <a:solidFill>
                  <a:srgbClr val="0000FF"/>
                </a:solidFill>
              </a:rPr>
              <a:t>]</a:t>
            </a:r>
          </a:p>
          <a:p>
            <a:pPr lvl="1" eaLnBrk="1" hangingPunct="1"/>
            <a:r>
              <a:rPr lang="zh-CN" altLang="en-US" dirty="0" smtClean="0"/>
              <a:t>用途：检索特定类型的文件；</a:t>
            </a:r>
          </a:p>
          <a:p>
            <a:pPr lvl="1" eaLnBrk="1" hangingPunct="1"/>
            <a:r>
              <a:rPr lang="zh-CN" altLang="en-US" dirty="0" smtClean="0"/>
              <a:t>示例：</a:t>
            </a:r>
            <a:r>
              <a:rPr lang="en-US" altLang="zh-CN" dirty="0" err="1" smtClean="0"/>
              <a:t>filetype:ppt</a:t>
            </a:r>
            <a:r>
              <a:rPr lang="en-US" altLang="zh-CN" dirty="0" smtClean="0"/>
              <a:t> </a:t>
            </a:r>
            <a:r>
              <a:rPr lang="en-US" altLang="zh-CN" dirty="0" err="1" smtClean="0"/>
              <a:t>site:www.csdn.net</a:t>
            </a:r>
            <a:r>
              <a:rPr lang="en-US" altLang="zh-CN" dirty="0" smtClean="0"/>
              <a:t> </a:t>
            </a:r>
            <a:r>
              <a:rPr lang="zh-CN" altLang="en-US" dirty="0" smtClean="0"/>
              <a:t>（查找</a:t>
            </a:r>
            <a:r>
              <a:rPr lang="en-US" altLang="zh-CN" dirty="0" smtClean="0"/>
              <a:t>www.csdn.net</a:t>
            </a:r>
            <a:r>
              <a:rPr lang="zh-CN" altLang="en-US" dirty="0" smtClean="0"/>
              <a:t>中所有的</a:t>
            </a:r>
            <a:r>
              <a:rPr lang="en-US" altLang="zh-CN" dirty="0" err="1" smtClean="0"/>
              <a:t>ppt</a:t>
            </a:r>
            <a:r>
              <a:rPr lang="zh-CN" altLang="en-US" dirty="0" smtClean="0"/>
              <a:t>文件）</a:t>
            </a:r>
          </a:p>
          <a:p>
            <a:pPr lvl="1" eaLnBrk="1" hangingPunct="1"/>
            <a:r>
              <a:rPr lang="zh-CN" altLang="en-US" dirty="0" smtClean="0">
                <a:solidFill>
                  <a:srgbClr val="FF0000"/>
                </a:solidFill>
              </a:rPr>
              <a:t>问题：查网络安全方面的</a:t>
            </a:r>
            <a:r>
              <a:rPr lang="en-US" altLang="zh-CN" dirty="0" smtClean="0">
                <a:solidFill>
                  <a:srgbClr val="FF0000"/>
                </a:solidFill>
              </a:rPr>
              <a:t>PPT</a:t>
            </a:r>
            <a:r>
              <a:rPr lang="zh-CN" altLang="en-US" dirty="0" smtClean="0">
                <a:solidFill>
                  <a:srgbClr val="FF0000"/>
                </a:solidFill>
              </a:rPr>
              <a:t>？</a:t>
            </a: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nodeType="clickEffect">
                                  <p:stCondLst>
                                    <p:cond delay="0"/>
                                  </p:stCondLst>
                                  <p:childTnLst>
                                    <p:set>
                                      <p:cBhvr>
                                        <p:cTn id="6" dur="1" fill="hold">
                                          <p:stCondLst>
                                            <p:cond delay="0"/>
                                          </p:stCondLst>
                                        </p:cTn>
                                        <p:tgtEl>
                                          <p:spTgt spid="399363">
                                            <p:txEl>
                                              <p:pRg st="0" end="0"/>
                                            </p:txEl>
                                          </p:spTgt>
                                        </p:tgtEl>
                                        <p:attrNameLst>
                                          <p:attrName>style.visibility</p:attrName>
                                        </p:attrNameLst>
                                      </p:cBhvr>
                                      <p:to>
                                        <p:strVal val="visible"/>
                                      </p:to>
                                    </p:set>
                                    <p:anim calcmode="lin" valueType="num">
                                      <p:cBhvr additive="base">
                                        <p:cTn id="7" dur="500" fill="hold"/>
                                        <p:tgtEl>
                                          <p:spTgt spid="399363">
                                            <p:txEl>
                                              <p:pRg st="0" end="0"/>
                                            </p:txEl>
                                          </p:spTgt>
                                        </p:tgtEl>
                                        <p:attrNameLst>
                                          <p:attrName>ppt_x</p:attrName>
                                        </p:attrNameLst>
                                      </p:cBhvr>
                                      <p:tavLst>
                                        <p:tav tm="0">
                                          <p:val>
                                            <p:strVal val="#ppt_x"/>
                                          </p:val>
                                        </p:tav>
                                        <p:tav tm="100000">
                                          <p:val>
                                            <p:strVal val="#ppt_x"/>
                                          </p:val>
                                        </p:tav>
                                      </p:tavLst>
                                    </p:anim>
                                    <p:anim calcmode="lin" valueType="num">
                                      <p:cBhvr additive="base">
                                        <p:cTn id="8" dur="500" fill="hold"/>
                                        <p:tgtEl>
                                          <p:spTgt spid="399363">
                                            <p:txEl>
                                              <p:pRg st="0" end="0"/>
                                            </p:txEl>
                                          </p:spTgt>
                                        </p:tgtEl>
                                        <p:attrNameLst>
                                          <p:attrName>ppt_y</p:attrName>
                                        </p:attrNameLst>
                                      </p:cBhvr>
                                      <p:tavLst>
                                        <p:tav tm="0">
                                          <p:val>
                                            <p:strVal val="1+#ppt_h/2"/>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2" presetClass="entr" presetSubtype="4" fill="hold" nodeType="clickEffect">
                                  <p:stCondLst>
                                    <p:cond delay="0"/>
                                  </p:stCondLst>
                                  <p:childTnLst>
                                    <p:set>
                                      <p:cBhvr>
                                        <p:cTn id="12" dur="1" fill="hold">
                                          <p:stCondLst>
                                            <p:cond delay="0"/>
                                          </p:stCondLst>
                                        </p:cTn>
                                        <p:tgtEl>
                                          <p:spTgt spid="399363">
                                            <p:txEl>
                                              <p:pRg st="1" end="1"/>
                                            </p:txEl>
                                          </p:spTgt>
                                        </p:tgtEl>
                                        <p:attrNameLst>
                                          <p:attrName>style.visibility</p:attrName>
                                        </p:attrNameLst>
                                      </p:cBhvr>
                                      <p:to>
                                        <p:strVal val="visible"/>
                                      </p:to>
                                    </p:set>
                                    <p:anim calcmode="lin" valueType="num">
                                      <p:cBhvr additive="base">
                                        <p:cTn id="13" dur="500" fill="hold"/>
                                        <p:tgtEl>
                                          <p:spTgt spid="399363">
                                            <p:txEl>
                                              <p:pRg st="1" end="1"/>
                                            </p:txEl>
                                          </p:spTgt>
                                        </p:tgtEl>
                                        <p:attrNameLst>
                                          <p:attrName>ppt_x</p:attrName>
                                        </p:attrNameLst>
                                      </p:cBhvr>
                                      <p:tavLst>
                                        <p:tav tm="0">
                                          <p:val>
                                            <p:strVal val="#ppt_x"/>
                                          </p:val>
                                        </p:tav>
                                        <p:tav tm="100000">
                                          <p:val>
                                            <p:strVal val="#ppt_x"/>
                                          </p:val>
                                        </p:tav>
                                      </p:tavLst>
                                    </p:anim>
                                    <p:anim calcmode="lin" valueType="num">
                                      <p:cBhvr additive="base">
                                        <p:cTn id="14" dur="500" fill="hold"/>
                                        <p:tgtEl>
                                          <p:spTgt spid="399363">
                                            <p:txEl>
                                              <p:pRg st="1" end="1"/>
                                            </p:txEl>
                                          </p:spTgt>
                                        </p:tgtEl>
                                        <p:attrNameLst>
                                          <p:attrName>ppt_y</p:attrName>
                                        </p:attrNameLst>
                                      </p:cBhvr>
                                      <p:tavLst>
                                        <p:tav tm="0">
                                          <p:val>
                                            <p:strVal val="1+#ppt_h/2"/>
                                          </p:val>
                                        </p:tav>
                                        <p:tav tm="100000">
                                          <p:val>
                                            <p:strVal val="#ppt_y"/>
                                          </p:val>
                                        </p:tav>
                                      </p:tavLst>
                                    </p:anim>
                                  </p:childTnLst>
                                </p:cTn>
                              </p:par>
                            </p:childTnLst>
                          </p:cTn>
                        </p:par>
                      </p:childTnLst>
                    </p:cTn>
                  </p:par>
                  <p:par>
                    <p:cTn id="15" fill="hold">
                      <p:stCondLst>
                        <p:cond delay="indefinite"/>
                      </p:stCondLst>
                      <p:childTnLst>
                        <p:par>
                          <p:cTn id="16" fill="hold">
                            <p:stCondLst>
                              <p:cond delay="0"/>
                            </p:stCondLst>
                            <p:childTnLst>
                              <p:par>
                                <p:cTn id="17" presetID="2" presetClass="entr" presetSubtype="4" fill="hold" nodeType="clickEffect">
                                  <p:stCondLst>
                                    <p:cond delay="0"/>
                                  </p:stCondLst>
                                  <p:childTnLst>
                                    <p:set>
                                      <p:cBhvr>
                                        <p:cTn id="18" dur="1" fill="hold">
                                          <p:stCondLst>
                                            <p:cond delay="0"/>
                                          </p:stCondLst>
                                        </p:cTn>
                                        <p:tgtEl>
                                          <p:spTgt spid="399363">
                                            <p:txEl>
                                              <p:pRg st="2" end="2"/>
                                            </p:txEl>
                                          </p:spTgt>
                                        </p:tgtEl>
                                        <p:attrNameLst>
                                          <p:attrName>style.visibility</p:attrName>
                                        </p:attrNameLst>
                                      </p:cBhvr>
                                      <p:to>
                                        <p:strVal val="visible"/>
                                      </p:to>
                                    </p:set>
                                    <p:anim calcmode="lin" valueType="num">
                                      <p:cBhvr additive="base">
                                        <p:cTn id="19" dur="500" fill="hold"/>
                                        <p:tgtEl>
                                          <p:spTgt spid="399363">
                                            <p:txEl>
                                              <p:pRg st="2" end="2"/>
                                            </p:txEl>
                                          </p:spTgt>
                                        </p:tgtEl>
                                        <p:attrNameLst>
                                          <p:attrName>ppt_x</p:attrName>
                                        </p:attrNameLst>
                                      </p:cBhvr>
                                      <p:tavLst>
                                        <p:tav tm="0">
                                          <p:val>
                                            <p:strVal val="#ppt_x"/>
                                          </p:val>
                                        </p:tav>
                                        <p:tav tm="100000">
                                          <p:val>
                                            <p:strVal val="#ppt_x"/>
                                          </p:val>
                                        </p:tav>
                                      </p:tavLst>
                                    </p:anim>
                                    <p:anim calcmode="lin" valueType="num">
                                      <p:cBhvr additive="base">
                                        <p:cTn id="20" dur="500" fill="hold"/>
                                        <p:tgtEl>
                                          <p:spTgt spid="399363">
                                            <p:txEl>
                                              <p:pRg st="2" end="2"/>
                                            </p:txEl>
                                          </p:spTgt>
                                        </p:tgtEl>
                                        <p:attrNameLst>
                                          <p:attrName>ppt_y</p:attrName>
                                        </p:attrNameLst>
                                      </p:cBhvr>
                                      <p:tavLst>
                                        <p:tav tm="0">
                                          <p:val>
                                            <p:strVal val="1+#ppt_h/2"/>
                                          </p:val>
                                        </p:tav>
                                        <p:tav tm="100000">
                                          <p:val>
                                            <p:strVal val="#ppt_y"/>
                                          </p:val>
                                        </p:tav>
                                      </p:tavLst>
                                    </p:anim>
                                  </p:childTnLst>
                                </p:cTn>
                              </p:par>
                            </p:childTnLst>
                          </p:cTn>
                        </p:par>
                      </p:childTnLst>
                    </p:cTn>
                  </p:par>
                  <p:par>
                    <p:cTn id="21" fill="hold">
                      <p:stCondLst>
                        <p:cond delay="indefinite"/>
                      </p:stCondLst>
                      <p:childTnLst>
                        <p:par>
                          <p:cTn id="22" fill="hold">
                            <p:stCondLst>
                              <p:cond delay="0"/>
                            </p:stCondLst>
                            <p:childTnLst>
                              <p:par>
                                <p:cTn id="23" presetID="2" presetClass="entr" presetSubtype="4" fill="hold" nodeType="clickEffect">
                                  <p:stCondLst>
                                    <p:cond delay="0"/>
                                  </p:stCondLst>
                                  <p:childTnLst>
                                    <p:set>
                                      <p:cBhvr>
                                        <p:cTn id="24" dur="1" fill="hold">
                                          <p:stCondLst>
                                            <p:cond delay="0"/>
                                          </p:stCondLst>
                                        </p:cTn>
                                        <p:tgtEl>
                                          <p:spTgt spid="399363">
                                            <p:txEl>
                                              <p:pRg st="3" end="3"/>
                                            </p:txEl>
                                          </p:spTgt>
                                        </p:tgtEl>
                                        <p:attrNameLst>
                                          <p:attrName>style.visibility</p:attrName>
                                        </p:attrNameLst>
                                      </p:cBhvr>
                                      <p:to>
                                        <p:strVal val="visible"/>
                                      </p:to>
                                    </p:set>
                                    <p:anim calcmode="lin" valueType="num">
                                      <p:cBhvr additive="base">
                                        <p:cTn id="25" dur="500" fill="hold"/>
                                        <p:tgtEl>
                                          <p:spTgt spid="399363">
                                            <p:txEl>
                                              <p:pRg st="3" end="3"/>
                                            </p:txEl>
                                          </p:spTgt>
                                        </p:tgtEl>
                                        <p:attrNameLst>
                                          <p:attrName>ppt_x</p:attrName>
                                        </p:attrNameLst>
                                      </p:cBhvr>
                                      <p:tavLst>
                                        <p:tav tm="0">
                                          <p:val>
                                            <p:strVal val="#ppt_x"/>
                                          </p:val>
                                        </p:tav>
                                        <p:tav tm="100000">
                                          <p:val>
                                            <p:strVal val="#ppt_x"/>
                                          </p:val>
                                        </p:tav>
                                      </p:tavLst>
                                    </p:anim>
                                    <p:anim calcmode="lin" valueType="num">
                                      <p:cBhvr additive="base">
                                        <p:cTn id="26" dur="500" fill="hold"/>
                                        <p:tgtEl>
                                          <p:spTgt spid="399363">
                                            <p:txEl>
                                              <p:pRg st="3" end="3"/>
                                            </p:txEl>
                                          </p:spTgt>
                                        </p:tgtEl>
                                        <p:attrNameLst>
                                          <p:attrName>ppt_y</p:attrName>
                                        </p:attrNameLst>
                                      </p:cBhvr>
                                      <p:tavLst>
                                        <p:tav tm="0">
                                          <p:val>
                                            <p:strVal val="1+#ppt_h/2"/>
                                          </p:val>
                                        </p:tav>
                                        <p:tav tm="100000">
                                          <p:val>
                                            <p:strVal val="#ppt_y"/>
                                          </p:val>
                                        </p:tav>
                                      </p:tavLst>
                                    </p:anim>
                                  </p:childTnLst>
                                </p:cTn>
                              </p:par>
                            </p:childTnLst>
                          </p:cTn>
                        </p:par>
                      </p:childTnLst>
                    </p:cTn>
                  </p:par>
                  <p:par>
                    <p:cTn id="27" fill="hold">
                      <p:stCondLst>
                        <p:cond delay="indefinite"/>
                      </p:stCondLst>
                      <p:childTnLst>
                        <p:par>
                          <p:cTn id="28" fill="hold">
                            <p:stCondLst>
                              <p:cond delay="0"/>
                            </p:stCondLst>
                            <p:childTnLst>
                              <p:par>
                                <p:cTn id="29" presetID="2" presetClass="entr" presetSubtype="4" fill="hold" nodeType="clickEffect">
                                  <p:stCondLst>
                                    <p:cond delay="0"/>
                                  </p:stCondLst>
                                  <p:childTnLst>
                                    <p:set>
                                      <p:cBhvr>
                                        <p:cTn id="30" dur="1" fill="hold">
                                          <p:stCondLst>
                                            <p:cond delay="0"/>
                                          </p:stCondLst>
                                        </p:cTn>
                                        <p:tgtEl>
                                          <p:spTgt spid="399363">
                                            <p:txEl>
                                              <p:pRg st="4" end="4"/>
                                            </p:txEl>
                                          </p:spTgt>
                                        </p:tgtEl>
                                        <p:attrNameLst>
                                          <p:attrName>style.visibility</p:attrName>
                                        </p:attrNameLst>
                                      </p:cBhvr>
                                      <p:to>
                                        <p:strVal val="visible"/>
                                      </p:to>
                                    </p:set>
                                    <p:anim calcmode="lin" valueType="num">
                                      <p:cBhvr additive="base">
                                        <p:cTn id="31" dur="500" fill="hold"/>
                                        <p:tgtEl>
                                          <p:spTgt spid="399363">
                                            <p:txEl>
                                              <p:pRg st="4" end="4"/>
                                            </p:txEl>
                                          </p:spTgt>
                                        </p:tgtEl>
                                        <p:attrNameLst>
                                          <p:attrName>ppt_x</p:attrName>
                                        </p:attrNameLst>
                                      </p:cBhvr>
                                      <p:tavLst>
                                        <p:tav tm="0">
                                          <p:val>
                                            <p:strVal val="#ppt_x"/>
                                          </p:val>
                                        </p:tav>
                                        <p:tav tm="100000">
                                          <p:val>
                                            <p:strVal val="#ppt_x"/>
                                          </p:val>
                                        </p:tav>
                                      </p:tavLst>
                                    </p:anim>
                                    <p:anim calcmode="lin" valueType="num">
                                      <p:cBhvr additive="base">
                                        <p:cTn id="32" dur="500" fill="hold"/>
                                        <p:tgtEl>
                                          <p:spTgt spid="399363">
                                            <p:txEl>
                                              <p:pRg st="4" end="4"/>
                                            </p:txEl>
                                          </p:spTgt>
                                        </p:tgtEl>
                                        <p:attrNameLst>
                                          <p:attrName>ppt_y</p:attrName>
                                        </p:attrNameLst>
                                      </p:cBhvr>
                                      <p:tavLst>
                                        <p:tav tm="0">
                                          <p:val>
                                            <p:strVal val="1+#ppt_h/2"/>
                                          </p:val>
                                        </p:tav>
                                        <p:tav tm="100000">
                                          <p:val>
                                            <p:strVal val="#ppt_y"/>
                                          </p:val>
                                        </p:tav>
                                      </p:tavLst>
                                    </p:anim>
                                  </p:childTnLst>
                                </p:cTn>
                              </p:par>
                            </p:childTnLst>
                          </p:cTn>
                        </p:par>
                      </p:childTnLst>
                    </p:cTn>
                  </p:par>
                  <p:par>
                    <p:cTn id="33" fill="hold">
                      <p:stCondLst>
                        <p:cond delay="indefinite"/>
                      </p:stCondLst>
                      <p:childTnLst>
                        <p:par>
                          <p:cTn id="34" fill="hold">
                            <p:stCondLst>
                              <p:cond delay="0"/>
                            </p:stCondLst>
                            <p:childTnLst>
                              <p:par>
                                <p:cTn id="35" presetID="2" presetClass="entr" presetSubtype="4" fill="hold" nodeType="clickEffect">
                                  <p:stCondLst>
                                    <p:cond delay="0"/>
                                  </p:stCondLst>
                                  <p:childTnLst>
                                    <p:set>
                                      <p:cBhvr>
                                        <p:cTn id="36" dur="1" fill="hold">
                                          <p:stCondLst>
                                            <p:cond delay="0"/>
                                          </p:stCondLst>
                                        </p:cTn>
                                        <p:tgtEl>
                                          <p:spTgt spid="399363">
                                            <p:txEl>
                                              <p:pRg st="5" end="5"/>
                                            </p:txEl>
                                          </p:spTgt>
                                        </p:tgtEl>
                                        <p:attrNameLst>
                                          <p:attrName>style.visibility</p:attrName>
                                        </p:attrNameLst>
                                      </p:cBhvr>
                                      <p:to>
                                        <p:strVal val="visible"/>
                                      </p:to>
                                    </p:set>
                                    <p:anim calcmode="lin" valueType="num">
                                      <p:cBhvr additive="base">
                                        <p:cTn id="37" dur="500" fill="hold"/>
                                        <p:tgtEl>
                                          <p:spTgt spid="399363">
                                            <p:txEl>
                                              <p:pRg st="5" end="5"/>
                                            </p:txEl>
                                          </p:spTgt>
                                        </p:tgtEl>
                                        <p:attrNameLst>
                                          <p:attrName>ppt_x</p:attrName>
                                        </p:attrNameLst>
                                      </p:cBhvr>
                                      <p:tavLst>
                                        <p:tav tm="0">
                                          <p:val>
                                            <p:strVal val="#ppt_x"/>
                                          </p:val>
                                        </p:tav>
                                        <p:tav tm="100000">
                                          <p:val>
                                            <p:strVal val="#ppt_x"/>
                                          </p:val>
                                        </p:tav>
                                      </p:tavLst>
                                    </p:anim>
                                    <p:anim calcmode="lin" valueType="num">
                                      <p:cBhvr additive="base">
                                        <p:cTn id="38" dur="500" fill="hold"/>
                                        <p:tgtEl>
                                          <p:spTgt spid="399363">
                                            <p:txEl>
                                              <p:pRg st="5" end="5"/>
                                            </p:txEl>
                                          </p:spTgt>
                                        </p:tgtEl>
                                        <p:attrNameLst>
                                          <p:attrName>ppt_y</p:attrName>
                                        </p:attrNameLst>
                                      </p:cBhvr>
                                      <p:tavLst>
                                        <p:tav tm="0">
                                          <p:val>
                                            <p:strVal val="1+#ppt_h/2"/>
                                          </p:val>
                                        </p:tav>
                                        <p:tav tm="100000">
                                          <p:val>
                                            <p:strVal val="#ppt_y"/>
                                          </p:val>
                                        </p:tav>
                                      </p:tavLst>
                                    </p:anim>
                                  </p:childTnLst>
                                </p:cTn>
                              </p:par>
                            </p:childTnLst>
                          </p:cTn>
                        </p:par>
                      </p:childTnLst>
                    </p:cTn>
                  </p:par>
                  <p:par>
                    <p:cTn id="39" fill="hold">
                      <p:stCondLst>
                        <p:cond delay="indefinite"/>
                      </p:stCondLst>
                      <p:childTnLst>
                        <p:par>
                          <p:cTn id="40" fill="hold">
                            <p:stCondLst>
                              <p:cond delay="0"/>
                            </p:stCondLst>
                            <p:childTnLst>
                              <p:par>
                                <p:cTn id="41" presetID="2" presetClass="entr" presetSubtype="4" fill="hold" nodeType="clickEffect">
                                  <p:stCondLst>
                                    <p:cond delay="0"/>
                                  </p:stCondLst>
                                  <p:childTnLst>
                                    <p:set>
                                      <p:cBhvr>
                                        <p:cTn id="42" dur="1" fill="hold">
                                          <p:stCondLst>
                                            <p:cond delay="0"/>
                                          </p:stCondLst>
                                        </p:cTn>
                                        <p:tgtEl>
                                          <p:spTgt spid="399363">
                                            <p:txEl>
                                              <p:pRg st="6" end="6"/>
                                            </p:txEl>
                                          </p:spTgt>
                                        </p:tgtEl>
                                        <p:attrNameLst>
                                          <p:attrName>style.visibility</p:attrName>
                                        </p:attrNameLst>
                                      </p:cBhvr>
                                      <p:to>
                                        <p:strVal val="visible"/>
                                      </p:to>
                                    </p:set>
                                    <p:anim calcmode="lin" valueType="num">
                                      <p:cBhvr additive="base">
                                        <p:cTn id="43" dur="500" fill="hold"/>
                                        <p:tgtEl>
                                          <p:spTgt spid="399363">
                                            <p:txEl>
                                              <p:pRg st="6" end="6"/>
                                            </p:txEl>
                                          </p:spTgt>
                                        </p:tgtEl>
                                        <p:attrNameLst>
                                          <p:attrName>ppt_x</p:attrName>
                                        </p:attrNameLst>
                                      </p:cBhvr>
                                      <p:tavLst>
                                        <p:tav tm="0">
                                          <p:val>
                                            <p:strVal val="#ppt_x"/>
                                          </p:val>
                                        </p:tav>
                                        <p:tav tm="100000">
                                          <p:val>
                                            <p:strVal val="#ppt_x"/>
                                          </p:val>
                                        </p:tav>
                                      </p:tavLst>
                                    </p:anim>
                                    <p:anim calcmode="lin" valueType="num">
                                      <p:cBhvr additive="base">
                                        <p:cTn id="44" dur="500" fill="hold"/>
                                        <p:tgtEl>
                                          <p:spTgt spid="399363">
                                            <p:txEl>
                                              <p:pRg st="6" end="6"/>
                                            </p:txEl>
                                          </p:spTgt>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603" name="Rectangle 2"/>
          <p:cNvSpPr>
            <a:spLocks noGrp="1" noChangeArrowheads="1"/>
          </p:cNvSpPr>
          <p:nvPr>
            <p:ph type="title"/>
          </p:nvPr>
        </p:nvSpPr>
        <p:spPr>
          <a:xfrm>
            <a:off x="1082675" y="215900"/>
            <a:ext cx="7380288" cy="792163"/>
          </a:xfrm>
        </p:spPr>
        <p:txBody>
          <a:bodyPr/>
          <a:lstStyle/>
          <a:p>
            <a:pPr eaLnBrk="1" hangingPunct="1"/>
            <a:r>
              <a:rPr lang="en-US" altLang="zh-CN" sz="3600" dirty="0" err="1" smtClean="0">
                <a:latin typeface="Times New Roman" panose="02020603050405020304" pitchFamily="18" charset="0"/>
              </a:rPr>
              <a:t>Baidu</a:t>
            </a:r>
            <a:r>
              <a:rPr lang="zh-CN" altLang="en-US" sz="3600" dirty="0" smtClean="0">
                <a:latin typeface="Times New Roman" panose="02020603050405020304" pitchFamily="18" charset="0"/>
              </a:rPr>
              <a:t>的重要检索命令（</a:t>
            </a:r>
            <a:r>
              <a:rPr lang="en-US" altLang="zh-CN" sz="3600" dirty="0" smtClean="0">
                <a:latin typeface="Times New Roman" panose="02020603050405020304" pitchFamily="18" charset="0"/>
              </a:rPr>
              <a:t>cont.</a:t>
            </a:r>
            <a:r>
              <a:rPr lang="zh-CN" altLang="en-US" sz="3600" dirty="0" smtClean="0">
                <a:latin typeface="Times New Roman" panose="02020603050405020304" pitchFamily="18" charset="0"/>
              </a:rPr>
              <a:t>）</a:t>
            </a:r>
          </a:p>
        </p:txBody>
      </p:sp>
      <p:sp>
        <p:nvSpPr>
          <p:cNvPr id="400387" name="Rectangle 3"/>
          <p:cNvSpPr>
            <a:spLocks noGrp="1" noChangeArrowheads="1"/>
          </p:cNvSpPr>
          <p:nvPr>
            <p:ph type="body" idx="1"/>
          </p:nvPr>
        </p:nvSpPr>
        <p:spPr/>
        <p:txBody>
          <a:bodyPr/>
          <a:lstStyle/>
          <a:p>
            <a:pPr eaLnBrk="1" hangingPunct="1"/>
            <a:r>
              <a:rPr lang="en-US" altLang="zh-CN" dirty="0" smtClean="0"/>
              <a:t>Not</a:t>
            </a:r>
            <a:r>
              <a:rPr lang="zh-CN" altLang="en-US" dirty="0" smtClean="0"/>
              <a:t>（－）</a:t>
            </a:r>
          </a:p>
          <a:p>
            <a:pPr lvl="1" eaLnBrk="1" hangingPunct="1"/>
            <a:r>
              <a:rPr lang="zh-CN" altLang="en-US" dirty="0" smtClean="0"/>
              <a:t>用途：过滤</a:t>
            </a:r>
            <a:r>
              <a:rPr lang="en-US" altLang="zh-CN" dirty="0" smtClean="0"/>
              <a:t>Web</a:t>
            </a:r>
            <a:r>
              <a:rPr lang="zh-CN" altLang="en-US" dirty="0" smtClean="0"/>
              <a:t>页面中所包含的特定条件；</a:t>
            </a:r>
          </a:p>
          <a:p>
            <a:pPr lvl="1" eaLnBrk="1" hangingPunct="1"/>
            <a:r>
              <a:rPr lang="zh-CN" altLang="en-US" dirty="0" smtClean="0"/>
              <a:t>示例：苹果</a:t>
            </a:r>
            <a:r>
              <a:rPr lang="en-US" altLang="zh-CN" dirty="0" smtClean="0"/>
              <a:t> –</a:t>
            </a:r>
            <a:r>
              <a:rPr lang="zh-CN" altLang="en-US" dirty="0"/>
              <a:t>手机</a:t>
            </a:r>
            <a:endParaRPr lang="zh-CN" altLang="en-US" dirty="0" smtClean="0"/>
          </a:p>
          <a:p>
            <a:pPr eaLnBrk="1" hangingPunct="1"/>
            <a:r>
              <a:rPr lang="en-US" altLang="zh-CN" dirty="0" smtClean="0"/>
              <a:t>Plus</a:t>
            </a:r>
            <a:r>
              <a:rPr lang="zh-CN" altLang="en-US" dirty="0" smtClean="0"/>
              <a:t>（</a:t>
            </a:r>
            <a:r>
              <a:rPr lang="en-US" altLang="zh-CN" dirty="0" smtClean="0"/>
              <a:t>+</a:t>
            </a:r>
            <a:r>
              <a:rPr lang="zh-CN" altLang="en-US" dirty="0" smtClean="0"/>
              <a:t>）</a:t>
            </a:r>
          </a:p>
          <a:p>
            <a:pPr lvl="1" eaLnBrk="1" hangingPunct="1"/>
            <a:r>
              <a:rPr lang="zh-CN" altLang="en-US" dirty="0" smtClean="0"/>
              <a:t>用途：告诉</a:t>
            </a:r>
            <a:r>
              <a:rPr lang="en-US" altLang="zh-CN" dirty="0" err="1" smtClean="0">
                <a:latin typeface="Times New Roman" panose="02020603050405020304" pitchFamily="18" charset="0"/>
              </a:rPr>
              <a:t>Baidu</a:t>
            </a:r>
            <a:r>
              <a:rPr lang="zh-CN" altLang="en-US" dirty="0" smtClean="0"/>
              <a:t>不应该把某个词过滤掉（</a:t>
            </a:r>
            <a:r>
              <a:rPr lang="zh-CN" altLang="en-US" dirty="0" smtClean="0">
                <a:solidFill>
                  <a:srgbClr val="FF0000"/>
                </a:solidFill>
              </a:rPr>
              <a:t>注意：不是告诉</a:t>
            </a:r>
            <a:r>
              <a:rPr lang="en-US" altLang="zh-CN" dirty="0" err="1" smtClean="0">
                <a:solidFill>
                  <a:srgbClr val="FF0000"/>
                </a:solidFill>
              </a:rPr>
              <a:t>Baidu</a:t>
            </a:r>
            <a:r>
              <a:rPr lang="zh-CN" altLang="en-US" dirty="0" smtClean="0">
                <a:solidFill>
                  <a:srgbClr val="FF0000"/>
                </a:solidFill>
              </a:rPr>
              <a:t>所有的页面都要包含某个条件</a:t>
            </a:r>
            <a:r>
              <a:rPr lang="zh-CN" altLang="en-US" dirty="0" smtClean="0"/>
              <a:t>）；</a:t>
            </a:r>
          </a:p>
          <a:p>
            <a:pPr lvl="1" eaLnBrk="1" hangingPunct="1"/>
            <a:r>
              <a:rPr lang="zh-CN" altLang="en-US" dirty="0" smtClean="0"/>
              <a:t>示例：</a:t>
            </a:r>
            <a:r>
              <a:rPr lang="en-US" altLang="zh-CN" dirty="0" err="1" smtClean="0"/>
              <a:t>site:www.csdn.net</a:t>
            </a:r>
            <a:r>
              <a:rPr lang="en-US" altLang="zh-CN" dirty="0" smtClean="0"/>
              <a:t> +how +the</a:t>
            </a:r>
            <a:r>
              <a:rPr lang="zh-CN" altLang="en-US" dirty="0" smtClean="0"/>
              <a:t>。</a:t>
            </a: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nodeType="clickEffect">
                                  <p:stCondLst>
                                    <p:cond delay="0"/>
                                  </p:stCondLst>
                                  <p:childTnLst>
                                    <p:set>
                                      <p:cBhvr>
                                        <p:cTn id="6" dur="1" fill="hold">
                                          <p:stCondLst>
                                            <p:cond delay="0"/>
                                          </p:stCondLst>
                                        </p:cTn>
                                        <p:tgtEl>
                                          <p:spTgt spid="400387">
                                            <p:txEl>
                                              <p:pRg st="0" end="0"/>
                                            </p:txEl>
                                          </p:spTgt>
                                        </p:tgtEl>
                                        <p:attrNameLst>
                                          <p:attrName>style.visibility</p:attrName>
                                        </p:attrNameLst>
                                      </p:cBhvr>
                                      <p:to>
                                        <p:strVal val="visible"/>
                                      </p:to>
                                    </p:set>
                                    <p:anim calcmode="lin" valueType="num">
                                      <p:cBhvr additive="base">
                                        <p:cTn id="7" dur="500" fill="hold"/>
                                        <p:tgtEl>
                                          <p:spTgt spid="400387">
                                            <p:txEl>
                                              <p:pRg st="0" end="0"/>
                                            </p:txEl>
                                          </p:spTgt>
                                        </p:tgtEl>
                                        <p:attrNameLst>
                                          <p:attrName>ppt_x</p:attrName>
                                        </p:attrNameLst>
                                      </p:cBhvr>
                                      <p:tavLst>
                                        <p:tav tm="0">
                                          <p:val>
                                            <p:strVal val="#ppt_x"/>
                                          </p:val>
                                        </p:tav>
                                        <p:tav tm="100000">
                                          <p:val>
                                            <p:strVal val="#ppt_x"/>
                                          </p:val>
                                        </p:tav>
                                      </p:tavLst>
                                    </p:anim>
                                    <p:anim calcmode="lin" valueType="num">
                                      <p:cBhvr additive="base">
                                        <p:cTn id="8" dur="500" fill="hold"/>
                                        <p:tgtEl>
                                          <p:spTgt spid="400387">
                                            <p:txEl>
                                              <p:pRg st="0" end="0"/>
                                            </p:txEl>
                                          </p:spTgt>
                                        </p:tgtEl>
                                        <p:attrNameLst>
                                          <p:attrName>ppt_y</p:attrName>
                                        </p:attrNameLst>
                                      </p:cBhvr>
                                      <p:tavLst>
                                        <p:tav tm="0">
                                          <p:val>
                                            <p:strVal val="1+#ppt_h/2"/>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2" presetClass="entr" presetSubtype="4" fill="hold" nodeType="clickEffect">
                                  <p:stCondLst>
                                    <p:cond delay="0"/>
                                  </p:stCondLst>
                                  <p:childTnLst>
                                    <p:set>
                                      <p:cBhvr>
                                        <p:cTn id="12" dur="1" fill="hold">
                                          <p:stCondLst>
                                            <p:cond delay="0"/>
                                          </p:stCondLst>
                                        </p:cTn>
                                        <p:tgtEl>
                                          <p:spTgt spid="400387">
                                            <p:txEl>
                                              <p:pRg st="1" end="1"/>
                                            </p:txEl>
                                          </p:spTgt>
                                        </p:tgtEl>
                                        <p:attrNameLst>
                                          <p:attrName>style.visibility</p:attrName>
                                        </p:attrNameLst>
                                      </p:cBhvr>
                                      <p:to>
                                        <p:strVal val="visible"/>
                                      </p:to>
                                    </p:set>
                                    <p:anim calcmode="lin" valueType="num">
                                      <p:cBhvr additive="base">
                                        <p:cTn id="13" dur="500" fill="hold"/>
                                        <p:tgtEl>
                                          <p:spTgt spid="400387">
                                            <p:txEl>
                                              <p:pRg st="1" end="1"/>
                                            </p:txEl>
                                          </p:spTgt>
                                        </p:tgtEl>
                                        <p:attrNameLst>
                                          <p:attrName>ppt_x</p:attrName>
                                        </p:attrNameLst>
                                      </p:cBhvr>
                                      <p:tavLst>
                                        <p:tav tm="0">
                                          <p:val>
                                            <p:strVal val="#ppt_x"/>
                                          </p:val>
                                        </p:tav>
                                        <p:tav tm="100000">
                                          <p:val>
                                            <p:strVal val="#ppt_x"/>
                                          </p:val>
                                        </p:tav>
                                      </p:tavLst>
                                    </p:anim>
                                    <p:anim calcmode="lin" valueType="num">
                                      <p:cBhvr additive="base">
                                        <p:cTn id="14" dur="500" fill="hold"/>
                                        <p:tgtEl>
                                          <p:spTgt spid="400387">
                                            <p:txEl>
                                              <p:pRg st="1" end="1"/>
                                            </p:txEl>
                                          </p:spTgt>
                                        </p:tgtEl>
                                        <p:attrNameLst>
                                          <p:attrName>ppt_y</p:attrName>
                                        </p:attrNameLst>
                                      </p:cBhvr>
                                      <p:tavLst>
                                        <p:tav tm="0">
                                          <p:val>
                                            <p:strVal val="1+#ppt_h/2"/>
                                          </p:val>
                                        </p:tav>
                                        <p:tav tm="100000">
                                          <p:val>
                                            <p:strVal val="#ppt_y"/>
                                          </p:val>
                                        </p:tav>
                                      </p:tavLst>
                                    </p:anim>
                                  </p:childTnLst>
                                </p:cTn>
                              </p:par>
                            </p:childTnLst>
                          </p:cTn>
                        </p:par>
                      </p:childTnLst>
                    </p:cTn>
                  </p:par>
                  <p:par>
                    <p:cTn id="15" fill="hold">
                      <p:stCondLst>
                        <p:cond delay="indefinite"/>
                      </p:stCondLst>
                      <p:childTnLst>
                        <p:par>
                          <p:cTn id="16" fill="hold">
                            <p:stCondLst>
                              <p:cond delay="0"/>
                            </p:stCondLst>
                            <p:childTnLst>
                              <p:par>
                                <p:cTn id="17" presetID="2" presetClass="entr" presetSubtype="4" fill="hold" nodeType="clickEffect">
                                  <p:stCondLst>
                                    <p:cond delay="0"/>
                                  </p:stCondLst>
                                  <p:childTnLst>
                                    <p:set>
                                      <p:cBhvr>
                                        <p:cTn id="18" dur="1" fill="hold">
                                          <p:stCondLst>
                                            <p:cond delay="0"/>
                                          </p:stCondLst>
                                        </p:cTn>
                                        <p:tgtEl>
                                          <p:spTgt spid="400387">
                                            <p:txEl>
                                              <p:pRg st="2" end="2"/>
                                            </p:txEl>
                                          </p:spTgt>
                                        </p:tgtEl>
                                        <p:attrNameLst>
                                          <p:attrName>style.visibility</p:attrName>
                                        </p:attrNameLst>
                                      </p:cBhvr>
                                      <p:to>
                                        <p:strVal val="visible"/>
                                      </p:to>
                                    </p:set>
                                    <p:anim calcmode="lin" valueType="num">
                                      <p:cBhvr additive="base">
                                        <p:cTn id="19" dur="500" fill="hold"/>
                                        <p:tgtEl>
                                          <p:spTgt spid="400387">
                                            <p:txEl>
                                              <p:pRg st="2" end="2"/>
                                            </p:txEl>
                                          </p:spTgt>
                                        </p:tgtEl>
                                        <p:attrNameLst>
                                          <p:attrName>ppt_x</p:attrName>
                                        </p:attrNameLst>
                                      </p:cBhvr>
                                      <p:tavLst>
                                        <p:tav tm="0">
                                          <p:val>
                                            <p:strVal val="#ppt_x"/>
                                          </p:val>
                                        </p:tav>
                                        <p:tav tm="100000">
                                          <p:val>
                                            <p:strVal val="#ppt_x"/>
                                          </p:val>
                                        </p:tav>
                                      </p:tavLst>
                                    </p:anim>
                                    <p:anim calcmode="lin" valueType="num">
                                      <p:cBhvr additive="base">
                                        <p:cTn id="20" dur="500" fill="hold"/>
                                        <p:tgtEl>
                                          <p:spTgt spid="400387">
                                            <p:txEl>
                                              <p:pRg st="2" end="2"/>
                                            </p:txEl>
                                          </p:spTgt>
                                        </p:tgtEl>
                                        <p:attrNameLst>
                                          <p:attrName>ppt_y</p:attrName>
                                        </p:attrNameLst>
                                      </p:cBhvr>
                                      <p:tavLst>
                                        <p:tav tm="0">
                                          <p:val>
                                            <p:strVal val="1+#ppt_h/2"/>
                                          </p:val>
                                        </p:tav>
                                        <p:tav tm="100000">
                                          <p:val>
                                            <p:strVal val="#ppt_y"/>
                                          </p:val>
                                        </p:tav>
                                      </p:tavLst>
                                    </p:anim>
                                  </p:childTnLst>
                                </p:cTn>
                              </p:par>
                            </p:childTnLst>
                          </p:cTn>
                        </p:par>
                      </p:childTnLst>
                    </p:cTn>
                  </p:par>
                  <p:par>
                    <p:cTn id="21" fill="hold">
                      <p:stCondLst>
                        <p:cond delay="indefinite"/>
                      </p:stCondLst>
                      <p:childTnLst>
                        <p:par>
                          <p:cTn id="22" fill="hold">
                            <p:stCondLst>
                              <p:cond delay="0"/>
                            </p:stCondLst>
                            <p:childTnLst>
                              <p:par>
                                <p:cTn id="23" presetID="2" presetClass="entr" presetSubtype="4" fill="hold" nodeType="clickEffect">
                                  <p:stCondLst>
                                    <p:cond delay="0"/>
                                  </p:stCondLst>
                                  <p:childTnLst>
                                    <p:set>
                                      <p:cBhvr>
                                        <p:cTn id="24" dur="1" fill="hold">
                                          <p:stCondLst>
                                            <p:cond delay="0"/>
                                          </p:stCondLst>
                                        </p:cTn>
                                        <p:tgtEl>
                                          <p:spTgt spid="400387">
                                            <p:txEl>
                                              <p:pRg st="3" end="3"/>
                                            </p:txEl>
                                          </p:spTgt>
                                        </p:tgtEl>
                                        <p:attrNameLst>
                                          <p:attrName>style.visibility</p:attrName>
                                        </p:attrNameLst>
                                      </p:cBhvr>
                                      <p:to>
                                        <p:strVal val="visible"/>
                                      </p:to>
                                    </p:set>
                                    <p:anim calcmode="lin" valueType="num">
                                      <p:cBhvr additive="base">
                                        <p:cTn id="25" dur="500" fill="hold"/>
                                        <p:tgtEl>
                                          <p:spTgt spid="400387">
                                            <p:txEl>
                                              <p:pRg st="3" end="3"/>
                                            </p:txEl>
                                          </p:spTgt>
                                        </p:tgtEl>
                                        <p:attrNameLst>
                                          <p:attrName>ppt_x</p:attrName>
                                        </p:attrNameLst>
                                      </p:cBhvr>
                                      <p:tavLst>
                                        <p:tav tm="0">
                                          <p:val>
                                            <p:strVal val="#ppt_x"/>
                                          </p:val>
                                        </p:tav>
                                        <p:tav tm="100000">
                                          <p:val>
                                            <p:strVal val="#ppt_x"/>
                                          </p:val>
                                        </p:tav>
                                      </p:tavLst>
                                    </p:anim>
                                    <p:anim calcmode="lin" valueType="num">
                                      <p:cBhvr additive="base">
                                        <p:cTn id="26" dur="500" fill="hold"/>
                                        <p:tgtEl>
                                          <p:spTgt spid="400387">
                                            <p:txEl>
                                              <p:pRg st="3" end="3"/>
                                            </p:txEl>
                                          </p:spTgt>
                                        </p:tgtEl>
                                        <p:attrNameLst>
                                          <p:attrName>ppt_y</p:attrName>
                                        </p:attrNameLst>
                                      </p:cBhvr>
                                      <p:tavLst>
                                        <p:tav tm="0">
                                          <p:val>
                                            <p:strVal val="1+#ppt_h/2"/>
                                          </p:val>
                                        </p:tav>
                                        <p:tav tm="100000">
                                          <p:val>
                                            <p:strVal val="#ppt_y"/>
                                          </p:val>
                                        </p:tav>
                                      </p:tavLst>
                                    </p:anim>
                                  </p:childTnLst>
                                </p:cTn>
                              </p:par>
                            </p:childTnLst>
                          </p:cTn>
                        </p:par>
                      </p:childTnLst>
                    </p:cTn>
                  </p:par>
                  <p:par>
                    <p:cTn id="27" fill="hold">
                      <p:stCondLst>
                        <p:cond delay="indefinite"/>
                      </p:stCondLst>
                      <p:childTnLst>
                        <p:par>
                          <p:cTn id="28" fill="hold">
                            <p:stCondLst>
                              <p:cond delay="0"/>
                            </p:stCondLst>
                            <p:childTnLst>
                              <p:par>
                                <p:cTn id="29" presetID="2" presetClass="entr" presetSubtype="4" fill="hold" nodeType="clickEffect">
                                  <p:stCondLst>
                                    <p:cond delay="0"/>
                                  </p:stCondLst>
                                  <p:childTnLst>
                                    <p:set>
                                      <p:cBhvr>
                                        <p:cTn id="30" dur="1" fill="hold">
                                          <p:stCondLst>
                                            <p:cond delay="0"/>
                                          </p:stCondLst>
                                        </p:cTn>
                                        <p:tgtEl>
                                          <p:spTgt spid="400387">
                                            <p:txEl>
                                              <p:pRg st="4" end="4"/>
                                            </p:txEl>
                                          </p:spTgt>
                                        </p:tgtEl>
                                        <p:attrNameLst>
                                          <p:attrName>style.visibility</p:attrName>
                                        </p:attrNameLst>
                                      </p:cBhvr>
                                      <p:to>
                                        <p:strVal val="visible"/>
                                      </p:to>
                                    </p:set>
                                    <p:anim calcmode="lin" valueType="num">
                                      <p:cBhvr additive="base">
                                        <p:cTn id="31" dur="500" fill="hold"/>
                                        <p:tgtEl>
                                          <p:spTgt spid="400387">
                                            <p:txEl>
                                              <p:pRg st="4" end="4"/>
                                            </p:txEl>
                                          </p:spTgt>
                                        </p:tgtEl>
                                        <p:attrNameLst>
                                          <p:attrName>ppt_x</p:attrName>
                                        </p:attrNameLst>
                                      </p:cBhvr>
                                      <p:tavLst>
                                        <p:tav tm="0">
                                          <p:val>
                                            <p:strVal val="#ppt_x"/>
                                          </p:val>
                                        </p:tav>
                                        <p:tav tm="100000">
                                          <p:val>
                                            <p:strVal val="#ppt_x"/>
                                          </p:val>
                                        </p:tav>
                                      </p:tavLst>
                                    </p:anim>
                                    <p:anim calcmode="lin" valueType="num">
                                      <p:cBhvr additive="base">
                                        <p:cTn id="32" dur="500" fill="hold"/>
                                        <p:tgtEl>
                                          <p:spTgt spid="400387">
                                            <p:txEl>
                                              <p:pRg st="4" end="4"/>
                                            </p:txEl>
                                          </p:spTgt>
                                        </p:tgtEl>
                                        <p:attrNameLst>
                                          <p:attrName>ppt_y</p:attrName>
                                        </p:attrNameLst>
                                      </p:cBhvr>
                                      <p:tavLst>
                                        <p:tav tm="0">
                                          <p:val>
                                            <p:strVal val="1+#ppt_h/2"/>
                                          </p:val>
                                        </p:tav>
                                        <p:tav tm="100000">
                                          <p:val>
                                            <p:strVal val="#ppt_y"/>
                                          </p:val>
                                        </p:tav>
                                      </p:tavLst>
                                    </p:anim>
                                  </p:childTnLst>
                                </p:cTn>
                              </p:par>
                            </p:childTnLst>
                          </p:cTn>
                        </p:par>
                      </p:childTnLst>
                    </p:cTn>
                  </p:par>
                  <p:par>
                    <p:cTn id="33" fill="hold">
                      <p:stCondLst>
                        <p:cond delay="indefinite"/>
                      </p:stCondLst>
                      <p:childTnLst>
                        <p:par>
                          <p:cTn id="34" fill="hold">
                            <p:stCondLst>
                              <p:cond delay="0"/>
                            </p:stCondLst>
                            <p:childTnLst>
                              <p:par>
                                <p:cTn id="35" presetID="2" presetClass="entr" presetSubtype="4" fill="hold" nodeType="clickEffect">
                                  <p:stCondLst>
                                    <p:cond delay="0"/>
                                  </p:stCondLst>
                                  <p:childTnLst>
                                    <p:set>
                                      <p:cBhvr>
                                        <p:cTn id="36" dur="1" fill="hold">
                                          <p:stCondLst>
                                            <p:cond delay="0"/>
                                          </p:stCondLst>
                                        </p:cTn>
                                        <p:tgtEl>
                                          <p:spTgt spid="400387">
                                            <p:txEl>
                                              <p:pRg st="5" end="5"/>
                                            </p:txEl>
                                          </p:spTgt>
                                        </p:tgtEl>
                                        <p:attrNameLst>
                                          <p:attrName>style.visibility</p:attrName>
                                        </p:attrNameLst>
                                      </p:cBhvr>
                                      <p:to>
                                        <p:strVal val="visible"/>
                                      </p:to>
                                    </p:set>
                                    <p:anim calcmode="lin" valueType="num">
                                      <p:cBhvr additive="base">
                                        <p:cTn id="37" dur="500" fill="hold"/>
                                        <p:tgtEl>
                                          <p:spTgt spid="400387">
                                            <p:txEl>
                                              <p:pRg st="5" end="5"/>
                                            </p:txEl>
                                          </p:spTgt>
                                        </p:tgtEl>
                                        <p:attrNameLst>
                                          <p:attrName>ppt_x</p:attrName>
                                        </p:attrNameLst>
                                      </p:cBhvr>
                                      <p:tavLst>
                                        <p:tav tm="0">
                                          <p:val>
                                            <p:strVal val="#ppt_x"/>
                                          </p:val>
                                        </p:tav>
                                        <p:tav tm="100000">
                                          <p:val>
                                            <p:strVal val="#ppt_x"/>
                                          </p:val>
                                        </p:tav>
                                      </p:tavLst>
                                    </p:anim>
                                    <p:anim calcmode="lin" valueType="num">
                                      <p:cBhvr additive="base">
                                        <p:cTn id="38" dur="500" fill="hold"/>
                                        <p:tgtEl>
                                          <p:spTgt spid="400387">
                                            <p:txEl>
                                              <p:pRg st="5" end="5"/>
                                            </p:txEl>
                                          </p:spTgt>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6627" name="Rectangle 2"/>
          <p:cNvSpPr>
            <a:spLocks noGrp="1" noChangeArrowheads="1"/>
          </p:cNvSpPr>
          <p:nvPr>
            <p:ph type="title"/>
          </p:nvPr>
        </p:nvSpPr>
        <p:spPr/>
        <p:txBody>
          <a:bodyPr/>
          <a:lstStyle/>
          <a:p>
            <a:pPr eaLnBrk="1" hangingPunct="1"/>
            <a:r>
              <a:rPr lang="zh-CN" altLang="en-US" smtClean="0"/>
              <a:t>示例：</a:t>
            </a:r>
          </a:p>
        </p:txBody>
      </p:sp>
      <p:sp>
        <p:nvSpPr>
          <p:cNvPr id="401411" name="Rectangle 3"/>
          <p:cNvSpPr>
            <a:spLocks noGrp="1" noChangeArrowheads="1"/>
          </p:cNvSpPr>
          <p:nvPr>
            <p:ph type="body" idx="1"/>
          </p:nvPr>
        </p:nvSpPr>
        <p:spPr>
          <a:xfrm>
            <a:off x="503237" y="2513013"/>
            <a:ext cx="8202613" cy="3659187"/>
          </a:xfrm>
        </p:spPr>
        <p:txBody>
          <a:bodyPr/>
          <a:lstStyle/>
          <a:p>
            <a:pPr eaLnBrk="1" hangingPunct="1">
              <a:lnSpc>
                <a:spcPct val="100000"/>
              </a:lnSpc>
              <a:spcBef>
                <a:spcPts val="0"/>
              </a:spcBef>
            </a:pPr>
            <a:r>
              <a:rPr lang="zh-CN" altLang="en-US" sz="2400" dirty="0" smtClean="0"/>
              <a:t>示例</a:t>
            </a:r>
            <a:r>
              <a:rPr lang="en-US" altLang="zh-CN" sz="2400" dirty="0" smtClean="0"/>
              <a:t>1</a:t>
            </a:r>
            <a:r>
              <a:rPr lang="zh-CN" altLang="en-US" sz="2400" dirty="0" smtClean="0"/>
              <a:t>：</a:t>
            </a:r>
          </a:p>
          <a:p>
            <a:pPr lvl="1" eaLnBrk="1" hangingPunct="1">
              <a:lnSpc>
                <a:spcPct val="100000"/>
              </a:lnSpc>
              <a:spcBef>
                <a:spcPts val="0"/>
              </a:spcBef>
            </a:pPr>
            <a:r>
              <a:rPr lang="zh-CN" altLang="en-US" sz="2000" dirty="0" smtClean="0"/>
              <a:t>检索</a:t>
            </a:r>
            <a:r>
              <a:rPr lang="en-US" altLang="zh-CN" sz="2000" dirty="0" smtClean="0"/>
              <a:t>”</a:t>
            </a:r>
            <a:r>
              <a:rPr lang="en-US" altLang="zh-CN" sz="2000" dirty="0" err="1" smtClean="0"/>
              <a:t>site:thefreakishlybigbank.com</a:t>
            </a:r>
            <a:r>
              <a:rPr lang="en-US" altLang="zh-CN" sz="2000" dirty="0" smtClean="0"/>
              <a:t> </a:t>
            </a:r>
            <a:r>
              <a:rPr lang="en-US" altLang="zh-CN" sz="2000" dirty="0" err="1" smtClean="0"/>
              <a:t>filetype:xls</a:t>
            </a:r>
            <a:r>
              <a:rPr lang="en-US" altLang="zh-CN" sz="2000" dirty="0" smtClean="0"/>
              <a:t> </a:t>
            </a:r>
            <a:r>
              <a:rPr lang="en-US" altLang="zh-CN" sz="2000" dirty="0" err="1" smtClean="0"/>
              <a:t>ssn</a:t>
            </a:r>
            <a:r>
              <a:rPr lang="zh-CN" altLang="en-US" sz="2000" dirty="0" smtClean="0"/>
              <a:t>”；</a:t>
            </a:r>
          </a:p>
          <a:p>
            <a:pPr lvl="1" eaLnBrk="1" hangingPunct="1">
              <a:lnSpc>
                <a:spcPct val="100000"/>
              </a:lnSpc>
              <a:spcBef>
                <a:spcPts val="0"/>
              </a:spcBef>
            </a:pPr>
            <a:r>
              <a:rPr lang="zh-CN" altLang="en-US" sz="2000" dirty="0" smtClean="0"/>
              <a:t>目的：查找所有该银行的站点上含有</a:t>
            </a:r>
            <a:r>
              <a:rPr lang="en-US" altLang="zh-CN" sz="2000" dirty="0" smtClean="0"/>
              <a:t>SSN</a:t>
            </a:r>
            <a:r>
              <a:rPr lang="zh-CN" altLang="en-US" sz="2000" dirty="0" smtClean="0"/>
              <a:t>（社会安全号码）的</a:t>
            </a:r>
            <a:r>
              <a:rPr lang="en-US" altLang="zh-CN" sz="2000" dirty="0" smtClean="0"/>
              <a:t>Excel</a:t>
            </a:r>
            <a:r>
              <a:rPr lang="zh-CN" altLang="en-US" sz="2000" dirty="0" smtClean="0"/>
              <a:t>表单。</a:t>
            </a:r>
          </a:p>
          <a:p>
            <a:pPr eaLnBrk="1" hangingPunct="1">
              <a:lnSpc>
                <a:spcPct val="100000"/>
              </a:lnSpc>
              <a:spcBef>
                <a:spcPts val="0"/>
              </a:spcBef>
            </a:pPr>
            <a:r>
              <a:rPr lang="zh-CN" altLang="en-US" sz="2400" dirty="0" smtClean="0"/>
              <a:t>示例</a:t>
            </a:r>
            <a:r>
              <a:rPr lang="en-US" altLang="zh-CN" sz="2400" dirty="0" smtClean="0"/>
              <a:t>2</a:t>
            </a:r>
            <a:r>
              <a:rPr lang="zh-CN" altLang="en-US" sz="2400" dirty="0" smtClean="0"/>
              <a:t>：</a:t>
            </a:r>
          </a:p>
          <a:p>
            <a:pPr lvl="1" eaLnBrk="1" hangingPunct="1">
              <a:lnSpc>
                <a:spcPct val="100000"/>
              </a:lnSpc>
              <a:spcBef>
                <a:spcPts val="0"/>
              </a:spcBef>
            </a:pPr>
            <a:r>
              <a:rPr lang="zh-CN" altLang="en-US" sz="2000" dirty="0" smtClean="0"/>
              <a:t>检索：</a:t>
            </a:r>
          </a:p>
          <a:p>
            <a:pPr lvl="1" eaLnBrk="1" hangingPunct="1">
              <a:lnSpc>
                <a:spcPct val="100000"/>
              </a:lnSpc>
              <a:spcBef>
                <a:spcPts val="0"/>
              </a:spcBef>
              <a:buFont typeface="Wingdings" panose="05000000000000000000" pitchFamily="2" charset="2"/>
              <a:buNone/>
            </a:pPr>
            <a:r>
              <a:rPr lang="en-US" altLang="zh-CN" sz="2000" dirty="0" smtClean="0"/>
              <a:t>         </a:t>
            </a:r>
            <a:r>
              <a:rPr lang="en-US" altLang="zh-CN" sz="2000" dirty="0" err="1" smtClean="0"/>
              <a:t>site:thefreakishlybigbank.com</a:t>
            </a:r>
            <a:r>
              <a:rPr lang="en-US" altLang="zh-CN" sz="2000" dirty="0" smtClean="0"/>
              <a:t> </a:t>
            </a:r>
            <a:r>
              <a:rPr lang="en-US" altLang="zh-CN" sz="2000" dirty="0" err="1" smtClean="0"/>
              <a:t>filetype:asp</a:t>
            </a:r>
            <a:endParaRPr lang="en-US" altLang="zh-CN" sz="2000" dirty="0" smtClean="0"/>
          </a:p>
          <a:p>
            <a:pPr lvl="1" eaLnBrk="1" hangingPunct="1">
              <a:lnSpc>
                <a:spcPct val="100000"/>
              </a:lnSpc>
              <a:spcBef>
                <a:spcPts val="0"/>
              </a:spcBef>
              <a:buFont typeface="Wingdings" panose="05000000000000000000" pitchFamily="2" charset="2"/>
              <a:buNone/>
            </a:pPr>
            <a:r>
              <a:rPr lang="en-US" altLang="zh-CN" sz="2000" dirty="0" smtClean="0"/>
              <a:t>         </a:t>
            </a:r>
            <a:r>
              <a:rPr lang="en-US" altLang="zh-CN" sz="2000" dirty="0" err="1" smtClean="0"/>
              <a:t>site:thefreakishlybigbank.com</a:t>
            </a:r>
            <a:r>
              <a:rPr lang="en-US" altLang="zh-CN" sz="2000" dirty="0" smtClean="0"/>
              <a:t> </a:t>
            </a:r>
            <a:r>
              <a:rPr lang="en-US" altLang="zh-CN" sz="2000" dirty="0" err="1" smtClean="0"/>
              <a:t>filetype:cgi</a:t>
            </a:r>
            <a:endParaRPr lang="en-US" altLang="zh-CN" sz="2000" dirty="0" smtClean="0"/>
          </a:p>
          <a:p>
            <a:pPr lvl="1" eaLnBrk="1" hangingPunct="1">
              <a:lnSpc>
                <a:spcPct val="100000"/>
              </a:lnSpc>
              <a:spcBef>
                <a:spcPts val="0"/>
              </a:spcBef>
              <a:buFont typeface="Wingdings" panose="05000000000000000000" pitchFamily="2" charset="2"/>
              <a:buNone/>
            </a:pPr>
            <a:r>
              <a:rPr lang="en-US" altLang="zh-CN" sz="2000" dirty="0" smtClean="0"/>
              <a:t>         </a:t>
            </a:r>
            <a:r>
              <a:rPr lang="en-US" altLang="zh-CN" sz="2000" dirty="0" err="1" smtClean="0"/>
              <a:t>site:thefreakishlybigbank.com</a:t>
            </a:r>
            <a:r>
              <a:rPr lang="en-US" altLang="zh-CN" sz="2000" dirty="0" smtClean="0"/>
              <a:t> </a:t>
            </a:r>
            <a:r>
              <a:rPr lang="en-US" altLang="zh-CN" sz="2000" dirty="0" err="1" smtClean="0"/>
              <a:t>filetype:jsp</a:t>
            </a:r>
            <a:endParaRPr lang="zh-CN" altLang="en-US" sz="2000" dirty="0" smtClean="0"/>
          </a:p>
          <a:p>
            <a:pPr lvl="1" eaLnBrk="1" hangingPunct="1">
              <a:lnSpc>
                <a:spcPct val="100000"/>
              </a:lnSpc>
              <a:spcBef>
                <a:spcPts val="0"/>
              </a:spcBef>
            </a:pPr>
            <a:r>
              <a:rPr lang="zh-CN" altLang="en-US" sz="2000" dirty="0" smtClean="0"/>
              <a:t>目的：获取目标域中运行的各种用户活动脚本和程序，然后查找它们的安全漏洞。</a:t>
            </a:r>
            <a:endParaRPr lang="en-US" altLang="zh-CN" sz="2000" dirty="0" smtClean="0"/>
          </a:p>
        </p:txBody>
      </p:sp>
      <p:sp>
        <p:nvSpPr>
          <p:cNvPr id="401412" name="Text Box 4"/>
          <p:cNvSpPr txBox="1">
            <a:spLocks noChangeArrowheads="1"/>
          </p:cNvSpPr>
          <p:nvPr/>
        </p:nvSpPr>
        <p:spPr bwMode="auto">
          <a:xfrm>
            <a:off x="534988" y="1489075"/>
            <a:ext cx="8135937" cy="822325"/>
          </a:xfrm>
          <a:prstGeom prst="rect">
            <a:avLst/>
          </a:prstGeom>
          <a:noFill/>
          <a:ln w="9525">
            <a:noFill/>
            <a:miter lim="800000"/>
          </a:ln>
        </p:spPr>
        <p:txBody>
          <a:bodyPr>
            <a:spAutoFit/>
          </a:bodyPr>
          <a:lstStyle/>
          <a:p>
            <a:r>
              <a:rPr lang="zh-CN" altLang="en-US" sz="2400" b="1" dirty="0">
                <a:solidFill>
                  <a:srgbClr val="0000FF"/>
                </a:solidFill>
                <a:latin typeface="Times New Roman" panose="02020603050405020304" pitchFamily="18" charset="0"/>
              </a:rPr>
              <a:t>目标</a:t>
            </a:r>
            <a:r>
              <a:rPr lang="zh-CN" altLang="en-US" sz="2400" b="1" dirty="0">
                <a:solidFill>
                  <a:srgbClr val="000000"/>
                </a:solidFill>
                <a:latin typeface="Times New Roman" panose="02020603050405020304" pitchFamily="18" charset="0"/>
              </a:rPr>
              <a:t>：侦察一个名为</a:t>
            </a:r>
            <a:r>
              <a:rPr lang="en-US" altLang="zh-CN" sz="2400" b="1" dirty="0">
                <a:solidFill>
                  <a:srgbClr val="000000"/>
                </a:solidFill>
                <a:latin typeface="Times New Roman" panose="02020603050405020304" pitchFamily="18" charset="0"/>
              </a:rPr>
              <a:t>Freakishly Big Bank</a:t>
            </a:r>
            <a:r>
              <a:rPr lang="zh-CN" altLang="en-US" sz="2400" b="1" dirty="0">
                <a:solidFill>
                  <a:srgbClr val="000000"/>
                </a:solidFill>
                <a:latin typeface="Times New Roman" panose="02020603050405020304" pitchFamily="18" charset="0"/>
              </a:rPr>
              <a:t>的大型金融机构的</a:t>
            </a:r>
            <a:r>
              <a:rPr lang="en-US" altLang="zh-CN" sz="2400" b="1" dirty="0">
                <a:solidFill>
                  <a:srgbClr val="000000"/>
                </a:solidFill>
                <a:latin typeface="Times New Roman" panose="02020603050405020304" pitchFamily="18" charset="0"/>
              </a:rPr>
              <a:t>Web</a:t>
            </a:r>
            <a:r>
              <a:rPr lang="zh-CN" altLang="en-US" sz="2400" b="1" dirty="0">
                <a:solidFill>
                  <a:srgbClr val="000000"/>
                </a:solidFill>
                <a:latin typeface="Times New Roman" panose="02020603050405020304" pitchFamily="18" charset="0"/>
              </a:rPr>
              <a:t>站点 </a:t>
            </a:r>
            <a:r>
              <a:rPr lang="en-US" altLang="zh-CN" sz="2400" b="1" dirty="0">
                <a:solidFill>
                  <a:srgbClr val="000000"/>
                </a:solidFill>
                <a:latin typeface="Times New Roman" panose="02020603050405020304" pitchFamily="18" charset="0"/>
              </a:rPr>
              <a:t>www.thefreakishlybigbank.com </a:t>
            </a:r>
            <a:r>
              <a:rPr lang="zh-CN" altLang="en-US" sz="2400" b="1" dirty="0">
                <a:solidFill>
                  <a:srgbClr val="000000"/>
                </a:solidFill>
                <a:latin typeface="Times New Roman" panose="02020603050405020304" pitchFamily="18" charset="0"/>
              </a:rPr>
              <a:t>的安全相关信息</a:t>
            </a: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grpId="0" nodeType="clickEffect">
                                  <p:stCondLst>
                                    <p:cond delay="0"/>
                                  </p:stCondLst>
                                  <p:childTnLst>
                                    <p:set>
                                      <p:cBhvr>
                                        <p:cTn id="6" dur="1" fill="hold">
                                          <p:stCondLst>
                                            <p:cond delay="0"/>
                                          </p:stCondLst>
                                        </p:cTn>
                                        <p:tgtEl>
                                          <p:spTgt spid="401412"/>
                                        </p:tgtEl>
                                        <p:attrNameLst>
                                          <p:attrName>style.visibility</p:attrName>
                                        </p:attrNameLst>
                                      </p:cBhvr>
                                      <p:to>
                                        <p:strVal val="visible"/>
                                      </p:to>
                                    </p:set>
                                    <p:anim calcmode="lin" valueType="num">
                                      <p:cBhvr additive="base">
                                        <p:cTn id="7" dur="500" fill="hold"/>
                                        <p:tgtEl>
                                          <p:spTgt spid="401412"/>
                                        </p:tgtEl>
                                        <p:attrNameLst>
                                          <p:attrName>ppt_x</p:attrName>
                                        </p:attrNameLst>
                                      </p:cBhvr>
                                      <p:tavLst>
                                        <p:tav tm="0">
                                          <p:val>
                                            <p:strVal val="#ppt_x"/>
                                          </p:val>
                                        </p:tav>
                                        <p:tav tm="100000">
                                          <p:val>
                                            <p:strVal val="#ppt_x"/>
                                          </p:val>
                                        </p:tav>
                                      </p:tavLst>
                                    </p:anim>
                                    <p:anim calcmode="lin" valueType="num">
                                      <p:cBhvr additive="base">
                                        <p:cTn id="8" dur="500" fill="hold"/>
                                        <p:tgtEl>
                                          <p:spTgt spid="401412"/>
                                        </p:tgtEl>
                                        <p:attrNameLst>
                                          <p:attrName>ppt_y</p:attrName>
                                        </p:attrNameLst>
                                      </p:cBhvr>
                                      <p:tavLst>
                                        <p:tav tm="0">
                                          <p:val>
                                            <p:strVal val="1+#ppt_h/2"/>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2" presetClass="entr" presetSubtype="4" fill="hold" nodeType="clickEffect">
                                  <p:stCondLst>
                                    <p:cond delay="0"/>
                                  </p:stCondLst>
                                  <p:childTnLst>
                                    <p:set>
                                      <p:cBhvr>
                                        <p:cTn id="12" dur="1" fill="hold">
                                          <p:stCondLst>
                                            <p:cond delay="0"/>
                                          </p:stCondLst>
                                        </p:cTn>
                                        <p:tgtEl>
                                          <p:spTgt spid="401411">
                                            <p:txEl>
                                              <p:pRg st="0" end="0"/>
                                            </p:txEl>
                                          </p:spTgt>
                                        </p:tgtEl>
                                        <p:attrNameLst>
                                          <p:attrName>style.visibility</p:attrName>
                                        </p:attrNameLst>
                                      </p:cBhvr>
                                      <p:to>
                                        <p:strVal val="visible"/>
                                      </p:to>
                                    </p:set>
                                    <p:anim calcmode="lin" valueType="num">
                                      <p:cBhvr additive="base">
                                        <p:cTn id="13" dur="500" fill="hold"/>
                                        <p:tgtEl>
                                          <p:spTgt spid="401411">
                                            <p:txEl>
                                              <p:pRg st="0" end="0"/>
                                            </p:txEl>
                                          </p:spTgt>
                                        </p:tgtEl>
                                        <p:attrNameLst>
                                          <p:attrName>ppt_x</p:attrName>
                                        </p:attrNameLst>
                                      </p:cBhvr>
                                      <p:tavLst>
                                        <p:tav tm="0">
                                          <p:val>
                                            <p:strVal val="#ppt_x"/>
                                          </p:val>
                                        </p:tav>
                                        <p:tav tm="100000">
                                          <p:val>
                                            <p:strVal val="#ppt_x"/>
                                          </p:val>
                                        </p:tav>
                                      </p:tavLst>
                                    </p:anim>
                                    <p:anim calcmode="lin" valueType="num">
                                      <p:cBhvr additive="base">
                                        <p:cTn id="14" dur="500" fill="hold"/>
                                        <p:tgtEl>
                                          <p:spTgt spid="401411">
                                            <p:txEl>
                                              <p:pRg st="0" end="0"/>
                                            </p:txEl>
                                          </p:spTgt>
                                        </p:tgtEl>
                                        <p:attrNameLst>
                                          <p:attrName>ppt_y</p:attrName>
                                        </p:attrNameLst>
                                      </p:cBhvr>
                                      <p:tavLst>
                                        <p:tav tm="0">
                                          <p:val>
                                            <p:strVal val="1+#ppt_h/2"/>
                                          </p:val>
                                        </p:tav>
                                        <p:tav tm="100000">
                                          <p:val>
                                            <p:strVal val="#ppt_y"/>
                                          </p:val>
                                        </p:tav>
                                      </p:tavLst>
                                    </p:anim>
                                  </p:childTnLst>
                                </p:cTn>
                              </p:par>
                            </p:childTnLst>
                          </p:cTn>
                        </p:par>
                      </p:childTnLst>
                    </p:cTn>
                  </p:par>
                  <p:par>
                    <p:cTn id="15" fill="hold">
                      <p:stCondLst>
                        <p:cond delay="indefinite"/>
                      </p:stCondLst>
                      <p:childTnLst>
                        <p:par>
                          <p:cTn id="16" fill="hold">
                            <p:stCondLst>
                              <p:cond delay="0"/>
                            </p:stCondLst>
                            <p:childTnLst>
                              <p:par>
                                <p:cTn id="17" presetID="2" presetClass="entr" presetSubtype="4" fill="hold" nodeType="clickEffect">
                                  <p:stCondLst>
                                    <p:cond delay="0"/>
                                  </p:stCondLst>
                                  <p:childTnLst>
                                    <p:set>
                                      <p:cBhvr>
                                        <p:cTn id="18" dur="1" fill="hold">
                                          <p:stCondLst>
                                            <p:cond delay="0"/>
                                          </p:stCondLst>
                                        </p:cTn>
                                        <p:tgtEl>
                                          <p:spTgt spid="401411">
                                            <p:txEl>
                                              <p:pRg st="1" end="1"/>
                                            </p:txEl>
                                          </p:spTgt>
                                        </p:tgtEl>
                                        <p:attrNameLst>
                                          <p:attrName>style.visibility</p:attrName>
                                        </p:attrNameLst>
                                      </p:cBhvr>
                                      <p:to>
                                        <p:strVal val="visible"/>
                                      </p:to>
                                    </p:set>
                                    <p:anim calcmode="lin" valueType="num">
                                      <p:cBhvr additive="base">
                                        <p:cTn id="19" dur="500" fill="hold"/>
                                        <p:tgtEl>
                                          <p:spTgt spid="401411">
                                            <p:txEl>
                                              <p:pRg st="1" end="1"/>
                                            </p:txEl>
                                          </p:spTgt>
                                        </p:tgtEl>
                                        <p:attrNameLst>
                                          <p:attrName>ppt_x</p:attrName>
                                        </p:attrNameLst>
                                      </p:cBhvr>
                                      <p:tavLst>
                                        <p:tav tm="0">
                                          <p:val>
                                            <p:strVal val="#ppt_x"/>
                                          </p:val>
                                        </p:tav>
                                        <p:tav tm="100000">
                                          <p:val>
                                            <p:strVal val="#ppt_x"/>
                                          </p:val>
                                        </p:tav>
                                      </p:tavLst>
                                    </p:anim>
                                    <p:anim calcmode="lin" valueType="num">
                                      <p:cBhvr additive="base">
                                        <p:cTn id="20" dur="500" fill="hold"/>
                                        <p:tgtEl>
                                          <p:spTgt spid="401411">
                                            <p:txEl>
                                              <p:pRg st="1" end="1"/>
                                            </p:txEl>
                                          </p:spTgt>
                                        </p:tgtEl>
                                        <p:attrNameLst>
                                          <p:attrName>ppt_y</p:attrName>
                                        </p:attrNameLst>
                                      </p:cBhvr>
                                      <p:tavLst>
                                        <p:tav tm="0">
                                          <p:val>
                                            <p:strVal val="1+#ppt_h/2"/>
                                          </p:val>
                                        </p:tav>
                                        <p:tav tm="100000">
                                          <p:val>
                                            <p:strVal val="#ppt_y"/>
                                          </p:val>
                                        </p:tav>
                                      </p:tavLst>
                                    </p:anim>
                                  </p:childTnLst>
                                </p:cTn>
                              </p:par>
                            </p:childTnLst>
                          </p:cTn>
                        </p:par>
                      </p:childTnLst>
                    </p:cTn>
                  </p:par>
                  <p:par>
                    <p:cTn id="21" fill="hold">
                      <p:stCondLst>
                        <p:cond delay="indefinite"/>
                      </p:stCondLst>
                      <p:childTnLst>
                        <p:par>
                          <p:cTn id="22" fill="hold">
                            <p:stCondLst>
                              <p:cond delay="0"/>
                            </p:stCondLst>
                            <p:childTnLst>
                              <p:par>
                                <p:cTn id="23" presetID="2" presetClass="entr" presetSubtype="4" fill="hold" nodeType="clickEffect">
                                  <p:stCondLst>
                                    <p:cond delay="0"/>
                                  </p:stCondLst>
                                  <p:childTnLst>
                                    <p:set>
                                      <p:cBhvr>
                                        <p:cTn id="24" dur="1" fill="hold">
                                          <p:stCondLst>
                                            <p:cond delay="0"/>
                                          </p:stCondLst>
                                        </p:cTn>
                                        <p:tgtEl>
                                          <p:spTgt spid="401411">
                                            <p:txEl>
                                              <p:pRg st="2" end="2"/>
                                            </p:txEl>
                                          </p:spTgt>
                                        </p:tgtEl>
                                        <p:attrNameLst>
                                          <p:attrName>style.visibility</p:attrName>
                                        </p:attrNameLst>
                                      </p:cBhvr>
                                      <p:to>
                                        <p:strVal val="visible"/>
                                      </p:to>
                                    </p:set>
                                    <p:anim calcmode="lin" valueType="num">
                                      <p:cBhvr additive="base">
                                        <p:cTn id="25" dur="500" fill="hold"/>
                                        <p:tgtEl>
                                          <p:spTgt spid="401411">
                                            <p:txEl>
                                              <p:pRg st="2" end="2"/>
                                            </p:txEl>
                                          </p:spTgt>
                                        </p:tgtEl>
                                        <p:attrNameLst>
                                          <p:attrName>ppt_x</p:attrName>
                                        </p:attrNameLst>
                                      </p:cBhvr>
                                      <p:tavLst>
                                        <p:tav tm="0">
                                          <p:val>
                                            <p:strVal val="#ppt_x"/>
                                          </p:val>
                                        </p:tav>
                                        <p:tav tm="100000">
                                          <p:val>
                                            <p:strVal val="#ppt_x"/>
                                          </p:val>
                                        </p:tav>
                                      </p:tavLst>
                                    </p:anim>
                                    <p:anim calcmode="lin" valueType="num">
                                      <p:cBhvr additive="base">
                                        <p:cTn id="26" dur="500" fill="hold"/>
                                        <p:tgtEl>
                                          <p:spTgt spid="401411">
                                            <p:txEl>
                                              <p:pRg st="2" end="2"/>
                                            </p:txEl>
                                          </p:spTgt>
                                        </p:tgtEl>
                                        <p:attrNameLst>
                                          <p:attrName>ppt_y</p:attrName>
                                        </p:attrNameLst>
                                      </p:cBhvr>
                                      <p:tavLst>
                                        <p:tav tm="0">
                                          <p:val>
                                            <p:strVal val="1+#ppt_h/2"/>
                                          </p:val>
                                        </p:tav>
                                        <p:tav tm="100000">
                                          <p:val>
                                            <p:strVal val="#ppt_y"/>
                                          </p:val>
                                        </p:tav>
                                      </p:tavLst>
                                    </p:anim>
                                  </p:childTnLst>
                                </p:cTn>
                              </p:par>
                            </p:childTnLst>
                          </p:cTn>
                        </p:par>
                      </p:childTnLst>
                    </p:cTn>
                  </p:par>
                  <p:par>
                    <p:cTn id="27" fill="hold">
                      <p:stCondLst>
                        <p:cond delay="indefinite"/>
                      </p:stCondLst>
                      <p:childTnLst>
                        <p:par>
                          <p:cTn id="28" fill="hold">
                            <p:stCondLst>
                              <p:cond delay="0"/>
                            </p:stCondLst>
                            <p:childTnLst>
                              <p:par>
                                <p:cTn id="29" presetID="2" presetClass="entr" presetSubtype="4" fill="hold" nodeType="clickEffect">
                                  <p:stCondLst>
                                    <p:cond delay="0"/>
                                  </p:stCondLst>
                                  <p:childTnLst>
                                    <p:set>
                                      <p:cBhvr>
                                        <p:cTn id="30" dur="1" fill="hold">
                                          <p:stCondLst>
                                            <p:cond delay="0"/>
                                          </p:stCondLst>
                                        </p:cTn>
                                        <p:tgtEl>
                                          <p:spTgt spid="401411">
                                            <p:txEl>
                                              <p:pRg st="3" end="3"/>
                                            </p:txEl>
                                          </p:spTgt>
                                        </p:tgtEl>
                                        <p:attrNameLst>
                                          <p:attrName>style.visibility</p:attrName>
                                        </p:attrNameLst>
                                      </p:cBhvr>
                                      <p:to>
                                        <p:strVal val="visible"/>
                                      </p:to>
                                    </p:set>
                                    <p:anim calcmode="lin" valueType="num">
                                      <p:cBhvr additive="base">
                                        <p:cTn id="31" dur="500" fill="hold"/>
                                        <p:tgtEl>
                                          <p:spTgt spid="401411">
                                            <p:txEl>
                                              <p:pRg st="3" end="3"/>
                                            </p:txEl>
                                          </p:spTgt>
                                        </p:tgtEl>
                                        <p:attrNameLst>
                                          <p:attrName>ppt_x</p:attrName>
                                        </p:attrNameLst>
                                      </p:cBhvr>
                                      <p:tavLst>
                                        <p:tav tm="0">
                                          <p:val>
                                            <p:strVal val="#ppt_x"/>
                                          </p:val>
                                        </p:tav>
                                        <p:tav tm="100000">
                                          <p:val>
                                            <p:strVal val="#ppt_x"/>
                                          </p:val>
                                        </p:tav>
                                      </p:tavLst>
                                    </p:anim>
                                    <p:anim calcmode="lin" valueType="num">
                                      <p:cBhvr additive="base">
                                        <p:cTn id="32" dur="500" fill="hold"/>
                                        <p:tgtEl>
                                          <p:spTgt spid="401411">
                                            <p:txEl>
                                              <p:pRg st="3" end="3"/>
                                            </p:txEl>
                                          </p:spTgt>
                                        </p:tgtEl>
                                        <p:attrNameLst>
                                          <p:attrName>ppt_y</p:attrName>
                                        </p:attrNameLst>
                                      </p:cBhvr>
                                      <p:tavLst>
                                        <p:tav tm="0">
                                          <p:val>
                                            <p:strVal val="1+#ppt_h/2"/>
                                          </p:val>
                                        </p:tav>
                                        <p:tav tm="100000">
                                          <p:val>
                                            <p:strVal val="#ppt_y"/>
                                          </p:val>
                                        </p:tav>
                                      </p:tavLst>
                                    </p:anim>
                                  </p:childTnLst>
                                </p:cTn>
                              </p:par>
                            </p:childTnLst>
                          </p:cTn>
                        </p:par>
                      </p:childTnLst>
                    </p:cTn>
                  </p:par>
                  <p:par>
                    <p:cTn id="33" fill="hold">
                      <p:stCondLst>
                        <p:cond delay="indefinite"/>
                      </p:stCondLst>
                      <p:childTnLst>
                        <p:par>
                          <p:cTn id="34" fill="hold">
                            <p:stCondLst>
                              <p:cond delay="0"/>
                            </p:stCondLst>
                            <p:childTnLst>
                              <p:par>
                                <p:cTn id="35" presetID="2" presetClass="entr" presetSubtype="4" fill="hold" nodeType="clickEffect">
                                  <p:stCondLst>
                                    <p:cond delay="0"/>
                                  </p:stCondLst>
                                  <p:childTnLst>
                                    <p:set>
                                      <p:cBhvr>
                                        <p:cTn id="36" dur="1" fill="hold">
                                          <p:stCondLst>
                                            <p:cond delay="0"/>
                                          </p:stCondLst>
                                        </p:cTn>
                                        <p:tgtEl>
                                          <p:spTgt spid="401411">
                                            <p:txEl>
                                              <p:pRg st="4" end="4"/>
                                            </p:txEl>
                                          </p:spTgt>
                                        </p:tgtEl>
                                        <p:attrNameLst>
                                          <p:attrName>style.visibility</p:attrName>
                                        </p:attrNameLst>
                                      </p:cBhvr>
                                      <p:to>
                                        <p:strVal val="visible"/>
                                      </p:to>
                                    </p:set>
                                    <p:anim calcmode="lin" valueType="num">
                                      <p:cBhvr additive="base">
                                        <p:cTn id="37" dur="500" fill="hold"/>
                                        <p:tgtEl>
                                          <p:spTgt spid="401411">
                                            <p:txEl>
                                              <p:pRg st="4" end="4"/>
                                            </p:txEl>
                                          </p:spTgt>
                                        </p:tgtEl>
                                        <p:attrNameLst>
                                          <p:attrName>ppt_x</p:attrName>
                                        </p:attrNameLst>
                                      </p:cBhvr>
                                      <p:tavLst>
                                        <p:tav tm="0">
                                          <p:val>
                                            <p:strVal val="#ppt_x"/>
                                          </p:val>
                                        </p:tav>
                                        <p:tav tm="100000">
                                          <p:val>
                                            <p:strVal val="#ppt_x"/>
                                          </p:val>
                                        </p:tav>
                                      </p:tavLst>
                                    </p:anim>
                                    <p:anim calcmode="lin" valueType="num">
                                      <p:cBhvr additive="base">
                                        <p:cTn id="38" dur="500" fill="hold"/>
                                        <p:tgtEl>
                                          <p:spTgt spid="401411">
                                            <p:txEl>
                                              <p:pRg st="4" end="4"/>
                                            </p:txEl>
                                          </p:spTgt>
                                        </p:tgtEl>
                                        <p:attrNameLst>
                                          <p:attrName>ppt_y</p:attrName>
                                        </p:attrNameLst>
                                      </p:cBhvr>
                                      <p:tavLst>
                                        <p:tav tm="0">
                                          <p:val>
                                            <p:strVal val="1+#ppt_h/2"/>
                                          </p:val>
                                        </p:tav>
                                        <p:tav tm="100000">
                                          <p:val>
                                            <p:strVal val="#ppt_y"/>
                                          </p:val>
                                        </p:tav>
                                      </p:tavLst>
                                    </p:anim>
                                  </p:childTnLst>
                                </p:cTn>
                              </p:par>
                              <p:par>
                                <p:cTn id="39" presetID="2" presetClass="entr" presetSubtype="4" fill="hold" nodeType="withEffect">
                                  <p:stCondLst>
                                    <p:cond delay="0"/>
                                  </p:stCondLst>
                                  <p:childTnLst>
                                    <p:set>
                                      <p:cBhvr>
                                        <p:cTn id="40" dur="1" fill="hold">
                                          <p:stCondLst>
                                            <p:cond delay="0"/>
                                          </p:stCondLst>
                                        </p:cTn>
                                        <p:tgtEl>
                                          <p:spTgt spid="401411">
                                            <p:txEl>
                                              <p:pRg st="5" end="5"/>
                                            </p:txEl>
                                          </p:spTgt>
                                        </p:tgtEl>
                                        <p:attrNameLst>
                                          <p:attrName>style.visibility</p:attrName>
                                        </p:attrNameLst>
                                      </p:cBhvr>
                                      <p:to>
                                        <p:strVal val="visible"/>
                                      </p:to>
                                    </p:set>
                                    <p:anim calcmode="lin" valueType="num">
                                      <p:cBhvr additive="base">
                                        <p:cTn id="41" dur="500" fill="hold"/>
                                        <p:tgtEl>
                                          <p:spTgt spid="401411">
                                            <p:txEl>
                                              <p:pRg st="5" end="5"/>
                                            </p:txEl>
                                          </p:spTgt>
                                        </p:tgtEl>
                                        <p:attrNameLst>
                                          <p:attrName>ppt_x</p:attrName>
                                        </p:attrNameLst>
                                      </p:cBhvr>
                                      <p:tavLst>
                                        <p:tav tm="0">
                                          <p:val>
                                            <p:strVal val="#ppt_x"/>
                                          </p:val>
                                        </p:tav>
                                        <p:tav tm="100000">
                                          <p:val>
                                            <p:strVal val="#ppt_x"/>
                                          </p:val>
                                        </p:tav>
                                      </p:tavLst>
                                    </p:anim>
                                    <p:anim calcmode="lin" valueType="num">
                                      <p:cBhvr additive="base">
                                        <p:cTn id="42" dur="500" fill="hold"/>
                                        <p:tgtEl>
                                          <p:spTgt spid="401411">
                                            <p:txEl>
                                              <p:pRg st="5" end="5"/>
                                            </p:txEl>
                                          </p:spTgt>
                                        </p:tgtEl>
                                        <p:attrNameLst>
                                          <p:attrName>ppt_y</p:attrName>
                                        </p:attrNameLst>
                                      </p:cBhvr>
                                      <p:tavLst>
                                        <p:tav tm="0">
                                          <p:val>
                                            <p:strVal val="1+#ppt_h/2"/>
                                          </p:val>
                                        </p:tav>
                                        <p:tav tm="100000">
                                          <p:val>
                                            <p:strVal val="#ppt_y"/>
                                          </p:val>
                                        </p:tav>
                                      </p:tavLst>
                                    </p:anim>
                                  </p:childTnLst>
                                </p:cTn>
                              </p:par>
                              <p:par>
                                <p:cTn id="43" presetID="2" presetClass="entr" presetSubtype="4" fill="hold" nodeType="withEffect">
                                  <p:stCondLst>
                                    <p:cond delay="0"/>
                                  </p:stCondLst>
                                  <p:childTnLst>
                                    <p:set>
                                      <p:cBhvr>
                                        <p:cTn id="44" dur="1" fill="hold">
                                          <p:stCondLst>
                                            <p:cond delay="0"/>
                                          </p:stCondLst>
                                        </p:cTn>
                                        <p:tgtEl>
                                          <p:spTgt spid="401411">
                                            <p:txEl>
                                              <p:pRg st="6" end="6"/>
                                            </p:txEl>
                                          </p:spTgt>
                                        </p:tgtEl>
                                        <p:attrNameLst>
                                          <p:attrName>style.visibility</p:attrName>
                                        </p:attrNameLst>
                                      </p:cBhvr>
                                      <p:to>
                                        <p:strVal val="visible"/>
                                      </p:to>
                                    </p:set>
                                    <p:anim calcmode="lin" valueType="num">
                                      <p:cBhvr additive="base">
                                        <p:cTn id="45" dur="500" fill="hold"/>
                                        <p:tgtEl>
                                          <p:spTgt spid="401411">
                                            <p:txEl>
                                              <p:pRg st="6" end="6"/>
                                            </p:txEl>
                                          </p:spTgt>
                                        </p:tgtEl>
                                        <p:attrNameLst>
                                          <p:attrName>ppt_x</p:attrName>
                                        </p:attrNameLst>
                                      </p:cBhvr>
                                      <p:tavLst>
                                        <p:tav tm="0">
                                          <p:val>
                                            <p:strVal val="#ppt_x"/>
                                          </p:val>
                                        </p:tav>
                                        <p:tav tm="100000">
                                          <p:val>
                                            <p:strVal val="#ppt_x"/>
                                          </p:val>
                                        </p:tav>
                                      </p:tavLst>
                                    </p:anim>
                                    <p:anim calcmode="lin" valueType="num">
                                      <p:cBhvr additive="base">
                                        <p:cTn id="46" dur="500" fill="hold"/>
                                        <p:tgtEl>
                                          <p:spTgt spid="401411">
                                            <p:txEl>
                                              <p:pRg st="6" end="6"/>
                                            </p:txEl>
                                          </p:spTgt>
                                        </p:tgtEl>
                                        <p:attrNameLst>
                                          <p:attrName>ppt_y</p:attrName>
                                        </p:attrNameLst>
                                      </p:cBhvr>
                                      <p:tavLst>
                                        <p:tav tm="0">
                                          <p:val>
                                            <p:strVal val="1+#ppt_h/2"/>
                                          </p:val>
                                        </p:tav>
                                        <p:tav tm="100000">
                                          <p:val>
                                            <p:strVal val="#ppt_y"/>
                                          </p:val>
                                        </p:tav>
                                      </p:tavLst>
                                    </p:anim>
                                  </p:childTnLst>
                                </p:cTn>
                              </p:par>
                              <p:par>
                                <p:cTn id="47" presetID="2" presetClass="entr" presetSubtype="4" fill="hold" nodeType="withEffect">
                                  <p:stCondLst>
                                    <p:cond delay="0"/>
                                  </p:stCondLst>
                                  <p:childTnLst>
                                    <p:set>
                                      <p:cBhvr>
                                        <p:cTn id="48" dur="1" fill="hold">
                                          <p:stCondLst>
                                            <p:cond delay="0"/>
                                          </p:stCondLst>
                                        </p:cTn>
                                        <p:tgtEl>
                                          <p:spTgt spid="401411">
                                            <p:txEl>
                                              <p:pRg st="7" end="7"/>
                                            </p:txEl>
                                          </p:spTgt>
                                        </p:tgtEl>
                                        <p:attrNameLst>
                                          <p:attrName>style.visibility</p:attrName>
                                        </p:attrNameLst>
                                      </p:cBhvr>
                                      <p:to>
                                        <p:strVal val="visible"/>
                                      </p:to>
                                    </p:set>
                                    <p:anim calcmode="lin" valueType="num">
                                      <p:cBhvr additive="base">
                                        <p:cTn id="49" dur="500" fill="hold"/>
                                        <p:tgtEl>
                                          <p:spTgt spid="401411">
                                            <p:txEl>
                                              <p:pRg st="7" end="7"/>
                                            </p:txEl>
                                          </p:spTgt>
                                        </p:tgtEl>
                                        <p:attrNameLst>
                                          <p:attrName>ppt_x</p:attrName>
                                        </p:attrNameLst>
                                      </p:cBhvr>
                                      <p:tavLst>
                                        <p:tav tm="0">
                                          <p:val>
                                            <p:strVal val="#ppt_x"/>
                                          </p:val>
                                        </p:tav>
                                        <p:tav tm="100000">
                                          <p:val>
                                            <p:strVal val="#ppt_x"/>
                                          </p:val>
                                        </p:tav>
                                      </p:tavLst>
                                    </p:anim>
                                    <p:anim calcmode="lin" valueType="num">
                                      <p:cBhvr additive="base">
                                        <p:cTn id="50" dur="500" fill="hold"/>
                                        <p:tgtEl>
                                          <p:spTgt spid="401411">
                                            <p:txEl>
                                              <p:pRg st="7" end="7"/>
                                            </p:txEl>
                                          </p:spTgt>
                                        </p:tgtEl>
                                        <p:attrNameLst>
                                          <p:attrName>ppt_y</p:attrName>
                                        </p:attrNameLst>
                                      </p:cBhvr>
                                      <p:tavLst>
                                        <p:tav tm="0">
                                          <p:val>
                                            <p:strVal val="1+#ppt_h/2"/>
                                          </p:val>
                                        </p:tav>
                                        <p:tav tm="100000">
                                          <p:val>
                                            <p:strVal val="#ppt_y"/>
                                          </p:val>
                                        </p:tav>
                                      </p:tavLst>
                                    </p:anim>
                                  </p:childTnLst>
                                </p:cTn>
                              </p:par>
                            </p:childTnLst>
                          </p:cTn>
                        </p:par>
                      </p:childTnLst>
                    </p:cTn>
                  </p:par>
                  <p:par>
                    <p:cTn id="51" fill="hold">
                      <p:stCondLst>
                        <p:cond delay="indefinite"/>
                      </p:stCondLst>
                      <p:childTnLst>
                        <p:par>
                          <p:cTn id="52" fill="hold">
                            <p:stCondLst>
                              <p:cond delay="0"/>
                            </p:stCondLst>
                            <p:childTnLst>
                              <p:par>
                                <p:cTn id="53" presetID="2" presetClass="entr" presetSubtype="4" fill="hold" nodeType="clickEffect">
                                  <p:stCondLst>
                                    <p:cond delay="0"/>
                                  </p:stCondLst>
                                  <p:childTnLst>
                                    <p:set>
                                      <p:cBhvr>
                                        <p:cTn id="54" dur="1" fill="hold">
                                          <p:stCondLst>
                                            <p:cond delay="0"/>
                                          </p:stCondLst>
                                        </p:cTn>
                                        <p:tgtEl>
                                          <p:spTgt spid="401411">
                                            <p:txEl>
                                              <p:pRg st="8" end="8"/>
                                            </p:txEl>
                                          </p:spTgt>
                                        </p:tgtEl>
                                        <p:attrNameLst>
                                          <p:attrName>style.visibility</p:attrName>
                                        </p:attrNameLst>
                                      </p:cBhvr>
                                      <p:to>
                                        <p:strVal val="visible"/>
                                      </p:to>
                                    </p:set>
                                    <p:anim calcmode="lin" valueType="num">
                                      <p:cBhvr additive="base">
                                        <p:cTn id="55" dur="500" fill="hold"/>
                                        <p:tgtEl>
                                          <p:spTgt spid="401411">
                                            <p:txEl>
                                              <p:pRg st="8" end="8"/>
                                            </p:txEl>
                                          </p:spTgt>
                                        </p:tgtEl>
                                        <p:attrNameLst>
                                          <p:attrName>ppt_x</p:attrName>
                                        </p:attrNameLst>
                                      </p:cBhvr>
                                      <p:tavLst>
                                        <p:tav tm="0">
                                          <p:val>
                                            <p:strVal val="#ppt_x"/>
                                          </p:val>
                                        </p:tav>
                                        <p:tav tm="100000">
                                          <p:val>
                                            <p:strVal val="#ppt_x"/>
                                          </p:val>
                                        </p:tav>
                                      </p:tavLst>
                                    </p:anim>
                                    <p:anim calcmode="lin" valueType="num">
                                      <p:cBhvr additive="base">
                                        <p:cTn id="56" dur="500" fill="hold"/>
                                        <p:tgtEl>
                                          <p:spTgt spid="401411">
                                            <p:txEl>
                                              <p:pRg st="8" end="8"/>
                                            </p:txEl>
                                          </p:spTgt>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01412" grpId="0"/>
    </p:bldLst>
  </p:timing>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7650" name="标题 1"/>
          <p:cNvSpPr>
            <a:spLocks noGrp="1"/>
          </p:cNvSpPr>
          <p:nvPr>
            <p:ph type="title"/>
          </p:nvPr>
        </p:nvSpPr>
        <p:spPr/>
        <p:txBody>
          <a:bodyPr/>
          <a:lstStyle/>
          <a:p>
            <a:r>
              <a:rPr lang="zh-CN" altLang="en-US" smtClean="0"/>
              <a:t>找目标</a:t>
            </a:r>
          </a:p>
        </p:txBody>
      </p:sp>
      <p:sp>
        <p:nvSpPr>
          <p:cNvPr id="27651" name="内容占位符 2"/>
          <p:cNvSpPr>
            <a:spLocks noGrp="1"/>
          </p:cNvSpPr>
          <p:nvPr>
            <p:ph idx="1"/>
          </p:nvPr>
        </p:nvSpPr>
        <p:spPr>
          <a:xfrm>
            <a:off x="0" y="1554480"/>
            <a:ext cx="8943975" cy="4691380"/>
          </a:xfrm>
        </p:spPr>
        <p:txBody>
          <a:bodyPr/>
          <a:lstStyle/>
          <a:p>
            <a:r>
              <a:rPr lang="zh-CN" altLang="en-US" smtClean="0"/>
              <a:t>如何找网络上的一台主机或联网设备？</a:t>
            </a:r>
          </a:p>
          <a:p>
            <a:pPr lvl="1"/>
            <a:r>
              <a:rPr lang="zh-CN" altLang="en-US" smtClean="0"/>
              <a:t>目前人们都认为谷歌是最强劲的搜索引擎，但Shodan才是</a:t>
            </a:r>
            <a:r>
              <a:rPr lang="zh-CN" altLang="en-US" smtClean="0">
                <a:solidFill>
                  <a:srgbClr val="FF0000"/>
                </a:solidFill>
              </a:rPr>
              <a:t>互联网上最可怕的搜索引擎</a:t>
            </a:r>
            <a:r>
              <a:rPr lang="zh-CN" altLang="en-US" smtClean="0"/>
              <a:t>。</a:t>
            </a:r>
          </a:p>
          <a:p>
            <a:pPr lvl="1"/>
            <a:r>
              <a:rPr lang="zh-CN" altLang="en-US" smtClean="0"/>
              <a:t>与谷歌不同的是，Shodan不是在网上搜索网址，而是直接进入互联网的背后通道。Shodan可以说是一款“黑暗”谷歌，一刻不停的在寻找着所有和互联网关联的服务器、摄像头、打印机、路由器等等。</a:t>
            </a:r>
          </a:p>
          <a:p>
            <a:pPr lvl="1"/>
            <a:r>
              <a:rPr lang="zh-CN" altLang="en-US" smtClean="0"/>
              <a:t>ZoomEye 是国内知道创宇（</a:t>
            </a:r>
            <a:r>
              <a:rPr lang="en-US" altLang="zh-CN" smtClean="0"/>
              <a:t>KNOWNSEC</a:t>
            </a:r>
            <a:r>
              <a:rPr lang="zh-CN" altLang="en-US" smtClean="0"/>
              <a:t>）推出的一款跟shodan类似的面向网络空间的搜索引擎。</a:t>
            </a:r>
          </a:p>
        </p:txBody>
      </p:sp>
    </p:spTree>
  </p:cSld>
  <p:clrMapOvr>
    <a:masterClrMapping/>
  </p:clrMapOvr>
  <p:timing>
    <p:tnLst>
      <p:par>
        <p:cTn id="1" dur="indefinite" restart="never" nodeType="tmRoot"/>
      </p:par>
    </p:tnLst>
  </p:timing>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7650" name="标题 1"/>
          <p:cNvSpPr>
            <a:spLocks noGrp="1"/>
          </p:cNvSpPr>
          <p:nvPr>
            <p:ph type="title"/>
          </p:nvPr>
        </p:nvSpPr>
        <p:spPr/>
        <p:txBody>
          <a:bodyPr/>
          <a:lstStyle/>
          <a:p>
            <a:r>
              <a:rPr lang="en-US" altLang="zh-CN" smtClean="0"/>
              <a:t>What is Shodan?</a:t>
            </a:r>
          </a:p>
        </p:txBody>
      </p:sp>
      <p:sp>
        <p:nvSpPr>
          <p:cNvPr id="27651" name="内容占位符 2"/>
          <p:cNvSpPr>
            <a:spLocks noGrp="1"/>
          </p:cNvSpPr>
          <p:nvPr>
            <p:ph idx="1"/>
          </p:nvPr>
        </p:nvSpPr>
        <p:spPr>
          <a:xfrm>
            <a:off x="405130" y="1101725"/>
            <a:ext cx="8538845" cy="4114800"/>
          </a:xfrm>
        </p:spPr>
        <p:txBody>
          <a:bodyPr/>
          <a:lstStyle/>
          <a:p>
            <a:r>
              <a:rPr lang="zh-CN" altLang="en-US" dirty="0" smtClean="0"/>
              <a:t>Shodan is </a:t>
            </a:r>
            <a:r>
              <a:rPr lang="zh-CN" altLang="en-US" dirty="0" smtClean="0">
                <a:solidFill>
                  <a:srgbClr val="FF0000"/>
                </a:solidFill>
              </a:rPr>
              <a:t>a search engine for Internet-connected devices</a:t>
            </a:r>
            <a:r>
              <a:rPr lang="zh-CN" altLang="en-US" dirty="0" smtClean="0"/>
              <a:t>. Web search engines, such as Google and Bing, are great for finding websites. But what if you're interested in measuring which countries are becoming more connected? Or if you want to know which version of Microsoft IIS is the most popular? Or you want to find the control servers for malware? Maybe a new vulnerability came out and you want to see how many hosts it could affect? Traditional web search engines don't let you answer those questions.</a:t>
            </a:r>
          </a:p>
        </p:txBody>
      </p:sp>
    </p:spTree>
  </p:cSld>
  <p:clrMapOvr>
    <a:masterClrMapping/>
  </p:clrMapOvr>
  <p:timing>
    <p:tnLst>
      <p:par>
        <p:cTn id="1" dur="indefinite" restart="never" nodeType="tmRoot"/>
      </p:par>
    </p:tnLst>
  </p:timing>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7650" name="标题 1"/>
          <p:cNvSpPr>
            <a:spLocks noGrp="1"/>
          </p:cNvSpPr>
          <p:nvPr>
            <p:ph type="title"/>
          </p:nvPr>
        </p:nvSpPr>
        <p:spPr/>
        <p:txBody>
          <a:bodyPr/>
          <a:lstStyle/>
          <a:p>
            <a:r>
              <a:rPr lang="en-US" altLang="zh-CN" smtClean="0"/>
              <a:t>What is Shodan?</a:t>
            </a:r>
          </a:p>
        </p:txBody>
      </p:sp>
      <p:sp>
        <p:nvSpPr>
          <p:cNvPr id="27651" name="内容占位符 2"/>
          <p:cNvSpPr>
            <a:spLocks noGrp="1"/>
          </p:cNvSpPr>
          <p:nvPr>
            <p:ph idx="1"/>
          </p:nvPr>
        </p:nvSpPr>
        <p:spPr>
          <a:xfrm>
            <a:off x="405130" y="1265555"/>
            <a:ext cx="8538845" cy="4114800"/>
          </a:xfrm>
        </p:spPr>
        <p:txBody>
          <a:bodyPr/>
          <a:lstStyle/>
          <a:p>
            <a:r>
              <a:rPr lang="zh-CN" altLang="en-US" dirty="0" smtClean="0"/>
              <a:t>Shodan </a:t>
            </a:r>
            <a:r>
              <a:rPr lang="zh-CN" altLang="en-US" dirty="0" smtClean="0">
                <a:solidFill>
                  <a:srgbClr val="FF0000"/>
                </a:solidFill>
              </a:rPr>
              <a:t>gathers information about all devices directly connected to the Internet</a:t>
            </a:r>
            <a:r>
              <a:rPr lang="zh-CN" altLang="en-US" dirty="0" smtClean="0"/>
              <a:t>. If a device is directly hooked up to the Internet then Shodan queries it for various publicly-available information. The types of devices that are indexed can vary tremendously: ranging from small desktops up to nuclear power plants and everything in between.</a:t>
            </a:r>
          </a:p>
        </p:txBody>
      </p:sp>
    </p:spTree>
  </p:cSld>
  <p:clrMapOvr>
    <a:masterClrMapping/>
  </p:clrMapOvr>
  <p:timing>
    <p:tnLst>
      <p:par>
        <p:cTn id="1" dur="indefinite" restart="never" nodeType="tmRoot"/>
      </p:par>
    </p:tnLst>
  </p:timing>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7650" name="标题 1"/>
          <p:cNvSpPr>
            <a:spLocks noGrp="1"/>
          </p:cNvSpPr>
          <p:nvPr>
            <p:ph type="title"/>
          </p:nvPr>
        </p:nvSpPr>
        <p:spPr/>
        <p:txBody>
          <a:bodyPr/>
          <a:lstStyle/>
          <a:p>
            <a:r>
              <a:rPr lang="en-US" altLang="zh-CN" smtClean="0"/>
              <a:t>What is Shodan?</a:t>
            </a:r>
          </a:p>
        </p:txBody>
      </p:sp>
      <p:sp>
        <p:nvSpPr>
          <p:cNvPr id="27651" name="内容占位符 2"/>
          <p:cNvSpPr>
            <a:spLocks noGrp="1"/>
          </p:cNvSpPr>
          <p:nvPr>
            <p:ph idx="1"/>
          </p:nvPr>
        </p:nvSpPr>
        <p:spPr>
          <a:xfrm>
            <a:off x="405130" y="1265555"/>
            <a:ext cx="8538845" cy="4114800"/>
          </a:xfrm>
        </p:spPr>
        <p:txBody>
          <a:bodyPr/>
          <a:lstStyle/>
          <a:p>
            <a:r>
              <a:rPr lang="zh-CN" altLang="en-US" dirty="0" smtClean="0"/>
              <a:t>So what does Shodan index then? The bulk of the data is taken from </a:t>
            </a:r>
            <a:r>
              <a:rPr lang="zh-CN" altLang="en-US" dirty="0" smtClean="0">
                <a:solidFill>
                  <a:srgbClr val="FF0000"/>
                </a:solidFill>
              </a:rPr>
              <a:t>banners</a:t>
            </a:r>
            <a:r>
              <a:rPr lang="zh-CN" altLang="en-US" dirty="0" smtClean="0"/>
              <a:t>, which are metadata about a software that's running on a device. This can be information about the server software, what options the service supports, a welcome message or anything else that the client would like to know before interacting with the server. </a:t>
            </a:r>
          </a:p>
        </p:txBody>
      </p:sp>
    </p:spTree>
  </p:cSld>
  <p:clrMapOvr>
    <a:masterClrMapping/>
  </p:clrMapOvr>
  <p:timing>
    <p:tnLst>
      <p:par>
        <p:cTn id="1" dur="indefinite" restart="never" nodeType="tmRoot"/>
      </p:par>
    </p:tnLst>
  </p:timing>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8674" name="标题 1"/>
          <p:cNvSpPr>
            <a:spLocks noGrp="1"/>
          </p:cNvSpPr>
          <p:nvPr>
            <p:ph type="title"/>
          </p:nvPr>
        </p:nvSpPr>
        <p:spPr/>
        <p:txBody>
          <a:bodyPr/>
          <a:lstStyle/>
          <a:p>
            <a:r>
              <a:rPr lang="en-US" altLang="zh-CN" smtClean="0"/>
              <a:t>Shodan</a:t>
            </a:r>
            <a:endParaRPr lang="zh-CN" altLang="en-US" smtClean="0"/>
          </a:p>
        </p:txBody>
      </p:sp>
      <p:sp>
        <p:nvSpPr>
          <p:cNvPr id="28675" name="内容占位符 2"/>
          <p:cNvSpPr>
            <a:spLocks noGrp="1"/>
          </p:cNvSpPr>
          <p:nvPr>
            <p:ph idx="1"/>
          </p:nvPr>
        </p:nvSpPr>
        <p:spPr/>
        <p:txBody>
          <a:bodyPr/>
          <a:lstStyle/>
          <a:p>
            <a:pPr marL="342900" lvl="1" indent="-342900">
              <a:lnSpc>
                <a:spcPct val="115000"/>
              </a:lnSpc>
              <a:spcAft>
                <a:spcPct val="10000"/>
              </a:spcAft>
              <a:buClr>
                <a:srgbClr val="FF0000"/>
              </a:buClr>
              <a:buFont typeface="Wingdings" panose="05000000000000000000" pitchFamily="2" charset="2"/>
              <a:buChar char="v"/>
            </a:pPr>
            <a:r>
              <a:rPr lang="zh-CN" altLang="en-US" smtClean="0"/>
              <a:t>联网设备搜索引擎</a:t>
            </a:r>
            <a:r>
              <a:rPr lang="en-US" altLang="zh-CN" smtClean="0"/>
              <a:t>(</a:t>
            </a:r>
            <a:r>
              <a:rPr lang="en-US" altLang="zh-CN" smtClean="0">
                <a:hlinkClick r:id="rId2"/>
              </a:rPr>
              <a:t>http://www.</a:t>
            </a:r>
            <a:r>
              <a:rPr lang="en-US" altLang="zh-CN" smtClean="0">
                <a:solidFill>
                  <a:srgbClr val="FF0000"/>
                </a:solidFill>
                <a:hlinkClick r:id="rId2"/>
              </a:rPr>
              <a:t>shodan</a:t>
            </a:r>
            <a:r>
              <a:rPr lang="en-US" altLang="zh-CN" smtClean="0">
                <a:hlinkClick r:id="rId2"/>
              </a:rPr>
              <a:t>.io</a:t>
            </a:r>
            <a:r>
              <a:rPr lang="en-US" altLang="zh-CN" smtClean="0"/>
              <a:t>)</a:t>
            </a:r>
          </a:p>
          <a:p>
            <a:endParaRPr lang="zh-CN" altLang="en-US" smtClean="0"/>
          </a:p>
        </p:txBody>
      </p:sp>
      <p:pic>
        <p:nvPicPr>
          <p:cNvPr id="28677" name="Picture 2"/>
          <p:cNvPicPr>
            <a:picLocks noChangeAspect="1" noChangeArrowheads="1"/>
          </p:cNvPicPr>
          <p:nvPr/>
        </p:nvPicPr>
        <p:blipFill>
          <a:blip r:embed="rId3" cstate="print"/>
          <a:srcRect/>
          <a:stretch>
            <a:fillRect/>
          </a:stretch>
        </p:blipFill>
        <p:spPr bwMode="auto">
          <a:xfrm>
            <a:off x="5929313" y="1785938"/>
            <a:ext cx="2743200" cy="2974975"/>
          </a:xfrm>
          <a:prstGeom prst="rect">
            <a:avLst/>
          </a:prstGeom>
          <a:noFill/>
          <a:ln w="9525">
            <a:noFill/>
            <a:miter lim="800000"/>
            <a:headEnd/>
            <a:tailEnd/>
          </a:ln>
        </p:spPr>
      </p:pic>
      <p:pic>
        <p:nvPicPr>
          <p:cNvPr id="28678" name="图片 1"/>
          <p:cNvPicPr>
            <a:picLocks noChangeAspect="1" noChangeArrowheads="1"/>
          </p:cNvPicPr>
          <p:nvPr/>
        </p:nvPicPr>
        <p:blipFill>
          <a:blip r:embed="rId4" cstate="print"/>
          <a:srcRect/>
          <a:stretch>
            <a:fillRect/>
          </a:stretch>
        </p:blipFill>
        <p:spPr bwMode="auto">
          <a:xfrm>
            <a:off x="428625" y="1857375"/>
            <a:ext cx="5280025" cy="2895600"/>
          </a:xfrm>
          <a:prstGeom prst="rect">
            <a:avLst/>
          </a:prstGeom>
          <a:noFill/>
          <a:ln w="9525">
            <a:noFill/>
            <a:miter lim="800000"/>
            <a:headEnd/>
            <a:tailEnd/>
          </a:ln>
        </p:spPr>
      </p:pic>
      <p:pic>
        <p:nvPicPr>
          <p:cNvPr id="7" name="图片 6" descr="shodan.jpg"/>
          <p:cNvPicPr>
            <a:picLocks noChangeAspect="1"/>
          </p:cNvPicPr>
          <p:nvPr/>
        </p:nvPicPr>
        <p:blipFill>
          <a:blip r:embed="rId5" cstate="print"/>
          <a:srcRect/>
          <a:stretch>
            <a:fillRect/>
          </a:stretch>
        </p:blipFill>
        <p:spPr bwMode="auto">
          <a:xfrm>
            <a:off x="0" y="1643063"/>
            <a:ext cx="9144000" cy="4894262"/>
          </a:xfrm>
          <a:prstGeom prst="rect">
            <a:avLst/>
          </a:prstGeom>
          <a:noFill/>
          <a:ln w="9525">
            <a:noFill/>
            <a:miter lim="800000"/>
            <a:headEnd/>
            <a:tailEnd/>
          </a:ln>
        </p:spPr>
      </p:pic>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55" presetClass="entr" presetSubtype="0" fill="hold" nodeType="clickEffect">
                                  <p:stCondLst>
                                    <p:cond delay="0"/>
                                  </p:stCondLst>
                                  <p:childTnLst>
                                    <p:set>
                                      <p:cBhvr>
                                        <p:cTn id="6" dur="1" fill="hold">
                                          <p:stCondLst>
                                            <p:cond delay="0"/>
                                          </p:stCondLst>
                                        </p:cTn>
                                        <p:tgtEl>
                                          <p:spTgt spid="7"/>
                                        </p:tgtEl>
                                        <p:attrNameLst>
                                          <p:attrName>style.visibility</p:attrName>
                                        </p:attrNameLst>
                                      </p:cBhvr>
                                      <p:to>
                                        <p:strVal val="visible"/>
                                      </p:to>
                                    </p:set>
                                    <p:anim calcmode="lin" valueType="num">
                                      <p:cBhvr>
                                        <p:cTn id="7" dur="1000" fill="hold"/>
                                        <p:tgtEl>
                                          <p:spTgt spid="7"/>
                                        </p:tgtEl>
                                        <p:attrNameLst>
                                          <p:attrName>ppt_w</p:attrName>
                                        </p:attrNameLst>
                                      </p:cBhvr>
                                      <p:tavLst>
                                        <p:tav tm="0">
                                          <p:val>
                                            <p:strVal val="#ppt_w*0.70"/>
                                          </p:val>
                                        </p:tav>
                                        <p:tav tm="100000">
                                          <p:val>
                                            <p:strVal val="#ppt_w"/>
                                          </p:val>
                                        </p:tav>
                                      </p:tavLst>
                                    </p:anim>
                                    <p:anim calcmode="lin" valueType="num">
                                      <p:cBhvr>
                                        <p:cTn id="8" dur="1000" fill="hold"/>
                                        <p:tgtEl>
                                          <p:spTgt spid="7"/>
                                        </p:tgtEl>
                                        <p:attrNameLst>
                                          <p:attrName>ppt_h</p:attrName>
                                        </p:attrNameLst>
                                      </p:cBhvr>
                                      <p:tavLst>
                                        <p:tav tm="0">
                                          <p:val>
                                            <p:strVal val="#ppt_h"/>
                                          </p:val>
                                        </p:tav>
                                        <p:tav tm="100000">
                                          <p:val>
                                            <p:strVal val="#ppt_h"/>
                                          </p:val>
                                        </p:tav>
                                      </p:tavLst>
                                    </p:anim>
                                    <p:animEffect transition="in" filter="fade">
                                      <p:cBhvr>
                                        <p:cTn id="9" dur="1000"/>
                                        <p:tgtEl>
                                          <p:spTgt spid="7"/>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9698" name="标题 1"/>
          <p:cNvSpPr>
            <a:spLocks noGrp="1"/>
          </p:cNvSpPr>
          <p:nvPr>
            <p:ph type="title"/>
          </p:nvPr>
        </p:nvSpPr>
        <p:spPr/>
        <p:txBody>
          <a:bodyPr/>
          <a:lstStyle/>
          <a:p>
            <a:r>
              <a:rPr lang="en-US" altLang="zh-CN" smtClean="0"/>
              <a:t>Shodan</a:t>
            </a:r>
            <a:endParaRPr lang="zh-CN" altLang="en-US" smtClean="0"/>
          </a:p>
        </p:txBody>
      </p:sp>
      <p:sp>
        <p:nvSpPr>
          <p:cNvPr id="29699" name="内容占位符 2"/>
          <p:cNvSpPr>
            <a:spLocks noGrp="1"/>
          </p:cNvSpPr>
          <p:nvPr>
            <p:ph idx="1"/>
          </p:nvPr>
        </p:nvSpPr>
        <p:spPr/>
        <p:txBody>
          <a:bodyPr/>
          <a:lstStyle/>
          <a:p>
            <a:pPr>
              <a:lnSpc>
                <a:spcPct val="150000"/>
              </a:lnSpc>
            </a:pPr>
            <a:r>
              <a:rPr lang="en-US" altLang="zh-CN" dirty="0" err="1" smtClean="0"/>
              <a:t>Shodan</a:t>
            </a:r>
            <a:r>
              <a:rPr lang="zh-CN" altLang="en-US" dirty="0" smtClean="0"/>
              <a:t>搜索对象分为网络设备、网络服务、网络系统、</a:t>
            </a:r>
            <a:r>
              <a:rPr lang="en-US" altLang="zh-CN" dirty="0" smtClean="0"/>
              <a:t>banner</a:t>
            </a:r>
            <a:r>
              <a:rPr lang="zh-CN" altLang="en-US" dirty="0" smtClean="0"/>
              <a:t>信息关键字四类</a:t>
            </a:r>
          </a:p>
        </p:txBody>
      </p:sp>
    </p:spTree>
  </p:cSld>
  <p:clrMapOvr>
    <a:masterClrMapping/>
  </p:clrMapOvr>
  <p:timing>
    <p:tnLst>
      <p:par>
        <p:cTn id="1" dur="indefinite" restart="never" nodeType="tmRoot"/>
      </p:par>
    </p:tnLst>
  </p:timing>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0722" name="标题 1"/>
          <p:cNvSpPr>
            <a:spLocks noGrp="1"/>
          </p:cNvSpPr>
          <p:nvPr>
            <p:ph type="title"/>
          </p:nvPr>
        </p:nvSpPr>
        <p:spPr/>
        <p:txBody>
          <a:bodyPr/>
          <a:lstStyle/>
          <a:p>
            <a:r>
              <a:rPr lang="en-US" altLang="zh-CN" smtClean="0"/>
              <a:t>Shodan</a:t>
            </a:r>
            <a:endParaRPr lang="zh-CN" altLang="en-US" smtClean="0"/>
          </a:p>
        </p:txBody>
      </p:sp>
      <p:sp>
        <p:nvSpPr>
          <p:cNvPr id="30723" name="内容占位符 2"/>
          <p:cNvSpPr>
            <a:spLocks noGrp="1"/>
          </p:cNvSpPr>
          <p:nvPr>
            <p:ph idx="1"/>
          </p:nvPr>
        </p:nvSpPr>
        <p:spPr>
          <a:xfrm>
            <a:off x="525463" y="1382712"/>
            <a:ext cx="7772400" cy="4618037"/>
          </a:xfrm>
        </p:spPr>
        <p:txBody>
          <a:bodyPr/>
          <a:lstStyle/>
          <a:p>
            <a:r>
              <a:rPr lang="zh-CN" altLang="en-US" sz="2400" dirty="0" smtClean="0">
                <a:solidFill>
                  <a:srgbClr val="FF0000"/>
                </a:solidFill>
              </a:rPr>
              <a:t>网络设备</a:t>
            </a:r>
            <a:r>
              <a:rPr lang="zh-CN" altLang="en-US" sz="2400" dirty="0" smtClean="0"/>
              <a:t>又分为网络连接设备和网络应用设备。</a:t>
            </a:r>
            <a:endParaRPr lang="en-US" altLang="zh-CN" sz="2400" dirty="0" smtClean="0"/>
          </a:p>
          <a:p>
            <a:pPr lvl="1"/>
            <a:r>
              <a:rPr lang="zh-CN" altLang="en-US" sz="2400" dirty="0" smtClean="0"/>
              <a:t>网络连接设备是指将网络各个部分连接成一个整体的设备，主要包括：主要包括</a:t>
            </a:r>
            <a:r>
              <a:rPr lang="en-US" altLang="zh-CN" sz="2400" dirty="0" smtClean="0"/>
              <a:t>Hub</a:t>
            </a:r>
            <a:r>
              <a:rPr lang="zh-CN" altLang="en-US" sz="2400" dirty="0" smtClean="0"/>
              <a:t>（集线器）、</a:t>
            </a:r>
            <a:r>
              <a:rPr lang="en-US" altLang="zh-CN" sz="2400" dirty="0" smtClean="0"/>
              <a:t>Modem</a:t>
            </a:r>
            <a:r>
              <a:rPr lang="zh-CN" altLang="en-US" sz="2400" dirty="0" smtClean="0"/>
              <a:t>（调制解调器）、</a:t>
            </a:r>
            <a:r>
              <a:rPr lang="en-US" altLang="zh-CN" sz="2400" dirty="0" smtClean="0"/>
              <a:t>Switch</a:t>
            </a:r>
            <a:r>
              <a:rPr lang="zh-CN" altLang="en-US" sz="2400" dirty="0" smtClean="0"/>
              <a:t>（交换机）、</a:t>
            </a:r>
            <a:r>
              <a:rPr lang="en-US" altLang="zh-CN" sz="2400" dirty="0" smtClean="0"/>
              <a:t>Router</a:t>
            </a:r>
            <a:r>
              <a:rPr lang="zh-CN" altLang="en-US" sz="2400" dirty="0" smtClean="0"/>
              <a:t>（路由器）、</a:t>
            </a:r>
            <a:r>
              <a:rPr lang="en-US" altLang="zh-CN" sz="2400" dirty="0" smtClean="0"/>
              <a:t>Gateway</a:t>
            </a:r>
            <a:r>
              <a:rPr lang="zh-CN" altLang="en-US" sz="2400" dirty="0" smtClean="0"/>
              <a:t>（网关）、</a:t>
            </a:r>
            <a:r>
              <a:rPr lang="en-US" altLang="zh-CN" sz="2400" dirty="0" smtClean="0"/>
              <a:t>Server</a:t>
            </a:r>
            <a:r>
              <a:rPr lang="zh-CN" altLang="en-US" sz="2400" dirty="0" smtClean="0"/>
              <a:t>（各种网络服务器）。</a:t>
            </a:r>
            <a:endParaRPr lang="en-US" altLang="zh-CN" sz="2400" dirty="0" smtClean="0"/>
          </a:p>
          <a:p>
            <a:pPr lvl="1"/>
            <a:r>
              <a:rPr lang="zh-CN" altLang="en-US" sz="2400" dirty="0" smtClean="0"/>
              <a:t>网络应用设备是指利用因特网提供的服务完成设计功能的设备，常见的有打印机、摄像头、数字电话、数字空调、智能电视以及工业生产领域大量使用的传感器、控制单元等。</a:t>
            </a:r>
          </a:p>
        </p:txBody>
      </p:sp>
    </p:spTree>
  </p:cSld>
  <p:clrMapOvr>
    <a:masterClrMapping/>
  </p:clrMapOvr>
  <p:timing>
    <p:tnLst>
      <p:par>
        <p:cTn id="1" dur="indefinite" restart="never" nodeType="tmRoot"/>
      </p:par>
    </p:tnLst>
  </p:timing>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1746" name="标题 1"/>
          <p:cNvSpPr>
            <a:spLocks noGrp="1"/>
          </p:cNvSpPr>
          <p:nvPr>
            <p:ph type="title"/>
          </p:nvPr>
        </p:nvSpPr>
        <p:spPr/>
        <p:txBody>
          <a:bodyPr/>
          <a:lstStyle/>
          <a:p>
            <a:r>
              <a:rPr lang="en-US" altLang="zh-CN" smtClean="0"/>
              <a:t>Shodan</a:t>
            </a:r>
            <a:endParaRPr lang="zh-CN" altLang="en-US" smtClean="0"/>
          </a:p>
        </p:txBody>
      </p:sp>
      <p:sp>
        <p:nvSpPr>
          <p:cNvPr id="31747" name="内容占位符 2"/>
          <p:cNvSpPr>
            <a:spLocks noGrp="1"/>
          </p:cNvSpPr>
          <p:nvPr>
            <p:ph idx="1"/>
          </p:nvPr>
        </p:nvSpPr>
        <p:spPr>
          <a:xfrm>
            <a:off x="611188" y="1373188"/>
            <a:ext cx="7772400" cy="4114800"/>
          </a:xfrm>
        </p:spPr>
        <p:txBody>
          <a:bodyPr/>
          <a:lstStyle/>
          <a:p>
            <a:r>
              <a:rPr lang="zh-CN" altLang="en-US" sz="2400" dirty="0" smtClean="0">
                <a:solidFill>
                  <a:srgbClr val="FF0000"/>
                </a:solidFill>
              </a:rPr>
              <a:t>网络服务</a:t>
            </a:r>
            <a:r>
              <a:rPr lang="zh-CN" altLang="en-US" sz="2400" dirty="0" smtClean="0"/>
              <a:t>是指网络提供的各种服务，如</a:t>
            </a:r>
            <a:r>
              <a:rPr lang="en-US" altLang="zh-CN" sz="2400" dirty="0" smtClean="0"/>
              <a:t>FTP</a:t>
            </a:r>
            <a:r>
              <a:rPr lang="zh-CN" altLang="en-US" sz="2400" dirty="0" smtClean="0"/>
              <a:t>、</a:t>
            </a:r>
            <a:r>
              <a:rPr lang="en-US" altLang="zh-CN" sz="2400" dirty="0" smtClean="0"/>
              <a:t>HTTP</a:t>
            </a:r>
            <a:r>
              <a:rPr lang="zh-CN" altLang="en-US" sz="2400" dirty="0" smtClean="0"/>
              <a:t>等</a:t>
            </a:r>
            <a:endParaRPr lang="en-US" altLang="zh-CN" sz="2400" dirty="0" smtClean="0"/>
          </a:p>
          <a:p>
            <a:r>
              <a:rPr lang="zh-CN" altLang="en-US" sz="2400" dirty="0" smtClean="0">
                <a:solidFill>
                  <a:srgbClr val="FF0000"/>
                </a:solidFill>
              </a:rPr>
              <a:t>网络系统</a:t>
            </a:r>
            <a:r>
              <a:rPr lang="zh-CN" altLang="en-US" sz="2400" dirty="0" smtClean="0"/>
              <a:t>包括：</a:t>
            </a:r>
            <a:endParaRPr lang="en-US" altLang="zh-CN" sz="2400" dirty="0" smtClean="0"/>
          </a:p>
          <a:p>
            <a:pPr lvl="1"/>
            <a:r>
              <a:rPr lang="zh-CN" altLang="en-US" sz="2400" dirty="0" smtClean="0"/>
              <a:t>操作系统（如</a:t>
            </a:r>
            <a:r>
              <a:rPr lang="en-US" altLang="zh-CN" sz="2400" dirty="0" smtClean="0"/>
              <a:t>Windows</a:t>
            </a:r>
            <a:r>
              <a:rPr lang="zh-CN" altLang="en-US" sz="2400" dirty="0" smtClean="0"/>
              <a:t>，</a:t>
            </a:r>
            <a:r>
              <a:rPr lang="en-US" altLang="zh-CN" sz="2400" dirty="0" smtClean="0"/>
              <a:t>Linux</a:t>
            </a:r>
            <a:r>
              <a:rPr lang="zh-CN" altLang="en-US" sz="2400" dirty="0" smtClean="0"/>
              <a:t>，</a:t>
            </a:r>
            <a:r>
              <a:rPr lang="en-US" altLang="zh-CN" sz="2400" dirty="0" smtClean="0"/>
              <a:t>Solaris</a:t>
            </a:r>
            <a:r>
              <a:rPr lang="zh-CN" altLang="en-US" sz="2400" dirty="0" smtClean="0"/>
              <a:t>，</a:t>
            </a:r>
            <a:r>
              <a:rPr lang="en-US" altLang="zh-CN" sz="2400" dirty="0" smtClean="0"/>
              <a:t>AIX</a:t>
            </a:r>
            <a:r>
              <a:rPr lang="zh-CN" altLang="en-US" sz="2400" dirty="0" smtClean="0"/>
              <a:t>等）</a:t>
            </a:r>
            <a:endParaRPr lang="en-US" altLang="zh-CN" sz="2400" dirty="0" smtClean="0"/>
          </a:p>
          <a:p>
            <a:pPr lvl="1"/>
            <a:r>
              <a:rPr lang="zh-CN" altLang="en-US" sz="2400" dirty="0" smtClean="0"/>
              <a:t>工业生产领域广泛使用的各类控制系统，如数据采集与监视控制系统（</a:t>
            </a:r>
            <a:r>
              <a:rPr lang="en-US" altLang="zh-CN" sz="2400" dirty="0" smtClean="0"/>
              <a:t>Supervisory Control And Data Acquisition, SCADA</a:t>
            </a:r>
            <a:r>
              <a:rPr lang="zh-CN" altLang="en-US" sz="2400" dirty="0" smtClean="0"/>
              <a:t>）、集散控制系统（</a:t>
            </a:r>
            <a:r>
              <a:rPr lang="en-US" altLang="zh-CN" sz="2400" dirty="0" smtClean="0"/>
              <a:t>Distributed Control System, DCS</a:t>
            </a:r>
            <a:r>
              <a:rPr lang="zh-CN" altLang="en-US" sz="2400" dirty="0" smtClean="0"/>
              <a:t>）</a:t>
            </a:r>
            <a:r>
              <a:rPr lang="en-US" altLang="zh-CN" sz="2400" dirty="0" smtClean="0"/>
              <a:t>\</a:t>
            </a:r>
            <a:r>
              <a:rPr lang="zh-CN" altLang="en-US" sz="2400" dirty="0" smtClean="0"/>
              <a:t>配电网管理系统（</a:t>
            </a:r>
            <a:r>
              <a:rPr lang="en-US" altLang="zh-CN" sz="2400" dirty="0" smtClean="0"/>
              <a:t>Distribution Management System</a:t>
            </a:r>
            <a:r>
              <a:rPr lang="zh-CN" altLang="en-US" sz="2400" dirty="0" smtClean="0"/>
              <a:t>，</a:t>
            </a:r>
            <a:r>
              <a:rPr lang="en-US" altLang="zh-CN" sz="2400" dirty="0" smtClean="0"/>
              <a:t>DMS</a:t>
            </a:r>
            <a:r>
              <a:rPr lang="zh-CN" altLang="en-US" sz="2400" dirty="0" smtClean="0"/>
              <a:t>）等</a:t>
            </a:r>
            <a:endParaRPr lang="en-US" altLang="zh-CN" sz="2400" dirty="0" smtClean="0"/>
          </a:p>
          <a:p>
            <a:endParaRPr lang="zh-CN" altLang="en-US" sz="2400" dirty="0" smtClean="0"/>
          </a:p>
        </p:txBody>
      </p:sp>
    </p:spTree>
  </p:cSld>
  <p:clrMapOvr>
    <a:masterClrMapping/>
  </p:clrMapOvr>
  <p:timing>
    <p:tnLst>
      <p:par>
        <p:cTn id="1" dur="indefinite" restart="never" nodeType="tmRoot"/>
      </p:par>
    </p:tnLst>
  </p:timing>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2770" name="标题 1"/>
          <p:cNvSpPr>
            <a:spLocks noGrp="1"/>
          </p:cNvSpPr>
          <p:nvPr>
            <p:ph type="title"/>
          </p:nvPr>
        </p:nvSpPr>
        <p:spPr/>
        <p:txBody>
          <a:bodyPr/>
          <a:lstStyle/>
          <a:p>
            <a:r>
              <a:rPr lang="en-US" altLang="zh-CN" smtClean="0"/>
              <a:t>Shodan</a:t>
            </a:r>
            <a:endParaRPr lang="zh-CN" altLang="en-US" smtClean="0"/>
          </a:p>
        </p:txBody>
      </p:sp>
      <p:sp>
        <p:nvSpPr>
          <p:cNvPr id="32771" name="内容占位符 2"/>
          <p:cNvSpPr>
            <a:spLocks noGrp="1"/>
          </p:cNvSpPr>
          <p:nvPr>
            <p:ph idx="1"/>
          </p:nvPr>
        </p:nvSpPr>
        <p:spPr/>
        <p:txBody>
          <a:bodyPr/>
          <a:lstStyle/>
          <a:p>
            <a:pPr>
              <a:lnSpc>
                <a:spcPct val="150000"/>
              </a:lnSpc>
            </a:pPr>
            <a:r>
              <a:rPr lang="en-US" altLang="zh-CN" dirty="0" smtClean="0"/>
              <a:t>Banner</a:t>
            </a:r>
            <a:r>
              <a:rPr lang="zh-CN" altLang="en-US" dirty="0" smtClean="0"/>
              <a:t>信息关键字类搜索对象是指用户分析</a:t>
            </a:r>
            <a:r>
              <a:rPr lang="en-US" altLang="zh-CN" dirty="0" err="1" smtClean="0"/>
              <a:t>Shodan</a:t>
            </a:r>
            <a:r>
              <a:rPr lang="zh-CN" altLang="en-US" dirty="0" smtClean="0"/>
              <a:t>搜索返回的</a:t>
            </a:r>
            <a:r>
              <a:rPr lang="en-US" altLang="zh-CN" dirty="0" smtClean="0"/>
              <a:t>banner</a:t>
            </a:r>
            <a:r>
              <a:rPr lang="zh-CN" altLang="en-US" dirty="0" smtClean="0"/>
              <a:t>后，将其中的关键字作为搜索对象，如弱口令（</a:t>
            </a:r>
            <a:r>
              <a:rPr lang="en-US" altLang="zh-CN" dirty="0" smtClean="0"/>
              <a:t>default password</a:t>
            </a:r>
            <a:r>
              <a:rPr lang="zh-CN" altLang="en-US" dirty="0" smtClean="0"/>
              <a:t>）、匿名登录（</a:t>
            </a:r>
            <a:r>
              <a:rPr lang="en-US" altLang="zh-CN" dirty="0" smtClean="0"/>
              <a:t>anonymous login</a:t>
            </a:r>
            <a:r>
              <a:rPr lang="zh-CN" altLang="en-US" dirty="0" smtClean="0"/>
              <a:t>）、</a:t>
            </a:r>
            <a:r>
              <a:rPr lang="en-US" altLang="zh-CN" dirty="0" smtClean="0"/>
              <a:t>HTTP</a:t>
            </a:r>
            <a:r>
              <a:rPr lang="zh-CN" altLang="en-US" dirty="0" smtClean="0"/>
              <a:t>报头（如</a:t>
            </a:r>
            <a:r>
              <a:rPr lang="en-US" altLang="zh-CN" dirty="0" smtClean="0"/>
              <a:t>HTTP 200 OK</a:t>
            </a:r>
            <a:r>
              <a:rPr lang="zh-CN" altLang="en-US" dirty="0" smtClean="0"/>
              <a:t>）等。</a:t>
            </a:r>
          </a:p>
        </p:txBody>
      </p:sp>
    </p:spTree>
  </p:cSld>
  <p:clrMapOvr>
    <a:masterClrMapping/>
  </p:clrMapOvr>
  <p:timing>
    <p:tnLst>
      <p:par>
        <p:cTn id="1" dur="indefinite" restart="never" nodeType="tmRoot"/>
      </p:par>
    </p:tnLst>
  </p:timing>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3794" name="标题 1"/>
          <p:cNvSpPr>
            <a:spLocks noGrp="1"/>
          </p:cNvSpPr>
          <p:nvPr>
            <p:ph type="title"/>
          </p:nvPr>
        </p:nvSpPr>
        <p:spPr/>
        <p:txBody>
          <a:bodyPr/>
          <a:lstStyle/>
          <a:p>
            <a:r>
              <a:rPr lang="en-US" altLang="zh-CN" smtClean="0"/>
              <a:t>Shodan</a:t>
            </a:r>
            <a:endParaRPr lang="zh-CN" altLang="en-US" smtClean="0"/>
          </a:p>
        </p:txBody>
      </p:sp>
      <p:sp>
        <p:nvSpPr>
          <p:cNvPr id="33795" name="内容占位符 2"/>
          <p:cNvSpPr>
            <a:spLocks noGrp="1"/>
          </p:cNvSpPr>
          <p:nvPr>
            <p:ph idx="1"/>
          </p:nvPr>
        </p:nvSpPr>
        <p:spPr/>
        <p:txBody>
          <a:bodyPr/>
          <a:lstStyle/>
          <a:p>
            <a:r>
              <a:rPr lang="zh-CN" altLang="en-US" smtClean="0"/>
              <a:t>格式：</a:t>
            </a:r>
            <a:r>
              <a:rPr lang="en-US" altLang="zh-CN" smtClean="0"/>
              <a:t>A B C filter:value filter:value filter:value</a:t>
            </a:r>
          </a:p>
          <a:p>
            <a:pPr lvl="1"/>
            <a:r>
              <a:rPr lang="en-US" altLang="zh-CN" smtClean="0"/>
              <a:t>A</a:t>
            </a:r>
            <a:r>
              <a:rPr lang="zh-CN" altLang="en-US" smtClean="0"/>
              <a:t>、</a:t>
            </a:r>
            <a:r>
              <a:rPr lang="en-US" altLang="zh-CN" smtClean="0"/>
              <a:t>B</a:t>
            </a:r>
            <a:r>
              <a:rPr lang="zh-CN" altLang="en-US" smtClean="0"/>
              <a:t>、</a:t>
            </a:r>
            <a:r>
              <a:rPr lang="en-US" altLang="zh-CN" smtClean="0"/>
              <a:t>C</a:t>
            </a:r>
            <a:r>
              <a:rPr lang="zh-CN" altLang="en-US" smtClean="0"/>
              <a:t>为搜索对象，如网络设备</a:t>
            </a:r>
            <a:r>
              <a:rPr lang="en-US" altLang="zh-CN" smtClean="0"/>
              <a:t>netcam</a:t>
            </a:r>
            <a:r>
              <a:rPr lang="zh-CN" altLang="en-US" smtClean="0"/>
              <a:t>、网络服务器</a:t>
            </a:r>
            <a:r>
              <a:rPr lang="en-US" altLang="zh-CN" smtClean="0"/>
              <a:t>IIS</a:t>
            </a:r>
            <a:r>
              <a:rPr lang="zh-CN" altLang="en-US" smtClean="0"/>
              <a:t>。</a:t>
            </a:r>
            <a:r>
              <a:rPr lang="en-US" altLang="zh-CN" smtClean="0"/>
              <a:t>Filter</a:t>
            </a:r>
            <a:r>
              <a:rPr lang="zh-CN" altLang="en-US" smtClean="0"/>
              <a:t>为</a:t>
            </a:r>
            <a:r>
              <a:rPr lang="en-US" altLang="zh-CN" smtClean="0"/>
              <a:t>Shodan</a:t>
            </a:r>
            <a:r>
              <a:rPr lang="zh-CN" altLang="en-US" smtClean="0"/>
              <a:t>搜索过滤词，常见的有地理位置、时间、网络服务三类。</a:t>
            </a:r>
            <a:r>
              <a:rPr lang="en-US" altLang="zh-CN" smtClean="0"/>
              <a:t>Value</a:t>
            </a:r>
            <a:r>
              <a:rPr lang="zh-CN" altLang="en-US" smtClean="0"/>
              <a:t>为</a:t>
            </a:r>
            <a:r>
              <a:rPr lang="en-US" altLang="zh-CN" smtClean="0"/>
              <a:t>filter</a:t>
            </a:r>
            <a:r>
              <a:rPr lang="zh-CN" altLang="en-US" smtClean="0"/>
              <a:t>对应的值，若</a:t>
            </a:r>
            <a:r>
              <a:rPr lang="en-US" altLang="zh-CN" smtClean="0"/>
              <a:t>filter</a:t>
            </a:r>
            <a:r>
              <a:rPr lang="zh-CN" altLang="en-US" smtClean="0"/>
              <a:t>是端口，则</a:t>
            </a:r>
            <a:r>
              <a:rPr lang="en-US" altLang="zh-CN" smtClean="0"/>
              <a:t>value</a:t>
            </a:r>
            <a:r>
              <a:rPr lang="zh-CN" altLang="en-US" smtClean="0"/>
              <a:t>的值对应为</a:t>
            </a:r>
            <a:r>
              <a:rPr lang="en-US" altLang="zh-CN" smtClean="0"/>
              <a:t>Shodan</a:t>
            </a:r>
            <a:r>
              <a:rPr lang="zh-CN" altLang="en-US" smtClean="0"/>
              <a:t>支持搜索的端口值。需要注意的是</a:t>
            </a:r>
            <a:r>
              <a:rPr lang="en-US" altLang="zh-CN" smtClean="0"/>
              <a:t>filter</a:t>
            </a:r>
            <a:r>
              <a:rPr lang="zh-CN" altLang="en-US" smtClean="0"/>
              <a:t>与</a:t>
            </a:r>
            <a:r>
              <a:rPr lang="en-US" altLang="zh-CN" smtClean="0"/>
              <a:t>value</a:t>
            </a:r>
            <a:r>
              <a:rPr lang="zh-CN" altLang="en-US" smtClean="0"/>
              <a:t>之间的冒号后面没有空格</a:t>
            </a:r>
          </a:p>
        </p:txBody>
      </p:sp>
    </p:spTree>
  </p:cSld>
  <p:clrMapOvr>
    <a:masterClrMapping/>
  </p:clrMapOvr>
  <p:timing>
    <p:tnLst>
      <p:par>
        <p:cTn id="1" dur="indefinite" restart="never" nodeType="tmRoot"/>
      </p:par>
    </p:tnLst>
  </p:timing>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3794" name="标题 1"/>
          <p:cNvSpPr>
            <a:spLocks noGrp="1"/>
          </p:cNvSpPr>
          <p:nvPr>
            <p:ph type="title"/>
          </p:nvPr>
        </p:nvSpPr>
        <p:spPr/>
        <p:txBody>
          <a:bodyPr/>
          <a:lstStyle/>
          <a:p>
            <a:r>
              <a:rPr lang="en-US" altLang="zh-CN" smtClean="0"/>
              <a:t>Shodan</a:t>
            </a:r>
            <a:endParaRPr lang="zh-CN" altLang="en-US" smtClean="0"/>
          </a:p>
        </p:txBody>
      </p:sp>
      <p:sp>
        <p:nvSpPr>
          <p:cNvPr id="33795" name="内容占位符 2"/>
          <p:cNvSpPr>
            <a:spLocks noGrp="1"/>
          </p:cNvSpPr>
          <p:nvPr>
            <p:ph idx="1"/>
          </p:nvPr>
        </p:nvSpPr>
        <p:spPr>
          <a:xfrm>
            <a:off x="621106" y="1214798"/>
            <a:ext cx="7772400" cy="4114800"/>
          </a:xfrm>
        </p:spPr>
        <p:txBody>
          <a:bodyPr/>
          <a:lstStyle/>
          <a:p>
            <a:r>
              <a:rPr lang="en-US" altLang="zh-CN" dirty="0" err="1" smtClean="0"/>
              <a:t>Shodan</a:t>
            </a:r>
            <a:r>
              <a:rPr lang="zh-CN" altLang="en-US" dirty="0" smtClean="0"/>
              <a:t>常用的</a:t>
            </a:r>
            <a:r>
              <a:rPr lang="zh-CN" altLang="en-US" dirty="0"/>
              <a:t>过滤命令</a:t>
            </a:r>
            <a:r>
              <a:rPr lang="zh-CN" altLang="en-US" dirty="0" smtClean="0"/>
              <a:t>如下：</a:t>
            </a:r>
            <a:endParaRPr lang="zh-CN" altLang="en-US" dirty="0"/>
          </a:p>
          <a:p>
            <a:r>
              <a:rPr lang="en-US" altLang="zh-CN" sz="2000" dirty="0"/>
              <a:t>hostname</a:t>
            </a:r>
            <a:r>
              <a:rPr lang="zh-CN" altLang="en-US" sz="2000" dirty="0"/>
              <a:t>：搜索指定的主机或域名，例如 </a:t>
            </a:r>
            <a:r>
              <a:rPr lang="en-US" altLang="zh-CN" sz="2000" dirty="0" err="1"/>
              <a:t>hostname:"google</a:t>
            </a:r>
            <a:r>
              <a:rPr lang="en-US" altLang="zh-CN" sz="2000" dirty="0"/>
              <a:t>"</a:t>
            </a:r>
          </a:p>
          <a:p>
            <a:r>
              <a:rPr lang="en-US" altLang="zh-CN" sz="2000" dirty="0"/>
              <a:t>port</a:t>
            </a:r>
            <a:r>
              <a:rPr lang="zh-CN" altLang="en-US" sz="2000" dirty="0"/>
              <a:t>：搜索指定的端口或服务，例如 </a:t>
            </a:r>
            <a:r>
              <a:rPr lang="en-US" altLang="zh-CN" sz="2000" dirty="0"/>
              <a:t>port:"21"</a:t>
            </a:r>
          </a:p>
          <a:p>
            <a:r>
              <a:rPr lang="en-US" altLang="zh-CN" sz="2000" dirty="0"/>
              <a:t>country</a:t>
            </a:r>
            <a:r>
              <a:rPr lang="zh-CN" altLang="en-US" sz="2000" dirty="0"/>
              <a:t>：搜索指定的国家，例如 </a:t>
            </a:r>
            <a:r>
              <a:rPr lang="en-US" altLang="zh-CN" sz="2000" dirty="0" err="1"/>
              <a:t>country:"CN</a:t>
            </a:r>
            <a:r>
              <a:rPr lang="en-US" altLang="zh-CN" sz="2000" dirty="0"/>
              <a:t>"</a:t>
            </a:r>
          </a:p>
          <a:p>
            <a:r>
              <a:rPr lang="en-US" altLang="zh-CN" sz="2000" dirty="0"/>
              <a:t>city</a:t>
            </a:r>
            <a:r>
              <a:rPr lang="zh-CN" altLang="en-US" sz="2000" dirty="0"/>
              <a:t>：搜索指定的城市，例如 </a:t>
            </a:r>
            <a:r>
              <a:rPr lang="en-US" altLang="zh-CN" sz="2000" dirty="0" err="1"/>
              <a:t>city:"Hefei</a:t>
            </a:r>
            <a:r>
              <a:rPr lang="en-US" altLang="zh-CN" sz="2000" dirty="0"/>
              <a:t>"</a:t>
            </a:r>
          </a:p>
          <a:p>
            <a:r>
              <a:rPr lang="en-US" altLang="zh-CN" sz="2000" dirty="0"/>
              <a:t>org</a:t>
            </a:r>
            <a:r>
              <a:rPr lang="zh-CN" altLang="en-US" sz="2000" dirty="0"/>
              <a:t>：搜索指定的组织或公司，例如 </a:t>
            </a:r>
            <a:r>
              <a:rPr lang="en-US" altLang="zh-CN" sz="2000" dirty="0" err="1"/>
              <a:t>org:"google</a:t>
            </a:r>
            <a:r>
              <a:rPr lang="en-US" altLang="zh-CN" sz="2000" dirty="0"/>
              <a:t>"</a:t>
            </a:r>
          </a:p>
          <a:p>
            <a:r>
              <a:rPr lang="en-US" altLang="zh-CN" sz="2000" dirty="0" err="1"/>
              <a:t>isp</a:t>
            </a:r>
            <a:r>
              <a:rPr lang="zh-CN" altLang="en-US" sz="2000" dirty="0"/>
              <a:t>：搜索指定的</a:t>
            </a:r>
            <a:r>
              <a:rPr lang="en-US" altLang="zh-CN" sz="2000" dirty="0"/>
              <a:t>ISP</a:t>
            </a:r>
            <a:r>
              <a:rPr lang="zh-CN" altLang="en-US" sz="2000" dirty="0"/>
              <a:t>供应商，例如 </a:t>
            </a:r>
            <a:r>
              <a:rPr lang="en-US" altLang="zh-CN" sz="2000" dirty="0" err="1"/>
              <a:t>isp</a:t>
            </a:r>
            <a:r>
              <a:rPr lang="en-US" altLang="zh-CN" sz="2000" dirty="0"/>
              <a:t>:"China Telecom"</a:t>
            </a:r>
          </a:p>
          <a:p>
            <a:r>
              <a:rPr lang="en-US" altLang="zh-CN" sz="2000" dirty="0"/>
              <a:t>product</a:t>
            </a:r>
            <a:r>
              <a:rPr lang="zh-CN" altLang="en-US" sz="2000" dirty="0"/>
              <a:t>：搜索指定的操作系统</a:t>
            </a:r>
            <a:r>
              <a:rPr lang="en-US" altLang="zh-CN" sz="2000" dirty="0"/>
              <a:t>/</a:t>
            </a:r>
            <a:r>
              <a:rPr lang="zh-CN" altLang="en-US" sz="2000" dirty="0"/>
              <a:t>软件</a:t>
            </a:r>
            <a:r>
              <a:rPr lang="en-US" altLang="zh-CN" sz="2000" dirty="0"/>
              <a:t>/</a:t>
            </a:r>
            <a:r>
              <a:rPr lang="zh-CN" altLang="en-US" sz="2000" dirty="0"/>
              <a:t>平台，例如 </a:t>
            </a:r>
            <a:r>
              <a:rPr lang="en-US" altLang="zh-CN" sz="2000" dirty="0" err="1"/>
              <a:t>product:"Apache</a:t>
            </a:r>
            <a:r>
              <a:rPr lang="en-US" altLang="zh-CN" sz="2000" dirty="0"/>
              <a:t> </a:t>
            </a:r>
            <a:r>
              <a:rPr lang="en-US" altLang="zh-CN" sz="2000" dirty="0" err="1"/>
              <a:t>httpd</a:t>
            </a:r>
            <a:r>
              <a:rPr lang="en-US" altLang="zh-CN" sz="2000" dirty="0" smtClean="0"/>
              <a:t>"</a:t>
            </a:r>
            <a:endParaRPr lang="en-US" altLang="zh-CN" sz="2000" dirty="0"/>
          </a:p>
        </p:txBody>
      </p:sp>
    </p:spTree>
    <p:extLst>
      <p:ext uri="{BB962C8B-B14F-4D97-AF65-F5344CB8AC3E}">
        <p14:creationId xmlns:p14="http://schemas.microsoft.com/office/powerpoint/2010/main" val="3731418778"/>
      </p:ext>
    </p:extLst>
  </p:cSld>
  <p:clrMapOvr>
    <a:masterClrMapping/>
  </p:clrMapOvr>
  <p:timing>
    <p:tnLst>
      <p:par>
        <p:cTn id="1" dur="indefinite" restart="never" nodeType="tmRoot"/>
      </p:par>
    </p:tnLst>
  </p:timing>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3794" name="标题 1"/>
          <p:cNvSpPr>
            <a:spLocks noGrp="1"/>
          </p:cNvSpPr>
          <p:nvPr>
            <p:ph type="title"/>
          </p:nvPr>
        </p:nvSpPr>
        <p:spPr/>
        <p:txBody>
          <a:bodyPr/>
          <a:lstStyle/>
          <a:p>
            <a:r>
              <a:rPr lang="en-US" altLang="zh-CN" smtClean="0"/>
              <a:t>Shodan</a:t>
            </a:r>
            <a:endParaRPr lang="zh-CN" altLang="en-US" smtClean="0"/>
          </a:p>
        </p:txBody>
      </p:sp>
      <p:sp>
        <p:nvSpPr>
          <p:cNvPr id="33795" name="内容占位符 2"/>
          <p:cNvSpPr>
            <a:spLocks noGrp="1"/>
          </p:cNvSpPr>
          <p:nvPr>
            <p:ph idx="1"/>
          </p:nvPr>
        </p:nvSpPr>
        <p:spPr>
          <a:xfrm>
            <a:off x="621105" y="1214798"/>
            <a:ext cx="7947859" cy="4114800"/>
          </a:xfrm>
        </p:spPr>
        <p:txBody>
          <a:bodyPr/>
          <a:lstStyle/>
          <a:p>
            <a:r>
              <a:rPr lang="en-US" altLang="zh-CN" dirty="0" err="1" smtClean="0"/>
              <a:t>Shodan</a:t>
            </a:r>
            <a:r>
              <a:rPr lang="zh-CN" altLang="en-US" dirty="0" smtClean="0"/>
              <a:t>常用的</a:t>
            </a:r>
            <a:r>
              <a:rPr lang="zh-CN" altLang="en-US" dirty="0"/>
              <a:t>过滤命令</a:t>
            </a:r>
            <a:r>
              <a:rPr lang="zh-CN" altLang="en-US" dirty="0" smtClean="0"/>
              <a:t>如下：</a:t>
            </a:r>
            <a:endParaRPr lang="zh-CN" altLang="en-US" dirty="0"/>
          </a:p>
          <a:p>
            <a:r>
              <a:rPr lang="en-US" altLang="zh-CN" sz="2000" dirty="0" smtClean="0"/>
              <a:t>version</a:t>
            </a:r>
            <a:r>
              <a:rPr lang="zh-CN" altLang="en-US" sz="2000" dirty="0"/>
              <a:t>：搜索指定的软件版本，例如 </a:t>
            </a:r>
            <a:r>
              <a:rPr lang="en-US" altLang="zh-CN" sz="2000" dirty="0"/>
              <a:t>version:"1.6.2"</a:t>
            </a:r>
          </a:p>
          <a:p>
            <a:r>
              <a:rPr lang="en-US" altLang="zh-CN" sz="2000" dirty="0"/>
              <a:t>geo</a:t>
            </a:r>
            <a:r>
              <a:rPr lang="zh-CN" altLang="en-US" sz="2000" dirty="0"/>
              <a:t>：搜索指定的地理位置，参数为经纬度，例如 </a:t>
            </a:r>
            <a:r>
              <a:rPr lang="en-US" altLang="zh-CN" sz="2000" dirty="0"/>
              <a:t>geo:"31.8639, 117.2808"</a:t>
            </a:r>
          </a:p>
          <a:p>
            <a:r>
              <a:rPr lang="en-US" altLang="zh-CN" sz="2000" dirty="0"/>
              <a:t>before/after</a:t>
            </a:r>
            <a:r>
              <a:rPr lang="zh-CN" altLang="en-US" sz="2000" dirty="0"/>
              <a:t>：搜索指定收录时间前后的数据，格式为</a:t>
            </a:r>
            <a:r>
              <a:rPr lang="en-US" altLang="zh-CN" sz="2000" dirty="0" err="1"/>
              <a:t>dd</a:t>
            </a:r>
            <a:r>
              <a:rPr lang="en-US" altLang="zh-CN" sz="2000" dirty="0"/>
              <a:t>-mm-</a:t>
            </a:r>
            <a:r>
              <a:rPr lang="en-US" altLang="zh-CN" sz="2000" dirty="0" err="1"/>
              <a:t>yy</a:t>
            </a:r>
            <a:r>
              <a:rPr lang="zh-CN" altLang="en-US" sz="2000" dirty="0"/>
              <a:t>，例如 </a:t>
            </a:r>
            <a:r>
              <a:rPr lang="en-US" altLang="zh-CN" sz="2000" dirty="0"/>
              <a:t>before:"11-11-15"</a:t>
            </a:r>
          </a:p>
          <a:p>
            <a:r>
              <a:rPr lang="en-US" altLang="zh-CN" sz="2000" dirty="0"/>
              <a:t>net</a:t>
            </a:r>
            <a:r>
              <a:rPr lang="zh-CN" altLang="en-US" sz="2000" dirty="0"/>
              <a:t>：搜索指定的</a:t>
            </a:r>
            <a:r>
              <a:rPr lang="en-US" altLang="zh-CN" sz="2000" dirty="0"/>
              <a:t>IP</a:t>
            </a:r>
            <a:r>
              <a:rPr lang="zh-CN" altLang="en-US" sz="2000" dirty="0"/>
              <a:t>地址或子网，例如 </a:t>
            </a:r>
            <a:r>
              <a:rPr lang="en-US" altLang="zh-CN" sz="2000" dirty="0"/>
              <a:t>net:"</a:t>
            </a:r>
            <a:r>
              <a:rPr lang="en-US" altLang="zh-CN" sz="2000" dirty="0" smtClean="0"/>
              <a:t>210.45.240.0/24“</a:t>
            </a:r>
          </a:p>
          <a:p>
            <a:endParaRPr lang="en-US" altLang="zh-CN" sz="2000" dirty="0"/>
          </a:p>
          <a:p>
            <a:r>
              <a:rPr lang="zh-CN" altLang="en-US" sz="2000" dirty="0" smtClean="0">
                <a:solidFill>
                  <a:srgbClr val="FF0000"/>
                </a:solidFill>
              </a:rPr>
              <a:t>全部可用的过滤词见</a:t>
            </a:r>
            <a:r>
              <a:rPr lang="en-US" altLang="zh-CN" sz="2000" dirty="0" smtClean="0">
                <a:solidFill>
                  <a:srgbClr val="FF0000"/>
                </a:solidFill>
              </a:rPr>
              <a:t>https</a:t>
            </a:r>
            <a:r>
              <a:rPr lang="en-US" altLang="zh-CN" sz="2000" dirty="0">
                <a:solidFill>
                  <a:srgbClr val="FF0000"/>
                </a:solidFill>
              </a:rPr>
              <a:t>://beta.shodan.io/search/filters</a:t>
            </a:r>
            <a:endParaRPr lang="zh-CN" altLang="en-US" sz="2000" dirty="0" smtClean="0">
              <a:solidFill>
                <a:srgbClr val="FF0000"/>
              </a:solidFill>
            </a:endParaRPr>
          </a:p>
        </p:txBody>
      </p:sp>
    </p:spTree>
    <p:extLst>
      <p:ext uri="{BB962C8B-B14F-4D97-AF65-F5344CB8AC3E}">
        <p14:creationId xmlns:p14="http://schemas.microsoft.com/office/powerpoint/2010/main" val="3569669042"/>
      </p:ext>
    </p:extLst>
  </p:cSld>
  <p:clrMapOvr>
    <a:masterClrMapping/>
  </p:clrMapOvr>
  <p:timing>
    <p:tnLst>
      <p:par>
        <p:cTn id="1" dur="indefinite" restart="never" nodeType="tmRoot"/>
      </p:par>
    </p:tnLst>
  </p:timing>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4818" name="标题 1"/>
          <p:cNvSpPr>
            <a:spLocks noGrp="1"/>
          </p:cNvSpPr>
          <p:nvPr>
            <p:ph type="title"/>
          </p:nvPr>
        </p:nvSpPr>
        <p:spPr/>
        <p:txBody>
          <a:bodyPr/>
          <a:lstStyle/>
          <a:p>
            <a:r>
              <a:rPr lang="en-US" altLang="zh-CN" smtClean="0"/>
              <a:t>Shodan</a:t>
            </a:r>
            <a:endParaRPr lang="zh-CN" altLang="en-US" smtClean="0"/>
          </a:p>
        </p:txBody>
      </p:sp>
      <p:sp>
        <p:nvSpPr>
          <p:cNvPr id="34819" name="内容占位符 2"/>
          <p:cNvSpPr>
            <a:spLocks noGrp="1"/>
          </p:cNvSpPr>
          <p:nvPr>
            <p:ph idx="1"/>
          </p:nvPr>
        </p:nvSpPr>
        <p:spPr/>
        <p:txBody>
          <a:bodyPr/>
          <a:lstStyle/>
          <a:p>
            <a:r>
              <a:rPr lang="zh-CN" altLang="en-US" smtClean="0"/>
              <a:t>过滤词：地理位置类过滤词</a:t>
            </a:r>
            <a:endParaRPr lang="en-US" altLang="zh-CN" smtClean="0"/>
          </a:p>
        </p:txBody>
      </p:sp>
      <p:pic>
        <p:nvPicPr>
          <p:cNvPr id="34821" name="图片 3"/>
          <p:cNvPicPr>
            <a:picLocks noChangeAspect="1" noChangeArrowheads="1"/>
          </p:cNvPicPr>
          <p:nvPr/>
        </p:nvPicPr>
        <p:blipFill>
          <a:blip r:embed="rId2" cstate="print"/>
          <a:srcRect/>
          <a:stretch>
            <a:fillRect/>
          </a:stretch>
        </p:blipFill>
        <p:spPr bwMode="auto">
          <a:xfrm>
            <a:off x="785813" y="2571750"/>
            <a:ext cx="7913687" cy="2357438"/>
          </a:xfrm>
          <a:prstGeom prst="rect">
            <a:avLst/>
          </a:prstGeom>
          <a:noFill/>
          <a:ln w="9525">
            <a:noFill/>
            <a:miter lim="800000"/>
            <a:headEnd/>
            <a:tailEnd/>
          </a:ln>
        </p:spPr>
      </p:pic>
    </p:spTree>
  </p:cSld>
  <p:clrMapOvr>
    <a:masterClrMapping/>
  </p:clrMapOvr>
  <p:timing>
    <p:tnLst>
      <p:par>
        <p:cTn id="1" dur="indefinite" restart="never" nodeType="tmRoot"/>
      </p:par>
    </p:tnLst>
  </p:timing>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5842" name="标题 1"/>
          <p:cNvSpPr>
            <a:spLocks noGrp="1"/>
          </p:cNvSpPr>
          <p:nvPr>
            <p:ph type="title"/>
          </p:nvPr>
        </p:nvSpPr>
        <p:spPr/>
        <p:txBody>
          <a:bodyPr/>
          <a:lstStyle/>
          <a:p>
            <a:r>
              <a:rPr lang="en-US" altLang="zh-CN" smtClean="0"/>
              <a:t>Shodan</a:t>
            </a:r>
            <a:endParaRPr lang="zh-CN" altLang="en-US" smtClean="0"/>
          </a:p>
        </p:txBody>
      </p:sp>
      <p:sp>
        <p:nvSpPr>
          <p:cNvPr id="35843" name="内容占位符 2"/>
          <p:cNvSpPr>
            <a:spLocks noGrp="1"/>
          </p:cNvSpPr>
          <p:nvPr>
            <p:ph idx="1"/>
          </p:nvPr>
        </p:nvSpPr>
        <p:spPr/>
        <p:txBody>
          <a:bodyPr/>
          <a:lstStyle/>
          <a:p>
            <a:r>
              <a:rPr lang="zh-CN" altLang="en-US" smtClean="0"/>
              <a:t>过滤词：时间类过滤词</a:t>
            </a:r>
            <a:endParaRPr lang="en-US" altLang="zh-CN" smtClean="0"/>
          </a:p>
        </p:txBody>
      </p:sp>
      <p:pic>
        <p:nvPicPr>
          <p:cNvPr id="35845" name="图片 5"/>
          <p:cNvPicPr>
            <a:picLocks noChangeAspect="1" noChangeArrowheads="1"/>
          </p:cNvPicPr>
          <p:nvPr/>
        </p:nvPicPr>
        <p:blipFill>
          <a:blip r:embed="rId2" cstate="print"/>
          <a:srcRect/>
          <a:stretch>
            <a:fillRect/>
          </a:stretch>
        </p:blipFill>
        <p:spPr bwMode="auto">
          <a:xfrm>
            <a:off x="642938" y="2214563"/>
            <a:ext cx="7974012" cy="3529012"/>
          </a:xfrm>
          <a:prstGeom prst="rect">
            <a:avLst/>
          </a:prstGeom>
          <a:noFill/>
          <a:ln w="9525">
            <a:noFill/>
            <a:miter lim="800000"/>
            <a:headEnd/>
            <a:tailEnd/>
          </a:ln>
        </p:spPr>
      </p:pic>
    </p:spTree>
  </p:cSld>
  <p:clrMapOvr>
    <a:masterClrMapping/>
  </p:clrMapOvr>
  <p:timing>
    <p:tnLst>
      <p:par>
        <p:cTn id="1" dur="indefinite" restart="never" nodeType="tmRoot"/>
      </p:par>
    </p:tnLst>
  </p:timing>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6866" name="标题 1"/>
          <p:cNvSpPr>
            <a:spLocks noGrp="1"/>
          </p:cNvSpPr>
          <p:nvPr>
            <p:ph type="title"/>
          </p:nvPr>
        </p:nvSpPr>
        <p:spPr/>
        <p:txBody>
          <a:bodyPr/>
          <a:lstStyle/>
          <a:p>
            <a:r>
              <a:rPr lang="en-US" altLang="zh-CN" smtClean="0"/>
              <a:t>Shodan</a:t>
            </a:r>
            <a:endParaRPr lang="zh-CN" altLang="en-US" smtClean="0"/>
          </a:p>
        </p:txBody>
      </p:sp>
      <p:sp>
        <p:nvSpPr>
          <p:cNvPr id="36867" name="内容占位符 2"/>
          <p:cNvSpPr>
            <a:spLocks noGrp="1"/>
          </p:cNvSpPr>
          <p:nvPr>
            <p:ph idx="1"/>
          </p:nvPr>
        </p:nvSpPr>
        <p:spPr/>
        <p:txBody>
          <a:bodyPr/>
          <a:lstStyle/>
          <a:p>
            <a:r>
              <a:rPr lang="zh-CN" altLang="en-US" smtClean="0"/>
              <a:t>过滤词：网络服务类过滤词，主要包括</a:t>
            </a:r>
            <a:r>
              <a:rPr lang="en-US" altLang="zh-CN" smtClean="0"/>
              <a:t>hostname</a:t>
            </a:r>
            <a:r>
              <a:rPr lang="zh-CN" altLang="en-US" smtClean="0"/>
              <a:t>、</a:t>
            </a:r>
            <a:r>
              <a:rPr lang="en-US" altLang="zh-CN" smtClean="0"/>
              <a:t>net</a:t>
            </a:r>
            <a:r>
              <a:rPr lang="zh-CN" altLang="en-US" smtClean="0"/>
              <a:t>、</a:t>
            </a:r>
            <a:r>
              <a:rPr lang="en-US" altLang="zh-CN" smtClean="0"/>
              <a:t>os</a:t>
            </a:r>
            <a:r>
              <a:rPr lang="zh-CN" altLang="en-US" smtClean="0"/>
              <a:t>、</a:t>
            </a:r>
            <a:r>
              <a:rPr lang="en-US" altLang="zh-CN" smtClean="0"/>
              <a:t>port</a:t>
            </a:r>
          </a:p>
        </p:txBody>
      </p:sp>
      <p:pic>
        <p:nvPicPr>
          <p:cNvPr id="36869" name="图片 7"/>
          <p:cNvPicPr>
            <a:picLocks noChangeAspect="1" noChangeArrowheads="1"/>
          </p:cNvPicPr>
          <p:nvPr/>
        </p:nvPicPr>
        <p:blipFill>
          <a:blip r:embed="rId2" cstate="print"/>
          <a:srcRect/>
          <a:stretch>
            <a:fillRect/>
          </a:stretch>
        </p:blipFill>
        <p:spPr bwMode="auto">
          <a:xfrm>
            <a:off x="285750" y="2714625"/>
            <a:ext cx="8599488" cy="3048000"/>
          </a:xfrm>
          <a:prstGeom prst="rect">
            <a:avLst/>
          </a:prstGeom>
          <a:noFill/>
          <a:ln w="9525">
            <a:noFill/>
            <a:miter lim="800000"/>
            <a:headEnd/>
            <a:tailEnd/>
          </a:ln>
        </p:spPr>
      </p:pic>
    </p:spTree>
  </p:cSld>
  <p:clrMapOvr>
    <a:masterClrMapping/>
  </p:clrMapOvr>
  <p:timing>
    <p:tnLst>
      <p:par>
        <p:cTn id="1" dur="indefinite" restart="never" nodeType="tmRoot"/>
      </p:par>
    </p:tnLst>
  </p:timing>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7890" name="标题 1"/>
          <p:cNvSpPr>
            <a:spLocks noGrp="1"/>
          </p:cNvSpPr>
          <p:nvPr>
            <p:ph type="title"/>
          </p:nvPr>
        </p:nvSpPr>
        <p:spPr/>
        <p:txBody>
          <a:bodyPr/>
          <a:lstStyle/>
          <a:p>
            <a:r>
              <a:rPr lang="en-US" altLang="zh-CN" smtClean="0"/>
              <a:t>Shodan</a:t>
            </a:r>
            <a:endParaRPr lang="zh-CN" altLang="en-US" smtClean="0"/>
          </a:p>
        </p:txBody>
      </p:sp>
      <p:sp>
        <p:nvSpPr>
          <p:cNvPr id="37891" name="内容占位符 2"/>
          <p:cNvSpPr>
            <a:spLocks noGrp="1"/>
          </p:cNvSpPr>
          <p:nvPr>
            <p:ph idx="1"/>
          </p:nvPr>
        </p:nvSpPr>
        <p:spPr/>
        <p:txBody>
          <a:bodyPr/>
          <a:lstStyle/>
          <a:p>
            <a:r>
              <a:rPr lang="zh-CN" altLang="en-US" smtClean="0"/>
              <a:t>过滤词：网络服务类过滤词，主要包括</a:t>
            </a:r>
            <a:r>
              <a:rPr lang="en-US" altLang="zh-CN" smtClean="0"/>
              <a:t>hostname</a:t>
            </a:r>
            <a:r>
              <a:rPr lang="zh-CN" altLang="en-US" smtClean="0"/>
              <a:t>、</a:t>
            </a:r>
            <a:r>
              <a:rPr lang="en-US" altLang="zh-CN" smtClean="0"/>
              <a:t>net</a:t>
            </a:r>
            <a:r>
              <a:rPr lang="zh-CN" altLang="en-US" smtClean="0"/>
              <a:t>、</a:t>
            </a:r>
            <a:r>
              <a:rPr lang="en-US" altLang="zh-CN" smtClean="0"/>
              <a:t>os</a:t>
            </a:r>
            <a:r>
              <a:rPr lang="zh-CN" altLang="en-US" smtClean="0"/>
              <a:t>、</a:t>
            </a:r>
            <a:r>
              <a:rPr lang="en-US" altLang="zh-CN" smtClean="0"/>
              <a:t>port</a:t>
            </a:r>
          </a:p>
        </p:txBody>
      </p:sp>
      <p:pic>
        <p:nvPicPr>
          <p:cNvPr id="37893" name="图片 8"/>
          <p:cNvPicPr>
            <a:picLocks noChangeAspect="1" noChangeArrowheads="1"/>
          </p:cNvPicPr>
          <p:nvPr/>
        </p:nvPicPr>
        <p:blipFill>
          <a:blip r:embed="rId2" cstate="print"/>
          <a:srcRect/>
          <a:stretch>
            <a:fillRect/>
          </a:stretch>
        </p:blipFill>
        <p:spPr bwMode="auto">
          <a:xfrm>
            <a:off x="1428750" y="2500313"/>
            <a:ext cx="5248275" cy="3257550"/>
          </a:xfrm>
          <a:prstGeom prst="rect">
            <a:avLst/>
          </a:prstGeom>
          <a:noFill/>
          <a:ln w="9525">
            <a:noFill/>
            <a:miter lim="800000"/>
            <a:headEnd/>
            <a:tailEnd/>
          </a:ln>
        </p:spPr>
      </p:pic>
    </p:spTree>
  </p:cSld>
  <p:clrMapOvr>
    <a:masterClrMapping/>
  </p:clrMapOvr>
  <p:timing>
    <p:tnLst>
      <p:par>
        <p:cTn id="1" dur="indefinite" restart="never" nodeType="tmRoot"/>
      </p:par>
    </p:tnLst>
  </p:timing>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8914" name="标题 1"/>
          <p:cNvSpPr>
            <a:spLocks noGrp="1"/>
          </p:cNvSpPr>
          <p:nvPr>
            <p:ph type="title"/>
          </p:nvPr>
        </p:nvSpPr>
        <p:spPr/>
        <p:txBody>
          <a:bodyPr/>
          <a:lstStyle/>
          <a:p>
            <a:r>
              <a:rPr lang="en-US" altLang="zh-CN" smtClean="0"/>
              <a:t>Shodan</a:t>
            </a:r>
            <a:endParaRPr lang="zh-CN" altLang="en-US" smtClean="0"/>
          </a:p>
        </p:txBody>
      </p:sp>
      <p:sp>
        <p:nvSpPr>
          <p:cNvPr id="38915" name="内容占位符 2"/>
          <p:cNvSpPr>
            <a:spLocks noGrp="1"/>
          </p:cNvSpPr>
          <p:nvPr>
            <p:ph idx="1"/>
          </p:nvPr>
        </p:nvSpPr>
        <p:spPr/>
        <p:txBody>
          <a:bodyPr/>
          <a:lstStyle/>
          <a:p>
            <a:r>
              <a:rPr lang="zh-CN" altLang="en-US" smtClean="0"/>
              <a:t>过滤词：网络服务类过滤词，主要包括</a:t>
            </a:r>
            <a:r>
              <a:rPr lang="en-US" altLang="zh-CN" smtClean="0"/>
              <a:t>hostname</a:t>
            </a:r>
            <a:r>
              <a:rPr lang="zh-CN" altLang="en-US" smtClean="0"/>
              <a:t>、</a:t>
            </a:r>
            <a:r>
              <a:rPr lang="en-US" altLang="zh-CN" smtClean="0"/>
              <a:t>net</a:t>
            </a:r>
            <a:r>
              <a:rPr lang="zh-CN" altLang="en-US" smtClean="0"/>
              <a:t>、</a:t>
            </a:r>
            <a:r>
              <a:rPr lang="en-US" altLang="zh-CN" smtClean="0"/>
              <a:t>os</a:t>
            </a:r>
            <a:r>
              <a:rPr lang="zh-CN" altLang="en-US" smtClean="0"/>
              <a:t>、</a:t>
            </a:r>
            <a:r>
              <a:rPr lang="en-US" altLang="zh-CN" smtClean="0"/>
              <a:t>port</a:t>
            </a:r>
          </a:p>
        </p:txBody>
      </p:sp>
      <p:pic>
        <p:nvPicPr>
          <p:cNvPr id="38917" name="图片 9"/>
          <p:cNvPicPr>
            <a:picLocks noChangeAspect="1" noChangeArrowheads="1"/>
          </p:cNvPicPr>
          <p:nvPr/>
        </p:nvPicPr>
        <p:blipFill>
          <a:blip r:embed="rId2" cstate="print"/>
          <a:srcRect/>
          <a:stretch>
            <a:fillRect/>
          </a:stretch>
        </p:blipFill>
        <p:spPr bwMode="auto">
          <a:xfrm>
            <a:off x="571500" y="2643188"/>
            <a:ext cx="7788275" cy="3057525"/>
          </a:xfrm>
          <a:prstGeom prst="rect">
            <a:avLst/>
          </a:prstGeom>
          <a:noFill/>
          <a:ln w="9525">
            <a:noFill/>
            <a:miter lim="800000"/>
            <a:headEnd/>
            <a:tailEnd/>
          </a:ln>
        </p:spPr>
      </p:pic>
    </p:spTree>
  </p:cSld>
  <p:clrMapOvr>
    <a:masterClrMapping/>
  </p:clrMapOvr>
  <p:timing>
    <p:tnLst>
      <p:par>
        <p:cTn id="1" dur="indefinite" restart="never" nodeType="tmRoot"/>
      </p:par>
    </p:tnLst>
  </p:timing>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9938" name="标题 1"/>
          <p:cNvSpPr>
            <a:spLocks noGrp="1"/>
          </p:cNvSpPr>
          <p:nvPr>
            <p:ph type="title"/>
          </p:nvPr>
        </p:nvSpPr>
        <p:spPr/>
        <p:txBody>
          <a:bodyPr/>
          <a:lstStyle/>
          <a:p>
            <a:r>
              <a:rPr lang="en-US" altLang="zh-CN" smtClean="0"/>
              <a:t>Shodan</a:t>
            </a:r>
            <a:endParaRPr lang="zh-CN" altLang="en-US" smtClean="0"/>
          </a:p>
        </p:txBody>
      </p:sp>
      <p:sp>
        <p:nvSpPr>
          <p:cNvPr id="39939" name="内容占位符 2"/>
          <p:cNvSpPr>
            <a:spLocks noGrp="1"/>
          </p:cNvSpPr>
          <p:nvPr>
            <p:ph idx="1"/>
          </p:nvPr>
        </p:nvSpPr>
        <p:spPr/>
        <p:txBody>
          <a:bodyPr/>
          <a:lstStyle/>
          <a:p>
            <a:r>
              <a:rPr lang="zh-CN" altLang="en-US" smtClean="0"/>
              <a:t>过滤词：网络服务类过滤词，主要包括</a:t>
            </a:r>
            <a:r>
              <a:rPr lang="en-US" altLang="zh-CN" smtClean="0"/>
              <a:t>hostname</a:t>
            </a:r>
            <a:r>
              <a:rPr lang="zh-CN" altLang="en-US" smtClean="0"/>
              <a:t>、</a:t>
            </a:r>
            <a:r>
              <a:rPr lang="en-US" altLang="zh-CN" smtClean="0"/>
              <a:t>net</a:t>
            </a:r>
            <a:r>
              <a:rPr lang="zh-CN" altLang="en-US" smtClean="0"/>
              <a:t>、</a:t>
            </a:r>
            <a:r>
              <a:rPr lang="en-US" altLang="zh-CN" smtClean="0"/>
              <a:t>os</a:t>
            </a:r>
            <a:r>
              <a:rPr lang="zh-CN" altLang="en-US" smtClean="0"/>
              <a:t>、</a:t>
            </a:r>
            <a:r>
              <a:rPr lang="en-US" altLang="zh-CN" smtClean="0"/>
              <a:t>port</a:t>
            </a:r>
          </a:p>
        </p:txBody>
      </p:sp>
      <p:pic>
        <p:nvPicPr>
          <p:cNvPr id="39941" name="图片 10"/>
          <p:cNvPicPr>
            <a:picLocks noChangeAspect="1" noChangeArrowheads="1"/>
          </p:cNvPicPr>
          <p:nvPr/>
        </p:nvPicPr>
        <p:blipFill>
          <a:blip r:embed="rId2" cstate="print"/>
          <a:srcRect/>
          <a:stretch>
            <a:fillRect/>
          </a:stretch>
        </p:blipFill>
        <p:spPr bwMode="auto">
          <a:xfrm>
            <a:off x="642938" y="2643188"/>
            <a:ext cx="8085137" cy="3400425"/>
          </a:xfrm>
          <a:prstGeom prst="rect">
            <a:avLst/>
          </a:prstGeom>
          <a:noFill/>
          <a:ln w="9525">
            <a:noFill/>
            <a:miter lim="800000"/>
            <a:headEnd/>
            <a:tailEnd/>
          </a:ln>
        </p:spPr>
      </p:pic>
      <p:sp>
        <p:nvSpPr>
          <p:cNvPr id="2" name="矩形 1"/>
          <p:cNvSpPr/>
          <p:nvPr/>
        </p:nvSpPr>
        <p:spPr>
          <a:xfrm>
            <a:off x="864703" y="6296323"/>
            <a:ext cx="8279297" cy="584775"/>
          </a:xfrm>
          <a:prstGeom prst="rect">
            <a:avLst/>
          </a:prstGeom>
        </p:spPr>
        <p:txBody>
          <a:bodyPr wrap="square">
            <a:spAutoFit/>
          </a:bodyPr>
          <a:lstStyle/>
          <a:p>
            <a:r>
              <a:rPr lang="zh-CN" altLang="en-US" sz="1600" dirty="0">
                <a:solidFill>
                  <a:srgbClr val="FF0000"/>
                </a:solidFill>
                <a:hlinkClick r:id="rId3"/>
              </a:rPr>
              <a:t>https://www.bilibili.com/video/BV1Gf4y1z7Mc?spm_id_from=333.337.search-card.all.</a:t>
            </a:r>
            <a:r>
              <a:rPr lang="zh-CN" altLang="en-US" sz="1600" dirty="0" smtClean="0">
                <a:solidFill>
                  <a:srgbClr val="FF0000"/>
                </a:solidFill>
                <a:hlinkClick r:id="rId3"/>
              </a:rPr>
              <a:t>click</a:t>
            </a:r>
            <a:r>
              <a:rPr lang="zh-CN" altLang="en-US" sz="1600" dirty="0" smtClean="0">
                <a:solidFill>
                  <a:srgbClr val="FF0000"/>
                </a:solidFill>
              </a:rPr>
              <a:t>，</a:t>
            </a:r>
            <a:r>
              <a:rPr lang="en-US" altLang="zh-CN" sz="1600" dirty="0">
                <a:solidFill>
                  <a:srgbClr val="FF0000"/>
                </a:solidFill>
              </a:rPr>
              <a:t>https://www.cnblogs.com/H4ck3R-XiX/p/12950736.html</a:t>
            </a:r>
            <a:endParaRPr lang="zh-CN" altLang="en-US" sz="1600" dirty="0">
              <a:solidFill>
                <a:srgbClr val="FF0000"/>
              </a:solidFill>
            </a:endParaRPr>
          </a:p>
        </p:txBody>
      </p:sp>
    </p:spTree>
  </p:cSld>
  <p:clrMapOvr>
    <a:masterClrMapping/>
  </p:clrMapOvr>
  <p:timing>
    <p:tnLst>
      <p:par>
        <p:cTn id="1" dur="indefinite" restart="never" nodeType="tmRoot"/>
      </p:par>
    </p:tnLst>
  </p:timing>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0962" name="标题 1"/>
          <p:cNvSpPr>
            <a:spLocks noGrp="1"/>
          </p:cNvSpPr>
          <p:nvPr>
            <p:ph type="title"/>
          </p:nvPr>
        </p:nvSpPr>
        <p:spPr/>
        <p:txBody>
          <a:bodyPr/>
          <a:lstStyle/>
          <a:p>
            <a:r>
              <a:rPr lang="en-US" altLang="zh-CN" smtClean="0"/>
              <a:t>Zoomeye</a:t>
            </a:r>
            <a:endParaRPr lang="zh-CN" altLang="en-US" smtClean="0"/>
          </a:p>
        </p:txBody>
      </p:sp>
      <p:sp>
        <p:nvSpPr>
          <p:cNvPr id="2" name="内容占位符 1"/>
          <p:cNvSpPr>
            <a:spLocks noGrp="1"/>
          </p:cNvSpPr>
          <p:nvPr>
            <p:ph idx="1"/>
          </p:nvPr>
        </p:nvSpPr>
        <p:spPr/>
        <p:txBody>
          <a:bodyPr/>
          <a:lstStyle/>
          <a:p>
            <a:r>
              <a:rPr lang="zh-CN" altLang="en-US"/>
              <a:t>ZoomEye（“钟馗之眼”）为知道创宇旗下404实验室驱动打造的中国第一款同时也是全球著名的网络空间搜索引擎，通过分布在全球的大量测绘节点针对全球范围内的IPv4、IPv6地址库及网站域名库进行24小时不间断探测、识别，根据对多个服务端口协议进行测绘，最终实现整个或者局部地区的网络空间进行画像。</a:t>
            </a:r>
          </a:p>
        </p:txBody>
      </p:sp>
    </p:spTree>
  </p:cSld>
  <p:clrMapOvr>
    <a:masterClrMapping/>
  </p:clrMapOvr>
  <p:timing>
    <p:tnLst>
      <p:par>
        <p:cTn id="1" dur="indefinite" restart="never" nodeType="tmRoot"/>
      </p:par>
    </p:tnLst>
  </p:timing>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0962" name="标题 1"/>
          <p:cNvSpPr>
            <a:spLocks noGrp="1"/>
          </p:cNvSpPr>
          <p:nvPr>
            <p:ph type="title"/>
          </p:nvPr>
        </p:nvSpPr>
        <p:spPr/>
        <p:txBody>
          <a:bodyPr/>
          <a:lstStyle/>
          <a:p>
            <a:r>
              <a:rPr lang="en-US" altLang="zh-CN" smtClean="0"/>
              <a:t>Zoomeye</a:t>
            </a:r>
            <a:endParaRPr lang="zh-CN" altLang="en-US" smtClean="0"/>
          </a:p>
        </p:txBody>
      </p:sp>
      <p:sp>
        <p:nvSpPr>
          <p:cNvPr id="2" name="内容占位符 1"/>
          <p:cNvSpPr>
            <a:spLocks noGrp="1"/>
          </p:cNvSpPr>
          <p:nvPr>
            <p:ph idx="1"/>
          </p:nvPr>
        </p:nvSpPr>
        <p:spPr/>
        <p:txBody>
          <a:bodyPr/>
          <a:lstStyle/>
          <a:p>
            <a:r>
              <a:rPr lang="zh-CN" altLang="en-US"/>
              <a:t>通过多年的发展不停的技术改造，目前ZoomEye拥有的自主研发网络空间搜索核心引擎已拥有世界领先网络空间测绘能力，并积累了大量的测绘数据进行趋势分析最终实现跨时空式的动态网络空间测绘画像。</a:t>
            </a:r>
          </a:p>
          <a:p>
            <a:r>
              <a:rPr lang="zh-CN" altLang="en-US"/>
              <a:t>ZoomEye（“钟馗之眼”）作为国际领先的网络空间测绘搜索引擎，我们一直在努力！</a:t>
            </a:r>
          </a:p>
        </p:txBody>
      </p:sp>
    </p:spTree>
  </p:cSld>
  <p:clrMapOvr>
    <a:masterClrMapping/>
  </p:clrMapOvr>
  <p:timing>
    <p:tnLst>
      <p:par>
        <p:cTn id="1" dur="indefinite" restart="never" nodeType="tmRoot"/>
      </p:par>
    </p:tnLst>
  </p:timing>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0962" name="标题 1"/>
          <p:cNvSpPr>
            <a:spLocks noGrp="1"/>
          </p:cNvSpPr>
          <p:nvPr>
            <p:ph type="title"/>
          </p:nvPr>
        </p:nvSpPr>
        <p:spPr/>
        <p:txBody>
          <a:bodyPr/>
          <a:lstStyle/>
          <a:p>
            <a:r>
              <a:rPr lang="en-US" altLang="zh-CN" smtClean="0"/>
              <a:t>Zoomeye</a:t>
            </a:r>
            <a:endParaRPr lang="zh-CN" altLang="en-US" smtClean="0"/>
          </a:p>
        </p:txBody>
      </p:sp>
      <p:pic>
        <p:nvPicPr>
          <p:cNvPr id="40963" name="内容占位符 4" descr="zoomeye1.jpg"/>
          <p:cNvPicPr>
            <a:picLocks noGrp="1" noChangeAspect="1"/>
          </p:cNvPicPr>
          <p:nvPr>
            <p:ph idx="1"/>
          </p:nvPr>
        </p:nvPicPr>
        <p:blipFill>
          <a:blip r:embed="rId2" cstate="print"/>
          <a:srcRect/>
          <a:stretch>
            <a:fillRect/>
          </a:stretch>
        </p:blipFill>
        <p:spPr>
          <a:xfrm>
            <a:off x="428625" y="1500188"/>
            <a:ext cx="8229600" cy="4629150"/>
          </a:xfrm>
        </p:spPr>
      </p:pic>
    </p:spTree>
  </p:cSld>
  <p:clrMapOvr>
    <a:masterClrMapping/>
  </p:clrMapOvr>
  <p:timing>
    <p:tnLst>
      <p:par>
        <p:cTn id="1" dur="indefinite" restart="never" nodeType="tmRoot"/>
      </p:par>
    </p:tnLst>
  </p:timing>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0962" name="标题 1"/>
          <p:cNvSpPr>
            <a:spLocks noGrp="1"/>
          </p:cNvSpPr>
          <p:nvPr>
            <p:ph type="title"/>
          </p:nvPr>
        </p:nvSpPr>
        <p:spPr/>
        <p:txBody>
          <a:bodyPr/>
          <a:lstStyle/>
          <a:p>
            <a:r>
              <a:rPr lang="en-US" altLang="zh-CN" dirty="0" smtClean="0"/>
              <a:t>FOFA</a:t>
            </a:r>
            <a:endParaRPr lang="zh-CN" altLang="en-US" dirty="0" smtClean="0"/>
          </a:p>
        </p:txBody>
      </p:sp>
      <p:pic>
        <p:nvPicPr>
          <p:cNvPr id="3" name="内容占位符 2"/>
          <p:cNvPicPr>
            <a:picLocks noGrp="1" noChangeAspect="1"/>
          </p:cNvPicPr>
          <p:nvPr>
            <p:ph idx="1"/>
          </p:nvPr>
        </p:nvPicPr>
        <p:blipFill>
          <a:blip r:embed="rId3"/>
          <a:stretch>
            <a:fillRect/>
          </a:stretch>
        </p:blipFill>
        <p:spPr>
          <a:xfrm>
            <a:off x="430212" y="1882284"/>
            <a:ext cx="8353835" cy="2948134"/>
          </a:xfrm>
          <a:prstGeom prst="rect">
            <a:avLst/>
          </a:prstGeom>
        </p:spPr>
      </p:pic>
    </p:spTree>
    <p:extLst>
      <p:ext uri="{BB962C8B-B14F-4D97-AF65-F5344CB8AC3E}">
        <p14:creationId xmlns:p14="http://schemas.microsoft.com/office/powerpoint/2010/main" val="81362063"/>
      </p:ext>
    </p:extLst>
  </p:cSld>
  <p:clrMapOvr>
    <a:masterClrMapping/>
  </p:clrMapOvr>
  <p:timing>
    <p:tnLst>
      <p:par>
        <p:cTn id="1" dur="indefinite" restart="never" nodeType="tmRoot"/>
      </p:par>
    </p:tnLst>
  </p:timing>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内容占位符 1">
            <a:extLst>
              <a:ext uri="{FF2B5EF4-FFF2-40B4-BE49-F238E27FC236}">
                <a16:creationId xmlns:a16="http://schemas.microsoft.com/office/drawing/2014/main" id="{2BDAFE2C-E275-40E7-8BB8-F7862F94ED67}"/>
              </a:ext>
            </a:extLst>
          </p:cNvPr>
          <p:cNvSpPr>
            <a:spLocks noGrp="1"/>
          </p:cNvSpPr>
          <p:nvPr>
            <p:ph idx="1"/>
          </p:nvPr>
        </p:nvSpPr>
        <p:spPr>
          <a:xfrm>
            <a:off x="685800" y="1371600"/>
            <a:ext cx="7772400" cy="4114800"/>
          </a:xfrm>
        </p:spPr>
        <p:txBody>
          <a:bodyPr/>
          <a:lstStyle/>
          <a:p>
            <a:r>
              <a:rPr lang="en-US" altLang="zh-CN" dirty="0"/>
              <a:t>http://www.ditecting.com/</a:t>
            </a:r>
            <a:endParaRPr lang="zh-CN" altLang="en-US" dirty="0"/>
          </a:p>
        </p:txBody>
      </p:sp>
      <p:sp>
        <p:nvSpPr>
          <p:cNvPr id="3" name="标题 2">
            <a:extLst>
              <a:ext uri="{FF2B5EF4-FFF2-40B4-BE49-F238E27FC236}">
                <a16:creationId xmlns:a16="http://schemas.microsoft.com/office/drawing/2014/main" id="{8968FD87-92C7-49E1-BF5A-9FC94E89281F}"/>
              </a:ext>
            </a:extLst>
          </p:cNvPr>
          <p:cNvSpPr>
            <a:spLocks noGrp="1"/>
          </p:cNvSpPr>
          <p:nvPr>
            <p:ph type="title"/>
          </p:nvPr>
        </p:nvSpPr>
        <p:spPr/>
        <p:txBody>
          <a:bodyPr/>
          <a:lstStyle/>
          <a:p>
            <a:r>
              <a:rPr lang="zh-CN" altLang="en-US" dirty="0"/>
              <a:t>谛听</a:t>
            </a:r>
          </a:p>
        </p:txBody>
      </p:sp>
      <p:pic>
        <p:nvPicPr>
          <p:cNvPr id="4" name="图片 3">
            <a:extLst>
              <a:ext uri="{FF2B5EF4-FFF2-40B4-BE49-F238E27FC236}">
                <a16:creationId xmlns:a16="http://schemas.microsoft.com/office/drawing/2014/main" id="{F2EE0FD8-9DFA-4BCB-8A8A-5F97ADB32BEC}"/>
              </a:ext>
            </a:extLst>
          </p:cNvPr>
          <p:cNvPicPr>
            <a:picLocks noChangeAspect="1"/>
          </p:cNvPicPr>
          <p:nvPr/>
        </p:nvPicPr>
        <p:blipFill>
          <a:blip r:embed="rId3"/>
          <a:stretch>
            <a:fillRect/>
          </a:stretch>
        </p:blipFill>
        <p:spPr>
          <a:xfrm>
            <a:off x="1628023" y="1923298"/>
            <a:ext cx="5438775" cy="4391025"/>
          </a:xfrm>
          <a:prstGeom prst="rect">
            <a:avLst/>
          </a:prstGeom>
        </p:spPr>
      </p:pic>
    </p:spTree>
    <p:extLst>
      <p:ext uri="{BB962C8B-B14F-4D97-AF65-F5344CB8AC3E}">
        <p14:creationId xmlns:p14="http://schemas.microsoft.com/office/powerpoint/2010/main" val="1002046106"/>
      </p:ext>
    </p:extLst>
  </p:cSld>
  <p:clrMapOvr>
    <a:masterClrMapping/>
  </p:clrMapOvr>
  <p:timing>
    <p:tnLst>
      <p:par>
        <p:cTn id="1" dur="indefinite" restart="never" nodeType="tmRoot"/>
      </p:par>
    </p:tnLst>
  </p:timing>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内容占位符 1">
            <a:extLst>
              <a:ext uri="{FF2B5EF4-FFF2-40B4-BE49-F238E27FC236}">
                <a16:creationId xmlns:a16="http://schemas.microsoft.com/office/drawing/2014/main" id="{2BDAFE2C-E275-40E7-8BB8-F7862F94ED67}"/>
              </a:ext>
            </a:extLst>
          </p:cNvPr>
          <p:cNvSpPr>
            <a:spLocks noGrp="1"/>
          </p:cNvSpPr>
          <p:nvPr>
            <p:ph idx="1"/>
          </p:nvPr>
        </p:nvSpPr>
        <p:spPr>
          <a:xfrm>
            <a:off x="685800" y="1371600"/>
            <a:ext cx="7772400" cy="4114800"/>
          </a:xfrm>
        </p:spPr>
        <p:txBody>
          <a:bodyPr/>
          <a:lstStyle/>
          <a:p>
            <a:r>
              <a:rPr lang="zh-CN" altLang="en-US" dirty="0"/>
              <a:t>盘点一下在渗透测试中可能用到的网络</a:t>
            </a:r>
            <a:r>
              <a:rPr lang="zh-CN" altLang="en-US" dirty="0" smtClean="0"/>
              <a:t>搜索引擎</a:t>
            </a:r>
            <a:endParaRPr lang="en-US" altLang="zh-CN" dirty="0" smtClean="0"/>
          </a:p>
          <a:p>
            <a:r>
              <a:rPr lang="en-US" altLang="zh-CN" dirty="0"/>
              <a:t>https://www.wangan.com/p/7fy7f64a12d74c0d</a:t>
            </a:r>
            <a:endParaRPr lang="zh-CN" altLang="en-US" dirty="0"/>
          </a:p>
        </p:txBody>
      </p:sp>
      <p:sp>
        <p:nvSpPr>
          <p:cNvPr id="3" name="标题 2">
            <a:extLst>
              <a:ext uri="{FF2B5EF4-FFF2-40B4-BE49-F238E27FC236}">
                <a16:creationId xmlns:a16="http://schemas.microsoft.com/office/drawing/2014/main" id="{8968FD87-92C7-49E1-BF5A-9FC94E89281F}"/>
              </a:ext>
            </a:extLst>
          </p:cNvPr>
          <p:cNvSpPr>
            <a:spLocks noGrp="1"/>
          </p:cNvSpPr>
          <p:nvPr>
            <p:ph type="title"/>
          </p:nvPr>
        </p:nvSpPr>
        <p:spPr/>
        <p:txBody>
          <a:bodyPr/>
          <a:lstStyle/>
          <a:p>
            <a:r>
              <a:rPr lang="zh-CN" altLang="en-US" dirty="0" smtClean="0"/>
              <a:t>其他</a:t>
            </a:r>
            <a:endParaRPr lang="zh-CN" altLang="en-US" dirty="0"/>
          </a:p>
        </p:txBody>
      </p:sp>
    </p:spTree>
    <p:extLst>
      <p:ext uri="{BB962C8B-B14F-4D97-AF65-F5344CB8AC3E}">
        <p14:creationId xmlns:p14="http://schemas.microsoft.com/office/powerpoint/2010/main" val="4182281668"/>
      </p:ext>
    </p:extLst>
  </p:cSld>
  <p:clrMapOvr>
    <a:masterClrMapping/>
  </p:clrMapOvr>
  <p:timing>
    <p:tnLst>
      <p:par>
        <p:cTn id="1" dur="indefinite" restart="never" nodeType="tmRoot"/>
      </p:par>
    </p:tnLst>
  </p:timing>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内容占位符 1">
            <a:extLst>
              <a:ext uri="{FF2B5EF4-FFF2-40B4-BE49-F238E27FC236}">
                <a16:creationId xmlns:a16="http://schemas.microsoft.com/office/drawing/2014/main" id="{2BDAFE2C-E275-40E7-8BB8-F7862F94ED67}"/>
              </a:ext>
            </a:extLst>
          </p:cNvPr>
          <p:cNvSpPr>
            <a:spLocks noGrp="1"/>
          </p:cNvSpPr>
          <p:nvPr>
            <p:ph idx="1"/>
          </p:nvPr>
        </p:nvSpPr>
        <p:spPr>
          <a:xfrm>
            <a:off x="685800" y="1371600"/>
            <a:ext cx="7772400" cy="4114800"/>
          </a:xfrm>
        </p:spPr>
        <p:txBody>
          <a:bodyPr/>
          <a:lstStyle/>
          <a:p>
            <a:r>
              <a:rPr lang="zh-CN" altLang="en-US" dirty="0"/>
              <a:t>子域名爆破可以发现更多目标，以增加渗透测试成功的可能性，探测到更多隐藏或遗忘的应用服务，这些应用往往</a:t>
            </a:r>
            <a:r>
              <a:rPr lang="zh-CN" altLang="en-US" dirty="0" smtClean="0"/>
              <a:t>可能包含一些</a:t>
            </a:r>
            <a:r>
              <a:rPr lang="zh-CN" altLang="en-US" dirty="0"/>
              <a:t>严重</a:t>
            </a:r>
            <a:r>
              <a:rPr lang="zh-CN" altLang="en-US" dirty="0" smtClean="0"/>
              <a:t>漏洞，当</a:t>
            </a:r>
            <a:r>
              <a:rPr lang="zh-CN" altLang="en-US" dirty="0"/>
              <a:t>一个主站坚不可摧时，我们可以尝试从分站入手</a:t>
            </a:r>
            <a:r>
              <a:rPr lang="zh-CN" altLang="en-US" dirty="0" smtClean="0"/>
              <a:t>。</a:t>
            </a:r>
            <a:endParaRPr lang="en-US" altLang="zh-CN" dirty="0" smtClean="0"/>
          </a:p>
          <a:p>
            <a:r>
              <a:rPr lang="zh-CN" altLang="en-US" dirty="0" smtClean="0"/>
              <a:t>搜索引擎：</a:t>
            </a:r>
            <a:r>
              <a:rPr lang="en-US" altLang="zh-CN" dirty="0" smtClean="0"/>
              <a:t>site:</a:t>
            </a:r>
            <a:r>
              <a:rPr lang="zh-CN" altLang="en-US" dirty="0" smtClean="0"/>
              <a:t>域名</a:t>
            </a:r>
            <a:endParaRPr lang="en-US" altLang="zh-CN" dirty="0" smtClean="0"/>
          </a:p>
          <a:p>
            <a:r>
              <a:rPr lang="zh-CN" altLang="en-US" dirty="0" smtClean="0"/>
              <a:t>在线工具：</a:t>
            </a:r>
            <a:r>
              <a:rPr lang="en-US" altLang="zh-CN" dirty="0">
                <a:hlinkClick r:id="rId3"/>
              </a:rPr>
              <a:t>http://tool.nyqty.com/Tools/urlblast</a:t>
            </a:r>
            <a:r>
              <a:rPr lang="en-US" altLang="zh-CN" dirty="0" smtClean="0">
                <a:hlinkClick r:id="rId3"/>
              </a:rPr>
              <a:t>/</a:t>
            </a:r>
            <a:endParaRPr lang="en-US" altLang="zh-CN" dirty="0" smtClean="0"/>
          </a:p>
          <a:p>
            <a:r>
              <a:rPr lang="en-US" altLang="zh-CN" dirty="0">
                <a:hlinkClick r:id="rId4"/>
              </a:rPr>
              <a:t>http://z.zcjun.com</a:t>
            </a:r>
            <a:r>
              <a:rPr lang="en-US" altLang="zh-CN" dirty="0" smtClean="0">
                <a:hlinkClick r:id="rId4"/>
              </a:rPr>
              <a:t>/</a:t>
            </a:r>
            <a:endParaRPr lang="en-US" altLang="zh-CN" dirty="0" smtClean="0"/>
          </a:p>
          <a:p>
            <a:r>
              <a:rPr lang="en-US" altLang="zh-CN" dirty="0">
                <a:hlinkClick r:id="rId5"/>
              </a:rPr>
              <a:t>https://tool.chinaz.com/subdomain</a:t>
            </a:r>
            <a:r>
              <a:rPr lang="en-US" altLang="zh-CN" dirty="0" smtClean="0">
                <a:hlinkClick r:id="rId5"/>
              </a:rPr>
              <a:t>/</a:t>
            </a:r>
            <a:endParaRPr lang="en-US" altLang="zh-CN" dirty="0" smtClean="0"/>
          </a:p>
          <a:p>
            <a:endParaRPr lang="zh-CN" altLang="en-US" dirty="0"/>
          </a:p>
        </p:txBody>
      </p:sp>
      <p:sp>
        <p:nvSpPr>
          <p:cNvPr id="3" name="标题 2">
            <a:extLst>
              <a:ext uri="{FF2B5EF4-FFF2-40B4-BE49-F238E27FC236}">
                <a16:creationId xmlns:a16="http://schemas.microsoft.com/office/drawing/2014/main" id="{8968FD87-92C7-49E1-BF5A-9FC94E89281F}"/>
              </a:ext>
            </a:extLst>
          </p:cNvPr>
          <p:cNvSpPr>
            <a:spLocks noGrp="1"/>
          </p:cNvSpPr>
          <p:nvPr>
            <p:ph type="title"/>
          </p:nvPr>
        </p:nvSpPr>
        <p:spPr/>
        <p:txBody>
          <a:bodyPr/>
          <a:lstStyle/>
          <a:p>
            <a:r>
              <a:rPr lang="zh-CN" altLang="en-US" dirty="0" smtClean="0"/>
              <a:t>子域名查询</a:t>
            </a:r>
            <a:endParaRPr lang="zh-CN" altLang="en-US" dirty="0"/>
          </a:p>
        </p:txBody>
      </p:sp>
    </p:spTree>
    <p:extLst>
      <p:ext uri="{BB962C8B-B14F-4D97-AF65-F5344CB8AC3E}">
        <p14:creationId xmlns:p14="http://schemas.microsoft.com/office/powerpoint/2010/main" val="3914695432"/>
      </p:ext>
    </p:extLst>
  </p:cSld>
  <p:clrMapOvr>
    <a:masterClrMapping/>
  </p:clrMapOvr>
  <p:timing>
    <p:tnLst>
      <p:par>
        <p:cTn id="1" dur="indefinite" restart="never" nodeType="tmRoot"/>
      </p:par>
    </p:tnLst>
  </p:timing>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内容占位符 1">
            <a:extLst>
              <a:ext uri="{FF2B5EF4-FFF2-40B4-BE49-F238E27FC236}">
                <a16:creationId xmlns:a16="http://schemas.microsoft.com/office/drawing/2014/main" id="{2BDAFE2C-E275-40E7-8BB8-F7862F94ED67}"/>
              </a:ext>
            </a:extLst>
          </p:cNvPr>
          <p:cNvSpPr>
            <a:spLocks noGrp="1"/>
          </p:cNvSpPr>
          <p:nvPr>
            <p:ph idx="1"/>
          </p:nvPr>
        </p:nvSpPr>
        <p:spPr>
          <a:xfrm>
            <a:off x="685800" y="1371600"/>
            <a:ext cx="7772400" cy="4114800"/>
          </a:xfrm>
        </p:spPr>
        <p:txBody>
          <a:bodyPr/>
          <a:lstStyle/>
          <a:p>
            <a:r>
              <a:rPr lang="zh-CN" altLang="en-US" dirty="0" smtClean="0"/>
              <a:t>第三方工具：</a:t>
            </a:r>
            <a:endParaRPr lang="en-US" altLang="zh-CN" dirty="0" smtClean="0"/>
          </a:p>
          <a:p>
            <a:r>
              <a:rPr lang="en-US" altLang="zh-CN" b="0" dirty="0"/>
              <a:t>Layer</a:t>
            </a:r>
            <a:r>
              <a:rPr lang="zh-CN" altLang="en-US" b="0" dirty="0"/>
              <a:t>子域名</a:t>
            </a:r>
            <a:r>
              <a:rPr lang="zh-CN" altLang="en-US" b="0" dirty="0" smtClean="0"/>
              <a:t>挖掘机</a:t>
            </a:r>
            <a:endParaRPr lang="en-US" altLang="zh-CN" b="0" dirty="0" smtClean="0"/>
          </a:p>
          <a:p>
            <a:r>
              <a:rPr lang="en-US" altLang="zh-CN" b="0" dirty="0" err="1" smtClean="0"/>
              <a:t>OneForAll</a:t>
            </a:r>
            <a:r>
              <a:rPr lang="zh-CN" altLang="en-US" b="0" dirty="0" smtClean="0"/>
              <a:t>（</a:t>
            </a:r>
            <a:r>
              <a:rPr lang="en-US" altLang="zh-CN" b="0" dirty="0"/>
              <a:t>https://cloud.tencent.com/developer/article/2089381</a:t>
            </a:r>
            <a:r>
              <a:rPr lang="zh-CN" altLang="en-US" b="0" dirty="0" smtClean="0"/>
              <a:t>）</a:t>
            </a:r>
            <a:endParaRPr lang="en-US" altLang="zh-CN" b="0" dirty="0" smtClean="0"/>
          </a:p>
          <a:p>
            <a:r>
              <a:rPr lang="en-US" altLang="zh-CN" b="0" dirty="0" err="1"/>
              <a:t>SubDomainsBrute</a:t>
            </a:r>
            <a:endParaRPr lang="zh-CN" altLang="en-US" dirty="0"/>
          </a:p>
        </p:txBody>
      </p:sp>
      <p:sp>
        <p:nvSpPr>
          <p:cNvPr id="3" name="标题 2">
            <a:extLst>
              <a:ext uri="{FF2B5EF4-FFF2-40B4-BE49-F238E27FC236}">
                <a16:creationId xmlns:a16="http://schemas.microsoft.com/office/drawing/2014/main" id="{8968FD87-92C7-49E1-BF5A-9FC94E89281F}"/>
              </a:ext>
            </a:extLst>
          </p:cNvPr>
          <p:cNvSpPr>
            <a:spLocks noGrp="1"/>
          </p:cNvSpPr>
          <p:nvPr>
            <p:ph type="title"/>
          </p:nvPr>
        </p:nvSpPr>
        <p:spPr/>
        <p:txBody>
          <a:bodyPr/>
          <a:lstStyle/>
          <a:p>
            <a:r>
              <a:rPr lang="zh-CN" altLang="en-US" dirty="0" smtClean="0"/>
              <a:t>子域名查询</a:t>
            </a:r>
            <a:endParaRPr lang="zh-CN" altLang="en-US" dirty="0"/>
          </a:p>
        </p:txBody>
      </p:sp>
    </p:spTree>
    <p:extLst>
      <p:ext uri="{BB962C8B-B14F-4D97-AF65-F5344CB8AC3E}">
        <p14:creationId xmlns:p14="http://schemas.microsoft.com/office/powerpoint/2010/main" val="2675339419"/>
      </p:ext>
    </p:extLst>
  </p:cSld>
  <p:clrMapOvr>
    <a:masterClrMapping/>
  </p:clrMapOvr>
  <p:timing>
    <p:tnLst>
      <p:par>
        <p:cTn id="1" dur="indefinite" restart="never" nodeType="tmRoot"/>
      </p:par>
    </p:tnLst>
  </p:timing>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4035" name="Rectangle 4"/>
          <p:cNvSpPr>
            <a:spLocks noGrp="1" noChangeArrowheads="1"/>
          </p:cNvSpPr>
          <p:nvPr>
            <p:ph type="title"/>
          </p:nvPr>
        </p:nvSpPr>
        <p:spPr>
          <a:xfrm>
            <a:off x="771525" y="2593975"/>
            <a:ext cx="8229600" cy="1143000"/>
          </a:xfrm>
          <a:noFill/>
        </p:spPr>
        <p:txBody>
          <a:bodyPr/>
          <a:lstStyle/>
          <a:p>
            <a:pPr eaLnBrk="1" hangingPunct="1"/>
            <a:r>
              <a:rPr lang="zh-CN" altLang="en-US" b="1" dirty="0" smtClean="0">
                <a:solidFill>
                  <a:srgbClr val="FF0000"/>
                </a:solidFill>
              </a:rPr>
              <a:t>二、</a:t>
            </a:r>
            <a:r>
              <a:rPr lang="en-US" altLang="zh-CN" b="1" dirty="0" err="1" smtClean="0">
                <a:solidFill>
                  <a:srgbClr val="FF0000"/>
                </a:solidFill>
              </a:rPr>
              <a:t>whois</a:t>
            </a:r>
            <a:r>
              <a:rPr lang="zh-CN" altLang="en-US" b="1" dirty="0" err="1" smtClean="0">
                <a:solidFill>
                  <a:srgbClr val="FF0000"/>
                </a:solidFill>
              </a:rPr>
              <a:t>查询</a:t>
            </a:r>
          </a:p>
        </p:txBody>
      </p:sp>
    </p:spTree>
  </p:cSld>
  <p:clrMapOvr>
    <a:masterClrMapping/>
  </p:clrMapOvr>
  <p:timing>
    <p:tnLst>
      <p:par>
        <p:cTn id="1" dur="indefinite" restart="never" nodeType="tmRoot"/>
      </p:par>
    </p:tnLst>
  </p:timing>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5059" name="Rectangle 2"/>
          <p:cNvSpPr>
            <a:spLocks noGrp="1" noChangeArrowheads="1"/>
          </p:cNvSpPr>
          <p:nvPr>
            <p:ph type="title"/>
          </p:nvPr>
        </p:nvSpPr>
        <p:spPr/>
        <p:txBody>
          <a:bodyPr/>
          <a:lstStyle/>
          <a:p>
            <a:pPr eaLnBrk="1" hangingPunct="1"/>
            <a:r>
              <a:rPr lang="zh-CN" altLang="en-US" dirty="0" smtClean="0">
                <a:latin typeface="Times New Roman" panose="02020603050405020304" pitchFamily="18" charset="0"/>
              </a:rPr>
              <a:t>关于</a:t>
            </a:r>
            <a:r>
              <a:rPr lang="en-US" altLang="zh-CN" dirty="0"/>
              <a:t>WHOIS</a:t>
            </a:r>
            <a:endParaRPr lang="zh-CN" altLang="en-US" dirty="0" smtClean="0">
              <a:latin typeface="Times New Roman" panose="02020603050405020304" pitchFamily="18" charset="0"/>
            </a:endParaRPr>
          </a:p>
        </p:txBody>
      </p:sp>
      <p:sp>
        <p:nvSpPr>
          <p:cNvPr id="371715" name="Rectangle 3"/>
          <p:cNvSpPr>
            <a:spLocks noGrp="1" noChangeArrowheads="1"/>
          </p:cNvSpPr>
          <p:nvPr>
            <p:ph type="body" idx="1"/>
          </p:nvPr>
        </p:nvSpPr>
        <p:spPr>
          <a:xfrm>
            <a:off x="685483" y="1291273"/>
            <a:ext cx="7772400" cy="4114800"/>
          </a:xfrm>
        </p:spPr>
        <p:txBody>
          <a:bodyPr/>
          <a:lstStyle/>
          <a:p>
            <a:pPr eaLnBrk="1" hangingPunct="1"/>
            <a:r>
              <a:rPr lang="en-US" altLang="zh-CN" sz="2000" dirty="0"/>
              <a:t>WHOIS </a:t>
            </a:r>
            <a:r>
              <a:rPr lang="zh-CN" altLang="en-US" sz="2000" dirty="0"/>
              <a:t>尽管看起来很像一个缩略语，但实际上它并不是。事实上，这是一个询问问题的</a:t>
            </a:r>
            <a:r>
              <a:rPr lang="zh-CN" altLang="en-US" sz="2000" dirty="0" smtClean="0"/>
              <a:t>系统。</a:t>
            </a:r>
            <a:endParaRPr lang="en-US" altLang="zh-CN" sz="2000" dirty="0" smtClean="0"/>
          </a:p>
          <a:p>
            <a:pPr eaLnBrk="1" hangingPunct="1"/>
            <a:r>
              <a:rPr lang="zh-CN" altLang="en-US" sz="2000" dirty="0" smtClean="0"/>
              <a:t>每年</a:t>
            </a:r>
            <a:r>
              <a:rPr lang="zh-CN" altLang="en-US" sz="2000" dirty="0"/>
              <a:t>，都有成百上千万的个人、企业、组织和政府机构注册域名。每个注册人都必须提供身份识别信息和联系方式，可包括：姓名、地址、电子邮件、联系电话、管理联系人和技术联系人。这类信息通常被叫做“</a:t>
            </a:r>
            <a:r>
              <a:rPr lang="en-US" altLang="zh-CN" sz="2000" dirty="0"/>
              <a:t>WHOIS </a:t>
            </a:r>
            <a:r>
              <a:rPr lang="zh-CN" altLang="en-US" sz="2000" dirty="0"/>
              <a:t>数据”。然而，</a:t>
            </a:r>
            <a:r>
              <a:rPr lang="en-US" altLang="zh-CN" sz="2000" dirty="0"/>
              <a:t>WHOIS </a:t>
            </a:r>
            <a:r>
              <a:rPr lang="zh-CN" altLang="en-US" sz="2000" dirty="0"/>
              <a:t>的服务却不是一个单一的、集中运营的数据库。事实上，这类数据均由被称之为</a:t>
            </a:r>
            <a:r>
              <a:rPr lang="zh-CN" altLang="en-US" sz="2000" dirty="0" smtClean="0"/>
              <a:t>“注册商</a:t>
            </a:r>
            <a:r>
              <a:rPr lang="en-US" altLang="zh-CN" sz="2000" dirty="0"/>
              <a:t>(registrars)</a:t>
            </a:r>
            <a:r>
              <a:rPr lang="zh-CN" altLang="en-US" sz="2000" dirty="0" smtClean="0"/>
              <a:t>”</a:t>
            </a:r>
            <a:r>
              <a:rPr lang="zh-CN" altLang="en-US" sz="2000" dirty="0"/>
              <a:t>和</a:t>
            </a:r>
            <a:r>
              <a:rPr lang="zh-CN" altLang="en-US" sz="2000" dirty="0" smtClean="0"/>
              <a:t>“注册局</a:t>
            </a:r>
            <a:r>
              <a:rPr lang="en-US" altLang="zh-CN" sz="2000" dirty="0" smtClean="0"/>
              <a:t>(registries)</a:t>
            </a:r>
            <a:r>
              <a:rPr lang="zh-CN" altLang="en-US" sz="2000" dirty="0" smtClean="0"/>
              <a:t>”</a:t>
            </a:r>
            <a:r>
              <a:rPr lang="zh-CN" altLang="en-US" sz="2000" dirty="0"/>
              <a:t>的独立实体来管理。任何希望成为一名注册商的实体必须获得 </a:t>
            </a:r>
            <a:r>
              <a:rPr lang="en-US" altLang="zh-CN" sz="2000" dirty="0"/>
              <a:t>ICANN </a:t>
            </a:r>
            <a:r>
              <a:rPr lang="zh-CN" altLang="en-US" sz="2000" dirty="0"/>
              <a:t>的授权。类似地，注册局则需要与 </a:t>
            </a:r>
            <a:r>
              <a:rPr lang="en-US" altLang="zh-CN" sz="2000" dirty="0"/>
              <a:t>ICANN </a:t>
            </a:r>
            <a:r>
              <a:rPr lang="zh-CN" altLang="en-US" sz="2000" dirty="0"/>
              <a:t>签署协议来运营一个通用顶级域名，例如：“</a:t>
            </a:r>
            <a:r>
              <a:rPr lang="en-US" altLang="zh-CN" sz="2000" dirty="0"/>
              <a:t>.COM”</a:t>
            </a:r>
            <a:r>
              <a:rPr lang="zh-CN" altLang="en-US" sz="2000" dirty="0"/>
              <a:t>、“</a:t>
            </a:r>
            <a:r>
              <a:rPr lang="en-US" altLang="zh-CN" sz="2000" dirty="0"/>
              <a:t>.ORG”</a:t>
            </a:r>
            <a:r>
              <a:rPr lang="zh-CN" altLang="en-US" sz="2000" dirty="0"/>
              <a:t>，或任何即将投入运营的新通用顶级域名</a:t>
            </a:r>
            <a:r>
              <a:rPr lang="zh-CN" altLang="en-US" sz="2000" dirty="0" smtClean="0"/>
              <a:t>。</a:t>
            </a:r>
            <a:endParaRPr lang="en-US" altLang="zh-CN" sz="2000" dirty="0" smtClean="0"/>
          </a:p>
          <a:p>
            <a:pPr eaLnBrk="1" hangingPunct="1"/>
            <a:endParaRPr lang="en-US" altLang="zh-CN" sz="2000" dirty="0" smtClean="0"/>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nodeType="clickEffect">
                                  <p:stCondLst>
                                    <p:cond delay="0"/>
                                  </p:stCondLst>
                                  <p:childTnLst>
                                    <p:set>
                                      <p:cBhvr>
                                        <p:cTn id="6" dur="1" fill="hold">
                                          <p:stCondLst>
                                            <p:cond delay="0"/>
                                          </p:stCondLst>
                                        </p:cTn>
                                        <p:tgtEl>
                                          <p:spTgt spid="371715">
                                            <p:txEl>
                                              <p:pRg st="1" end="1"/>
                                            </p:txEl>
                                          </p:spTgt>
                                        </p:tgtEl>
                                        <p:attrNameLst>
                                          <p:attrName>style.visibility</p:attrName>
                                        </p:attrNameLst>
                                      </p:cBhvr>
                                      <p:to>
                                        <p:strVal val="visible"/>
                                      </p:to>
                                    </p:set>
                                    <p:anim calcmode="lin" valueType="num">
                                      <p:cBhvr additive="base">
                                        <p:cTn id="7" dur="500" fill="hold"/>
                                        <p:tgtEl>
                                          <p:spTgt spid="371715">
                                            <p:txEl>
                                              <p:pRg st="1" end="1"/>
                                            </p:txEl>
                                          </p:spTgt>
                                        </p:tgtEl>
                                        <p:attrNameLst>
                                          <p:attrName>ppt_x</p:attrName>
                                        </p:attrNameLst>
                                      </p:cBhvr>
                                      <p:tavLst>
                                        <p:tav tm="0">
                                          <p:val>
                                            <p:strVal val="#ppt_x"/>
                                          </p:val>
                                        </p:tav>
                                        <p:tav tm="100000">
                                          <p:val>
                                            <p:strVal val="#ppt_x"/>
                                          </p:val>
                                        </p:tav>
                                      </p:tavLst>
                                    </p:anim>
                                    <p:anim calcmode="lin" valueType="num">
                                      <p:cBhvr additive="base">
                                        <p:cTn id="8" dur="500" fill="hold"/>
                                        <p:tgtEl>
                                          <p:spTgt spid="371715">
                                            <p:txEl>
                                              <p:pRg st="1" end="1"/>
                                            </p:txEl>
                                          </p:spTgt>
                                        </p:tgtEl>
                                        <p:attrNameLst>
                                          <p:attrName>ppt_y</p:attrName>
                                        </p:attrNameLst>
                                      </p:cBhvr>
                                      <p:tavLst>
                                        <p:tav tm="0">
                                          <p:val>
                                            <p:strVal val="1+#ppt_h/2"/>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2" presetClass="entr" presetSubtype="4" fill="hold" nodeType="clickEffect">
                                  <p:stCondLst>
                                    <p:cond delay="0"/>
                                  </p:stCondLst>
                                  <p:childTnLst>
                                    <p:set>
                                      <p:cBhvr>
                                        <p:cTn id="12" dur="1" fill="hold">
                                          <p:stCondLst>
                                            <p:cond delay="0"/>
                                          </p:stCondLst>
                                        </p:cTn>
                                        <p:tgtEl>
                                          <p:spTgt spid="371715">
                                            <p:txEl>
                                              <p:pRg st="0" end="0"/>
                                            </p:txEl>
                                          </p:spTgt>
                                        </p:tgtEl>
                                        <p:attrNameLst>
                                          <p:attrName>style.visibility</p:attrName>
                                        </p:attrNameLst>
                                      </p:cBhvr>
                                      <p:to>
                                        <p:strVal val="visible"/>
                                      </p:to>
                                    </p:set>
                                    <p:anim calcmode="lin" valueType="num">
                                      <p:cBhvr additive="base">
                                        <p:cTn id="13" dur="500" fill="hold"/>
                                        <p:tgtEl>
                                          <p:spTgt spid="371715">
                                            <p:txEl>
                                              <p:pRg st="0" end="0"/>
                                            </p:txEl>
                                          </p:spTgt>
                                        </p:tgtEl>
                                        <p:attrNameLst>
                                          <p:attrName>ppt_x</p:attrName>
                                        </p:attrNameLst>
                                      </p:cBhvr>
                                      <p:tavLst>
                                        <p:tav tm="0">
                                          <p:val>
                                            <p:strVal val="#ppt_x"/>
                                          </p:val>
                                        </p:tav>
                                        <p:tav tm="100000">
                                          <p:val>
                                            <p:strVal val="#ppt_x"/>
                                          </p:val>
                                        </p:tav>
                                      </p:tavLst>
                                    </p:anim>
                                    <p:anim calcmode="lin" valueType="num">
                                      <p:cBhvr additive="base">
                                        <p:cTn id="14" dur="500" fill="hold"/>
                                        <p:tgtEl>
                                          <p:spTgt spid="371715">
                                            <p:txEl>
                                              <p:pRg st="0" end="0"/>
                                            </p:txEl>
                                          </p:spTgt>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5059" name="Rectangle 2"/>
          <p:cNvSpPr>
            <a:spLocks noGrp="1" noChangeArrowheads="1"/>
          </p:cNvSpPr>
          <p:nvPr>
            <p:ph type="title"/>
          </p:nvPr>
        </p:nvSpPr>
        <p:spPr/>
        <p:txBody>
          <a:bodyPr/>
          <a:lstStyle/>
          <a:p>
            <a:pPr eaLnBrk="1" hangingPunct="1"/>
            <a:r>
              <a:rPr lang="zh-CN" altLang="en-US" dirty="0" smtClean="0">
                <a:latin typeface="Times New Roman" panose="02020603050405020304" pitchFamily="18" charset="0"/>
              </a:rPr>
              <a:t>关于</a:t>
            </a:r>
            <a:r>
              <a:rPr lang="en-US" altLang="zh-CN" dirty="0"/>
              <a:t>WHOIS</a:t>
            </a:r>
            <a:endParaRPr lang="zh-CN" altLang="en-US" dirty="0" smtClean="0">
              <a:latin typeface="Times New Roman" panose="02020603050405020304" pitchFamily="18" charset="0"/>
            </a:endParaRPr>
          </a:p>
        </p:txBody>
      </p:sp>
      <p:sp>
        <p:nvSpPr>
          <p:cNvPr id="371715" name="Rectangle 3"/>
          <p:cNvSpPr>
            <a:spLocks noGrp="1" noChangeArrowheads="1"/>
          </p:cNvSpPr>
          <p:nvPr>
            <p:ph type="body" idx="1"/>
          </p:nvPr>
        </p:nvSpPr>
        <p:spPr>
          <a:xfrm>
            <a:off x="685483" y="1291273"/>
            <a:ext cx="7772400" cy="4114800"/>
          </a:xfrm>
        </p:spPr>
        <p:txBody>
          <a:bodyPr/>
          <a:lstStyle/>
          <a:p>
            <a:pPr eaLnBrk="1" hangingPunct="1"/>
            <a:r>
              <a:rPr lang="en-US" altLang="zh-CN" sz="2000" dirty="0">
                <a:hlinkClick r:id="rId3"/>
              </a:rPr>
              <a:t>https://</a:t>
            </a:r>
            <a:r>
              <a:rPr lang="en-US" altLang="zh-CN" sz="2000" dirty="0" smtClean="0">
                <a:hlinkClick r:id="rId3"/>
              </a:rPr>
              <a:t>www.icann.org/resources/pages/listing-2012-02-25-en</a:t>
            </a:r>
            <a:endParaRPr lang="en-US" altLang="zh-CN" sz="2000" dirty="0"/>
          </a:p>
          <a:p>
            <a:pPr eaLnBrk="1" hangingPunct="1"/>
            <a:endParaRPr lang="en-US" altLang="zh-CN" sz="2000" dirty="0" smtClean="0"/>
          </a:p>
        </p:txBody>
      </p:sp>
      <p:pic>
        <p:nvPicPr>
          <p:cNvPr id="2" name="图片 1"/>
          <p:cNvPicPr>
            <a:picLocks noChangeAspect="1"/>
          </p:cNvPicPr>
          <p:nvPr/>
        </p:nvPicPr>
        <p:blipFill>
          <a:blip r:embed="rId4"/>
          <a:stretch>
            <a:fillRect/>
          </a:stretch>
        </p:blipFill>
        <p:spPr>
          <a:xfrm>
            <a:off x="1001154" y="1848255"/>
            <a:ext cx="7141058" cy="4844922"/>
          </a:xfrm>
          <a:prstGeom prst="rect">
            <a:avLst/>
          </a:prstGeom>
        </p:spPr>
      </p:pic>
    </p:spTree>
    <p:extLst>
      <p:ext uri="{BB962C8B-B14F-4D97-AF65-F5344CB8AC3E}">
        <p14:creationId xmlns:p14="http://schemas.microsoft.com/office/powerpoint/2010/main" val="10500121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nodeType="clickEffect">
                                  <p:stCondLst>
                                    <p:cond delay="0"/>
                                  </p:stCondLst>
                                  <p:childTnLst>
                                    <p:set>
                                      <p:cBhvr>
                                        <p:cTn id="6" dur="1" fill="hold">
                                          <p:stCondLst>
                                            <p:cond delay="0"/>
                                          </p:stCondLst>
                                        </p:cTn>
                                        <p:tgtEl>
                                          <p:spTgt spid="371715">
                                            <p:txEl>
                                              <p:pRg st="0" end="0"/>
                                            </p:txEl>
                                          </p:spTgt>
                                        </p:tgtEl>
                                        <p:attrNameLst>
                                          <p:attrName>style.visibility</p:attrName>
                                        </p:attrNameLst>
                                      </p:cBhvr>
                                      <p:to>
                                        <p:strVal val="visible"/>
                                      </p:to>
                                    </p:set>
                                    <p:anim calcmode="lin" valueType="num">
                                      <p:cBhvr additive="base">
                                        <p:cTn id="7" dur="500" fill="hold"/>
                                        <p:tgtEl>
                                          <p:spTgt spid="371715">
                                            <p:txEl>
                                              <p:pRg st="0" end="0"/>
                                            </p:txEl>
                                          </p:spTgt>
                                        </p:tgtEl>
                                        <p:attrNameLst>
                                          <p:attrName>ppt_x</p:attrName>
                                        </p:attrNameLst>
                                      </p:cBhvr>
                                      <p:tavLst>
                                        <p:tav tm="0">
                                          <p:val>
                                            <p:strVal val="#ppt_x"/>
                                          </p:val>
                                        </p:tav>
                                        <p:tav tm="100000">
                                          <p:val>
                                            <p:strVal val="#ppt_x"/>
                                          </p:val>
                                        </p:tav>
                                      </p:tavLst>
                                    </p:anim>
                                    <p:anim calcmode="lin" valueType="num">
                                      <p:cBhvr additive="base">
                                        <p:cTn id="8" dur="500" fill="hold"/>
                                        <p:tgtEl>
                                          <p:spTgt spid="371715">
                                            <p:txEl>
                                              <p:pRg st="0" end="0"/>
                                            </p:txEl>
                                          </p:spTgt>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5059" name="Rectangle 2"/>
          <p:cNvSpPr>
            <a:spLocks noGrp="1" noChangeArrowheads="1"/>
          </p:cNvSpPr>
          <p:nvPr>
            <p:ph type="title"/>
          </p:nvPr>
        </p:nvSpPr>
        <p:spPr/>
        <p:txBody>
          <a:bodyPr/>
          <a:lstStyle/>
          <a:p>
            <a:pPr eaLnBrk="1" hangingPunct="1"/>
            <a:r>
              <a:rPr lang="zh-CN" altLang="en-US" dirty="0" smtClean="0">
                <a:latin typeface="Times New Roman" panose="02020603050405020304" pitchFamily="18" charset="0"/>
              </a:rPr>
              <a:t>关于</a:t>
            </a:r>
            <a:r>
              <a:rPr lang="en-US" altLang="zh-CN" dirty="0"/>
              <a:t>WHOIS</a:t>
            </a:r>
            <a:endParaRPr lang="zh-CN" altLang="en-US" dirty="0" smtClean="0">
              <a:latin typeface="Times New Roman" panose="02020603050405020304" pitchFamily="18" charset="0"/>
            </a:endParaRPr>
          </a:p>
        </p:txBody>
      </p:sp>
      <p:sp>
        <p:nvSpPr>
          <p:cNvPr id="371715" name="Rectangle 3"/>
          <p:cNvSpPr>
            <a:spLocks noGrp="1" noChangeArrowheads="1"/>
          </p:cNvSpPr>
          <p:nvPr>
            <p:ph type="body" idx="1"/>
          </p:nvPr>
        </p:nvSpPr>
        <p:spPr>
          <a:xfrm>
            <a:off x="745117" y="1101725"/>
            <a:ext cx="7772400" cy="4114800"/>
          </a:xfrm>
        </p:spPr>
        <p:txBody>
          <a:bodyPr/>
          <a:lstStyle/>
          <a:p>
            <a:pPr eaLnBrk="1" hangingPunct="1"/>
            <a:r>
              <a:rPr lang="en-US" altLang="zh-CN" sz="2000" dirty="0"/>
              <a:t>https://www.iana.org/domains/root/db</a:t>
            </a:r>
            <a:endParaRPr lang="en-US" altLang="zh-CN" sz="2000" dirty="0" smtClean="0"/>
          </a:p>
        </p:txBody>
      </p:sp>
      <p:pic>
        <p:nvPicPr>
          <p:cNvPr id="3" name="图片 2"/>
          <p:cNvPicPr>
            <a:picLocks noChangeAspect="1"/>
          </p:cNvPicPr>
          <p:nvPr/>
        </p:nvPicPr>
        <p:blipFill>
          <a:blip r:embed="rId3"/>
          <a:stretch>
            <a:fillRect/>
          </a:stretch>
        </p:blipFill>
        <p:spPr>
          <a:xfrm>
            <a:off x="1798090" y="1649895"/>
            <a:ext cx="4768568" cy="4880113"/>
          </a:xfrm>
          <a:prstGeom prst="rect">
            <a:avLst/>
          </a:prstGeom>
        </p:spPr>
      </p:pic>
    </p:spTree>
    <p:extLst>
      <p:ext uri="{BB962C8B-B14F-4D97-AF65-F5344CB8AC3E}">
        <p14:creationId xmlns:p14="http://schemas.microsoft.com/office/powerpoint/2010/main" val="3896286494"/>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nodeType="clickEffect">
                                  <p:stCondLst>
                                    <p:cond delay="0"/>
                                  </p:stCondLst>
                                  <p:childTnLst>
                                    <p:set>
                                      <p:cBhvr>
                                        <p:cTn id="6" dur="1" fill="hold">
                                          <p:stCondLst>
                                            <p:cond delay="0"/>
                                          </p:stCondLst>
                                        </p:cTn>
                                        <p:tgtEl>
                                          <p:spTgt spid="371715">
                                            <p:txEl>
                                              <p:pRg st="0" end="0"/>
                                            </p:txEl>
                                          </p:spTgt>
                                        </p:tgtEl>
                                        <p:attrNameLst>
                                          <p:attrName>style.visibility</p:attrName>
                                        </p:attrNameLst>
                                      </p:cBhvr>
                                      <p:to>
                                        <p:strVal val="visible"/>
                                      </p:to>
                                    </p:set>
                                    <p:anim calcmode="lin" valueType="num">
                                      <p:cBhvr additive="base">
                                        <p:cTn id="7" dur="500" fill="hold"/>
                                        <p:tgtEl>
                                          <p:spTgt spid="371715">
                                            <p:txEl>
                                              <p:pRg st="0" end="0"/>
                                            </p:txEl>
                                          </p:spTgt>
                                        </p:tgtEl>
                                        <p:attrNameLst>
                                          <p:attrName>ppt_x</p:attrName>
                                        </p:attrNameLst>
                                      </p:cBhvr>
                                      <p:tavLst>
                                        <p:tav tm="0">
                                          <p:val>
                                            <p:strVal val="#ppt_x"/>
                                          </p:val>
                                        </p:tav>
                                        <p:tav tm="100000">
                                          <p:val>
                                            <p:strVal val="#ppt_x"/>
                                          </p:val>
                                        </p:tav>
                                      </p:tavLst>
                                    </p:anim>
                                    <p:anim calcmode="lin" valueType="num">
                                      <p:cBhvr additive="base">
                                        <p:cTn id="8" dur="500" fill="hold"/>
                                        <p:tgtEl>
                                          <p:spTgt spid="371715">
                                            <p:txEl>
                                              <p:pRg st="0" end="0"/>
                                            </p:txEl>
                                          </p:spTgt>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5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5059" name="Rectangle 2"/>
          <p:cNvSpPr>
            <a:spLocks noGrp="1" noChangeArrowheads="1"/>
          </p:cNvSpPr>
          <p:nvPr>
            <p:ph type="title"/>
          </p:nvPr>
        </p:nvSpPr>
        <p:spPr/>
        <p:txBody>
          <a:bodyPr/>
          <a:lstStyle/>
          <a:p>
            <a:pPr eaLnBrk="1" hangingPunct="1"/>
            <a:r>
              <a:rPr lang="zh-CN" altLang="en-US" dirty="0" smtClean="0">
                <a:latin typeface="Times New Roman" panose="02020603050405020304" pitchFamily="18" charset="0"/>
              </a:rPr>
              <a:t>关于</a:t>
            </a:r>
            <a:r>
              <a:rPr lang="en-US" altLang="zh-CN" dirty="0"/>
              <a:t>WHOIS</a:t>
            </a:r>
            <a:endParaRPr lang="zh-CN" altLang="en-US" dirty="0" smtClean="0">
              <a:latin typeface="Times New Roman" panose="02020603050405020304" pitchFamily="18" charset="0"/>
            </a:endParaRPr>
          </a:p>
        </p:txBody>
      </p:sp>
      <p:sp>
        <p:nvSpPr>
          <p:cNvPr id="371715" name="Rectangle 3"/>
          <p:cNvSpPr>
            <a:spLocks noGrp="1" noChangeArrowheads="1"/>
          </p:cNvSpPr>
          <p:nvPr>
            <p:ph type="body" idx="1"/>
          </p:nvPr>
        </p:nvSpPr>
        <p:spPr>
          <a:xfrm>
            <a:off x="745117" y="1101725"/>
            <a:ext cx="7772400" cy="4114800"/>
          </a:xfrm>
        </p:spPr>
        <p:txBody>
          <a:bodyPr/>
          <a:lstStyle/>
          <a:p>
            <a:pPr eaLnBrk="1" hangingPunct="1"/>
            <a:r>
              <a:rPr lang="en-US" altLang="zh-CN" sz="2000" dirty="0"/>
              <a:t>https://www.iana.org/domains/root/db</a:t>
            </a:r>
            <a:endParaRPr lang="en-US" altLang="zh-CN" sz="2000" dirty="0" smtClean="0"/>
          </a:p>
        </p:txBody>
      </p:sp>
      <p:pic>
        <p:nvPicPr>
          <p:cNvPr id="2" name="图片 1"/>
          <p:cNvPicPr>
            <a:picLocks noChangeAspect="1"/>
          </p:cNvPicPr>
          <p:nvPr/>
        </p:nvPicPr>
        <p:blipFill>
          <a:blip r:embed="rId3"/>
          <a:stretch>
            <a:fillRect/>
          </a:stretch>
        </p:blipFill>
        <p:spPr>
          <a:xfrm>
            <a:off x="283264" y="1571831"/>
            <a:ext cx="8393597" cy="373853"/>
          </a:xfrm>
          <a:prstGeom prst="rect">
            <a:avLst/>
          </a:prstGeom>
        </p:spPr>
      </p:pic>
      <p:pic>
        <p:nvPicPr>
          <p:cNvPr id="4" name="图片 3"/>
          <p:cNvPicPr>
            <a:picLocks noChangeAspect="1"/>
          </p:cNvPicPr>
          <p:nvPr/>
        </p:nvPicPr>
        <p:blipFill>
          <a:blip r:embed="rId4"/>
          <a:stretch>
            <a:fillRect/>
          </a:stretch>
        </p:blipFill>
        <p:spPr>
          <a:xfrm>
            <a:off x="1695473" y="2008226"/>
            <a:ext cx="5569178" cy="4843719"/>
          </a:xfrm>
          <a:prstGeom prst="rect">
            <a:avLst/>
          </a:prstGeom>
        </p:spPr>
      </p:pic>
    </p:spTree>
    <p:extLst>
      <p:ext uri="{BB962C8B-B14F-4D97-AF65-F5344CB8AC3E}">
        <p14:creationId xmlns:p14="http://schemas.microsoft.com/office/powerpoint/2010/main" val="2055648431"/>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nodeType="clickEffect">
                                  <p:stCondLst>
                                    <p:cond delay="0"/>
                                  </p:stCondLst>
                                  <p:childTnLst>
                                    <p:set>
                                      <p:cBhvr>
                                        <p:cTn id="6" dur="1" fill="hold">
                                          <p:stCondLst>
                                            <p:cond delay="0"/>
                                          </p:stCondLst>
                                        </p:cTn>
                                        <p:tgtEl>
                                          <p:spTgt spid="371715">
                                            <p:txEl>
                                              <p:pRg st="0" end="0"/>
                                            </p:txEl>
                                          </p:spTgt>
                                        </p:tgtEl>
                                        <p:attrNameLst>
                                          <p:attrName>style.visibility</p:attrName>
                                        </p:attrNameLst>
                                      </p:cBhvr>
                                      <p:to>
                                        <p:strVal val="visible"/>
                                      </p:to>
                                    </p:set>
                                    <p:anim calcmode="lin" valueType="num">
                                      <p:cBhvr additive="base">
                                        <p:cTn id="7" dur="500" fill="hold"/>
                                        <p:tgtEl>
                                          <p:spTgt spid="371715">
                                            <p:txEl>
                                              <p:pRg st="0" end="0"/>
                                            </p:txEl>
                                          </p:spTgt>
                                        </p:tgtEl>
                                        <p:attrNameLst>
                                          <p:attrName>ppt_x</p:attrName>
                                        </p:attrNameLst>
                                      </p:cBhvr>
                                      <p:tavLst>
                                        <p:tav tm="0">
                                          <p:val>
                                            <p:strVal val="#ppt_x"/>
                                          </p:val>
                                        </p:tav>
                                        <p:tav tm="100000">
                                          <p:val>
                                            <p:strVal val="#ppt_x"/>
                                          </p:val>
                                        </p:tav>
                                      </p:tavLst>
                                    </p:anim>
                                    <p:anim calcmode="lin" valueType="num">
                                      <p:cBhvr additive="base">
                                        <p:cTn id="8" dur="500" fill="hold"/>
                                        <p:tgtEl>
                                          <p:spTgt spid="371715">
                                            <p:txEl>
                                              <p:pRg st="0" end="0"/>
                                            </p:txEl>
                                          </p:spTgt>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5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5059" name="Rectangle 2"/>
          <p:cNvSpPr>
            <a:spLocks noGrp="1" noChangeArrowheads="1"/>
          </p:cNvSpPr>
          <p:nvPr>
            <p:ph type="title"/>
          </p:nvPr>
        </p:nvSpPr>
        <p:spPr/>
        <p:txBody>
          <a:bodyPr/>
          <a:lstStyle/>
          <a:p>
            <a:pPr eaLnBrk="1" hangingPunct="1"/>
            <a:r>
              <a:rPr lang="zh-CN" altLang="en-US" dirty="0" smtClean="0">
                <a:latin typeface="Times New Roman" panose="02020603050405020304" pitchFamily="18" charset="0"/>
              </a:rPr>
              <a:t>关于</a:t>
            </a:r>
            <a:r>
              <a:rPr lang="en-US" altLang="zh-CN" dirty="0"/>
              <a:t>WHOIS</a:t>
            </a:r>
            <a:endParaRPr lang="zh-CN" altLang="en-US" dirty="0" smtClean="0">
              <a:latin typeface="Times New Roman" panose="02020603050405020304" pitchFamily="18" charset="0"/>
            </a:endParaRPr>
          </a:p>
        </p:txBody>
      </p:sp>
      <p:sp>
        <p:nvSpPr>
          <p:cNvPr id="371715" name="Rectangle 3"/>
          <p:cNvSpPr>
            <a:spLocks noGrp="1" noChangeArrowheads="1"/>
          </p:cNvSpPr>
          <p:nvPr>
            <p:ph type="body" idx="1"/>
          </p:nvPr>
        </p:nvSpPr>
        <p:spPr>
          <a:xfrm>
            <a:off x="685483" y="1291273"/>
            <a:ext cx="7772400" cy="4114800"/>
          </a:xfrm>
        </p:spPr>
        <p:txBody>
          <a:bodyPr/>
          <a:lstStyle/>
          <a:p>
            <a:pPr eaLnBrk="1" hangingPunct="1"/>
            <a:r>
              <a:rPr lang="en-US" altLang="zh-CN" sz="2000" dirty="0">
                <a:hlinkClick r:id="rId3"/>
              </a:rPr>
              <a:t>https://</a:t>
            </a:r>
            <a:r>
              <a:rPr lang="en-US" altLang="zh-CN" sz="2000" dirty="0" smtClean="0">
                <a:hlinkClick r:id="rId3"/>
              </a:rPr>
              <a:t>www.icann.org/en/accredited-registrars?page=1&amp;sort-param=country&amp;sort-direction=asc&amp;view-all=true</a:t>
            </a:r>
            <a:endParaRPr lang="en-US" altLang="zh-CN" sz="2000" dirty="0" smtClean="0"/>
          </a:p>
          <a:p>
            <a:pPr eaLnBrk="1" hangingPunct="1"/>
            <a:endParaRPr lang="en-US" altLang="zh-CN" sz="2000" dirty="0" smtClean="0"/>
          </a:p>
        </p:txBody>
      </p:sp>
      <p:pic>
        <p:nvPicPr>
          <p:cNvPr id="3" name="图片 2"/>
          <p:cNvPicPr>
            <a:picLocks noChangeAspect="1"/>
          </p:cNvPicPr>
          <p:nvPr/>
        </p:nvPicPr>
        <p:blipFill>
          <a:blip r:embed="rId4"/>
          <a:stretch>
            <a:fillRect/>
          </a:stretch>
        </p:blipFill>
        <p:spPr>
          <a:xfrm>
            <a:off x="1398609" y="2266122"/>
            <a:ext cx="6244581" cy="4535802"/>
          </a:xfrm>
          <a:prstGeom prst="rect">
            <a:avLst/>
          </a:prstGeom>
        </p:spPr>
      </p:pic>
    </p:spTree>
    <p:extLst>
      <p:ext uri="{BB962C8B-B14F-4D97-AF65-F5344CB8AC3E}">
        <p14:creationId xmlns:p14="http://schemas.microsoft.com/office/powerpoint/2010/main" val="34147588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nodeType="clickEffect">
                                  <p:stCondLst>
                                    <p:cond delay="0"/>
                                  </p:stCondLst>
                                  <p:childTnLst>
                                    <p:set>
                                      <p:cBhvr>
                                        <p:cTn id="6" dur="1" fill="hold">
                                          <p:stCondLst>
                                            <p:cond delay="0"/>
                                          </p:stCondLst>
                                        </p:cTn>
                                        <p:tgtEl>
                                          <p:spTgt spid="371715">
                                            <p:txEl>
                                              <p:pRg st="0" end="0"/>
                                            </p:txEl>
                                          </p:spTgt>
                                        </p:tgtEl>
                                        <p:attrNameLst>
                                          <p:attrName>style.visibility</p:attrName>
                                        </p:attrNameLst>
                                      </p:cBhvr>
                                      <p:to>
                                        <p:strVal val="visible"/>
                                      </p:to>
                                    </p:set>
                                    <p:anim calcmode="lin" valueType="num">
                                      <p:cBhvr additive="base">
                                        <p:cTn id="7" dur="500" fill="hold"/>
                                        <p:tgtEl>
                                          <p:spTgt spid="371715">
                                            <p:txEl>
                                              <p:pRg st="0" end="0"/>
                                            </p:txEl>
                                          </p:spTgt>
                                        </p:tgtEl>
                                        <p:attrNameLst>
                                          <p:attrName>ppt_x</p:attrName>
                                        </p:attrNameLst>
                                      </p:cBhvr>
                                      <p:tavLst>
                                        <p:tav tm="0">
                                          <p:val>
                                            <p:strVal val="#ppt_x"/>
                                          </p:val>
                                        </p:tav>
                                        <p:tav tm="100000">
                                          <p:val>
                                            <p:strVal val="#ppt_x"/>
                                          </p:val>
                                        </p:tav>
                                      </p:tavLst>
                                    </p:anim>
                                    <p:anim calcmode="lin" valueType="num">
                                      <p:cBhvr additive="base">
                                        <p:cTn id="8" dur="500" fill="hold"/>
                                        <p:tgtEl>
                                          <p:spTgt spid="371715">
                                            <p:txEl>
                                              <p:pRg st="0" end="0"/>
                                            </p:txEl>
                                          </p:spTgt>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5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5059" name="Rectangle 2"/>
          <p:cNvSpPr>
            <a:spLocks noGrp="1" noChangeArrowheads="1"/>
          </p:cNvSpPr>
          <p:nvPr>
            <p:ph type="title"/>
          </p:nvPr>
        </p:nvSpPr>
        <p:spPr/>
        <p:txBody>
          <a:bodyPr/>
          <a:lstStyle/>
          <a:p>
            <a:pPr eaLnBrk="1" hangingPunct="1"/>
            <a:r>
              <a:rPr lang="zh-CN" altLang="en-US" dirty="0" smtClean="0">
                <a:latin typeface="Times New Roman" panose="02020603050405020304" pitchFamily="18" charset="0"/>
              </a:rPr>
              <a:t>关于</a:t>
            </a:r>
            <a:r>
              <a:rPr lang="en-US" altLang="zh-CN" dirty="0"/>
              <a:t>WHOIS</a:t>
            </a:r>
            <a:endParaRPr lang="zh-CN" altLang="en-US" dirty="0" smtClean="0">
              <a:latin typeface="Times New Roman" panose="02020603050405020304" pitchFamily="18" charset="0"/>
            </a:endParaRPr>
          </a:p>
        </p:txBody>
      </p:sp>
      <p:sp>
        <p:nvSpPr>
          <p:cNvPr id="371715" name="Rectangle 3"/>
          <p:cNvSpPr>
            <a:spLocks noGrp="1" noChangeArrowheads="1"/>
          </p:cNvSpPr>
          <p:nvPr>
            <p:ph type="body" idx="1"/>
          </p:nvPr>
        </p:nvSpPr>
        <p:spPr>
          <a:xfrm>
            <a:off x="685483" y="1291273"/>
            <a:ext cx="7772400" cy="4114800"/>
          </a:xfrm>
        </p:spPr>
        <p:txBody>
          <a:bodyPr/>
          <a:lstStyle/>
          <a:p>
            <a:pPr eaLnBrk="1" hangingPunct="1"/>
            <a:r>
              <a:rPr lang="en-US" altLang="zh-CN" sz="2400" dirty="0"/>
              <a:t>W</a:t>
            </a:r>
            <a:r>
              <a:rPr lang="zh-CN" altLang="en-US" sz="2400" dirty="0" smtClean="0"/>
              <a:t>hois（读作“Who is”，非缩写）是用来查询域名及所有者等信息的</a:t>
            </a:r>
            <a:r>
              <a:rPr lang="zh-CN" altLang="en-US" sz="2400" dirty="0" smtClean="0">
                <a:solidFill>
                  <a:srgbClr val="FF0000"/>
                </a:solidFill>
              </a:rPr>
              <a:t>传输协议</a:t>
            </a:r>
            <a:r>
              <a:rPr lang="zh-CN" altLang="en-US" sz="2400" dirty="0" smtClean="0"/>
              <a:t>。</a:t>
            </a:r>
            <a:r>
              <a:rPr lang="en-US" altLang="zh-CN" sz="2400" dirty="0" smtClean="0"/>
              <a:t>W</a:t>
            </a:r>
            <a:r>
              <a:rPr lang="zh-CN" altLang="en-US" sz="2400" dirty="0" smtClean="0"/>
              <a:t>hois就是一个用来查询域名是否已经被注册，以及注册域名的详细信息的</a:t>
            </a:r>
            <a:r>
              <a:rPr lang="zh-CN" altLang="en-US" sz="2400" dirty="0" smtClean="0">
                <a:solidFill>
                  <a:srgbClr val="FF0000"/>
                </a:solidFill>
              </a:rPr>
              <a:t>数据库</a:t>
            </a:r>
            <a:r>
              <a:rPr lang="zh-CN" altLang="en-US" sz="2400" dirty="0" smtClean="0"/>
              <a:t>（如域名所有人、域名注册商）。whois通常使用TCP协议43端口。</a:t>
            </a:r>
          </a:p>
          <a:p>
            <a:pPr eaLnBrk="1" hangingPunct="1"/>
            <a:r>
              <a:rPr lang="zh-CN" altLang="en-US" sz="2400" dirty="0" smtClean="0"/>
              <a:t>不同域名后缀的whois信息需要到不同的whois数据库查询。</a:t>
            </a:r>
          </a:p>
          <a:p>
            <a:pPr lvl="1" eaLnBrk="1" hangingPunct="1"/>
            <a:r>
              <a:rPr lang="en-US" altLang="zh-CN" sz="1800" dirty="0" err="1" smtClean="0"/>
              <a:t>whois</a:t>
            </a:r>
            <a:r>
              <a:rPr lang="zh-CN" altLang="en-US" sz="1800" dirty="0" smtClean="0"/>
              <a:t>数据库由不同的注册商和特定的互联网基础设施组织所维护</a:t>
            </a:r>
            <a:endParaRPr lang="en-US" altLang="zh-CN" sz="1800" dirty="0" smtClean="0"/>
          </a:p>
          <a:p>
            <a:pPr lvl="1" eaLnBrk="1" hangingPunct="1"/>
            <a:r>
              <a:rPr lang="en-US" altLang="zh-CN" sz="1800" dirty="0" smtClean="0"/>
              <a:t>https://lookup.icann.org       https</a:t>
            </a:r>
            <a:r>
              <a:rPr lang="en-US" altLang="zh-CN" sz="1800" dirty="0"/>
              <a:t>://www.iana.org/whois</a:t>
            </a:r>
            <a:endParaRPr lang="zh-CN" altLang="en-US" sz="1800" dirty="0"/>
          </a:p>
          <a:p>
            <a:pPr lvl="1" eaLnBrk="1" hangingPunct="1"/>
            <a:r>
              <a:rPr lang="en-US" altLang="zh-CN" sz="1800" dirty="0" err="1" smtClean="0"/>
              <a:t>目前国内提供WHOIS查询服务的网站有</a:t>
            </a:r>
            <a:r>
              <a:rPr lang="en-US" altLang="zh-CN" sz="1800" dirty="0" err="1" smtClean="0">
                <a:solidFill>
                  <a:srgbClr val="FF0000"/>
                </a:solidFill>
              </a:rPr>
              <a:t>万网</a:t>
            </a:r>
            <a:r>
              <a:rPr lang="en-US" altLang="zh-CN" sz="1800" dirty="0" smtClean="0">
                <a:solidFill>
                  <a:srgbClr val="FF0000"/>
                </a:solidFill>
              </a:rPr>
              <a:t> https</a:t>
            </a:r>
            <a:r>
              <a:rPr lang="en-US" altLang="zh-CN" sz="1800" dirty="0">
                <a:solidFill>
                  <a:srgbClr val="FF0000"/>
                </a:solidFill>
              </a:rPr>
              <a:t>://</a:t>
            </a:r>
            <a:r>
              <a:rPr lang="en-US" altLang="zh-CN" sz="1800" dirty="0" smtClean="0">
                <a:solidFill>
                  <a:srgbClr val="FF0000"/>
                </a:solidFill>
              </a:rPr>
              <a:t>whois.aliyun.com</a:t>
            </a:r>
            <a:r>
              <a:rPr lang="zh-CN" altLang="en-US" sz="1800" dirty="0" smtClean="0"/>
              <a:t>（阿里云旗下域名服务品牌）</a:t>
            </a:r>
            <a:r>
              <a:rPr lang="en-US" altLang="zh-CN" sz="1800" dirty="0" smtClean="0"/>
              <a:t>、</a:t>
            </a:r>
            <a:r>
              <a:rPr lang="en-US" altLang="zh-CN" sz="1800" dirty="0" err="1">
                <a:solidFill>
                  <a:srgbClr val="FF0000"/>
                </a:solidFill>
              </a:rPr>
              <a:t>站长之家</a:t>
            </a:r>
            <a:r>
              <a:rPr lang="en-US" altLang="zh-CN" sz="1800" dirty="0">
                <a:solidFill>
                  <a:srgbClr val="FF0000"/>
                </a:solidFill>
              </a:rPr>
              <a:t> https://www.chinaz.com</a:t>
            </a:r>
            <a:r>
              <a:rPr lang="en-US" altLang="zh-CN" sz="1800" dirty="0" smtClean="0">
                <a:solidFill>
                  <a:srgbClr val="FF0000"/>
                </a:solidFill>
              </a:rPr>
              <a:t>/</a:t>
            </a:r>
            <a:r>
              <a:rPr lang="en-US" altLang="zh-CN" sz="1800" dirty="0" smtClean="0"/>
              <a:t>等</a:t>
            </a:r>
          </a:p>
        </p:txBody>
      </p:sp>
    </p:spTree>
    <p:extLst>
      <p:ext uri="{BB962C8B-B14F-4D97-AF65-F5344CB8AC3E}">
        <p14:creationId xmlns:p14="http://schemas.microsoft.com/office/powerpoint/2010/main" val="3668177076"/>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nodeType="clickEffect">
                                  <p:stCondLst>
                                    <p:cond delay="0"/>
                                  </p:stCondLst>
                                  <p:childTnLst>
                                    <p:set>
                                      <p:cBhvr>
                                        <p:cTn id="6" dur="1" fill="hold">
                                          <p:stCondLst>
                                            <p:cond delay="0"/>
                                          </p:stCondLst>
                                        </p:cTn>
                                        <p:tgtEl>
                                          <p:spTgt spid="371715">
                                            <p:txEl>
                                              <p:pRg st="0" end="0"/>
                                            </p:txEl>
                                          </p:spTgt>
                                        </p:tgtEl>
                                        <p:attrNameLst>
                                          <p:attrName>style.visibility</p:attrName>
                                        </p:attrNameLst>
                                      </p:cBhvr>
                                      <p:to>
                                        <p:strVal val="visible"/>
                                      </p:to>
                                    </p:set>
                                    <p:anim calcmode="lin" valueType="num">
                                      <p:cBhvr additive="base">
                                        <p:cTn id="7" dur="500" fill="hold"/>
                                        <p:tgtEl>
                                          <p:spTgt spid="371715">
                                            <p:txEl>
                                              <p:pRg st="0" end="0"/>
                                            </p:txEl>
                                          </p:spTgt>
                                        </p:tgtEl>
                                        <p:attrNameLst>
                                          <p:attrName>ppt_x</p:attrName>
                                        </p:attrNameLst>
                                      </p:cBhvr>
                                      <p:tavLst>
                                        <p:tav tm="0">
                                          <p:val>
                                            <p:strVal val="#ppt_x"/>
                                          </p:val>
                                        </p:tav>
                                        <p:tav tm="100000">
                                          <p:val>
                                            <p:strVal val="#ppt_x"/>
                                          </p:val>
                                        </p:tav>
                                      </p:tavLst>
                                    </p:anim>
                                    <p:anim calcmode="lin" valueType="num">
                                      <p:cBhvr additive="base">
                                        <p:cTn id="8" dur="500" fill="hold"/>
                                        <p:tgtEl>
                                          <p:spTgt spid="371715">
                                            <p:txEl>
                                              <p:pRg st="0" end="0"/>
                                            </p:txEl>
                                          </p:spTgt>
                                        </p:tgtEl>
                                        <p:attrNameLst>
                                          <p:attrName>ppt_y</p:attrName>
                                        </p:attrNameLst>
                                      </p:cBhvr>
                                      <p:tavLst>
                                        <p:tav tm="0">
                                          <p:val>
                                            <p:strVal val="1+#ppt_h/2"/>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2" presetClass="entr" presetSubtype="4" fill="hold" nodeType="clickEffect">
                                  <p:stCondLst>
                                    <p:cond delay="0"/>
                                  </p:stCondLst>
                                  <p:childTnLst>
                                    <p:set>
                                      <p:cBhvr>
                                        <p:cTn id="12" dur="1" fill="hold">
                                          <p:stCondLst>
                                            <p:cond delay="0"/>
                                          </p:stCondLst>
                                        </p:cTn>
                                        <p:tgtEl>
                                          <p:spTgt spid="371715">
                                            <p:txEl>
                                              <p:pRg st="1" end="1"/>
                                            </p:txEl>
                                          </p:spTgt>
                                        </p:tgtEl>
                                        <p:attrNameLst>
                                          <p:attrName>style.visibility</p:attrName>
                                        </p:attrNameLst>
                                      </p:cBhvr>
                                      <p:to>
                                        <p:strVal val="visible"/>
                                      </p:to>
                                    </p:set>
                                    <p:anim calcmode="lin" valueType="num">
                                      <p:cBhvr additive="base">
                                        <p:cTn id="13" dur="500" fill="hold"/>
                                        <p:tgtEl>
                                          <p:spTgt spid="371715">
                                            <p:txEl>
                                              <p:pRg st="1" end="1"/>
                                            </p:txEl>
                                          </p:spTgt>
                                        </p:tgtEl>
                                        <p:attrNameLst>
                                          <p:attrName>ppt_x</p:attrName>
                                        </p:attrNameLst>
                                      </p:cBhvr>
                                      <p:tavLst>
                                        <p:tav tm="0">
                                          <p:val>
                                            <p:strVal val="#ppt_x"/>
                                          </p:val>
                                        </p:tav>
                                        <p:tav tm="100000">
                                          <p:val>
                                            <p:strVal val="#ppt_x"/>
                                          </p:val>
                                        </p:tav>
                                      </p:tavLst>
                                    </p:anim>
                                    <p:anim calcmode="lin" valueType="num">
                                      <p:cBhvr additive="base">
                                        <p:cTn id="14" dur="500" fill="hold"/>
                                        <p:tgtEl>
                                          <p:spTgt spid="371715">
                                            <p:txEl>
                                              <p:pRg st="1" end="1"/>
                                            </p:txEl>
                                          </p:spTgt>
                                        </p:tgtEl>
                                        <p:attrNameLst>
                                          <p:attrName>ppt_y</p:attrName>
                                        </p:attrNameLst>
                                      </p:cBhvr>
                                      <p:tavLst>
                                        <p:tav tm="0">
                                          <p:val>
                                            <p:strVal val="1+#ppt_h/2"/>
                                          </p:val>
                                        </p:tav>
                                        <p:tav tm="100000">
                                          <p:val>
                                            <p:strVal val="#ppt_y"/>
                                          </p:val>
                                        </p:tav>
                                      </p:tavLst>
                                    </p:anim>
                                  </p:childTnLst>
                                </p:cTn>
                              </p:par>
                            </p:childTnLst>
                          </p:cTn>
                        </p:par>
                      </p:childTnLst>
                    </p:cTn>
                  </p:par>
                  <p:par>
                    <p:cTn id="15" fill="hold">
                      <p:stCondLst>
                        <p:cond delay="indefinite"/>
                      </p:stCondLst>
                      <p:childTnLst>
                        <p:par>
                          <p:cTn id="16" fill="hold">
                            <p:stCondLst>
                              <p:cond delay="0"/>
                            </p:stCondLst>
                            <p:childTnLst>
                              <p:par>
                                <p:cTn id="17" presetID="2" presetClass="entr" presetSubtype="4" fill="hold" nodeType="clickEffect">
                                  <p:stCondLst>
                                    <p:cond delay="0"/>
                                  </p:stCondLst>
                                  <p:childTnLst>
                                    <p:set>
                                      <p:cBhvr>
                                        <p:cTn id="18" dur="1" fill="hold">
                                          <p:stCondLst>
                                            <p:cond delay="0"/>
                                          </p:stCondLst>
                                        </p:cTn>
                                        <p:tgtEl>
                                          <p:spTgt spid="371715">
                                            <p:txEl>
                                              <p:pRg st="2" end="2"/>
                                            </p:txEl>
                                          </p:spTgt>
                                        </p:tgtEl>
                                        <p:attrNameLst>
                                          <p:attrName>style.visibility</p:attrName>
                                        </p:attrNameLst>
                                      </p:cBhvr>
                                      <p:to>
                                        <p:strVal val="visible"/>
                                      </p:to>
                                    </p:set>
                                    <p:anim calcmode="lin" valueType="num">
                                      <p:cBhvr additive="base">
                                        <p:cTn id="19" dur="500" fill="hold"/>
                                        <p:tgtEl>
                                          <p:spTgt spid="371715">
                                            <p:txEl>
                                              <p:pRg st="2" end="2"/>
                                            </p:txEl>
                                          </p:spTgt>
                                        </p:tgtEl>
                                        <p:attrNameLst>
                                          <p:attrName>ppt_x</p:attrName>
                                        </p:attrNameLst>
                                      </p:cBhvr>
                                      <p:tavLst>
                                        <p:tav tm="0">
                                          <p:val>
                                            <p:strVal val="#ppt_x"/>
                                          </p:val>
                                        </p:tav>
                                        <p:tav tm="100000">
                                          <p:val>
                                            <p:strVal val="#ppt_x"/>
                                          </p:val>
                                        </p:tav>
                                      </p:tavLst>
                                    </p:anim>
                                    <p:anim calcmode="lin" valueType="num">
                                      <p:cBhvr additive="base">
                                        <p:cTn id="20" dur="500" fill="hold"/>
                                        <p:tgtEl>
                                          <p:spTgt spid="371715">
                                            <p:txEl>
                                              <p:pRg st="2" end="2"/>
                                            </p:txEl>
                                          </p:spTgt>
                                        </p:tgtEl>
                                        <p:attrNameLst>
                                          <p:attrName>ppt_y</p:attrName>
                                        </p:attrNameLst>
                                      </p:cBhvr>
                                      <p:tavLst>
                                        <p:tav tm="0">
                                          <p:val>
                                            <p:strVal val="1+#ppt_h/2"/>
                                          </p:val>
                                        </p:tav>
                                        <p:tav tm="100000">
                                          <p:val>
                                            <p:strVal val="#ppt_y"/>
                                          </p:val>
                                        </p:tav>
                                      </p:tavLst>
                                    </p:anim>
                                  </p:childTnLst>
                                </p:cTn>
                              </p:par>
                            </p:childTnLst>
                          </p:cTn>
                        </p:par>
                      </p:childTnLst>
                    </p:cTn>
                  </p:par>
                  <p:par>
                    <p:cTn id="21" fill="hold">
                      <p:stCondLst>
                        <p:cond delay="indefinite"/>
                      </p:stCondLst>
                      <p:childTnLst>
                        <p:par>
                          <p:cTn id="22" fill="hold">
                            <p:stCondLst>
                              <p:cond delay="0"/>
                            </p:stCondLst>
                            <p:childTnLst>
                              <p:par>
                                <p:cTn id="23" presetID="2" presetClass="entr" presetSubtype="4" fill="hold" nodeType="clickEffect">
                                  <p:stCondLst>
                                    <p:cond delay="0"/>
                                  </p:stCondLst>
                                  <p:childTnLst>
                                    <p:set>
                                      <p:cBhvr>
                                        <p:cTn id="24" dur="1" fill="hold">
                                          <p:stCondLst>
                                            <p:cond delay="0"/>
                                          </p:stCondLst>
                                        </p:cTn>
                                        <p:tgtEl>
                                          <p:spTgt spid="371715">
                                            <p:txEl>
                                              <p:pRg st="3" end="3"/>
                                            </p:txEl>
                                          </p:spTgt>
                                        </p:tgtEl>
                                        <p:attrNameLst>
                                          <p:attrName>style.visibility</p:attrName>
                                        </p:attrNameLst>
                                      </p:cBhvr>
                                      <p:to>
                                        <p:strVal val="visible"/>
                                      </p:to>
                                    </p:set>
                                    <p:anim calcmode="lin" valueType="num">
                                      <p:cBhvr additive="base">
                                        <p:cTn id="25" dur="500" fill="hold"/>
                                        <p:tgtEl>
                                          <p:spTgt spid="371715">
                                            <p:txEl>
                                              <p:pRg st="3" end="3"/>
                                            </p:txEl>
                                          </p:spTgt>
                                        </p:tgtEl>
                                        <p:attrNameLst>
                                          <p:attrName>ppt_x</p:attrName>
                                        </p:attrNameLst>
                                      </p:cBhvr>
                                      <p:tavLst>
                                        <p:tav tm="0">
                                          <p:val>
                                            <p:strVal val="#ppt_x"/>
                                          </p:val>
                                        </p:tav>
                                        <p:tav tm="100000">
                                          <p:val>
                                            <p:strVal val="#ppt_x"/>
                                          </p:val>
                                        </p:tav>
                                      </p:tavLst>
                                    </p:anim>
                                    <p:anim calcmode="lin" valueType="num">
                                      <p:cBhvr additive="base">
                                        <p:cTn id="26" dur="500" fill="hold"/>
                                        <p:tgtEl>
                                          <p:spTgt spid="371715">
                                            <p:txEl>
                                              <p:pRg st="3" end="3"/>
                                            </p:txEl>
                                          </p:spTgt>
                                        </p:tgtEl>
                                        <p:attrNameLst>
                                          <p:attrName>ppt_y</p:attrName>
                                        </p:attrNameLst>
                                      </p:cBhvr>
                                      <p:tavLst>
                                        <p:tav tm="0">
                                          <p:val>
                                            <p:strVal val="1+#ppt_h/2"/>
                                          </p:val>
                                        </p:tav>
                                        <p:tav tm="100000">
                                          <p:val>
                                            <p:strVal val="#ppt_y"/>
                                          </p:val>
                                        </p:tav>
                                      </p:tavLst>
                                    </p:anim>
                                  </p:childTnLst>
                                </p:cTn>
                              </p:par>
                            </p:childTnLst>
                          </p:cTn>
                        </p:par>
                      </p:childTnLst>
                    </p:cTn>
                  </p:par>
                  <p:par>
                    <p:cTn id="27" fill="hold">
                      <p:stCondLst>
                        <p:cond delay="indefinite"/>
                      </p:stCondLst>
                      <p:childTnLst>
                        <p:par>
                          <p:cTn id="28" fill="hold">
                            <p:stCondLst>
                              <p:cond delay="0"/>
                            </p:stCondLst>
                            <p:childTnLst>
                              <p:par>
                                <p:cTn id="29" presetID="2" presetClass="entr" presetSubtype="4" fill="hold" nodeType="clickEffect">
                                  <p:stCondLst>
                                    <p:cond delay="0"/>
                                  </p:stCondLst>
                                  <p:childTnLst>
                                    <p:set>
                                      <p:cBhvr>
                                        <p:cTn id="30" dur="1" fill="hold">
                                          <p:stCondLst>
                                            <p:cond delay="0"/>
                                          </p:stCondLst>
                                        </p:cTn>
                                        <p:tgtEl>
                                          <p:spTgt spid="371715">
                                            <p:txEl>
                                              <p:pRg st="4" end="4"/>
                                            </p:txEl>
                                          </p:spTgt>
                                        </p:tgtEl>
                                        <p:attrNameLst>
                                          <p:attrName>style.visibility</p:attrName>
                                        </p:attrNameLst>
                                      </p:cBhvr>
                                      <p:to>
                                        <p:strVal val="visible"/>
                                      </p:to>
                                    </p:set>
                                    <p:anim calcmode="lin" valueType="num">
                                      <p:cBhvr additive="base">
                                        <p:cTn id="31" dur="500" fill="hold"/>
                                        <p:tgtEl>
                                          <p:spTgt spid="371715">
                                            <p:txEl>
                                              <p:pRg st="4" end="4"/>
                                            </p:txEl>
                                          </p:spTgt>
                                        </p:tgtEl>
                                        <p:attrNameLst>
                                          <p:attrName>ppt_x</p:attrName>
                                        </p:attrNameLst>
                                      </p:cBhvr>
                                      <p:tavLst>
                                        <p:tav tm="0">
                                          <p:val>
                                            <p:strVal val="#ppt_x"/>
                                          </p:val>
                                        </p:tav>
                                        <p:tav tm="100000">
                                          <p:val>
                                            <p:strVal val="#ppt_x"/>
                                          </p:val>
                                        </p:tav>
                                      </p:tavLst>
                                    </p:anim>
                                    <p:anim calcmode="lin" valueType="num">
                                      <p:cBhvr additive="base">
                                        <p:cTn id="32" dur="500" fill="hold"/>
                                        <p:tgtEl>
                                          <p:spTgt spid="371715">
                                            <p:txEl>
                                              <p:pRg st="4" end="4"/>
                                            </p:txEl>
                                          </p:spTgt>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5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5059" name="Rectangle 2"/>
          <p:cNvSpPr>
            <a:spLocks noGrp="1" noChangeArrowheads="1"/>
          </p:cNvSpPr>
          <p:nvPr>
            <p:ph type="title"/>
          </p:nvPr>
        </p:nvSpPr>
        <p:spPr/>
        <p:txBody>
          <a:bodyPr/>
          <a:lstStyle/>
          <a:p>
            <a:pPr eaLnBrk="1" hangingPunct="1"/>
            <a:r>
              <a:rPr lang="zh-CN" altLang="en-US" dirty="0" smtClean="0">
                <a:latin typeface="Times New Roman" panose="02020603050405020304" pitchFamily="18" charset="0"/>
              </a:rPr>
              <a:t>扩展知识：</a:t>
            </a:r>
            <a:r>
              <a:rPr lang="zh-CN" dirty="0" smtClean="0">
                <a:latin typeface="Times New Roman" panose="02020603050405020304" pitchFamily="18" charset="0"/>
              </a:rPr>
              <a:t>互联网管理架构</a:t>
            </a:r>
          </a:p>
        </p:txBody>
      </p:sp>
      <p:sp>
        <p:nvSpPr>
          <p:cNvPr id="371715" name="Rectangle 3"/>
          <p:cNvSpPr>
            <a:spLocks noGrp="1" noChangeArrowheads="1"/>
          </p:cNvSpPr>
          <p:nvPr>
            <p:ph type="body" idx="1"/>
          </p:nvPr>
        </p:nvSpPr>
        <p:spPr>
          <a:xfrm>
            <a:off x="649605" y="1430655"/>
            <a:ext cx="8160385" cy="4114800"/>
          </a:xfrm>
        </p:spPr>
        <p:txBody>
          <a:bodyPr/>
          <a:lstStyle/>
          <a:p>
            <a:pPr eaLnBrk="1" hangingPunct="1"/>
            <a:r>
              <a:rPr lang="en-US" altLang="zh-CN" sz="2400" dirty="0" smtClean="0">
                <a:solidFill>
                  <a:srgbClr val="FF0000"/>
                </a:solidFill>
              </a:rPr>
              <a:t>ICANN</a:t>
            </a:r>
            <a:r>
              <a:rPr lang="en-US" altLang="zh-CN" sz="2400" dirty="0" smtClean="0"/>
              <a:t>（The Internet Corporation for Assigned Names and Numbers）互联网名称与数字地址分配机构是一个非营利性的国际组织，成立于1998年10月，是一个集合了全球网络界商业、技术及学术各领域专家的非营利性国际组织，负责互联网协议（IP）地址的空间分配、协议标识符的指派、通用顶级域名（gTLD）以及国家和地区顶级域名（ccTLD）系统的管理、以及根服务器系统的管理。这些服务最初是在美国政府合同下由互联网号码分配当局（Internet Assigned Numbers </a:t>
            </a:r>
            <a:r>
              <a:rPr lang="en-US" altLang="zh-CN" sz="2400" dirty="0" err="1" smtClean="0"/>
              <a:t>Authority，IANA</a:t>
            </a:r>
            <a:r>
              <a:rPr lang="en-US" altLang="zh-CN" sz="2400" dirty="0" smtClean="0"/>
              <a:t>  </a:t>
            </a:r>
            <a:r>
              <a:rPr lang="en-US" altLang="zh-CN" sz="2400" dirty="0"/>
              <a:t>https://www.iana.org/ ）</a:t>
            </a:r>
            <a:r>
              <a:rPr lang="en-US" altLang="zh-CN" sz="2400" dirty="0" smtClean="0"/>
              <a:t>以及其它一些组织提供。现在，ICANN行使IANA的职能。</a:t>
            </a: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 presetClass="entr" presetSubtype="4" fill="hold" nodeType="withEffect">
                                  <p:stCondLst>
                                    <p:cond delay="0"/>
                                  </p:stCondLst>
                                  <p:childTnLst>
                                    <p:set>
                                      <p:cBhvr>
                                        <p:cTn id="6" dur="1" fill="hold">
                                          <p:stCondLst>
                                            <p:cond delay="0"/>
                                          </p:stCondLst>
                                        </p:cTn>
                                        <p:tgtEl>
                                          <p:spTgt spid="371715">
                                            <p:txEl>
                                              <p:pRg st="0" end="0"/>
                                            </p:txEl>
                                          </p:spTgt>
                                        </p:tgtEl>
                                        <p:attrNameLst>
                                          <p:attrName>style.visibility</p:attrName>
                                        </p:attrNameLst>
                                      </p:cBhvr>
                                      <p:to>
                                        <p:strVal val="visible"/>
                                      </p:to>
                                    </p:set>
                                    <p:anim calcmode="lin" valueType="num">
                                      <p:cBhvr additive="base">
                                        <p:cTn id="7" dur="500" fill="hold"/>
                                        <p:tgtEl>
                                          <p:spTgt spid="371715">
                                            <p:txEl>
                                              <p:pRg st="0" end="0"/>
                                            </p:txEl>
                                          </p:spTgt>
                                        </p:tgtEl>
                                        <p:attrNameLst>
                                          <p:attrName>ppt_x</p:attrName>
                                        </p:attrNameLst>
                                      </p:cBhvr>
                                      <p:tavLst>
                                        <p:tav tm="0">
                                          <p:val>
                                            <p:strVal val="#ppt_x"/>
                                          </p:val>
                                        </p:tav>
                                        <p:tav tm="100000">
                                          <p:val>
                                            <p:strVal val="#ppt_x"/>
                                          </p:val>
                                        </p:tav>
                                      </p:tavLst>
                                    </p:anim>
                                    <p:anim calcmode="lin" valueType="num">
                                      <p:cBhvr additive="base">
                                        <p:cTn id="8" dur="500" fill="hold"/>
                                        <p:tgtEl>
                                          <p:spTgt spid="371715">
                                            <p:txEl>
                                              <p:pRg st="0" end="0"/>
                                            </p:txEl>
                                          </p:spTgt>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5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5059" name="Rectangle 2"/>
          <p:cNvSpPr>
            <a:spLocks noGrp="1" noChangeArrowheads="1"/>
          </p:cNvSpPr>
          <p:nvPr>
            <p:ph type="title"/>
          </p:nvPr>
        </p:nvSpPr>
        <p:spPr/>
        <p:txBody>
          <a:bodyPr/>
          <a:lstStyle/>
          <a:p>
            <a:pPr eaLnBrk="1" hangingPunct="1"/>
            <a:r>
              <a:rPr lang="zh-CN" altLang="en-US" dirty="0">
                <a:latin typeface="Times New Roman" panose="02020603050405020304" pitchFamily="18" charset="0"/>
              </a:rPr>
              <a:t>扩展知识：</a:t>
            </a:r>
            <a:r>
              <a:rPr lang="zh-CN" dirty="0" smtClean="0">
                <a:latin typeface="Times New Roman" panose="02020603050405020304" pitchFamily="18" charset="0"/>
              </a:rPr>
              <a:t>互联网管理架构</a:t>
            </a:r>
          </a:p>
        </p:txBody>
      </p:sp>
      <p:sp>
        <p:nvSpPr>
          <p:cNvPr id="371715" name="Rectangle 3"/>
          <p:cNvSpPr>
            <a:spLocks noGrp="1" noChangeArrowheads="1"/>
          </p:cNvSpPr>
          <p:nvPr>
            <p:ph type="body" idx="1"/>
          </p:nvPr>
        </p:nvSpPr>
        <p:spPr>
          <a:xfrm>
            <a:off x="649605" y="1430655"/>
            <a:ext cx="8160385" cy="4114800"/>
          </a:xfrm>
        </p:spPr>
        <p:txBody>
          <a:bodyPr/>
          <a:lstStyle/>
          <a:p>
            <a:pPr eaLnBrk="1" hangingPunct="1"/>
            <a:r>
              <a:rPr lang="en-US" altLang="zh-CN" sz="2400" dirty="0" smtClean="0"/>
              <a:t>2016年10月1日（美国东部时间），美国商务部下属机构国家电信和信息局把互联网域名管理权完全交给位于加利福尼亚州的ICANN</a:t>
            </a:r>
            <a:r>
              <a:rPr lang="zh-CN" altLang="en-US" sz="2400" dirty="0" smtClean="0"/>
              <a:t>，这标志着作为世人日常生活一部分的互联网迈出走向全球共治的重要一步。</a:t>
            </a:r>
          </a:p>
          <a:p>
            <a:pPr eaLnBrk="1" hangingPunct="1"/>
            <a:r>
              <a:rPr lang="zh-CN" altLang="en-US" sz="2400" dirty="0" smtClean="0"/>
              <a:t>根据ICANN的规定，ICANN将部分IP地址分配给地区级的Internet注册机构</a:t>
            </a:r>
            <a:r>
              <a:rPr lang="en-US" altLang="zh-CN" sz="2400" dirty="0" smtClean="0"/>
              <a:t>RIR</a:t>
            </a:r>
            <a:r>
              <a:rPr lang="zh-CN" altLang="en-US" sz="2400" dirty="0" smtClean="0"/>
              <a:t> (Regional Internet Registry),然后由这些RIR负责该地区的登记注册服务。许多国家和地区都成立了自己的域名系统管理机构，负责从前述</a:t>
            </a:r>
            <a:r>
              <a:rPr lang="en-US" altLang="zh-CN" sz="2400" dirty="0" smtClean="0"/>
              <a:t>RIR</a:t>
            </a:r>
            <a:r>
              <a:rPr lang="zh-CN" altLang="en-US" sz="2400" dirty="0" smtClean="0"/>
              <a:t>机构获取IP地址资源后在本国或本地区的分配与管理事务。如我</a:t>
            </a:r>
            <a:r>
              <a:rPr lang="zh-CN" altLang="en-US" sz="2400" dirty="0" smtClean="0">
                <a:sym typeface="+mn-ea"/>
              </a:rPr>
              <a:t>国的CNNIC、</a:t>
            </a:r>
            <a:r>
              <a:rPr lang="zh-CN" altLang="en-US" sz="2400" dirty="0" smtClean="0"/>
              <a:t>日本的JPNIC和均属此种机构</a:t>
            </a: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 presetClass="entr" presetSubtype="4" fill="hold" nodeType="withEffect">
                                  <p:stCondLst>
                                    <p:cond delay="0"/>
                                  </p:stCondLst>
                                  <p:childTnLst>
                                    <p:set>
                                      <p:cBhvr>
                                        <p:cTn id="6" dur="1" fill="hold">
                                          <p:stCondLst>
                                            <p:cond delay="0"/>
                                          </p:stCondLst>
                                        </p:cTn>
                                        <p:tgtEl>
                                          <p:spTgt spid="371715">
                                            <p:txEl>
                                              <p:pRg st="0" end="0"/>
                                            </p:txEl>
                                          </p:spTgt>
                                        </p:tgtEl>
                                        <p:attrNameLst>
                                          <p:attrName>style.visibility</p:attrName>
                                        </p:attrNameLst>
                                      </p:cBhvr>
                                      <p:to>
                                        <p:strVal val="visible"/>
                                      </p:to>
                                    </p:set>
                                    <p:anim calcmode="lin" valueType="num">
                                      <p:cBhvr additive="base">
                                        <p:cTn id="7" dur="500" fill="hold"/>
                                        <p:tgtEl>
                                          <p:spTgt spid="371715">
                                            <p:txEl>
                                              <p:pRg st="0" end="0"/>
                                            </p:txEl>
                                          </p:spTgt>
                                        </p:tgtEl>
                                        <p:attrNameLst>
                                          <p:attrName>ppt_x</p:attrName>
                                        </p:attrNameLst>
                                      </p:cBhvr>
                                      <p:tavLst>
                                        <p:tav tm="0">
                                          <p:val>
                                            <p:strVal val="#ppt_x"/>
                                          </p:val>
                                        </p:tav>
                                        <p:tav tm="100000">
                                          <p:val>
                                            <p:strVal val="#ppt_x"/>
                                          </p:val>
                                        </p:tav>
                                      </p:tavLst>
                                    </p:anim>
                                    <p:anim calcmode="lin" valueType="num">
                                      <p:cBhvr additive="base">
                                        <p:cTn id="8" dur="500" fill="hold"/>
                                        <p:tgtEl>
                                          <p:spTgt spid="371715">
                                            <p:txEl>
                                              <p:pRg st="0" end="0"/>
                                            </p:txEl>
                                          </p:spTgt>
                                        </p:tgtEl>
                                        <p:attrNameLst>
                                          <p:attrName>ppt_y</p:attrName>
                                        </p:attrNameLst>
                                      </p:cBhvr>
                                      <p:tavLst>
                                        <p:tav tm="0">
                                          <p:val>
                                            <p:strVal val="1+#ppt_h/2"/>
                                          </p:val>
                                        </p:tav>
                                        <p:tav tm="100000">
                                          <p:val>
                                            <p:strVal val="#ppt_y"/>
                                          </p:val>
                                        </p:tav>
                                      </p:tavLst>
                                    </p:anim>
                                  </p:childTnLst>
                                </p:cTn>
                              </p:par>
                              <p:par>
                                <p:cTn id="9" presetID="2" presetClass="entr" presetSubtype="4" fill="hold" nodeType="withEffect">
                                  <p:stCondLst>
                                    <p:cond delay="0"/>
                                  </p:stCondLst>
                                  <p:childTnLst>
                                    <p:set>
                                      <p:cBhvr>
                                        <p:cTn id="10" dur="1" fill="hold">
                                          <p:stCondLst>
                                            <p:cond delay="0"/>
                                          </p:stCondLst>
                                        </p:cTn>
                                        <p:tgtEl>
                                          <p:spTgt spid="371715">
                                            <p:txEl>
                                              <p:pRg st="1" end="1"/>
                                            </p:txEl>
                                          </p:spTgt>
                                        </p:tgtEl>
                                        <p:attrNameLst>
                                          <p:attrName>style.visibility</p:attrName>
                                        </p:attrNameLst>
                                      </p:cBhvr>
                                      <p:to>
                                        <p:strVal val="visible"/>
                                      </p:to>
                                    </p:set>
                                    <p:anim calcmode="lin" valueType="num">
                                      <p:cBhvr additive="base">
                                        <p:cTn id="11" dur="500" fill="hold"/>
                                        <p:tgtEl>
                                          <p:spTgt spid="371715">
                                            <p:txEl>
                                              <p:pRg st="1" end="1"/>
                                            </p:txEl>
                                          </p:spTgt>
                                        </p:tgtEl>
                                        <p:attrNameLst>
                                          <p:attrName>ppt_x</p:attrName>
                                        </p:attrNameLst>
                                      </p:cBhvr>
                                      <p:tavLst>
                                        <p:tav tm="0">
                                          <p:val>
                                            <p:strVal val="#ppt_x"/>
                                          </p:val>
                                        </p:tav>
                                        <p:tav tm="100000">
                                          <p:val>
                                            <p:strVal val="#ppt_x"/>
                                          </p:val>
                                        </p:tav>
                                      </p:tavLst>
                                    </p:anim>
                                    <p:anim calcmode="lin" valueType="num">
                                      <p:cBhvr additive="base">
                                        <p:cTn id="12" dur="500" fill="hold"/>
                                        <p:tgtEl>
                                          <p:spTgt spid="371715">
                                            <p:txEl>
                                              <p:pRg st="1" end="1"/>
                                            </p:txEl>
                                          </p:spTgt>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5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5059" name="Rectangle 2"/>
          <p:cNvSpPr>
            <a:spLocks noGrp="1" noChangeArrowheads="1"/>
          </p:cNvSpPr>
          <p:nvPr>
            <p:ph type="title"/>
          </p:nvPr>
        </p:nvSpPr>
        <p:spPr/>
        <p:txBody>
          <a:bodyPr/>
          <a:lstStyle/>
          <a:p>
            <a:pPr eaLnBrk="1" hangingPunct="1"/>
            <a:r>
              <a:rPr lang="zh-CN" altLang="en-US" dirty="0">
                <a:latin typeface="Times New Roman" panose="02020603050405020304" pitchFamily="18" charset="0"/>
              </a:rPr>
              <a:t>扩展知识：</a:t>
            </a:r>
            <a:r>
              <a:rPr lang="zh-CN" dirty="0" smtClean="0">
                <a:latin typeface="Times New Roman" panose="02020603050405020304" pitchFamily="18" charset="0"/>
              </a:rPr>
              <a:t>互联网管理架构</a:t>
            </a:r>
          </a:p>
        </p:txBody>
      </p:sp>
      <p:sp>
        <p:nvSpPr>
          <p:cNvPr id="371715" name="Rectangle 3"/>
          <p:cNvSpPr>
            <a:spLocks noGrp="1" noChangeArrowheads="1"/>
          </p:cNvSpPr>
          <p:nvPr>
            <p:ph type="body" idx="1"/>
          </p:nvPr>
        </p:nvSpPr>
        <p:spPr>
          <a:xfrm>
            <a:off x="649605" y="1430655"/>
            <a:ext cx="8160385" cy="4114800"/>
          </a:xfrm>
        </p:spPr>
        <p:txBody>
          <a:bodyPr/>
          <a:lstStyle/>
          <a:p>
            <a:pPr eaLnBrk="1" hangingPunct="1"/>
            <a:r>
              <a:rPr lang="zh-CN" altLang="en-US" sz="2400" dirty="0" smtClean="0">
                <a:solidFill>
                  <a:srgbClr val="FF0000"/>
                </a:solidFill>
              </a:rPr>
              <a:t>世界上五个</a:t>
            </a:r>
            <a:r>
              <a:rPr lang="zh-CN" altLang="en-US" sz="2400" dirty="0" smtClean="0">
                <a:solidFill>
                  <a:srgbClr val="FF0000"/>
                </a:solidFill>
                <a:sym typeface="+mn-ea"/>
              </a:rPr>
              <a:t>地区级的Internet注册机构</a:t>
            </a:r>
            <a:endParaRPr lang="en-US" altLang="zh-CN" sz="2400" dirty="0" smtClean="0">
              <a:solidFill>
                <a:srgbClr val="FF0000"/>
              </a:solidFill>
            </a:endParaRPr>
          </a:p>
          <a:p>
            <a:pPr eaLnBrk="1" hangingPunct="1"/>
            <a:r>
              <a:rPr lang="en-US" altLang="zh-CN" sz="2400" dirty="0" smtClean="0">
                <a:sym typeface="+mn-ea"/>
              </a:rPr>
              <a:t>ARIN</a:t>
            </a:r>
            <a:r>
              <a:rPr lang="zh-CN" altLang="en-US" sz="2400" dirty="0" smtClean="0">
                <a:sym typeface="+mn-ea"/>
              </a:rPr>
              <a:t>（</a:t>
            </a:r>
            <a:r>
              <a:rPr lang="en-US" altLang="zh-CN" sz="2400" dirty="0" smtClean="0">
                <a:sym typeface="+mn-ea"/>
              </a:rPr>
              <a:t>美洲互联网号码注册管理中心</a:t>
            </a:r>
            <a:r>
              <a:rPr lang="zh-CN" altLang="en-US" sz="2400" dirty="0" smtClean="0">
                <a:sym typeface="+mn-ea"/>
              </a:rPr>
              <a:t>），设在美国，负责</a:t>
            </a:r>
            <a:r>
              <a:rPr lang="en-US" altLang="zh-CN" sz="2400" dirty="0" err="1" smtClean="0">
                <a:sym typeface="+mn-ea"/>
              </a:rPr>
              <a:t>北美地区</a:t>
            </a:r>
            <a:r>
              <a:rPr lang="zh-CN" altLang="en-US" sz="2400" dirty="0" smtClean="0">
                <a:sym typeface="+mn-ea"/>
              </a:rPr>
              <a:t>（加拿大、美国和一些加勒比海岛）</a:t>
            </a:r>
            <a:endParaRPr lang="en-US" altLang="zh-CN" sz="2400" dirty="0" smtClean="0"/>
          </a:p>
          <a:p>
            <a:pPr eaLnBrk="1" hangingPunct="1"/>
            <a:r>
              <a:rPr lang="en-US" altLang="zh-CN" sz="2400" dirty="0" smtClean="0">
                <a:sym typeface="+mn-ea"/>
              </a:rPr>
              <a:t>RIPE NCC</a:t>
            </a:r>
            <a:r>
              <a:rPr lang="zh-CN" altLang="en-US" sz="2400" dirty="0" smtClean="0">
                <a:sym typeface="+mn-ea"/>
              </a:rPr>
              <a:t>（</a:t>
            </a:r>
            <a:r>
              <a:rPr lang="en-US" altLang="zh-CN" sz="2400" dirty="0" smtClean="0">
                <a:sym typeface="+mn-ea"/>
              </a:rPr>
              <a:t>RIPE</a:t>
            </a:r>
            <a:r>
              <a:rPr lang="zh-CN" altLang="en-US" sz="2400" dirty="0" smtClean="0">
                <a:sym typeface="+mn-ea"/>
              </a:rPr>
              <a:t>网络协调中心</a:t>
            </a:r>
            <a:r>
              <a:rPr lang="en-US" altLang="zh-CN" sz="2400" dirty="0" smtClean="0">
                <a:sym typeface="+mn-ea"/>
              </a:rPr>
              <a:t>)</a:t>
            </a:r>
            <a:r>
              <a:rPr lang="zh-CN" altLang="en-US" sz="2400" dirty="0" smtClean="0">
                <a:sym typeface="+mn-ea"/>
              </a:rPr>
              <a:t>），设在比利时，负责</a:t>
            </a:r>
            <a:r>
              <a:rPr lang="en-US" altLang="zh-CN" sz="2400" dirty="0" smtClean="0">
                <a:sym typeface="+mn-ea"/>
              </a:rPr>
              <a:t>欧洲、中东和中亚</a:t>
            </a:r>
          </a:p>
          <a:p>
            <a:pPr eaLnBrk="1" hangingPunct="1"/>
            <a:r>
              <a:rPr lang="en-US" altLang="zh-CN" sz="2400" dirty="0" smtClean="0">
                <a:sym typeface="+mn-ea"/>
              </a:rPr>
              <a:t>APNIC</a:t>
            </a:r>
            <a:r>
              <a:rPr lang="zh-CN" altLang="en-US" sz="2400" dirty="0" smtClean="0">
                <a:sym typeface="+mn-ea"/>
              </a:rPr>
              <a:t>（亚太网络信息中心），设在澳大利亚，负责亚洲和太平洋地区</a:t>
            </a:r>
          </a:p>
          <a:p>
            <a:pPr eaLnBrk="1" hangingPunct="1"/>
            <a:r>
              <a:rPr lang="en-US" altLang="zh-CN" sz="2400" dirty="0" smtClean="0">
                <a:sym typeface="+mn-ea"/>
              </a:rPr>
              <a:t>LACNIC</a:t>
            </a:r>
            <a:r>
              <a:rPr lang="zh-CN" altLang="en-US" sz="2400" dirty="0" smtClean="0">
                <a:sym typeface="+mn-ea"/>
              </a:rPr>
              <a:t>（拉丁美洲和加勒比地区互联网地址注册管理机构），设在乌拉圭，负责</a:t>
            </a:r>
            <a:r>
              <a:rPr lang="en-US" altLang="zh-CN" sz="2400" dirty="0" smtClean="0">
                <a:sym typeface="+mn-ea"/>
              </a:rPr>
              <a:t> </a:t>
            </a:r>
            <a:r>
              <a:rPr lang="en-US" altLang="zh-CN" sz="2400" dirty="0" err="1" smtClean="0">
                <a:sym typeface="+mn-ea"/>
              </a:rPr>
              <a:t>拉丁美洲和一些加勒比</a:t>
            </a:r>
            <a:r>
              <a:rPr lang="zh-CN" altLang="en-US" sz="2400" dirty="0" smtClean="0">
                <a:sym typeface="+mn-ea"/>
              </a:rPr>
              <a:t>海</a:t>
            </a:r>
            <a:r>
              <a:rPr lang="en-US" altLang="zh-CN" sz="2400" dirty="0" smtClean="0">
                <a:sym typeface="+mn-ea"/>
              </a:rPr>
              <a:t>岛</a:t>
            </a:r>
            <a:endParaRPr lang="en-US" altLang="zh-CN" sz="2400" dirty="0" smtClean="0"/>
          </a:p>
          <a:p>
            <a:pPr eaLnBrk="1" hangingPunct="1"/>
            <a:r>
              <a:rPr lang="en-US" altLang="zh-CN" sz="2400" dirty="0" smtClean="0"/>
              <a:t>AfriNIC</a:t>
            </a:r>
            <a:r>
              <a:rPr lang="zh-CN" altLang="en-US" sz="2400" dirty="0" smtClean="0">
                <a:sym typeface="+mn-ea"/>
              </a:rPr>
              <a:t>（非洲互联网信息中心），设在毛里求斯，负责</a:t>
            </a:r>
            <a:r>
              <a:rPr lang="en-US" altLang="zh-CN" sz="2400" dirty="0" smtClean="0"/>
              <a:t>非洲</a:t>
            </a:r>
            <a:r>
              <a:rPr lang="zh-CN" altLang="en-US" sz="2400" dirty="0" smtClean="0"/>
              <a:t>和印度洋</a:t>
            </a:r>
            <a:r>
              <a:rPr lang="en-US" altLang="zh-CN" sz="2400" dirty="0" smtClean="0"/>
              <a:t>地区</a:t>
            </a:r>
          </a:p>
          <a:p>
            <a:pPr eaLnBrk="1" hangingPunct="1"/>
            <a:endParaRPr lang="en-US" altLang="zh-CN" sz="2400" dirty="0" smtClean="0"/>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 presetClass="entr" presetSubtype="4" fill="hold" nodeType="withEffect">
                                  <p:stCondLst>
                                    <p:cond delay="0"/>
                                  </p:stCondLst>
                                  <p:childTnLst>
                                    <p:set>
                                      <p:cBhvr>
                                        <p:cTn id="6" dur="1" fill="hold">
                                          <p:stCondLst>
                                            <p:cond delay="0"/>
                                          </p:stCondLst>
                                        </p:cTn>
                                        <p:tgtEl>
                                          <p:spTgt spid="371715">
                                            <p:txEl>
                                              <p:pRg st="1" end="1"/>
                                            </p:txEl>
                                          </p:spTgt>
                                        </p:tgtEl>
                                        <p:attrNameLst>
                                          <p:attrName>style.visibility</p:attrName>
                                        </p:attrNameLst>
                                      </p:cBhvr>
                                      <p:to>
                                        <p:strVal val="visible"/>
                                      </p:to>
                                    </p:set>
                                    <p:anim calcmode="lin" valueType="num">
                                      <p:cBhvr additive="base">
                                        <p:cTn id="7" dur="500" fill="hold"/>
                                        <p:tgtEl>
                                          <p:spTgt spid="371715">
                                            <p:txEl>
                                              <p:pRg st="1" end="1"/>
                                            </p:txEl>
                                          </p:spTgt>
                                        </p:tgtEl>
                                        <p:attrNameLst>
                                          <p:attrName>ppt_x</p:attrName>
                                        </p:attrNameLst>
                                      </p:cBhvr>
                                      <p:tavLst>
                                        <p:tav tm="0">
                                          <p:val>
                                            <p:strVal val="#ppt_x"/>
                                          </p:val>
                                        </p:tav>
                                        <p:tav tm="100000">
                                          <p:val>
                                            <p:strVal val="#ppt_x"/>
                                          </p:val>
                                        </p:tav>
                                      </p:tavLst>
                                    </p:anim>
                                    <p:anim calcmode="lin" valueType="num">
                                      <p:cBhvr additive="base">
                                        <p:cTn id="8" dur="500" fill="hold"/>
                                        <p:tgtEl>
                                          <p:spTgt spid="371715">
                                            <p:txEl>
                                              <p:pRg st="1" end="1"/>
                                            </p:txEl>
                                          </p:spTgt>
                                        </p:tgtEl>
                                        <p:attrNameLst>
                                          <p:attrName>ppt_y</p:attrName>
                                        </p:attrNameLst>
                                      </p:cBhvr>
                                      <p:tavLst>
                                        <p:tav tm="0">
                                          <p:val>
                                            <p:strVal val="1+#ppt_h/2"/>
                                          </p:val>
                                        </p:tav>
                                        <p:tav tm="100000">
                                          <p:val>
                                            <p:strVal val="#ppt_y"/>
                                          </p:val>
                                        </p:tav>
                                      </p:tavLst>
                                    </p:anim>
                                  </p:childTnLst>
                                </p:cTn>
                              </p:par>
                              <p:par>
                                <p:cTn id="9" presetID="2" presetClass="entr" presetSubtype="4" fill="hold" nodeType="withEffect">
                                  <p:stCondLst>
                                    <p:cond delay="0"/>
                                  </p:stCondLst>
                                  <p:childTnLst>
                                    <p:set>
                                      <p:cBhvr>
                                        <p:cTn id="10" dur="1" fill="hold">
                                          <p:stCondLst>
                                            <p:cond delay="0"/>
                                          </p:stCondLst>
                                        </p:cTn>
                                        <p:tgtEl>
                                          <p:spTgt spid="371715">
                                            <p:txEl>
                                              <p:pRg st="0" end="0"/>
                                            </p:txEl>
                                          </p:spTgt>
                                        </p:tgtEl>
                                        <p:attrNameLst>
                                          <p:attrName>style.visibility</p:attrName>
                                        </p:attrNameLst>
                                      </p:cBhvr>
                                      <p:to>
                                        <p:strVal val="visible"/>
                                      </p:to>
                                    </p:set>
                                    <p:anim calcmode="lin" valueType="num">
                                      <p:cBhvr additive="base">
                                        <p:cTn id="11" dur="500" fill="hold"/>
                                        <p:tgtEl>
                                          <p:spTgt spid="371715">
                                            <p:txEl>
                                              <p:pRg st="0" end="0"/>
                                            </p:txEl>
                                          </p:spTgt>
                                        </p:tgtEl>
                                        <p:attrNameLst>
                                          <p:attrName>ppt_x</p:attrName>
                                        </p:attrNameLst>
                                      </p:cBhvr>
                                      <p:tavLst>
                                        <p:tav tm="0">
                                          <p:val>
                                            <p:strVal val="#ppt_x"/>
                                          </p:val>
                                        </p:tav>
                                        <p:tav tm="100000">
                                          <p:val>
                                            <p:strVal val="#ppt_x"/>
                                          </p:val>
                                        </p:tav>
                                      </p:tavLst>
                                    </p:anim>
                                    <p:anim calcmode="lin" valueType="num">
                                      <p:cBhvr additive="base">
                                        <p:cTn id="12" dur="500" fill="hold"/>
                                        <p:tgtEl>
                                          <p:spTgt spid="371715">
                                            <p:txEl>
                                              <p:pRg st="0" end="0"/>
                                            </p:txEl>
                                          </p:spTgt>
                                        </p:tgtEl>
                                        <p:attrNameLst>
                                          <p:attrName>ppt_y</p:attrName>
                                        </p:attrNameLst>
                                      </p:cBhvr>
                                      <p:tavLst>
                                        <p:tav tm="0">
                                          <p:val>
                                            <p:strVal val="1+#ppt_h/2"/>
                                          </p:val>
                                        </p:tav>
                                        <p:tav tm="100000">
                                          <p:val>
                                            <p:strVal val="#ppt_y"/>
                                          </p:val>
                                        </p:tav>
                                      </p:tavLst>
                                    </p:anim>
                                  </p:childTnLst>
                                </p:cTn>
                              </p:par>
                              <p:par>
                                <p:cTn id="13" presetID="2" presetClass="entr" presetSubtype="4" fill="hold" nodeType="withEffect">
                                  <p:stCondLst>
                                    <p:cond delay="0"/>
                                  </p:stCondLst>
                                  <p:childTnLst>
                                    <p:set>
                                      <p:cBhvr>
                                        <p:cTn id="14" dur="1" fill="hold">
                                          <p:stCondLst>
                                            <p:cond delay="0"/>
                                          </p:stCondLst>
                                        </p:cTn>
                                        <p:tgtEl>
                                          <p:spTgt spid="371715">
                                            <p:txEl>
                                              <p:pRg st="2" end="2"/>
                                            </p:txEl>
                                          </p:spTgt>
                                        </p:tgtEl>
                                        <p:attrNameLst>
                                          <p:attrName>style.visibility</p:attrName>
                                        </p:attrNameLst>
                                      </p:cBhvr>
                                      <p:to>
                                        <p:strVal val="visible"/>
                                      </p:to>
                                    </p:set>
                                    <p:anim calcmode="lin" valueType="num">
                                      <p:cBhvr additive="base">
                                        <p:cTn id="15" dur="500" fill="hold"/>
                                        <p:tgtEl>
                                          <p:spTgt spid="371715">
                                            <p:txEl>
                                              <p:pRg st="2" end="2"/>
                                            </p:txEl>
                                          </p:spTgt>
                                        </p:tgtEl>
                                        <p:attrNameLst>
                                          <p:attrName>ppt_x</p:attrName>
                                        </p:attrNameLst>
                                      </p:cBhvr>
                                      <p:tavLst>
                                        <p:tav tm="0">
                                          <p:val>
                                            <p:strVal val="#ppt_x"/>
                                          </p:val>
                                        </p:tav>
                                        <p:tav tm="100000">
                                          <p:val>
                                            <p:strVal val="#ppt_x"/>
                                          </p:val>
                                        </p:tav>
                                      </p:tavLst>
                                    </p:anim>
                                    <p:anim calcmode="lin" valueType="num">
                                      <p:cBhvr additive="base">
                                        <p:cTn id="16" dur="500" fill="hold"/>
                                        <p:tgtEl>
                                          <p:spTgt spid="371715">
                                            <p:txEl>
                                              <p:pRg st="2" end="2"/>
                                            </p:txEl>
                                          </p:spTgt>
                                        </p:tgtEl>
                                        <p:attrNameLst>
                                          <p:attrName>ppt_y</p:attrName>
                                        </p:attrNameLst>
                                      </p:cBhvr>
                                      <p:tavLst>
                                        <p:tav tm="0">
                                          <p:val>
                                            <p:strVal val="1+#ppt_h/2"/>
                                          </p:val>
                                        </p:tav>
                                        <p:tav tm="100000">
                                          <p:val>
                                            <p:strVal val="#ppt_y"/>
                                          </p:val>
                                        </p:tav>
                                      </p:tavLst>
                                    </p:anim>
                                  </p:childTnLst>
                                </p:cTn>
                              </p:par>
                              <p:par>
                                <p:cTn id="17" presetID="2" presetClass="entr" presetSubtype="4" fill="hold" nodeType="withEffect">
                                  <p:stCondLst>
                                    <p:cond delay="0"/>
                                  </p:stCondLst>
                                  <p:childTnLst>
                                    <p:set>
                                      <p:cBhvr>
                                        <p:cTn id="18" dur="1" fill="hold">
                                          <p:stCondLst>
                                            <p:cond delay="0"/>
                                          </p:stCondLst>
                                        </p:cTn>
                                        <p:tgtEl>
                                          <p:spTgt spid="371715">
                                            <p:txEl>
                                              <p:pRg st="3" end="3"/>
                                            </p:txEl>
                                          </p:spTgt>
                                        </p:tgtEl>
                                        <p:attrNameLst>
                                          <p:attrName>style.visibility</p:attrName>
                                        </p:attrNameLst>
                                      </p:cBhvr>
                                      <p:to>
                                        <p:strVal val="visible"/>
                                      </p:to>
                                    </p:set>
                                    <p:anim calcmode="lin" valueType="num">
                                      <p:cBhvr additive="base">
                                        <p:cTn id="19" dur="500" fill="hold"/>
                                        <p:tgtEl>
                                          <p:spTgt spid="371715">
                                            <p:txEl>
                                              <p:pRg st="3" end="3"/>
                                            </p:txEl>
                                          </p:spTgt>
                                        </p:tgtEl>
                                        <p:attrNameLst>
                                          <p:attrName>ppt_x</p:attrName>
                                        </p:attrNameLst>
                                      </p:cBhvr>
                                      <p:tavLst>
                                        <p:tav tm="0">
                                          <p:val>
                                            <p:strVal val="#ppt_x"/>
                                          </p:val>
                                        </p:tav>
                                        <p:tav tm="100000">
                                          <p:val>
                                            <p:strVal val="#ppt_x"/>
                                          </p:val>
                                        </p:tav>
                                      </p:tavLst>
                                    </p:anim>
                                    <p:anim calcmode="lin" valueType="num">
                                      <p:cBhvr additive="base">
                                        <p:cTn id="20" dur="500" fill="hold"/>
                                        <p:tgtEl>
                                          <p:spTgt spid="371715">
                                            <p:txEl>
                                              <p:pRg st="3" end="3"/>
                                            </p:txEl>
                                          </p:spTgt>
                                        </p:tgtEl>
                                        <p:attrNameLst>
                                          <p:attrName>ppt_y</p:attrName>
                                        </p:attrNameLst>
                                      </p:cBhvr>
                                      <p:tavLst>
                                        <p:tav tm="0">
                                          <p:val>
                                            <p:strVal val="1+#ppt_h/2"/>
                                          </p:val>
                                        </p:tav>
                                        <p:tav tm="100000">
                                          <p:val>
                                            <p:strVal val="#ppt_y"/>
                                          </p:val>
                                        </p:tav>
                                      </p:tavLst>
                                    </p:anim>
                                  </p:childTnLst>
                                </p:cTn>
                              </p:par>
                              <p:par>
                                <p:cTn id="21" presetID="2" presetClass="entr" presetSubtype="4" fill="hold" nodeType="withEffect">
                                  <p:stCondLst>
                                    <p:cond delay="0"/>
                                  </p:stCondLst>
                                  <p:childTnLst>
                                    <p:set>
                                      <p:cBhvr>
                                        <p:cTn id="22" dur="1" fill="hold">
                                          <p:stCondLst>
                                            <p:cond delay="0"/>
                                          </p:stCondLst>
                                        </p:cTn>
                                        <p:tgtEl>
                                          <p:spTgt spid="371715">
                                            <p:txEl>
                                              <p:pRg st="4" end="4"/>
                                            </p:txEl>
                                          </p:spTgt>
                                        </p:tgtEl>
                                        <p:attrNameLst>
                                          <p:attrName>style.visibility</p:attrName>
                                        </p:attrNameLst>
                                      </p:cBhvr>
                                      <p:to>
                                        <p:strVal val="visible"/>
                                      </p:to>
                                    </p:set>
                                    <p:anim calcmode="lin" valueType="num">
                                      <p:cBhvr additive="base">
                                        <p:cTn id="23" dur="500" fill="hold"/>
                                        <p:tgtEl>
                                          <p:spTgt spid="371715">
                                            <p:txEl>
                                              <p:pRg st="4" end="4"/>
                                            </p:txEl>
                                          </p:spTgt>
                                        </p:tgtEl>
                                        <p:attrNameLst>
                                          <p:attrName>ppt_x</p:attrName>
                                        </p:attrNameLst>
                                      </p:cBhvr>
                                      <p:tavLst>
                                        <p:tav tm="0">
                                          <p:val>
                                            <p:strVal val="#ppt_x"/>
                                          </p:val>
                                        </p:tav>
                                        <p:tav tm="100000">
                                          <p:val>
                                            <p:strVal val="#ppt_x"/>
                                          </p:val>
                                        </p:tav>
                                      </p:tavLst>
                                    </p:anim>
                                    <p:anim calcmode="lin" valueType="num">
                                      <p:cBhvr additive="base">
                                        <p:cTn id="24" dur="500" fill="hold"/>
                                        <p:tgtEl>
                                          <p:spTgt spid="371715">
                                            <p:txEl>
                                              <p:pRg st="4" end="4"/>
                                            </p:txEl>
                                          </p:spTgt>
                                        </p:tgtEl>
                                        <p:attrNameLst>
                                          <p:attrName>ppt_y</p:attrName>
                                        </p:attrNameLst>
                                      </p:cBhvr>
                                      <p:tavLst>
                                        <p:tav tm="0">
                                          <p:val>
                                            <p:strVal val="1+#ppt_h/2"/>
                                          </p:val>
                                        </p:tav>
                                        <p:tav tm="100000">
                                          <p:val>
                                            <p:strVal val="#ppt_y"/>
                                          </p:val>
                                        </p:tav>
                                      </p:tavLst>
                                    </p:anim>
                                  </p:childTnLst>
                                </p:cTn>
                              </p:par>
                              <p:par>
                                <p:cTn id="25" presetID="2" presetClass="entr" presetSubtype="4" fill="hold" nodeType="withEffect">
                                  <p:stCondLst>
                                    <p:cond delay="0"/>
                                  </p:stCondLst>
                                  <p:childTnLst>
                                    <p:set>
                                      <p:cBhvr>
                                        <p:cTn id="26" dur="1" fill="hold">
                                          <p:stCondLst>
                                            <p:cond delay="0"/>
                                          </p:stCondLst>
                                        </p:cTn>
                                        <p:tgtEl>
                                          <p:spTgt spid="371715">
                                            <p:txEl>
                                              <p:pRg st="5" end="5"/>
                                            </p:txEl>
                                          </p:spTgt>
                                        </p:tgtEl>
                                        <p:attrNameLst>
                                          <p:attrName>style.visibility</p:attrName>
                                        </p:attrNameLst>
                                      </p:cBhvr>
                                      <p:to>
                                        <p:strVal val="visible"/>
                                      </p:to>
                                    </p:set>
                                    <p:anim calcmode="lin" valueType="num">
                                      <p:cBhvr additive="base">
                                        <p:cTn id="27" dur="500" fill="hold"/>
                                        <p:tgtEl>
                                          <p:spTgt spid="371715">
                                            <p:txEl>
                                              <p:pRg st="5" end="5"/>
                                            </p:txEl>
                                          </p:spTgt>
                                        </p:tgtEl>
                                        <p:attrNameLst>
                                          <p:attrName>ppt_x</p:attrName>
                                        </p:attrNameLst>
                                      </p:cBhvr>
                                      <p:tavLst>
                                        <p:tav tm="0">
                                          <p:val>
                                            <p:strVal val="#ppt_x"/>
                                          </p:val>
                                        </p:tav>
                                        <p:tav tm="100000">
                                          <p:val>
                                            <p:strVal val="#ppt_x"/>
                                          </p:val>
                                        </p:tav>
                                      </p:tavLst>
                                    </p:anim>
                                    <p:anim calcmode="lin" valueType="num">
                                      <p:cBhvr additive="base">
                                        <p:cTn id="28" dur="500" fill="hold"/>
                                        <p:tgtEl>
                                          <p:spTgt spid="371715">
                                            <p:txEl>
                                              <p:pRg st="5" end="5"/>
                                            </p:txEl>
                                          </p:spTgt>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5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2467" name="Rectangle 2"/>
          <p:cNvSpPr>
            <a:spLocks noGrp="1" noChangeArrowheads="1"/>
          </p:cNvSpPr>
          <p:nvPr>
            <p:ph type="title"/>
          </p:nvPr>
        </p:nvSpPr>
        <p:spPr/>
        <p:txBody>
          <a:bodyPr/>
          <a:lstStyle/>
          <a:p>
            <a:pPr eaLnBrk="1" hangingPunct="1"/>
            <a:r>
              <a:rPr lang="en-US" altLang="zh-CN" dirty="0" err="1" smtClean="0"/>
              <a:t>SamSpade</a:t>
            </a:r>
            <a:r>
              <a:rPr lang="zh-CN" altLang="en-US" dirty="0" smtClean="0"/>
              <a:t>工具</a:t>
            </a:r>
          </a:p>
        </p:txBody>
      </p:sp>
      <p:sp>
        <p:nvSpPr>
          <p:cNvPr id="62468" name="Rectangle 3"/>
          <p:cNvSpPr>
            <a:spLocks noGrp="1" noChangeArrowheads="1"/>
          </p:cNvSpPr>
          <p:nvPr>
            <p:ph type="body" idx="1"/>
          </p:nvPr>
        </p:nvSpPr>
        <p:spPr/>
        <p:txBody>
          <a:bodyPr/>
          <a:lstStyle/>
          <a:p>
            <a:pPr eaLnBrk="1" hangingPunct="1"/>
            <a:r>
              <a:rPr lang="zh-CN" altLang="en-US" b="0" dirty="0"/>
              <a:t> </a:t>
            </a:r>
            <a:r>
              <a:rPr lang="en-US" altLang="zh-CN" b="0" dirty="0"/>
              <a:t>Sam Spade</a:t>
            </a:r>
            <a:r>
              <a:rPr lang="zh-CN" altLang="en-US" b="0" dirty="0"/>
              <a:t>提供了一个友好的</a:t>
            </a:r>
            <a:r>
              <a:rPr lang="en-US" altLang="zh-CN" b="0" dirty="0"/>
              <a:t>GUI</a:t>
            </a:r>
            <a:r>
              <a:rPr lang="zh-CN" altLang="en-US" b="0" dirty="0"/>
              <a:t>界面，能方便地完成多种网络查询任务，能用于大量的网络探测、网络管理和与安全有关的任务，包括</a:t>
            </a:r>
            <a:r>
              <a:rPr lang="en-US" altLang="zh-CN" b="0" dirty="0"/>
              <a:t>ping</a:t>
            </a:r>
            <a:r>
              <a:rPr lang="zh-CN" altLang="en-US" b="0" dirty="0"/>
              <a:t>、</a:t>
            </a:r>
            <a:r>
              <a:rPr lang="en-US" altLang="zh-CN" b="0" dirty="0" err="1"/>
              <a:t>nslookup</a:t>
            </a:r>
            <a:r>
              <a:rPr lang="zh-CN" altLang="en-US" b="0" dirty="0"/>
              <a:t>、</a:t>
            </a:r>
            <a:r>
              <a:rPr lang="en-US" altLang="zh-CN" b="0" dirty="0" err="1"/>
              <a:t>whois</a:t>
            </a:r>
            <a:r>
              <a:rPr lang="zh-CN" altLang="en-US" b="0" dirty="0"/>
              <a:t>、</a:t>
            </a:r>
            <a:r>
              <a:rPr lang="en-US" altLang="zh-CN" b="0" dirty="0"/>
              <a:t>dig</a:t>
            </a:r>
            <a:r>
              <a:rPr lang="zh-CN" altLang="en-US" b="0" dirty="0"/>
              <a:t>、</a:t>
            </a:r>
            <a:r>
              <a:rPr lang="en-US" altLang="zh-CN" b="0" dirty="0"/>
              <a:t>traceroute</a:t>
            </a:r>
            <a:r>
              <a:rPr lang="zh-CN" altLang="en-US" b="0" dirty="0"/>
              <a:t>等工具，是一个集成的工具箱</a:t>
            </a:r>
            <a:r>
              <a:rPr lang="zh-CN" altLang="en-US" b="0" dirty="0" smtClean="0"/>
              <a:t>。</a:t>
            </a:r>
            <a:endParaRPr lang="zh-CN" altLang="en-US" dirty="0" smtClean="0"/>
          </a:p>
        </p:txBody>
      </p:sp>
    </p:spTree>
    <p:extLst>
      <p:ext uri="{BB962C8B-B14F-4D97-AF65-F5344CB8AC3E}">
        <p14:creationId xmlns:p14="http://schemas.microsoft.com/office/powerpoint/2010/main" val="122182152"/>
      </p:ext>
    </p:extLst>
  </p:cSld>
  <p:clrMapOvr>
    <a:masterClrMapping/>
  </p:clrMapOvr>
  <p:timing>
    <p:tnLst>
      <p:par>
        <p:cTn id="1" dur="indefinite" restart="never" nodeType="tmRoot"/>
      </p:par>
    </p:tnLst>
  </p:timing>
</p:sld>
</file>

<file path=ppt/slides/slide5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7106" name="灯片编号占位符 5"/>
          <p:cNvSpPr>
            <a:spLocks noGrp="1"/>
          </p:cNvSpPr>
          <p:nvPr>
            <p:ph type="sldNum" sz="quarter" idx="4294967295"/>
          </p:nvPr>
        </p:nvSpPr>
        <p:spPr>
          <a:xfrm>
            <a:off x="6553200" y="6245225"/>
            <a:ext cx="2133600" cy="476250"/>
          </a:xfrm>
          <a:prstGeom prst="rect">
            <a:avLst/>
          </a:prstGeom>
        </p:spPr>
        <p:txBody>
          <a:bodyPr/>
          <a:lstStyle/>
          <a:p>
            <a:pPr>
              <a:defRPr/>
            </a:pPr>
            <a:fld id="{2B7C9160-AD89-44F8-B6AA-B005379E7309}" type="slidenum">
              <a:rPr lang="zh-CN" altLang="en-US" smtClean="0"/>
              <a:t>58</a:t>
            </a:fld>
            <a:endParaRPr lang="en-US" altLang="zh-CN" smtClean="0"/>
          </a:p>
        </p:txBody>
      </p:sp>
      <p:pic>
        <p:nvPicPr>
          <p:cNvPr id="100355" name="Picture 15" descr="snap"/>
          <p:cNvPicPr>
            <a:picLocks noChangeAspect="1" noChangeArrowheads="1"/>
          </p:cNvPicPr>
          <p:nvPr/>
        </p:nvPicPr>
        <p:blipFill>
          <a:blip r:embed="rId3" cstate="print"/>
          <a:srcRect/>
          <a:stretch>
            <a:fillRect/>
          </a:stretch>
        </p:blipFill>
        <p:spPr bwMode="auto">
          <a:xfrm>
            <a:off x="0" y="0"/>
            <a:ext cx="9144000" cy="6858000"/>
          </a:xfrm>
          <a:prstGeom prst="rect">
            <a:avLst/>
          </a:prstGeom>
          <a:noFill/>
          <a:ln w="9525">
            <a:noFill/>
            <a:miter lim="800000"/>
            <a:headEnd/>
            <a:tailEnd/>
          </a:ln>
        </p:spPr>
      </p:pic>
      <p:sp>
        <p:nvSpPr>
          <p:cNvPr id="356357" name="AutoShape 5"/>
          <p:cNvSpPr/>
          <p:nvPr/>
        </p:nvSpPr>
        <p:spPr bwMode="auto">
          <a:xfrm>
            <a:off x="1763713" y="1196975"/>
            <a:ext cx="4103687" cy="431800"/>
          </a:xfrm>
          <a:prstGeom prst="borderCallout1">
            <a:avLst>
              <a:gd name="adj1" fmla="val 26472"/>
              <a:gd name="adj2" fmla="val -1856"/>
              <a:gd name="adj3" fmla="val 203310"/>
              <a:gd name="adj4" fmla="val -34431"/>
            </a:avLst>
          </a:prstGeom>
          <a:solidFill>
            <a:schemeClr val="accent1"/>
          </a:solidFill>
          <a:ln w="9525">
            <a:solidFill>
              <a:srgbClr val="000000"/>
            </a:solidFill>
            <a:miter lim="800000"/>
          </a:ln>
        </p:spPr>
        <p:txBody>
          <a:bodyPr anchor="ctr"/>
          <a:lstStyle/>
          <a:p>
            <a:r>
              <a:rPr lang="zh-CN" altLang="en-US" b="1"/>
              <a:t>查看目标是否到达并得到响应时间</a:t>
            </a:r>
            <a:endParaRPr lang="en-US" altLang="zh-CN" b="1"/>
          </a:p>
        </p:txBody>
      </p:sp>
      <p:sp>
        <p:nvSpPr>
          <p:cNvPr id="356358" name="AutoShape 6"/>
          <p:cNvSpPr/>
          <p:nvPr/>
        </p:nvSpPr>
        <p:spPr bwMode="auto">
          <a:xfrm>
            <a:off x="1763713" y="1700213"/>
            <a:ext cx="4103687" cy="431800"/>
          </a:xfrm>
          <a:prstGeom prst="borderCallout1">
            <a:avLst>
              <a:gd name="adj1" fmla="val 26472"/>
              <a:gd name="adj2" fmla="val -1856"/>
              <a:gd name="adj3" fmla="val 154778"/>
              <a:gd name="adj4" fmla="val -34431"/>
            </a:avLst>
          </a:prstGeom>
          <a:solidFill>
            <a:schemeClr val="accent1"/>
          </a:solidFill>
          <a:ln w="9525">
            <a:solidFill>
              <a:srgbClr val="000000"/>
            </a:solidFill>
            <a:miter lim="800000"/>
          </a:ln>
        </p:spPr>
        <p:txBody>
          <a:bodyPr anchor="ctr"/>
          <a:lstStyle/>
          <a:p>
            <a:r>
              <a:rPr lang="zh-CN" altLang="en-US" b="1"/>
              <a:t>查询</a:t>
            </a:r>
            <a:r>
              <a:rPr lang="en-US" altLang="zh-CN" b="1"/>
              <a:t>DNS</a:t>
            </a:r>
            <a:r>
              <a:rPr lang="zh-CN" altLang="en-US" b="1"/>
              <a:t>服务器</a:t>
            </a:r>
            <a:endParaRPr lang="en-US" altLang="zh-CN" b="1"/>
          </a:p>
        </p:txBody>
      </p:sp>
      <p:sp>
        <p:nvSpPr>
          <p:cNvPr id="356359" name="AutoShape 7"/>
          <p:cNvSpPr/>
          <p:nvPr/>
        </p:nvSpPr>
        <p:spPr bwMode="auto">
          <a:xfrm>
            <a:off x="1763713" y="2205038"/>
            <a:ext cx="4103687" cy="576262"/>
          </a:xfrm>
          <a:prstGeom prst="borderCallout1">
            <a:avLst>
              <a:gd name="adj1" fmla="val 19833"/>
              <a:gd name="adj2" fmla="val -1856"/>
              <a:gd name="adj3" fmla="val 82921"/>
              <a:gd name="adj4" fmla="val -34662"/>
            </a:avLst>
          </a:prstGeom>
          <a:solidFill>
            <a:schemeClr val="accent1"/>
          </a:solidFill>
          <a:ln w="9525">
            <a:solidFill>
              <a:srgbClr val="000000"/>
            </a:solidFill>
            <a:miter lim="800000"/>
          </a:ln>
        </p:spPr>
        <p:txBody>
          <a:bodyPr anchor="ctr"/>
          <a:lstStyle/>
          <a:p>
            <a:r>
              <a:rPr lang="zh-CN" altLang="en-US" b="1"/>
              <a:t>使用默认或用户指定的</a:t>
            </a:r>
            <a:r>
              <a:rPr lang="en-US" altLang="zh-CN" b="1"/>
              <a:t>whois</a:t>
            </a:r>
            <a:r>
              <a:rPr lang="zh-CN" altLang="en-US" b="1"/>
              <a:t>库执行</a:t>
            </a:r>
            <a:r>
              <a:rPr lang="en-US" altLang="zh-CN" b="1"/>
              <a:t>whois</a:t>
            </a:r>
            <a:r>
              <a:rPr lang="zh-CN" altLang="en-US" b="1"/>
              <a:t>查询</a:t>
            </a:r>
          </a:p>
        </p:txBody>
      </p:sp>
      <p:sp>
        <p:nvSpPr>
          <p:cNvPr id="356360" name="AutoShape 8"/>
          <p:cNvSpPr/>
          <p:nvPr/>
        </p:nvSpPr>
        <p:spPr bwMode="auto">
          <a:xfrm>
            <a:off x="1763713" y="2852738"/>
            <a:ext cx="4103687" cy="433387"/>
          </a:xfrm>
          <a:prstGeom prst="borderCallout1">
            <a:avLst>
              <a:gd name="adj1" fmla="val 26375"/>
              <a:gd name="adj2" fmla="val -1856"/>
              <a:gd name="adj3" fmla="val 39926"/>
              <a:gd name="adj4" fmla="val -34199"/>
            </a:avLst>
          </a:prstGeom>
          <a:solidFill>
            <a:schemeClr val="accent1"/>
          </a:solidFill>
          <a:ln w="9525">
            <a:solidFill>
              <a:srgbClr val="000000"/>
            </a:solidFill>
            <a:miter lim="800000"/>
          </a:ln>
        </p:spPr>
        <p:txBody>
          <a:bodyPr anchor="ctr"/>
          <a:lstStyle/>
          <a:p>
            <a:r>
              <a:rPr lang="zh-CN" altLang="en-US" b="1"/>
              <a:t>确定谁拥有特定的</a:t>
            </a:r>
            <a:r>
              <a:rPr lang="en-US" altLang="zh-CN" b="1"/>
              <a:t>IP</a:t>
            </a:r>
            <a:r>
              <a:rPr lang="zh-CN" altLang="en-US" b="1"/>
              <a:t>地址段</a:t>
            </a:r>
            <a:endParaRPr lang="en-US" altLang="zh-CN" b="1"/>
          </a:p>
        </p:txBody>
      </p:sp>
      <p:sp>
        <p:nvSpPr>
          <p:cNvPr id="356361" name="AutoShape 9"/>
          <p:cNvSpPr/>
          <p:nvPr/>
        </p:nvSpPr>
        <p:spPr bwMode="auto">
          <a:xfrm>
            <a:off x="1763713" y="3355975"/>
            <a:ext cx="4103687" cy="433388"/>
          </a:xfrm>
          <a:prstGeom prst="borderCallout1">
            <a:avLst>
              <a:gd name="adj1" fmla="val 26375"/>
              <a:gd name="adj2" fmla="val -1856"/>
              <a:gd name="adj3" fmla="val -1833"/>
              <a:gd name="adj4" fmla="val -35125"/>
            </a:avLst>
          </a:prstGeom>
          <a:solidFill>
            <a:schemeClr val="accent1"/>
          </a:solidFill>
          <a:ln w="9525">
            <a:solidFill>
              <a:srgbClr val="000000"/>
            </a:solidFill>
            <a:miter lim="800000"/>
          </a:ln>
        </p:spPr>
        <p:txBody>
          <a:bodyPr anchor="ctr"/>
          <a:lstStyle/>
          <a:p>
            <a:r>
              <a:rPr lang="en-US" altLang="zh-CN" b="1"/>
              <a:t>DNS</a:t>
            </a:r>
            <a:r>
              <a:rPr lang="zh-CN" altLang="en-US" b="1"/>
              <a:t>区域传送查询</a:t>
            </a:r>
          </a:p>
        </p:txBody>
      </p:sp>
      <p:sp>
        <p:nvSpPr>
          <p:cNvPr id="356362" name="AutoShape 10"/>
          <p:cNvSpPr/>
          <p:nvPr/>
        </p:nvSpPr>
        <p:spPr bwMode="auto">
          <a:xfrm>
            <a:off x="1763713" y="3859213"/>
            <a:ext cx="4103687" cy="433387"/>
          </a:xfrm>
          <a:prstGeom prst="borderCallout1">
            <a:avLst>
              <a:gd name="adj1" fmla="val 26375"/>
              <a:gd name="adj2" fmla="val -1856"/>
              <a:gd name="adj3" fmla="val -39194"/>
              <a:gd name="adj4" fmla="val -33731"/>
            </a:avLst>
          </a:prstGeom>
          <a:solidFill>
            <a:schemeClr val="accent1"/>
          </a:solidFill>
          <a:ln w="9525">
            <a:solidFill>
              <a:srgbClr val="000000"/>
            </a:solidFill>
            <a:miter lim="800000"/>
          </a:ln>
        </p:spPr>
        <p:txBody>
          <a:bodyPr anchor="ctr"/>
          <a:lstStyle/>
          <a:p>
            <a:r>
              <a:rPr lang="zh-CN" altLang="en-US" b="1"/>
              <a:t>查询源与目标计算机之间的路由列表</a:t>
            </a:r>
          </a:p>
        </p:txBody>
      </p:sp>
      <p:sp>
        <p:nvSpPr>
          <p:cNvPr id="356363" name="AutoShape 11"/>
          <p:cNvSpPr/>
          <p:nvPr/>
        </p:nvSpPr>
        <p:spPr bwMode="auto">
          <a:xfrm>
            <a:off x="1763713" y="4365625"/>
            <a:ext cx="4103687" cy="433388"/>
          </a:xfrm>
          <a:prstGeom prst="borderCallout1">
            <a:avLst>
              <a:gd name="adj1" fmla="val 26375"/>
              <a:gd name="adj2" fmla="val -1856"/>
              <a:gd name="adj3" fmla="val -91940"/>
              <a:gd name="adj4" fmla="val -34662"/>
            </a:avLst>
          </a:prstGeom>
          <a:solidFill>
            <a:schemeClr val="accent1"/>
          </a:solidFill>
          <a:ln w="9525">
            <a:solidFill>
              <a:srgbClr val="000000"/>
            </a:solidFill>
            <a:miter lim="800000"/>
          </a:ln>
        </p:spPr>
        <p:txBody>
          <a:bodyPr anchor="ctr"/>
          <a:lstStyle/>
          <a:p>
            <a:r>
              <a:rPr lang="zh-CN" altLang="en-US" b="1"/>
              <a:t>获取</a:t>
            </a:r>
            <a:r>
              <a:rPr lang="en-US" altLang="zh-CN" b="1"/>
              <a:t>Unix/Linux</a:t>
            </a:r>
            <a:r>
              <a:rPr lang="zh-CN" altLang="en-US" b="1"/>
              <a:t>系统的用户列表</a:t>
            </a:r>
            <a:endParaRPr lang="en-US" altLang="zh-CN" b="1"/>
          </a:p>
        </p:txBody>
      </p:sp>
      <p:sp>
        <p:nvSpPr>
          <p:cNvPr id="356364" name="AutoShape 12"/>
          <p:cNvSpPr/>
          <p:nvPr/>
        </p:nvSpPr>
        <p:spPr bwMode="auto">
          <a:xfrm>
            <a:off x="1763713" y="4868863"/>
            <a:ext cx="4103687" cy="576262"/>
          </a:xfrm>
          <a:prstGeom prst="borderCallout1">
            <a:avLst>
              <a:gd name="adj1" fmla="val 19833"/>
              <a:gd name="adj2" fmla="val -1856"/>
              <a:gd name="adj3" fmla="val -108815"/>
              <a:gd name="adj4" fmla="val -33500"/>
            </a:avLst>
          </a:prstGeom>
          <a:solidFill>
            <a:schemeClr val="accent1"/>
          </a:solidFill>
          <a:ln w="9525">
            <a:solidFill>
              <a:srgbClr val="000000"/>
            </a:solidFill>
            <a:miter lim="800000"/>
          </a:ln>
        </p:spPr>
        <p:txBody>
          <a:bodyPr anchor="ctr"/>
          <a:lstStyle/>
          <a:p>
            <a:r>
              <a:rPr lang="zh-CN" altLang="en-US" b="1"/>
              <a:t>确定一个特定的邮件地址在一个邮件服务器上的有效性</a:t>
            </a:r>
          </a:p>
        </p:txBody>
      </p:sp>
      <p:sp>
        <p:nvSpPr>
          <p:cNvPr id="356365" name="AutoShape 13"/>
          <p:cNvSpPr/>
          <p:nvPr/>
        </p:nvSpPr>
        <p:spPr bwMode="auto">
          <a:xfrm>
            <a:off x="1763713" y="5589588"/>
            <a:ext cx="4103687" cy="503237"/>
          </a:xfrm>
          <a:prstGeom prst="borderCallout1">
            <a:avLst>
              <a:gd name="adj1" fmla="val 22713"/>
              <a:gd name="adj2" fmla="val -1856"/>
              <a:gd name="adj3" fmla="val -154889"/>
              <a:gd name="adj4" fmla="val -34662"/>
            </a:avLst>
          </a:prstGeom>
          <a:solidFill>
            <a:schemeClr val="accent1"/>
          </a:solidFill>
          <a:ln w="9525">
            <a:solidFill>
              <a:srgbClr val="000000"/>
            </a:solidFill>
            <a:miter lim="800000"/>
          </a:ln>
        </p:spPr>
        <p:txBody>
          <a:bodyPr anchor="ctr"/>
          <a:lstStyle/>
          <a:p>
            <a:r>
              <a:rPr lang="en-US" altLang="zh-CN" b="1"/>
              <a:t>Web</a:t>
            </a:r>
            <a:r>
              <a:rPr lang="zh-CN" altLang="en-US" b="1"/>
              <a:t>浏览器，浏览原始的</a:t>
            </a:r>
            <a:r>
              <a:rPr lang="en-US" altLang="zh-CN" b="1"/>
              <a:t>HTTP</a:t>
            </a:r>
            <a:r>
              <a:rPr lang="zh-CN" altLang="en-US" b="1"/>
              <a:t>交互</a:t>
            </a:r>
          </a:p>
        </p:txBody>
      </p:sp>
      <p:sp>
        <p:nvSpPr>
          <p:cNvPr id="356368" name="AutoShape 16"/>
          <p:cNvSpPr/>
          <p:nvPr/>
        </p:nvSpPr>
        <p:spPr bwMode="auto">
          <a:xfrm>
            <a:off x="4500563" y="404813"/>
            <a:ext cx="4103687" cy="719137"/>
          </a:xfrm>
          <a:prstGeom prst="borderCallout1">
            <a:avLst>
              <a:gd name="adj1" fmla="val 15894"/>
              <a:gd name="adj2" fmla="val -1856"/>
              <a:gd name="adj3" fmla="val 81898"/>
              <a:gd name="adj4" fmla="val -40000"/>
            </a:avLst>
          </a:prstGeom>
          <a:solidFill>
            <a:schemeClr val="accent1"/>
          </a:solidFill>
          <a:ln w="9525">
            <a:solidFill>
              <a:srgbClr val="000000"/>
            </a:solidFill>
            <a:miter lim="800000"/>
          </a:ln>
        </p:spPr>
        <p:txBody>
          <a:bodyPr anchor="ctr"/>
          <a:lstStyle/>
          <a:p>
            <a:r>
              <a:rPr lang="en-US" altLang="zh-CN" b="1"/>
              <a:t>Web</a:t>
            </a:r>
            <a:r>
              <a:rPr lang="zh-CN" altLang="en-US" b="1"/>
              <a:t>爬行程序，获取一个</a:t>
            </a:r>
            <a:r>
              <a:rPr lang="en-US" altLang="zh-CN" b="1"/>
              <a:t>Web</a:t>
            </a:r>
            <a:r>
              <a:rPr lang="zh-CN" altLang="en-US" b="1"/>
              <a:t>站点的全部内容</a:t>
            </a:r>
            <a:endParaRPr lang="en-US" altLang="zh-CN" b="1"/>
          </a:p>
        </p:txBody>
      </p:sp>
    </p:spTree>
    <p:extLst>
      <p:ext uri="{BB962C8B-B14F-4D97-AF65-F5344CB8AC3E}">
        <p14:creationId xmlns:p14="http://schemas.microsoft.com/office/powerpoint/2010/main" val="2462811556"/>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2" presetClass="entr" presetSubtype="8" fill="hold" grpId="0" nodeType="clickEffect">
                                  <p:stCondLst>
                                    <p:cond delay="0"/>
                                  </p:stCondLst>
                                  <p:childTnLst>
                                    <p:set>
                                      <p:cBhvr>
                                        <p:cTn id="6" dur="1" fill="hold">
                                          <p:stCondLst>
                                            <p:cond delay="0"/>
                                          </p:stCondLst>
                                        </p:cTn>
                                        <p:tgtEl>
                                          <p:spTgt spid="356357"/>
                                        </p:tgtEl>
                                        <p:attrNameLst>
                                          <p:attrName>style.visibility</p:attrName>
                                        </p:attrNameLst>
                                      </p:cBhvr>
                                      <p:to>
                                        <p:strVal val="visible"/>
                                      </p:to>
                                    </p:set>
                                    <p:animEffect transition="in" filter="slide(fromLeft)">
                                      <p:cBhvr>
                                        <p:cTn id="7" dur="500"/>
                                        <p:tgtEl>
                                          <p:spTgt spid="356357"/>
                                        </p:tgtEl>
                                      </p:cBhvr>
                                    </p:animEffect>
                                  </p:childTnLst>
                                </p:cTn>
                              </p:par>
                            </p:childTnLst>
                          </p:cTn>
                        </p:par>
                      </p:childTnLst>
                    </p:cTn>
                  </p:par>
                  <p:par>
                    <p:cTn id="8" fill="hold">
                      <p:stCondLst>
                        <p:cond delay="indefinite"/>
                      </p:stCondLst>
                      <p:childTnLst>
                        <p:par>
                          <p:cTn id="9" fill="hold">
                            <p:stCondLst>
                              <p:cond delay="0"/>
                            </p:stCondLst>
                            <p:childTnLst>
                              <p:par>
                                <p:cTn id="10" presetID="12" presetClass="entr" presetSubtype="8" fill="hold" grpId="0" nodeType="clickEffect">
                                  <p:stCondLst>
                                    <p:cond delay="0"/>
                                  </p:stCondLst>
                                  <p:childTnLst>
                                    <p:set>
                                      <p:cBhvr>
                                        <p:cTn id="11" dur="1" fill="hold">
                                          <p:stCondLst>
                                            <p:cond delay="0"/>
                                          </p:stCondLst>
                                        </p:cTn>
                                        <p:tgtEl>
                                          <p:spTgt spid="356358"/>
                                        </p:tgtEl>
                                        <p:attrNameLst>
                                          <p:attrName>style.visibility</p:attrName>
                                        </p:attrNameLst>
                                      </p:cBhvr>
                                      <p:to>
                                        <p:strVal val="visible"/>
                                      </p:to>
                                    </p:set>
                                    <p:animEffect transition="in" filter="slide(fromLeft)">
                                      <p:cBhvr>
                                        <p:cTn id="12" dur="500"/>
                                        <p:tgtEl>
                                          <p:spTgt spid="356358"/>
                                        </p:tgtEl>
                                      </p:cBhvr>
                                    </p:animEffect>
                                  </p:childTnLst>
                                </p:cTn>
                              </p:par>
                            </p:childTnLst>
                          </p:cTn>
                        </p:par>
                      </p:childTnLst>
                    </p:cTn>
                  </p:par>
                  <p:par>
                    <p:cTn id="13" fill="hold">
                      <p:stCondLst>
                        <p:cond delay="indefinite"/>
                      </p:stCondLst>
                      <p:childTnLst>
                        <p:par>
                          <p:cTn id="14" fill="hold">
                            <p:stCondLst>
                              <p:cond delay="0"/>
                            </p:stCondLst>
                            <p:childTnLst>
                              <p:par>
                                <p:cTn id="15" presetID="12" presetClass="entr" presetSubtype="8" fill="hold" grpId="0" nodeType="clickEffect">
                                  <p:stCondLst>
                                    <p:cond delay="0"/>
                                  </p:stCondLst>
                                  <p:childTnLst>
                                    <p:set>
                                      <p:cBhvr>
                                        <p:cTn id="16" dur="1" fill="hold">
                                          <p:stCondLst>
                                            <p:cond delay="0"/>
                                          </p:stCondLst>
                                        </p:cTn>
                                        <p:tgtEl>
                                          <p:spTgt spid="356359"/>
                                        </p:tgtEl>
                                        <p:attrNameLst>
                                          <p:attrName>style.visibility</p:attrName>
                                        </p:attrNameLst>
                                      </p:cBhvr>
                                      <p:to>
                                        <p:strVal val="visible"/>
                                      </p:to>
                                    </p:set>
                                    <p:animEffect transition="in" filter="slide(fromLeft)">
                                      <p:cBhvr>
                                        <p:cTn id="17" dur="500"/>
                                        <p:tgtEl>
                                          <p:spTgt spid="356359"/>
                                        </p:tgtEl>
                                      </p:cBhvr>
                                    </p:animEffect>
                                  </p:childTnLst>
                                </p:cTn>
                              </p:par>
                            </p:childTnLst>
                          </p:cTn>
                        </p:par>
                      </p:childTnLst>
                    </p:cTn>
                  </p:par>
                  <p:par>
                    <p:cTn id="18" fill="hold">
                      <p:stCondLst>
                        <p:cond delay="indefinite"/>
                      </p:stCondLst>
                      <p:childTnLst>
                        <p:par>
                          <p:cTn id="19" fill="hold">
                            <p:stCondLst>
                              <p:cond delay="0"/>
                            </p:stCondLst>
                            <p:childTnLst>
                              <p:par>
                                <p:cTn id="20" presetID="12" presetClass="entr" presetSubtype="8" fill="hold" grpId="0" nodeType="clickEffect">
                                  <p:stCondLst>
                                    <p:cond delay="0"/>
                                  </p:stCondLst>
                                  <p:childTnLst>
                                    <p:set>
                                      <p:cBhvr>
                                        <p:cTn id="21" dur="1" fill="hold">
                                          <p:stCondLst>
                                            <p:cond delay="0"/>
                                          </p:stCondLst>
                                        </p:cTn>
                                        <p:tgtEl>
                                          <p:spTgt spid="356360"/>
                                        </p:tgtEl>
                                        <p:attrNameLst>
                                          <p:attrName>style.visibility</p:attrName>
                                        </p:attrNameLst>
                                      </p:cBhvr>
                                      <p:to>
                                        <p:strVal val="visible"/>
                                      </p:to>
                                    </p:set>
                                    <p:animEffect transition="in" filter="slide(fromLeft)">
                                      <p:cBhvr>
                                        <p:cTn id="22" dur="500"/>
                                        <p:tgtEl>
                                          <p:spTgt spid="356360"/>
                                        </p:tgtEl>
                                      </p:cBhvr>
                                    </p:animEffect>
                                  </p:childTnLst>
                                </p:cTn>
                              </p:par>
                            </p:childTnLst>
                          </p:cTn>
                        </p:par>
                      </p:childTnLst>
                    </p:cTn>
                  </p:par>
                  <p:par>
                    <p:cTn id="23" fill="hold">
                      <p:stCondLst>
                        <p:cond delay="indefinite"/>
                      </p:stCondLst>
                      <p:childTnLst>
                        <p:par>
                          <p:cTn id="24" fill="hold">
                            <p:stCondLst>
                              <p:cond delay="0"/>
                            </p:stCondLst>
                            <p:childTnLst>
                              <p:par>
                                <p:cTn id="25" presetID="12" presetClass="entr" presetSubtype="8" fill="hold" grpId="0" nodeType="clickEffect">
                                  <p:stCondLst>
                                    <p:cond delay="0"/>
                                  </p:stCondLst>
                                  <p:childTnLst>
                                    <p:set>
                                      <p:cBhvr>
                                        <p:cTn id="26" dur="1" fill="hold">
                                          <p:stCondLst>
                                            <p:cond delay="0"/>
                                          </p:stCondLst>
                                        </p:cTn>
                                        <p:tgtEl>
                                          <p:spTgt spid="356361"/>
                                        </p:tgtEl>
                                        <p:attrNameLst>
                                          <p:attrName>style.visibility</p:attrName>
                                        </p:attrNameLst>
                                      </p:cBhvr>
                                      <p:to>
                                        <p:strVal val="visible"/>
                                      </p:to>
                                    </p:set>
                                    <p:animEffect transition="in" filter="slide(fromLeft)">
                                      <p:cBhvr>
                                        <p:cTn id="27" dur="500"/>
                                        <p:tgtEl>
                                          <p:spTgt spid="356361"/>
                                        </p:tgtEl>
                                      </p:cBhvr>
                                    </p:animEffect>
                                  </p:childTnLst>
                                </p:cTn>
                              </p:par>
                            </p:childTnLst>
                          </p:cTn>
                        </p:par>
                      </p:childTnLst>
                    </p:cTn>
                  </p:par>
                  <p:par>
                    <p:cTn id="28" fill="hold">
                      <p:stCondLst>
                        <p:cond delay="indefinite"/>
                      </p:stCondLst>
                      <p:childTnLst>
                        <p:par>
                          <p:cTn id="29" fill="hold">
                            <p:stCondLst>
                              <p:cond delay="0"/>
                            </p:stCondLst>
                            <p:childTnLst>
                              <p:par>
                                <p:cTn id="30" presetID="12" presetClass="entr" presetSubtype="8" fill="hold" grpId="0" nodeType="clickEffect">
                                  <p:stCondLst>
                                    <p:cond delay="0"/>
                                  </p:stCondLst>
                                  <p:childTnLst>
                                    <p:set>
                                      <p:cBhvr>
                                        <p:cTn id="31" dur="1" fill="hold">
                                          <p:stCondLst>
                                            <p:cond delay="0"/>
                                          </p:stCondLst>
                                        </p:cTn>
                                        <p:tgtEl>
                                          <p:spTgt spid="356362"/>
                                        </p:tgtEl>
                                        <p:attrNameLst>
                                          <p:attrName>style.visibility</p:attrName>
                                        </p:attrNameLst>
                                      </p:cBhvr>
                                      <p:to>
                                        <p:strVal val="visible"/>
                                      </p:to>
                                    </p:set>
                                    <p:animEffect transition="in" filter="slide(fromLeft)">
                                      <p:cBhvr>
                                        <p:cTn id="32" dur="500"/>
                                        <p:tgtEl>
                                          <p:spTgt spid="356362"/>
                                        </p:tgtEl>
                                      </p:cBhvr>
                                    </p:animEffect>
                                  </p:childTnLst>
                                </p:cTn>
                              </p:par>
                            </p:childTnLst>
                          </p:cTn>
                        </p:par>
                      </p:childTnLst>
                    </p:cTn>
                  </p:par>
                  <p:par>
                    <p:cTn id="33" fill="hold">
                      <p:stCondLst>
                        <p:cond delay="indefinite"/>
                      </p:stCondLst>
                      <p:childTnLst>
                        <p:par>
                          <p:cTn id="34" fill="hold">
                            <p:stCondLst>
                              <p:cond delay="0"/>
                            </p:stCondLst>
                            <p:childTnLst>
                              <p:par>
                                <p:cTn id="35" presetID="12" presetClass="entr" presetSubtype="8" fill="hold" grpId="0" nodeType="clickEffect">
                                  <p:stCondLst>
                                    <p:cond delay="0"/>
                                  </p:stCondLst>
                                  <p:childTnLst>
                                    <p:set>
                                      <p:cBhvr>
                                        <p:cTn id="36" dur="1" fill="hold">
                                          <p:stCondLst>
                                            <p:cond delay="0"/>
                                          </p:stCondLst>
                                        </p:cTn>
                                        <p:tgtEl>
                                          <p:spTgt spid="356363"/>
                                        </p:tgtEl>
                                        <p:attrNameLst>
                                          <p:attrName>style.visibility</p:attrName>
                                        </p:attrNameLst>
                                      </p:cBhvr>
                                      <p:to>
                                        <p:strVal val="visible"/>
                                      </p:to>
                                    </p:set>
                                    <p:animEffect transition="in" filter="slide(fromLeft)">
                                      <p:cBhvr>
                                        <p:cTn id="37" dur="500"/>
                                        <p:tgtEl>
                                          <p:spTgt spid="356363"/>
                                        </p:tgtEl>
                                      </p:cBhvr>
                                    </p:animEffect>
                                  </p:childTnLst>
                                </p:cTn>
                              </p:par>
                            </p:childTnLst>
                          </p:cTn>
                        </p:par>
                      </p:childTnLst>
                    </p:cTn>
                  </p:par>
                  <p:par>
                    <p:cTn id="38" fill="hold">
                      <p:stCondLst>
                        <p:cond delay="indefinite"/>
                      </p:stCondLst>
                      <p:childTnLst>
                        <p:par>
                          <p:cTn id="39" fill="hold">
                            <p:stCondLst>
                              <p:cond delay="0"/>
                            </p:stCondLst>
                            <p:childTnLst>
                              <p:par>
                                <p:cTn id="40" presetID="12" presetClass="entr" presetSubtype="8" fill="hold" grpId="0" nodeType="clickEffect">
                                  <p:stCondLst>
                                    <p:cond delay="0"/>
                                  </p:stCondLst>
                                  <p:childTnLst>
                                    <p:set>
                                      <p:cBhvr>
                                        <p:cTn id="41" dur="1" fill="hold">
                                          <p:stCondLst>
                                            <p:cond delay="0"/>
                                          </p:stCondLst>
                                        </p:cTn>
                                        <p:tgtEl>
                                          <p:spTgt spid="356364"/>
                                        </p:tgtEl>
                                        <p:attrNameLst>
                                          <p:attrName>style.visibility</p:attrName>
                                        </p:attrNameLst>
                                      </p:cBhvr>
                                      <p:to>
                                        <p:strVal val="visible"/>
                                      </p:to>
                                    </p:set>
                                    <p:animEffect transition="in" filter="slide(fromLeft)">
                                      <p:cBhvr>
                                        <p:cTn id="42" dur="500"/>
                                        <p:tgtEl>
                                          <p:spTgt spid="356364"/>
                                        </p:tgtEl>
                                      </p:cBhvr>
                                    </p:animEffect>
                                  </p:childTnLst>
                                </p:cTn>
                              </p:par>
                            </p:childTnLst>
                          </p:cTn>
                        </p:par>
                      </p:childTnLst>
                    </p:cTn>
                  </p:par>
                  <p:par>
                    <p:cTn id="43" fill="hold">
                      <p:stCondLst>
                        <p:cond delay="indefinite"/>
                      </p:stCondLst>
                      <p:childTnLst>
                        <p:par>
                          <p:cTn id="44" fill="hold">
                            <p:stCondLst>
                              <p:cond delay="0"/>
                            </p:stCondLst>
                            <p:childTnLst>
                              <p:par>
                                <p:cTn id="45" presetID="12" presetClass="entr" presetSubtype="8" fill="hold" grpId="0" nodeType="clickEffect">
                                  <p:stCondLst>
                                    <p:cond delay="0"/>
                                  </p:stCondLst>
                                  <p:childTnLst>
                                    <p:set>
                                      <p:cBhvr>
                                        <p:cTn id="46" dur="1" fill="hold">
                                          <p:stCondLst>
                                            <p:cond delay="0"/>
                                          </p:stCondLst>
                                        </p:cTn>
                                        <p:tgtEl>
                                          <p:spTgt spid="356365"/>
                                        </p:tgtEl>
                                        <p:attrNameLst>
                                          <p:attrName>style.visibility</p:attrName>
                                        </p:attrNameLst>
                                      </p:cBhvr>
                                      <p:to>
                                        <p:strVal val="visible"/>
                                      </p:to>
                                    </p:set>
                                    <p:animEffect transition="in" filter="slide(fromLeft)">
                                      <p:cBhvr>
                                        <p:cTn id="47" dur="500"/>
                                        <p:tgtEl>
                                          <p:spTgt spid="356365"/>
                                        </p:tgtEl>
                                      </p:cBhvr>
                                    </p:animEffect>
                                  </p:childTnLst>
                                </p:cTn>
                              </p:par>
                            </p:childTnLst>
                          </p:cTn>
                        </p:par>
                      </p:childTnLst>
                    </p:cTn>
                  </p:par>
                  <p:par>
                    <p:cTn id="48" fill="hold">
                      <p:stCondLst>
                        <p:cond delay="indefinite"/>
                      </p:stCondLst>
                      <p:childTnLst>
                        <p:par>
                          <p:cTn id="49" fill="hold">
                            <p:stCondLst>
                              <p:cond delay="0"/>
                            </p:stCondLst>
                            <p:childTnLst>
                              <p:par>
                                <p:cTn id="50" presetID="12" presetClass="entr" presetSubtype="8" fill="hold" grpId="0" nodeType="clickEffect">
                                  <p:stCondLst>
                                    <p:cond delay="0"/>
                                  </p:stCondLst>
                                  <p:childTnLst>
                                    <p:set>
                                      <p:cBhvr>
                                        <p:cTn id="51" dur="1" fill="hold">
                                          <p:stCondLst>
                                            <p:cond delay="0"/>
                                          </p:stCondLst>
                                        </p:cTn>
                                        <p:tgtEl>
                                          <p:spTgt spid="356368"/>
                                        </p:tgtEl>
                                        <p:attrNameLst>
                                          <p:attrName>style.visibility</p:attrName>
                                        </p:attrNameLst>
                                      </p:cBhvr>
                                      <p:to>
                                        <p:strVal val="visible"/>
                                      </p:to>
                                    </p:set>
                                    <p:animEffect transition="in" filter="slide(fromLeft)">
                                      <p:cBhvr>
                                        <p:cTn id="52" dur="500"/>
                                        <p:tgtEl>
                                          <p:spTgt spid="356368"/>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56357" grpId="0" animBg="1"/>
      <p:bldP spid="356358" grpId="0" animBg="1"/>
      <p:bldP spid="356359" grpId="0" animBg="1"/>
      <p:bldP spid="356360" grpId="0" animBg="1"/>
      <p:bldP spid="356361" grpId="0" animBg="1"/>
      <p:bldP spid="356362" grpId="0" animBg="1"/>
      <p:bldP spid="356363" grpId="0" animBg="1"/>
      <p:bldP spid="356364" grpId="0" animBg="1"/>
      <p:bldP spid="356365" grpId="0" animBg="1"/>
      <p:bldP spid="356368" grpId="0" animBg="1"/>
    </p:bldLst>
  </p:timing>
</p:sld>
</file>

<file path=ppt/slides/slide5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6083" name="Rectangle 2"/>
          <p:cNvSpPr>
            <a:spLocks noGrp="1" noChangeArrowheads="1"/>
          </p:cNvSpPr>
          <p:nvPr>
            <p:ph type="title"/>
          </p:nvPr>
        </p:nvSpPr>
        <p:spPr/>
        <p:txBody>
          <a:bodyPr/>
          <a:lstStyle/>
          <a:p>
            <a:pPr eaLnBrk="1" hangingPunct="1"/>
            <a:r>
              <a:rPr lang="en-US" altLang="zh-CN" smtClean="0"/>
              <a:t>(</a:t>
            </a:r>
            <a:r>
              <a:rPr lang="zh-CN" altLang="en-US" smtClean="0"/>
              <a:t>一</a:t>
            </a:r>
            <a:r>
              <a:rPr lang="en-US" altLang="zh-CN" smtClean="0"/>
              <a:t>)</a:t>
            </a:r>
            <a:r>
              <a:rPr lang="zh-CN" altLang="en-US" smtClean="0"/>
              <a:t>查询注册机构</a:t>
            </a:r>
            <a:endParaRPr lang="en-US" altLang="zh-CN" smtClean="0"/>
          </a:p>
        </p:txBody>
      </p:sp>
      <p:sp>
        <p:nvSpPr>
          <p:cNvPr id="372739" name="Rectangle 3"/>
          <p:cNvSpPr>
            <a:spLocks noGrp="1" noChangeArrowheads="1"/>
          </p:cNvSpPr>
          <p:nvPr>
            <p:ph type="body" idx="1"/>
          </p:nvPr>
        </p:nvSpPr>
        <p:spPr>
          <a:xfrm>
            <a:off x="342900" y="1314450"/>
            <a:ext cx="8640763" cy="4867275"/>
          </a:xfrm>
        </p:spPr>
        <p:txBody>
          <a:bodyPr/>
          <a:lstStyle/>
          <a:p>
            <a:pPr eaLnBrk="1" hangingPunct="1">
              <a:lnSpc>
                <a:spcPct val="105000"/>
              </a:lnSpc>
            </a:pPr>
            <a:r>
              <a:rPr lang="zh-CN" altLang="en-US" sz="2400" dirty="0" smtClean="0"/>
              <a:t>侦察</a:t>
            </a:r>
            <a:r>
              <a:rPr lang="en-US" altLang="zh-CN" sz="2400" dirty="0" smtClean="0"/>
              <a:t>.com, </a:t>
            </a:r>
            <a:r>
              <a:rPr lang="en-US" altLang="zh-CN" sz="2400" dirty="0" err="1" smtClean="0"/>
              <a:t>.net</a:t>
            </a:r>
            <a:r>
              <a:rPr lang="en-US" altLang="zh-CN" sz="2400" dirty="0" smtClean="0"/>
              <a:t>, .org</a:t>
            </a:r>
            <a:r>
              <a:rPr lang="zh-CN" altLang="en-US" sz="2400" dirty="0" smtClean="0"/>
              <a:t>和</a:t>
            </a:r>
            <a:r>
              <a:rPr lang="en-US" altLang="zh-CN" sz="2400" dirty="0" smtClean="0"/>
              <a:t>.</a:t>
            </a:r>
            <a:r>
              <a:rPr lang="en-US" altLang="zh-CN" sz="2400" dirty="0" err="1" smtClean="0"/>
              <a:t>edu</a:t>
            </a:r>
            <a:r>
              <a:rPr lang="zh-CN" altLang="en-US" sz="2400" dirty="0" smtClean="0"/>
              <a:t>域站点：</a:t>
            </a:r>
          </a:p>
          <a:p>
            <a:pPr lvl="1" eaLnBrk="1" hangingPunct="1">
              <a:lnSpc>
                <a:spcPct val="100000"/>
              </a:lnSpc>
            </a:pPr>
            <a:r>
              <a:rPr lang="zh-CN" altLang="en-US" sz="2400" dirty="0" smtClean="0"/>
              <a:t>查询互联网网络信息中心（</a:t>
            </a:r>
            <a:r>
              <a:rPr lang="en-US" altLang="zh-CN" sz="2400" dirty="0" smtClean="0"/>
              <a:t>Internet Network Information Center</a:t>
            </a:r>
            <a:r>
              <a:rPr lang="zh-CN" altLang="en-US" sz="2400" dirty="0" smtClean="0"/>
              <a:t>，简称</a:t>
            </a:r>
            <a:r>
              <a:rPr lang="en-US" altLang="zh-CN" sz="2400" dirty="0" err="1" smtClean="0"/>
              <a:t>InterNIC</a:t>
            </a:r>
            <a:r>
              <a:rPr lang="zh-CN" altLang="en-US" sz="2400" dirty="0" smtClean="0"/>
              <a:t>）的</a:t>
            </a:r>
            <a:r>
              <a:rPr lang="en-US" altLang="zh-CN" sz="2400" dirty="0" err="1" smtClean="0"/>
              <a:t>whois</a:t>
            </a:r>
            <a:r>
              <a:rPr lang="zh-CN" altLang="en-US" sz="2400" dirty="0" smtClean="0"/>
              <a:t>数据库：</a:t>
            </a:r>
            <a:r>
              <a:rPr lang="en-US" altLang="zh-CN" sz="2400" dirty="0" smtClean="0"/>
              <a:t>http://www.internic.net/whois.html</a:t>
            </a:r>
          </a:p>
          <a:p>
            <a:pPr eaLnBrk="1" hangingPunct="1">
              <a:lnSpc>
                <a:spcPct val="105000"/>
              </a:lnSpc>
            </a:pPr>
            <a:r>
              <a:rPr lang="zh-CN" altLang="en-US" sz="2400" dirty="0" smtClean="0"/>
              <a:t>侦察非</a:t>
            </a:r>
            <a:r>
              <a:rPr lang="en-US" altLang="zh-CN" sz="2400" dirty="0" smtClean="0"/>
              <a:t>.com, </a:t>
            </a:r>
            <a:r>
              <a:rPr lang="en-US" altLang="zh-CN" sz="2400" dirty="0" err="1" smtClean="0"/>
              <a:t>.net</a:t>
            </a:r>
            <a:r>
              <a:rPr lang="en-US" altLang="zh-CN" sz="2400" dirty="0" smtClean="0"/>
              <a:t>, .org</a:t>
            </a:r>
            <a:r>
              <a:rPr lang="zh-CN" altLang="en-US" sz="2400" dirty="0" smtClean="0"/>
              <a:t>和</a:t>
            </a:r>
            <a:r>
              <a:rPr lang="en-US" altLang="zh-CN" sz="2400" dirty="0" smtClean="0"/>
              <a:t>.</a:t>
            </a:r>
            <a:r>
              <a:rPr lang="en-US" altLang="zh-CN" sz="2400" dirty="0" err="1" smtClean="0"/>
              <a:t>edu</a:t>
            </a:r>
            <a:r>
              <a:rPr lang="zh-CN" altLang="en-US" sz="2400" dirty="0" smtClean="0"/>
              <a:t>域站点：</a:t>
            </a:r>
          </a:p>
          <a:p>
            <a:pPr lvl="1" eaLnBrk="1" hangingPunct="1">
              <a:lnSpc>
                <a:spcPct val="100000"/>
              </a:lnSpc>
            </a:pPr>
            <a:r>
              <a:rPr lang="zh-CN" altLang="en-US" sz="2400" dirty="0" smtClean="0"/>
              <a:t>查询</a:t>
            </a:r>
            <a:r>
              <a:rPr lang="en-US" altLang="zh-CN" sz="2400" dirty="0" err="1" smtClean="0"/>
              <a:t>Uwhois</a:t>
            </a:r>
            <a:r>
              <a:rPr lang="zh-CN" altLang="en-US" sz="2400" dirty="0" smtClean="0"/>
              <a:t>站点（包含</a:t>
            </a:r>
            <a:r>
              <a:rPr lang="en-US" altLang="zh-CN" sz="2400" dirty="0" smtClean="0"/>
              <a:t>246</a:t>
            </a:r>
            <a:r>
              <a:rPr lang="zh-CN" altLang="en-US" sz="2400" dirty="0" smtClean="0"/>
              <a:t>个国家注册机构的前端）：</a:t>
            </a:r>
            <a:r>
              <a:rPr lang="en-US" altLang="zh-CN" sz="2400" dirty="0" smtClean="0"/>
              <a:t>http://www.uwhois.com</a:t>
            </a:r>
          </a:p>
          <a:p>
            <a:pPr eaLnBrk="1" hangingPunct="1">
              <a:lnSpc>
                <a:spcPct val="105000"/>
              </a:lnSpc>
            </a:pPr>
            <a:r>
              <a:rPr lang="zh-CN" altLang="en-US" sz="2400" dirty="0" smtClean="0"/>
              <a:t>侦察美国军事组织：</a:t>
            </a:r>
          </a:p>
          <a:p>
            <a:pPr lvl="1" eaLnBrk="1" hangingPunct="1">
              <a:lnSpc>
                <a:spcPct val="100000"/>
              </a:lnSpc>
            </a:pPr>
            <a:r>
              <a:rPr lang="zh-CN" altLang="en-US" sz="2400" dirty="0" smtClean="0"/>
              <a:t>查询</a:t>
            </a:r>
            <a:r>
              <a:rPr lang="en-US" altLang="zh-CN" sz="2400" dirty="0" smtClean="0"/>
              <a:t>http://www.nic.mil/dodnic</a:t>
            </a:r>
          </a:p>
          <a:p>
            <a:pPr eaLnBrk="1" hangingPunct="1">
              <a:lnSpc>
                <a:spcPct val="105000"/>
              </a:lnSpc>
            </a:pPr>
            <a:r>
              <a:rPr lang="zh-CN" altLang="en-US" sz="2400" dirty="0" smtClean="0"/>
              <a:t>侦察美国政府组织：</a:t>
            </a:r>
          </a:p>
          <a:p>
            <a:pPr lvl="1" eaLnBrk="1" hangingPunct="1">
              <a:lnSpc>
                <a:spcPct val="100000"/>
              </a:lnSpc>
            </a:pPr>
            <a:r>
              <a:rPr lang="zh-CN" altLang="en-US" sz="2400" dirty="0" smtClean="0"/>
              <a:t>查询</a:t>
            </a:r>
            <a:r>
              <a:rPr lang="en-US" altLang="zh-CN" sz="2400" dirty="0" smtClean="0"/>
              <a:t>http://www.dotgov.gov/whois.aspx</a:t>
            </a:r>
          </a:p>
        </p:txBody>
      </p:sp>
      <p:pic>
        <p:nvPicPr>
          <p:cNvPr id="2" name="图片 1"/>
          <p:cNvPicPr>
            <a:picLocks noChangeAspect="1"/>
          </p:cNvPicPr>
          <p:nvPr/>
        </p:nvPicPr>
        <p:blipFill>
          <a:blip r:embed="rId3"/>
          <a:stretch>
            <a:fillRect/>
          </a:stretch>
        </p:blipFill>
        <p:spPr>
          <a:xfrm>
            <a:off x="908809" y="6000543"/>
            <a:ext cx="7743825" cy="1019175"/>
          </a:xfrm>
          <a:prstGeom prst="rect">
            <a:avLst/>
          </a:prstGeom>
        </p:spPr>
      </p:pic>
    </p:spTree>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 presetClass="entr" presetSubtype="4" fill="hold" nodeType="withEffect">
                                  <p:stCondLst>
                                    <p:cond delay="0"/>
                                  </p:stCondLst>
                                  <p:childTnLst>
                                    <p:set>
                                      <p:cBhvr>
                                        <p:cTn id="6" dur="1" fill="hold">
                                          <p:stCondLst>
                                            <p:cond delay="0"/>
                                          </p:stCondLst>
                                        </p:cTn>
                                        <p:tgtEl>
                                          <p:spTgt spid="372739">
                                            <p:txEl>
                                              <p:pRg st="0" end="0"/>
                                            </p:txEl>
                                          </p:spTgt>
                                        </p:tgtEl>
                                        <p:attrNameLst>
                                          <p:attrName>style.visibility</p:attrName>
                                        </p:attrNameLst>
                                      </p:cBhvr>
                                      <p:to>
                                        <p:strVal val="visible"/>
                                      </p:to>
                                    </p:set>
                                    <p:anim calcmode="lin" valueType="num">
                                      <p:cBhvr additive="base">
                                        <p:cTn id="7" dur="500" fill="hold"/>
                                        <p:tgtEl>
                                          <p:spTgt spid="372739">
                                            <p:txEl>
                                              <p:pRg st="0" end="0"/>
                                            </p:txEl>
                                          </p:spTgt>
                                        </p:tgtEl>
                                        <p:attrNameLst>
                                          <p:attrName>ppt_x</p:attrName>
                                        </p:attrNameLst>
                                      </p:cBhvr>
                                      <p:tavLst>
                                        <p:tav tm="0">
                                          <p:val>
                                            <p:strVal val="#ppt_x"/>
                                          </p:val>
                                        </p:tav>
                                        <p:tav tm="100000">
                                          <p:val>
                                            <p:strVal val="#ppt_x"/>
                                          </p:val>
                                        </p:tav>
                                      </p:tavLst>
                                    </p:anim>
                                    <p:anim calcmode="lin" valueType="num">
                                      <p:cBhvr additive="base">
                                        <p:cTn id="8" dur="500" fill="hold"/>
                                        <p:tgtEl>
                                          <p:spTgt spid="372739">
                                            <p:txEl>
                                              <p:pRg st="0" end="0"/>
                                            </p:txEl>
                                          </p:spTgt>
                                        </p:tgtEl>
                                        <p:attrNameLst>
                                          <p:attrName>ppt_y</p:attrName>
                                        </p:attrNameLst>
                                      </p:cBhvr>
                                      <p:tavLst>
                                        <p:tav tm="0">
                                          <p:val>
                                            <p:strVal val="1+#ppt_h/2"/>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2" presetClass="entr" presetSubtype="4" fill="hold" nodeType="clickEffect">
                                  <p:stCondLst>
                                    <p:cond delay="0"/>
                                  </p:stCondLst>
                                  <p:childTnLst>
                                    <p:set>
                                      <p:cBhvr>
                                        <p:cTn id="12" dur="1" fill="hold">
                                          <p:stCondLst>
                                            <p:cond delay="0"/>
                                          </p:stCondLst>
                                        </p:cTn>
                                        <p:tgtEl>
                                          <p:spTgt spid="372739">
                                            <p:txEl>
                                              <p:pRg st="1" end="1"/>
                                            </p:txEl>
                                          </p:spTgt>
                                        </p:tgtEl>
                                        <p:attrNameLst>
                                          <p:attrName>style.visibility</p:attrName>
                                        </p:attrNameLst>
                                      </p:cBhvr>
                                      <p:to>
                                        <p:strVal val="visible"/>
                                      </p:to>
                                    </p:set>
                                    <p:anim calcmode="lin" valueType="num">
                                      <p:cBhvr additive="base">
                                        <p:cTn id="13" dur="500" fill="hold"/>
                                        <p:tgtEl>
                                          <p:spTgt spid="372739">
                                            <p:txEl>
                                              <p:pRg st="1" end="1"/>
                                            </p:txEl>
                                          </p:spTgt>
                                        </p:tgtEl>
                                        <p:attrNameLst>
                                          <p:attrName>ppt_x</p:attrName>
                                        </p:attrNameLst>
                                      </p:cBhvr>
                                      <p:tavLst>
                                        <p:tav tm="0">
                                          <p:val>
                                            <p:strVal val="#ppt_x"/>
                                          </p:val>
                                        </p:tav>
                                        <p:tav tm="100000">
                                          <p:val>
                                            <p:strVal val="#ppt_x"/>
                                          </p:val>
                                        </p:tav>
                                      </p:tavLst>
                                    </p:anim>
                                    <p:anim calcmode="lin" valueType="num">
                                      <p:cBhvr additive="base">
                                        <p:cTn id="14" dur="500" fill="hold"/>
                                        <p:tgtEl>
                                          <p:spTgt spid="372739">
                                            <p:txEl>
                                              <p:pRg st="1" end="1"/>
                                            </p:txEl>
                                          </p:spTgt>
                                        </p:tgtEl>
                                        <p:attrNameLst>
                                          <p:attrName>ppt_y</p:attrName>
                                        </p:attrNameLst>
                                      </p:cBhvr>
                                      <p:tavLst>
                                        <p:tav tm="0">
                                          <p:val>
                                            <p:strVal val="1+#ppt_h/2"/>
                                          </p:val>
                                        </p:tav>
                                        <p:tav tm="100000">
                                          <p:val>
                                            <p:strVal val="#ppt_y"/>
                                          </p:val>
                                        </p:tav>
                                      </p:tavLst>
                                    </p:anim>
                                  </p:childTnLst>
                                </p:cTn>
                              </p:par>
                            </p:childTnLst>
                          </p:cTn>
                        </p:par>
                      </p:childTnLst>
                    </p:cTn>
                  </p:par>
                  <p:par>
                    <p:cTn id="15" fill="hold">
                      <p:stCondLst>
                        <p:cond delay="indefinite"/>
                      </p:stCondLst>
                      <p:childTnLst>
                        <p:par>
                          <p:cTn id="16" fill="hold">
                            <p:stCondLst>
                              <p:cond delay="0"/>
                            </p:stCondLst>
                            <p:childTnLst>
                              <p:par>
                                <p:cTn id="17" presetID="2" presetClass="entr" presetSubtype="4" fill="hold" nodeType="clickEffect">
                                  <p:stCondLst>
                                    <p:cond delay="0"/>
                                  </p:stCondLst>
                                  <p:childTnLst>
                                    <p:set>
                                      <p:cBhvr>
                                        <p:cTn id="18" dur="1" fill="hold">
                                          <p:stCondLst>
                                            <p:cond delay="0"/>
                                          </p:stCondLst>
                                        </p:cTn>
                                        <p:tgtEl>
                                          <p:spTgt spid="372739">
                                            <p:txEl>
                                              <p:pRg st="2" end="2"/>
                                            </p:txEl>
                                          </p:spTgt>
                                        </p:tgtEl>
                                        <p:attrNameLst>
                                          <p:attrName>style.visibility</p:attrName>
                                        </p:attrNameLst>
                                      </p:cBhvr>
                                      <p:to>
                                        <p:strVal val="visible"/>
                                      </p:to>
                                    </p:set>
                                    <p:anim calcmode="lin" valueType="num">
                                      <p:cBhvr additive="base">
                                        <p:cTn id="19" dur="500" fill="hold"/>
                                        <p:tgtEl>
                                          <p:spTgt spid="372739">
                                            <p:txEl>
                                              <p:pRg st="2" end="2"/>
                                            </p:txEl>
                                          </p:spTgt>
                                        </p:tgtEl>
                                        <p:attrNameLst>
                                          <p:attrName>ppt_x</p:attrName>
                                        </p:attrNameLst>
                                      </p:cBhvr>
                                      <p:tavLst>
                                        <p:tav tm="0">
                                          <p:val>
                                            <p:strVal val="#ppt_x"/>
                                          </p:val>
                                        </p:tav>
                                        <p:tav tm="100000">
                                          <p:val>
                                            <p:strVal val="#ppt_x"/>
                                          </p:val>
                                        </p:tav>
                                      </p:tavLst>
                                    </p:anim>
                                    <p:anim calcmode="lin" valueType="num">
                                      <p:cBhvr additive="base">
                                        <p:cTn id="20" dur="500" fill="hold"/>
                                        <p:tgtEl>
                                          <p:spTgt spid="372739">
                                            <p:txEl>
                                              <p:pRg st="2" end="2"/>
                                            </p:txEl>
                                          </p:spTgt>
                                        </p:tgtEl>
                                        <p:attrNameLst>
                                          <p:attrName>ppt_y</p:attrName>
                                        </p:attrNameLst>
                                      </p:cBhvr>
                                      <p:tavLst>
                                        <p:tav tm="0">
                                          <p:val>
                                            <p:strVal val="1+#ppt_h/2"/>
                                          </p:val>
                                        </p:tav>
                                        <p:tav tm="100000">
                                          <p:val>
                                            <p:strVal val="#ppt_y"/>
                                          </p:val>
                                        </p:tav>
                                      </p:tavLst>
                                    </p:anim>
                                  </p:childTnLst>
                                </p:cTn>
                              </p:par>
                            </p:childTnLst>
                          </p:cTn>
                        </p:par>
                      </p:childTnLst>
                    </p:cTn>
                  </p:par>
                  <p:par>
                    <p:cTn id="21" fill="hold">
                      <p:stCondLst>
                        <p:cond delay="indefinite"/>
                      </p:stCondLst>
                      <p:childTnLst>
                        <p:par>
                          <p:cTn id="22" fill="hold">
                            <p:stCondLst>
                              <p:cond delay="0"/>
                            </p:stCondLst>
                            <p:childTnLst>
                              <p:par>
                                <p:cTn id="23" presetID="2" presetClass="entr" presetSubtype="4" fill="hold" nodeType="clickEffect">
                                  <p:stCondLst>
                                    <p:cond delay="0"/>
                                  </p:stCondLst>
                                  <p:childTnLst>
                                    <p:set>
                                      <p:cBhvr>
                                        <p:cTn id="24" dur="1" fill="hold">
                                          <p:stCondLst>
                                            <p:cond delay="0"/>
                                          </p:stCondLst>
                                        </p:cTn>
                                        <p:tgtEl>
                                          <p:spTgt spid="372739">
                                            <p:txEl>
                                              <p:pRg st="3" end="3"/>
                                            </p:txEl>
                                          </p:spTgt>
                                        </p:tgtEl>
                                        <p:attrNameLst>
                                          <p:attrName>style.visibility</p:attrName>
                                        </p:attrNameLst>
                                      </p:cBhvr>
                                      <p:to>
                                        <p:strVal val="visible"/>
                                      </p:to>
                                    </p:set>
                                    <p:anim calcmode="lin" valueType="num">
                                      <p:cBhvr additive="base">
                                        <p:cTn id="25" dur="500" fill="hold"/>
                                        <p:tgtEl>
                                          <p:spTgt spid="372739">
                                            <p:txEl>
                                              <p:pRg st="3" end="3"/>
                                            </p:txEl>
                                          </p:spTgt>
                                        </p:tgtEl>
                                        <p:attrNameLst>
                                          <p:attrName>ppt_x</p:attrName>
                                        </p:attrNameLst>
                                      </p:cBhvr>
                                      <p:tavLst>
                                        <p:tav tm="0">
                                          <p:val>
                                            <p:strVal val="#ppt_x"/>
                                          </p:val>
                                        </p:tav>
                                        <p:tav tm="100000">
                                          <p:val>
                                            <p:strVal val="#ppt_x"/>
                                          </p:val>
                                        </p:tav>
                                      </p:tavLst>
                                    </p:anim>
                                    <p:anim calcmode="lin" valueType="num">
                                      <p:cBhvr additive="base">
                                        <p:cTn id="26" dur="500" fill="hold"/>
                                        <p:tgtEl>
                                          <p:spTgt spid="372739">
                                            <p:txEl>
                                              <p:pRg st="3" end="3"/>
                                            </p:txEl>
                                          </p:spTgt>
                                        </p:tgtEl>
                                        <p:attrNameLst>
                                          <p:attrName>ppt_y</p:attrName>
                                        </p:attrNameLst>
                                      </p:cBhvr>
                                      <p:tavLst>
                                        <p:tav tm="0">
                                          <p:val>
                                            <p:strVal val="1+#ppt_h/2"/>
                                          </p:val>
                                        </p:tav>
                                        <p:tav tm="100000">
                                          <p:val>
                                            <p:strVal val="#ppt_y"/>
                                          </p:val>
                                        </p:tav>
                                      </p:tavLst>
                                    </p:anim>
                                  </p:childTnLst>
                                </p:cTn>
                              </p:par>
                            </p:childTnLst>
                          </p:cTn>
                        </p:par>
                      </p:childTnLst>
                    </p:cTn>
                  </p:par>
                  <p:par>
                    <p:cTn id="27" fill="hold">
                      <p:stCondLst>
                        <p:cond delay="indefinite"/>
                      </p:stCondLst>
                      <p:childTnLst>
                        <p:par>
                          <p:cTn id="28" fill="hold">
                            <p:stCondLst>
                              <p:cond delay="0"/>
                            </p:stCondLst>
                            <p:childTnLst>
                              <p:par>
                                <p:cTn id="29" presetID="2" presetClass="entr" presetSubtype="4" fill="hold" nodeType="clickEffect">
                                  <p:stCondLst>
                                    <p:cond delay="0"/>
                                  </p:stCondLst>
                                  <p:childTnLst>
                                    <p:set>
                                      <p:cBhvr>
                                        <p:cTn id="30" dur="1" fill="hold">
                                          <p:stCondLst>
                                            <p:cond delay="0"/>
                                          </p:stCondLst>
                                        </p:cTn>
                                        <p:tgtEl>
                                          <p:spTgt spid="372739">
                                            <p:txEl>
                                              <p:pRg st="4" end="4"/>
                                            </p:txEl>
                                          </p:spTgt>
                                        </p:tgtEl>
                                        <p:attrNameLst>
                                          <p:attrName>style.visibility</p:attrName>
                                        </p:attrNameLst>
                                      </p:cBhvr>
                                      <p:to>
                                        <p:strVal val="visible"/>
                                      </p:to>
                                    </p:set>
                                    <p:anim calcmode="lin" valueType="num">
                                      <p:cBhvr additive="base">
                                        <p:cTn id="31" dur="500" fill="hold"/>
                                        <p:tgtEl>
                                          <p:spTgt spid="372739">
                                            <p:txEl>
                                              <p:pRg st="4" end="4"/>
                                            </p:txEl>
                                          </p:spTgt>
                                        </p:tgtEl>
                                        <p:attrNameLst>
                                          <p:attrName>ppt_x</p:attrName>
                                        </p:attrNameLst>
                                      </p:cBhvr>
                                      <p:tavLst>
                                        <p:tav tm="0">
                                          <p:val>
                                            <p:strVal val="#ppt_x"/>
                                          </p:val>
                                        </p:tav>
                                        <p:tav tm="100000">
                                          <p:val>
                                            <p:strVal val="#ppt_x"/>
                                          </p:val>
                                        </p:tav>
                                      </p:tavLst>
                                    </p:anim>
                                    <p:anim calcmode="lin" valueType="num">
                                      <p:cBhvr additive="base">
                                        <p:cTn id="32" dur="500" fill="hold"/>
                                        <p:tgtEl>
                                          <p:spTgt spid="372739">
                                            <p:txEl>
                                              <p:pRg st="4" end="4"/>
                                            </p:txEl>
                                          </p:spTgt>
                                        </p:tgtEl>
                                        <p:attrNameLst>
                                          <p:attrName>ppt_y</p:attrName>
                                        </p:attrNameLst>
                                      </p:cBhvr>
                                      <p:tavLst>
                                        <p:tav tm="0">
                                          <p:val>
                                            <p:strVal val="1+#ppt_h/2"/>
                                          </p:val>
                                        </p:tav>
                                        <p:tav tm="100000">
                                          <p:val>
                                            <p:strVal val="#ppt_y"/>
                                          </p:val>
                                        </p:tav>
                                      </p:tavLst>
                                    </p:anim>
                                  </p:childTnLst>
                                </p:cTn>
                              </p:par>
                            </p:childTnLst>
                          </p:cTn>
                        </p:par>
                      </p:childTnLst>
                    </p:cTn>
                  </p:par>
                  <p:par>
                    <p:cTn id="33" fill="hold">
                      <p:stCondLst>
                        <p:cond delay="indefinite"/>
                      </p:stCondLst>
                      <p:childTnLst>
                        <p:par>
                          <p:cTn id="34" fill="hold">
                            <p:stCondLst>
                              <p:cond delay="0"/>
                            </p:stCondLst>
                            <p:childTnLst>
                              <p:par>
                                <p:cTn id="35" presetID="2" presetClass="entr" presetSubtype="4" fill="hold" nodeType="clickEffect">
                                  <p:stCondLst>
                                    <p:cond delay="0"/>
                                  </p:stCondLst>
                                  <p:childTnLst>
                                    <p:set>
                                      <p:cBhvr>
                                        <p:cTn id="36" dur="1" fill="hold">
                                          <p:stCondLst>
                                            <p:cond delay="0"/>
                                          </p:stCondLst>
                                        </p:cTn>
                                        <p:tgtEl>
                                          <p:spTgt spid="372739">
                                            <p:txEl>
                                              <p:pRg st="5" end="5"/>
                                            </p:txEl>
                                          </p:spTgt>
                                        </p:tgtEl>
                                        <p:attrNameLst>
                                          <p:attrName>style.visibility</p:attrName>
                                        </p:attrNameLst>
                                      </p:cBhvr>
                                      <p:to>
                                        <p:strVal val="visible"/>
                                      </p:to>
                                    </p:set>
                                    <p:anim calcmode="lin" valueType="num">
                                      <p:cBhvr additive="base">
                                        <p:cTn id="37" dur="500" fill="hold"/>
                                        <p:tgtEl>
                                          <p:spTgt spid="372739">
                                            <p:txEl>
                                              <p:pRg st="5" end="5"/>
                                            </p:txEl>
                                          </p:spTgt>
                                        </p:tgtEl>
                                        <p:attrNameLst>
                                          <p:attrName>ppt_x</p:attrName>
                                        </p:attrNameLst>
                                      </p:cBhvr>
                                      <p:tavLst>
                                        <p:tav tm="0">
                                          <p:val>
                                            <p:strVal val="#ppt_x"/>
                                          </p:val>
                                        </p:tav>
                                        <p:tav tm="100000">
                                          <p:val>
                                            <p:strVal val="#ppt_x"/>
                                          </p:val>
                                        </p:tav>
                                      </p:tavLst>
                                    </p:anim>
                                    <p:anim calcmode="lin" valueType="num">
                                      <p:cBhvr additive="base">
                                        <p:cTn id="38" dur="500" fill="hold"/>
                                        <p:tgtEl>
                                          <p:spTgt spid="372739">
                                            <p:txEl>
                                              <p:pRg st="5" end="5"/>
                                            </p:txEl>
                                          </p:spTgt>
                                        </p:tgtEl>
                                        <p:attrNameLst>
                                          <p:attrName>ppt_y</p:attrName>
                                        </p:attrNameLst>
                                      </p:cBhvr>
                                      <p:tavLst>
                                        <p:tav tm="0">
                                          <p:val>
                                            <p:strVal val="1+#ppt_h/2"/>
                                          </p:val>
                                        </p:tav>
                                        <p:tav tm="100000">
                                          <p:val>
                                            <p:strVal val="#ppt_y"/>
                                          </p:val>
                                        </p:tav>
                                      </p:tavLst>
                                    </p:anim>
                                  </p:childTnLst>
                                </p:cTn>
                              </p:par>
                            </p:childTnLst>
                          </p:cTn>
                        </p:par>
                      </p:childTnLst>
                    </p:cTn>
                  </p:par>
                  <p:par>
                    <p:cTn id="39" fill="hold">
                      <p:stCondLst>
                        <p:cond delay="indefinite"/>
                      </p:stCondLst>
                      <p:childTnLst>
                        <p:par>
                          <p:cTn id="40" fill="hold">
                            <p:stCondLst>
                              <p:cond delay="0"/>
                            </p:stCondLst>
                            <p:childTnLst>
                              <p:par>
                                <p:cTn id="41" presetID="2" presetClass="entr" presetSubtype="4" fill="hold" nodeType="clickEffect">
                                  <p:stCondLst>
                                    <p:cond delay="0"/>
                                  </p:stCondLst>
                                  <p:childTnLst>
                                    <p:set>
                                      <p:cBhvr>
                                        <p:cTn id="42" dur="1" fill="hold">
                                          <p:stCondLst>
                                            <p:cond delay="0"/>
                                          </p:stCondLst>
                                        </p:cTn>
                                        <p:tgtEl>
                                          <p:spTgt spid="372739">
                                            <p:txEl>
                                              <p:pRg st="6" end="6"/>
                                            </p:txEl>
                                          </p:spTgt>
                                        </p:tgtEl>
                                        <p:attrNameLst>
                                          <p:attrName>style.visibility</p:attrName>
                                        </p:attrNameLst>
                                      </p:cBhvr>
                                      <p:to>
                                        <p:strVal val="visible"/>
                                      </p:to>
                                    </p:set>
                                    <p:anim calcmode="lin" valueType="num">
                                      <p:cBhvr additive="base">
                                        <p:cTn id="43" dur="500" fill="hold"/>
                                        <p:tgtEl>
                                          <p:spTgt spid="372739">
                                            <p:txEl>
                                              <p:pRg st="6" end="6"/>
                                            </p:txEl>
                                          </p:spTgt>
                                        </p:tgtEl>
                                        <p:attrNameLst>
                                          <p:attrName>ppt_x</p:attrName>
                                        </p:attrNameLst>
                                      </p:cBhvr>
                                      <p:tavLst>
                                        <p:tav tm="0">
                                          <p:val>
                                            <p:strVal val="#ppt_x"/>
                                          </p:val>
                                        </p:tav>
                                        <p:tav tm="100000">
                                          <p:val>
                                            <p:strVal val="#ppt_x"/>
                                          </p:val>
                                        </p:tav>
                                      </p:tavLst>
                                    </p:anim>
                                    <p:anim calcmode="lin" valueType="num">
                                      <p:cBhvr additive="base">
                                        <p:cTn id="44" dur="500" fill="hold"/>
                                        <p:tgtEl>
                                          <p:spTgt spid="372739">
                                            <p:txEl>
                                              <p:pRg st="6" end="6"/>
                                            </p:txEl>
                                          </p:spTgt>
                                        </p:tgtEl>
                                        <p:attrNameLst>
                                          <p:attrName>ppt_y</p:attrName>
                                        </p:attrNameLst>
                                      </p:cBhvr>
                                      <p:tavLst>
                                        <p:tav tm="0">
                                          <p:val>
                                            <p:strVal val="1+#ppt_h/2"/>
                                          </p:val>
                                        </p:tav>
                                        <p:tav tm="100000">
                                          <p:val>
                                            <p:strVal val="#ppt_y"/>
                                          </p:val>
                                        </p:tav>
                                      </p:tavLst>
                                    </p:anim>
                                  </p:childTnLst>
                                </p:cTn>
                              </p:par>
                            </p:childTnLst>
                          </p:cTn>
                        </p:par>
                      </p:childTnLst>
                    </p:cTn>
                  </p:par>
                  <p:par>
                    <p:cTn id="45" fill="hold">
                      <p:stCondLst>
                        <p:cond delay="indefinite"/>
                      </p:stCondLst>
                      <p:childTnLst>
                        <p:par>
                          <p:cTn id="46" fill="hold">
                            <p:stCondLst>
                              <p:cond delay="0"/>
                            </p:stCondLst>
                            <p:childTnLst>
                              <p:par>
                                <p:cTn id="47" presetID="2" presetClass="entr" presetSubtype="4" fill="hold" nodeType="clickEffect">
                                  <p:stCondLst>
                                    <p:cond delay="0"/>
                                  </p:stCondLst>
                                  <p:childTnLst>
                                    <p:set>
                                      <p:cBhvr>
                                        <p:cTn id="48" dur="1" fill="hold">
                                          <p:stCondLst>
                                            <p:cond delay="0"/>
                                          </p:stCondLst>
                                        </p:cTn>
                                        <p:tgtEl>
                                          <p:spTgt spid="372739">
                                            <p:txEl>
                                              <p:pRg st="7" end="7"/>
                                            </p:txEl>
                                          </p:spTgt>
                                        </p:tgtEl>
                                        <p:attrNameLst>
                                          <p:attrName>style.visibility</p:attrName>
                                        </p:attrNameLst>
                                      </p:cBhvr>
                                      <p:to>
                                        <p:strVal val="visible"/>
                                      </p:to>
                                    </p:set>
                                    <p:anim calcmode="lin" valueType="num">
                                      <p:cBhvr additive="base">
                                        <p:cTn id="49" dur="500" fill="hold"/>
                                        <p:tgtEl>
                                          <p:spTgt spid="372739">
                                            <p:txEl>
                                              <p:pRg st="7" end="7"/>
                                            </p:txEl>
                                          </p:spTgt>
                                        </p:tgtEl>
                                        <p:attrNameLst>
                                          <p:attrName>ppt_x</p:attrName>
                                        </p:attrNameLst>
                                      </p:cBhvr>
                                      <p:tavLst>
                                        <p:tav tm="0">
                                          <p:val>
                                            <p:strVal val="#ppt_x"/>
                                          </p:val>
                                        </p:tav>
                                        <p:tav tm="100000">
                                          <p:val>
                                            <p:strVal val="#ppt_x"/>
                                          </p:val>
                                        </p:tav>
                                      </p:tavLst>
                                    </p:anim>
                                    <p:anim calcmode="lin" valueType="num">
                                      <p:cBhvr additive="base">
                                        <p:cTn id="50" dur="500" fill="hold"/>
                                        <p:tgtEl>
                                          <p:spTgt spid="372739">
                                            <p:txEl>
                                              <p:pRg st="7" end="7"/>
                                            </p:txEl>
                                          </p:spTgt>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6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7107" name="Rectangle 2"/>
          <p:cNvSpPr>
            <a:spLocks noGrp="1" noChangeArrowheads="1"/>
          </p:cNvSpPr>
          <p:nvPr>
            <p:ph type="title"/>
          </p:nvPr>
        </p:nvSpPr>
        <p:spPr/>
        <p:txBody>
          <a:bodyPr/>
          <a:lstStyle/>
          <a:p>
            <a:pPr eaLnBrk="1" hangingPunct="1"/>
            <a:r>
              <a:rPr lang="zh-CN" altLang="en-US" smtClean="0"/>
              <a:t>示例：查询注册机构</a:t>
            </a:r>
            <a:endParaRPr lang="en-US" altLang="zh-CN" smtClean="0"/>
          </a:p>
        </p:txBody>
      </p:sp>
      <p:pic>
        <p:nvPicPr>
          <p:cNvPr id="47108" name="Picture 6" descr="snap1"/>
          <p:cNvPicPr>
            <a:picLocks noChangeAspect="1" noChangeArrowheads="1"/>
          </p:cNvPicPr>
          <p:nvPr/>
        </p:nvPicPr>
        <p:blipFill>
          <a:blip r:embed="rId2" cstate="print"/>
          <a:srcRect/>
          <a:stretch>
            <a:fillRect/>
          </a:stretch>
        </p:blipFill>
        <p:spPr bwMode="auto">
          <a:xfrm>
            <a:off x="902459" y="1101725"/>
            <a:ext cx="7467600" cy="5581650"/>
          </a:xfrm>
          <a:prstGeom prst="rect">
            <a:avLst/>
          </a:prstGeom>
          <a:noFill/>
          <a:ln w="9525">
            <a:noFill/>
            <a:miter lim="800000"/>
            <a:headEnd/>
            <a:tailEnd/>
          </a:ln>
        </p:spPr>
      </p:pic>
      <p:sp>
        <p:nvSpPr>
          <p:cNvPr id="375813" name="AutoShape 5"/>
          <p:cNvSpPr/>
          <p:nvPr/>
        </p:nvSpPr>
        <p:spPr bwMode="auto">
          <a:xfrm>
            <a:off x="4284663" y="2492375"/>
            <a:ext cx="2663825" cy="431800"/>
          </a:xfrm>
          <a:prstGeom prst="borderCallout1">
            <a:avLst>
              <a:gd name="adj1" fmla="val 26472"/>
              <a:gd name="adj2" fmla="val -2861"/>
              <a:gd name="adj3" fmla="val 203310"/>
              <a:gd name="adj4" fmla="val -53037"/>
            </a:avLst>
          </a:prstGeom>
          <a:solidFill>
            <a:srgbClr val="CCFFFF"/>
          </a:solidFill>
          <a:ln w="9525">
            <a:solidFill>
              <a:srgbClr val="000000"/>
            </a:solidFill>
            <a:miter lim="800000"/>
          </a:ln>
        </p:spPr>
        <p:txBody>
          <a:bodyPr anchor="ctr"/>
          <a:lstStyle/>
          <a:p>
            <a:pPr algn="ctr"/>
            <a:r>
              <a:rPr lang="zh-CN" altLang="en-US" b="1">
                <a:solidFill>
                  <a:srgbClr val="000000"/>
                </a:solidFill>
              </a:rPr>
              <a:t>查询</a:t>
            </a:r>
            <a:r>
              <a:rPr lang="en-US" altLang="zh-CN" b="1">
                <a:solidFill>
                  <a:srgbClr val="000000"/>
                </a:solidFill>
              </a:rPr>
              <a:t>csdn.net</a:t>
            </a:r>
            <a:r>
              <a:rPr lang="zh-CN" altLang="en-US" b="1">
                <a:solidFill>
                  <a:srgbClr val="000000"/>
                </a:solidFill>
              </a:rPr>
              <a:t>域</a:t>
            </a: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2" presetClass="entr" presetSubtype="8" fill="hold" grpId="0" nodeType="clickEffect">
                                  <p:stCondLst>
                                    <p:cond delay="0"/>
                                  </p:stCondLst>
                                  <p:childTnLst>
                                    <p:set>
                                      <p:cBhvr>
                                        <p:cTn id="6" dur="1" fill="hold">
                                          <p:stCondLst>
                                            <p:cond delay="0"/>
                                          </p:stCondLst>
                                        </p:cTn>
                                        <p:tgtEl>
                                          <p:spTgt spid="375813"/>
                                        </p:tgtEl>
                                        <p:attrNameLst>
                                          <p:attrName>style.visibility</p:attrName>
                                        </p:attrNameLst>
                                      </p:cBhvr>
                                      <p:to>
                                        <p:strVal val="visible"/>
                                      </p:to>
                                    </p:set>
                                    <p:animEffect transition="in" filter="slide(fromLeft)">
                                      <p:cBhvr>
                                        <p:cTn id="7" dur="500"/>
                                        <p:tgtEl>
                                          <p:spTgt spid="37581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75813" grpId="0" animBg="1"/>
    </p:bldLst>
  </p:timing>
</p:sld>
</file>

<file path=ppt/slides/slide6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8131" name="Picture 9" descr="snap2"/>
          <p:cNvPicPr>
            <a:picLocks noChangeAspect="1" noChangeArrowheads="1"/>
          </p:cNvPicPr>
          <p:nvPr/>
        </p:nvPicPr>
        <p:blipFill>
          <a:blip r:embed="rId3" cstate="print"/>
          <a:srcRect/>
          <a:stretch>
            <a:fillRect/>
          </a:stretch>
        </p:blipFill>
        <p:spPr bwMode="auto">
          <a:xfrm>
            <a:off x="36513" y="1393825"/>
            <a:ext cx="9144000" cy="4895850"/>
          </a:xfrm>
          <a:prstGeom prst="rect">
            <a:avLst/>
          </a:prstGeom>
          <a:noFill/>
          <a:ln w="9525">
            <a:noFill/>
            <a:miter lim="800000"/>
            <a:headEnd/>
            <a:tailEnd/>
          </a:ln>
        </p:spPr>
      </p:pic>
      <p:sp>
        <p:nvSpPr>
          <p:cNvPr id="48132" name="Rectangle 2"/>
          <p:cNvSpPr>
            <a:spLocks noGrp="1" noChangeArrowheads="1"/>
          </p:cNvSpPr>
          <p:nvPr>
            <p:ph type="title"/>
          </p:nvPr>
        </p:nvSpPr>
        <p:spPr/>
        <p:txBody>
          <a:bodyPr/>
          <a:lstStyle/>
          <a:p>
            <a:pPr eaLnBrk="1" hangingPunct="1"/>
            <a:r>
              <a:rPr lang="zh-CN" altLang="en-US" smtClean="0"/>
              <a:t>示例：查询结果</a:t>
            </a:r>
            <a:endParaRPr lang="en-US" altLang="zh-CN" smtClean="0"/>
          </a:p>
        </p:txBody>
      </p:sp>
      <p:sp>
        <p:nvSpPr>
          <p:cNvPr id="389125" name="Rectangle 5"/>
          <p:cNvSpPr>
            <a:spLocks noChangeArrowheads="1"/>
          </p:cNvSpPr>
          <p:nvPr/>
        </p:nvSpPr>
        <p:spPr bwMode="auto">
          <a:xfrm>
            <a:off x="611188" y="3322638"/>
            <a:ext cx="4392612" cy="269875"/>
          </a:xfrm>
          <a:prstGeom prst="rect">
            <a:avLst/>
          </a:prstGeom>
          <a:noFill/>
          <a:ln w="15875">
            <a:solidFill>
              <a:srgbClr val="FF0000"/>
            </a:solidFill>
            <a:miter lim="800000"/>
          </a:ln>
        </p:spPr>
        <p:txBody>
          <a:bodyPr wrap="none" anchor="ctr"/>
          <a:lstStyle/>
          <a:p>
            <a:endParaRPr lang="zh-CN" altLang="en-US"/>
          </a:p>
        </p:txBody>
      </p:sp>
      <p:sp>
        <p:nvSpPr>
          <p:cNvPr id="389126" name="Rectangle 6"/>
          <p:cNvSpPr>
            <a:spLocks noChangeArrowheads="1"/>
          </p:cNvSpPr>
          <p:nvPr/>
        </p:nvSpPr>
        <p:spPr bwMode="auto">
          <a:xfrm>
            <a:off x="611188" y="3625850"/>
            <a:ext cx="5113337" cy="241300"/>
          </a:xfrm>
          <a:prstGeom prst="rect">
            <a:avLst/>
          </a:prstGeom>
          <a:noFill/>
          <a:ln w="15875">
            <a:solidFill>
              <a:srgbClr val="FF0000"/>
            </a:solidFill>
            <a:miter lim="800000"/>
          </a:ln>
        </p:spPr>
        <p:txBody>
          <a:bodyPr wrap="none" anchor="ctr"/>
          <a:lstStyle/>
          <a:p>
            <a:endParaRPr lang="zh-CN" altLang="en-US"/>
          </a:p>
        </p:txBody>
      </p:sp>
      <p:sp>
        <p:nvSpPr>
          <p:cNvPr id="389127" name="AutoShape 7"/>
          <p:cNvSpPr/>
          <p:nvPr/>
        </p:nvSpPr>
        <p:spPr bwMode="auto">
          <a:xfrm>
            <a:off x="5364163" y="2565400"/>
            <a:ext cx="2663825" cy="431800"/>
          </a:xfrm>
          <a:prstGeom prst="borderCallout1">
            <a:avLst>
              <a:gd name="adj1" fmla="val 26472"/>
              <a:gd name="adj2" fmla="val -2861"/>
              <a:gd name="adj3" fmla="val 203310"/>
              <a:gd name="adj4" fmla="val -53037"/>
            </a:avLst>
          </a:prstGeom>
          <a:solidFill>
            <a:srgbClr val="CCFFFF"/>
          </a:solidFill>
          <a:ln w="9525">
            <a:solidFill>
              <a:srgbClr val="000000"/>
            </a:solidFill>
            <a:miter lim="800000"/>
          </a:ln>
        </p:spPr>
        <p:txBody>
          <a:bodyPr anchor="ctr"/>
          <a:lstStyle/>
          <a:p>
            <a:pPr algn="ctr"/>
            <a:r>
              <a:rPr lang="en-US" altLang="zh-CN" b="1">
                <a:solidFill>
                  <a:srgbClr val="000000"/>
                </a:solidFill>
              </a:rPr>
              <a:t>csdn.net</a:t>
            </a:r>
            <a:r>
              <a:rPr lang="zh-CN" altLang="en-US" b="1">
                <a:solidFill>
                  <a:srgbClr val="000000"/>
                </a:solidFill>
              </a:rPr>
              <a:t>域的注册机构</a:t>
            </a:r>
            <a:endParaRPr lang="en-US" altLang="zh-CN" b="1">
              <a:solidFill>
                <a:srgbClr val="000000"/>
              </a:solidFill>
            </a:endParaRPr>
          </a:p>
        </p:txBody>
      </p:sp>
      <p:sp>
        <p:nvSpPr>
          <p:cNvPr id="389128" name="AutoShape 8"/>
          <p:cNvSpPr/>
          <p:nvPr/>
        </p:nvSpPr>
        <p:spPr bwMode="auto">
          <a:xfrm>
            <a:off x="5364163" y="4581525"/>
            <a:ext cx="2663825" cy="863600"/>
          </a:xfrm>
          <a:prstGeom prst="borderCallout1">
            <a:avLst>
              <a:gd name="adj1" fmla="val 13236"/>
              <a:gd name="adj2" fmla="val -2861"/>
              <a:gd name="adj3" fmla="val -106801"/>
              <a:gd name="adj4" fmla="val -44935"/>
            </a:avLst>
          </a:prstGeom>
          <a:solidFill>
            <a:srgbClr val="CCFFFF"/>
          </a:solidFill>
          <a:ln w="9525">
            <a:solidFill>
              <a:srgbClr val="000000"/>
            </a:solidFill>
            <a:miter lim="800000"/>
          </a:ln>
        </p:spPr>
        <p:txBody>
          <a:bodyPr anchor="ctr"/>
          <a:lstStyle/>
          <a:p>
            <a:pPr algn="ctr"/>
            <a:r>
              <a:rPr lang="zh-CN" altLang="en-US" b="1">
                <a:solidFill>
                  <a:srgbClr val="000000"/>
                </a:solidFill>
              </a:rPr>
              <a:t>注册机构的</a:t>
            </a:r>
            <a:r>
              <a:rPr lang="en-US" altLang="zh-CN" b="1">
                <a:solidFill>
                  <a:srgbClr val="000000"/>
                </a:solidFill>
              </a:rPr>
              <a:t>whois</a:t>
            </a:r>
          </a:p>
          <a:p>
            <a:pPr algn="ctr"/>
            <a:r>
              <a:rPr lang="zh-CN" altLang="en-US" b="1">
                <a:solidFill>
                  <a:srgbClr val="000000"/>
                </a:solidFill>
              </a:rPr>
              <a:t>数据库地址</a:t>
            </a: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7" presetClass="entr" presetSubtype="10" fill="hold" grpId="0" nodeType="clickEffect">
                                  <p:stCondLst>
                                    <p:cond delay="0"/>
                                  </p:stCondLst>
                                  <p:childTnLst>
                                    <p:set>
                                      <p:cBhvr>
                                        <p:cTn id="6" dur="1" fill="hold">
                                          <p:stCondLst>
                                            <p:cond delay="0"/>
                                          </p:stCondLst>
                                        </p:cTn>
                                        <p:tgtEl>
                                          <p:spTgt spid="389125"/>
                                        </p:tgtEl>
                                        <p:attrNameLst>
                                          <p:attrName>style.visibility</p:attrName>
                                        </p:attrNameLst>
                                      </p:cBhvr>
                                      <p:to>
                                        <p:strVal val="visible"/>
                                      </p:to>
                                    </p:set>
                                    <p:anim calcmode="lin" valueType="num">
                                      <p:cBhvr>
                                        <p:cTn id="7" dur="500" fill="hold"/>
                                        <p:tgtEl>
                                          <p:spTgt spid="389125"/>
                                        </p:tgtEl>
                                        <p:attrNameLst>
                                          <p:attrName>ppt_w</p:attrName>
                                        </p:attrNameLst>
                                      </p:cBhvr>
                                      <p:tavLst>
                                        <p:tav tm="0">
                                          <p:val>
                                            <p:fltVal val="0"/>
                                          </p:val>
                                        </p:tav>
                                        <p:tav tm="100000">
                                          <p:val>
                                            <p:strVal val="#ppt_w"/>
                                          </p:val>
                                        </p:tav>
                                      </p:tavLst>
                                    </p:anim>
                                    <p:anim calcmode="lin" valueType="num">
                                      <p:cBhvr>
                                        <p:cTn id="8" dur="500" fill="hold"/>
                                        <p:tgtEl>
                                          <p:spTgt spid="389125"/>
                                        </p:tgtEl>
                                        <p:attrNameLst>
                                          <p:attrName>ppt_h</p:attrName>
                                        </p:attrNameLst>
                                      </p:cBhvr>
                                      <p:tavLst>
                                        <p:tav tm="0">
                                          <p:val>
                                            <p:strVal val="#ppt_h"/>
                                          </p:val>
                                        </p:tav>
                                        <p:tav tm="100000">
                                          <p:val>
                                            <p:strVal val="#ppt_h"/>
                                          </p:val>
                                        </p:tav>
                                      </p:tavLst>
                                    </p:anim>
                                  </p:childTnLst>
                                </p:cTn>
                              </p:par>
                            </p:childTnLst>
                          </p:cTn>
                        </p:par>
                      </p:childTnLst>
                    </p:cTn>
                  </p:par>
                  <p:par>
                    <p:cTn id="9" fill="hold">
                      <p:stCondLst>
                        <p:cond delay="indefinite"/>
                      </p:stCondLst>
                      <p:childTnLst>
                        <p:par>
                          <p:cTn id="10" fill="hold">
                            <p:stCondLst>
                              <p:cond delay="0"/>
                            </p:stCondLst>
                            <p:childTnLst>
                              <p:par>
                                <p:cTn id="11" presetID="12" presetClass="entr" presetSubtype="8" fill="hold" grpId="0" nodeType="clickEffect">
                                  <p:stCondLst>
                                    <p:cond delay="0"/>
                                  </p:stCondLst>
                                  <p:childTnLst>
                                    <p:set>
                                      <p:cBhvr>
                                        <p:cTn id="12" dur="1" fill="hold">
                                          <p:stCondLst>
                                            <p:cond delay="0"/>
                                          </p:stCondLst>
                                        </p:cTn>
                                        <p:tgtEl>
                                          <p:spTgt spid="389127"/>
                                        </p:tgtEl>
                                        <p:attrNameLst>
                                          <p:attrName>style.visibility</p:attrName>
                                        </p:attrNameLst>
                                      </p:cBhvr>
                                      <p:to>
                                        <p:strVal val="visible"/>
                                      </p:to>
                                    </p:set>
                                    <p:animEffect transition="in" filter="slide(fromLeft)">
                                      <p:cBhvr>
                                        <p:cTn id="13" dur="500"/>
                                        <p:tgtEl>
                                          <p:spTgt spid="389127"/>
                                        </p:tgtEl>
                                      </p:cBhvr>
                                    </p:animEffect>
                                  </p:childTnLst>
                                </p:cTn>
                              </p:par>
                            </p:childTnLst>
                          </p:cTn>
                        </p:par>
                      </p:childTnLst>
                    </p:cTn>
                  </p:par>
                  <p:par>
                    <p:cTn id="14" fill="hold">
                      <p:stCondLst>
                        <p:cond delay="indefinite"/>
                      </p:stCondLst>
                      <p:childTnLst>
                        <p:par>
                          <p:cTn id="15" fill="hold">
                            <p:stCondLst>
                              <p:cond delay="0"/>
                            </p:stCondLst>
                            <p:childTnLst>
                              <p:par>
                                <p:cTn id="16" presetID="17" presetClass="entr" presetSubtype="10" fill="hold" grpId="0" nodeType="clickEffect">
                                  <p:stCondLst>
                                    <p:cond delay="0"/>
                                  </p:stCondLst>
                                  <p:childTnLst>
                                    <p:set>
                                      <p:cBhvr>
                                        <p:cTn id="17" dur="1" fill="hold">
                                          <p:stCondLst>
                                            <p:cond delay="0"/>
                                          </p:stCondLst>
                                        </p:cTn>
                                        <p:tgtEl>
                                          <p:spTgt spid="389126"/>
                                        </p:tgtEl>
                                        <p:attrNameLst>
                                          <p:attrName>style.visibility</p:attrName>
                                        </p:attrNameLst>
                                      </p:cBhvr>
                                      <p:to>
                                        <p:strVal val="visible"/>
                                      </p:to>
                                    </p:set>
                                    <p:anim calcmode="lin" valueType="num">
                                      <p:cBhvr>
                                        <p:cTn id="18" dur="500" fill="hold"/>
                                        <p:tgtEl>
                                          <p:spTgt spid="389126"/>
                                        </p:tgtEl>
                                        <p:attrNameLst>
                                          <p:attrName>ppt_w</p:attrName>
                                        </p:attrNameLst>
                                      </p:cBhvr>
                                      <p:tavLst>
                                        <p:tav tm="0">
                                          <p:val>
                                            <p:fltVal val="0"/>
                                          </p:val>
                                        </p:tav>
                                        <p:tav tm="100000">
                                          <p:val>
                                            <p:strVal val="#ppt_w"/>
                                          </p:val>
                                        </p:tav>
                                      </p:tavLst>
                                    </p:anim>
                                    <p:anim calcmode="lin" valueType="num">
                                      <p:cBhvr>
                                        <p:cTn id="19" dur="500" fill="hold"/>
                                        <p:tgtEl>
                                          <p:spTgt spid="389126"/>
                                        </p:tgtEl>
                                        <p:attrNameLst>
                                          <p:attrName>ppt_h</p:attrName>
                                        </p:attrNameLst>
                                      </p:cBhvr>
                                      <p:tavLst>
                                        <p:tav tm="0">
                                          <p:val>
                                            <p:strVal val="#ppt_h"/>
                                          </p:val>
                                        </p:tav>
                                        <p:tav tm="100000">
                                          <p:val>
                                            <p:strVal val="#ppt_h"/>
                                          </p:val>
                                        </p:tav>
                                      </p:tavLst>
                                    </p:anim>
                                  </p:childTnLst>
                                </p:cTn>
                              </p:par>
                            </p:childTnLst>
                          </p:cTn>
                        </p:par>
                      </p:childTnLst>
                    </p:cTn>
                  </p:par>
                  <p:par>
                    <p:cTn id="20" fill="hold">
                      <p:stCondLst>
                        <p:cond delay="indefinite"/>
                      </p:stCondLst>
                      <p:childTnLst>
                        <p:par>
                          <p:cTn id="21" fill="hold">
                            <p:stCondLst>
                              <p:cond delay="0"/>
                            </p:stCondLst>
                            <p:childTnLst>
                              <p:par>
                                <p:cTn id="22" presetID="12" presetClass="entr" presetSubtype="8" fill="hold" grpId="0" nodeType="clickEffect">
                                  <p:stCondLst>
                                    <p:cond delay="0"/>
                                  </p:stCondLst>
                                  <p:childTnLst>
                                    <p:set>
                                      <p:cBhvr>
                                        <p:cTn id="23" dur="1" fill="hold">
                                          <p:stCondLst>
                                            <p:cond delay="0"/>
                                          </p:stCondLst>
                                        </p:cTn>
                                        <p:tgtEl>
                                          <p:spTgt spid="389128"/>
                                        </p:tgtEl>
                                        <p:attrNameLst>
                                          <p:attrName>style.visibility</p:attrName>
                                        </p:attrNameLst>
                                      </p:cBhvr>
                                      <p:to>
                                        <p:strVal val="visible"/>
                                      </p:to>
                                    </p:set>
                                    <p:animEffect transition="in" filter="slide(fromLeft)">
                                      <p:cBhvr>
                                        <p:cTn id="24" dur="500"/>
                                        <p:tgtEl>
                                          <p:spTgt spid="389128"/>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89125" grpId="0" animBg="1"/>
      <p:bldP spid="389126" grpId="0" animBg="1"/>
      <p:bldP spid="389127" grpId="0" animBg="1"/>
      <p:bldP spid="389128" grpId="0" animBg="1"/>
    </p:bldLst>
  </p:timing>
</p:sld>
</file>

<file path=ppt/slides/slide6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9155" name="Rectangle 2"/>
          <p:cNvSpPr>
            <a:spLocks noGrp="1" noChangeArrowheads="1"/>
          </p:cNvSpPr>
          <p:nvPr>
            <p:ph type="title"/>
          </p:nvPr>
        </p:nvSpPr>
        <p:spPr/>
        <p:txBody>
          <a:bodyPr/>
          <a:lstStyle/>
          <a:p>
            <a:pPr eaLnBrk="1" hangingPunct="1"/>
            <a:r>
              <a:rPr lang="en-US" altLang="zh-CN" smtClean="0"/>
              <a:t>(</a:t>
            </a:r>
            <a:r>
              <a:rPr lang="zh-CN" altLang="en-US" smtClean="0"/>
              <a:t>二</a:t>
            </a:r>
            <a:r>
              <a:rPr lang="en-US" altLang="zh-CN" smtClean="0"/>
              <a:t>)</a:t>
            </a:r>
            <a:r>
              <a:rPr lang="zh-CN" altLang="en-US" smtClean="0"/>
              <a:t>查询注册资料</a:t>
            </a:r>
          </a:p>
        </p:txBody>
      </p:sp>
      <p:sp>
        <p:nvSpPr>
          <p:cNvPr id="373763" name="Rectangle 3"/>
          <p:cNvSpPr>
            <a:spLocks noGrp="1" noChangeArrowheads="1"/>
          </p:cNvSpPr>
          <p:nvPr>
            <p:ph type="body" idx="1"/>
          </p:nvPr>
        </p:nvSpPr>
        <p:spPr>
          <a:xfrm>
            <a:off x="611188" y="1287463"/>
            <a:ext cx="7772400" cy="4818062"/>
          </a:xfrm>
        </p:spPr>
        <p:txBody>
          <a:bodyPr/>
          <a:lstStyle/>
          <a:p>
            <a:pPr eaLnBrk="1" hangingPunct="1">
              <a:lnSpc>
                <a:spcPts val="3200"/>
              </a:lnSpc>
              <a:spcBef>
                <a:spcPts val="0"/>
              </a:spcBef>
            </a:pPr>
            <a:r>
              <a:rPr lang="zh-CN" altLang="en-US" sz="2000" dirty="0" smtClean="0"/>
              <a:t>攻击者通过注册机构查询，找到目标的具体注册机构的</a:t>
            </a:r>
            <a:r>
              <a:rPr lang="en-US" altLang="zh-CN" sz="2000" dirty="0" err="1" smtClean="0"/>
              <a:t>whois</a:t>
            </a:r>
            <a:r>
              <a:rPr lang="zh-CN" altLang="en-US" sz="2000" dirty="0" smtClean="0"/>
              <a:t>库。</a:t>
            </a:r>
          </a:p>
          <a:p>
            <a:pPr eaLnBrk="1" hangingPunct="1">
              <a:lnSpc>
                <a:spcPts val="3200"/>
              </a:lnSpc>
              <a:spcBef>
                <a:spcPts val="0"/>
              </a:spcBef>
            </a:pPr>
            <a:r>
              <a:rPr lang="zh-CN" altLang="en-US" sz="2000" dirty="0" smtClean="0"/>
              <a:t>通过注册机构的</a:t>
            </a:r>
            <a:r>
              <a:rPr lang="en-US" altLang="zh-CN" sz="2000" dirty="0" err="1" smtClean="0"/>
              <a:t>whois</a:t>
            </a:r>
            <a:r>
              <a:rPr lang="zh-CN" altLang="en-US" sz="2000" dirty="0" smtClean="0"/>
              <a:t>数据库，可以检索到：</a:t>
            </a:r>
          </a:p>
          <a:p>
            <a:pPr lvl="1" eaLnBrk="1" hangingPunct="1">
              <a:lnSpc>
                <a:spcPts val="3200"/>
              </a:lnSpc>
              <a:spcBef>
                <a:spcPts val="0"/>
              </a:spcBef>
            </a:pPr>
            <a:r>
              <a:rPr lang="zh-CN" altLang="en-US" sz="2000" dirty="0" smtClean="0"/>
              <a:t>域名</a:t>
            </a:r>
          </a:p>
          <a:p>
            <a:pPr lvl="1" eaLnBrk="1" hangingPunct="1">
              <a:lnSpc>
                <a:spcPts val="3200"/>
              </a:lnSpc>
              <a:spcBef>
                <a:spcPts val="0"/>
              </a:spcBef>
            </a:pPr>
            <a:r>
              <a:rPr lang="en-US" altLang="zh-CN" sz="2000" dirty="0" smtClean="0"/>
              <a:t>IP</a:t>
            </a:r>
            <a:r>
              <a:rPr lang="zh-CN" altLang="en-US" sz="2000" dirty="0" smtClean="0"/>
              <a:t>地址</a:t>
            </a:r>
          </a:p>
          <a:p>
            <a:pPr lvl="1" eaLnBrk="1" hangingPunct="1">
              <a:lnSpc>
                <a:spcPts val="3200"/>
              </a:lnSpc>
              <a:spcBef>
                <a:spcPts val="0"/>
              </a:spcBef>
            </a:pPr>
            <a:r>
              <a:rPr lang="zh-CN" altLang="en-US" sz="2000" dirty="0" smtClean="0"/>
              <a:t>联系人姓名</a:t>
            </a:r>
          </a:p>
          <a:p>
            <a:pPr lvl="1" eaLnBrk="1" hangingPunct="1">
              <a:lnSpc>
                <a:spcPts val="3200"/>
              </a:lnSpc>
              <a:spcBef>
                <a:spcPts val="0"/>
              </a:spcBef>
            </a:pPr>
            <a:r>
              <a:rPr lang="zh-CN" altLang="en-US" sz="2000" dirty="0" smtClean="0"/>
              <a:t>电话号码</a:t>
            </a:r>
          </a:p>
          <a:p>
            <a:pPr lvl="1" eaLnBrk="1" hangingPunct="1">
              <a:lnSpc>
                <a:spcPts val="3200"/>
              </a:lnSpc>
              <a:spcBef>
                <a:spcPts val="0"/>
              </a:spcBef>
            </a:pPr>
            <a:r>
              <a:rPr lang="zh-CN" altLang="en-US" sz="2000" dirty="0" smtClean="0"/>
              <a:t>电子邮件</a:t>
            </a:r>
          </a:p>
          <a:p>
            <a:pPr lvl="1" eaLnBrk="1" hangingPunct="1">
              <a:lnSpc>
                <a:spcPts val="3200"/>
              </a:lnSpc>
              <a:spcBef>
                <a:spcPts val="0"/>
              </a:spcBef>
            </a:pPr>
            <a:r>
              <a:rPr lang="zh-CN" altLang="en-US" sz="2000" dirty="0" smtClean="0"/>
              <a:t>邮政地址</a:t>
            </a:r>
          </a:p>
          <a:p>
            <a:pPr lvl="1" eaLnBrk="1" hangingPunct="1">
              <a:lnSpc>
                <a:spcPts val="3200"/>
              </a:lnSpc>
              <a:spcBef>
                <a:spcPts val="0"/>
              </a:spcBef>
            </a:pPr>
            <a:r>
              <a:rPr lang="zh-CN" altLang="en-US" sz="2000" dirty="0" smtClean="0"/>
              <a:t>注册日期等等</a:t>
            </a:r>
          </a:p>
          <a:p>
            <a:pPr eaLnBrk="1" hangingPunct="1">
              <a:lnSpc>
                <a:spcPts val="3200"/>
              </a:lnSpc>
              <a:spcBef>
                <a:spcPts val="0"/>
              </a:spcBef>
            </a:pPr>
            <a:r>
              <a:rPr lang="zh-CN" altLang="en-US" sz="2000" dirty="0" smtClean="0"/>
              <a:t>全球最大的注册机构是</a:t>
            </a:r>
            <a:r>
              <a:rPr lang="en-US" altLang="zh-CN" sz="2000" dirty="0" smtClean="0"/>
              <a:t>Network Solutions</a:t>
            </a:r>
            <a:r>
              <a:rPr lang="zh-CN" altLang="en-US" sz="2000" dirty="0" smtClean="0"/>
              <a:t>：</a:t>
            </a:r>
            <a:r>
              <a:rPr lang="en-US" altLang="zh-CN" sz="2000" dirty="0" smtClean="0">
                <a:hlinkClick r:id="rId3"/>
              </a:rPr>
              <a:t>http://www.networksolutions.com</a:t>
            </a:r>
            <a:endParaRPr lang="en-US" altLang="zh-CN" sz="2000" dirty="0" smtClean="0"/>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 presetClass="entr" presetSubtype="4" fill="hold" nodeType="withEffect">
                                  <p:stCondLst>
                                    <p:cond delay="0"/>
                                  </p:stCondLst>
                                  <p:childTnLst>
                                    <p:set>
                                      <p:cBhvr>
                                        <p:cTn id="6" dur="1" fill="hold">
                                          <p:stCondLst>
                                            <p:cond delay="0"/>
                                          </p:stCondLst>
                                        </p:cTn>
                                        <p:tgtEl>
                                          <p:spTgt spid="373763">
                                            <p:txEl>
                                              <p:pRg st="0" end="0"/>
                                            </p:txEl>
                                          </p:spTgt>
                                        </p:tgtEl>
                                        <p:attrNameLst>
                                          <p:attrName>style.visibility</p:attrName>
                                        </p:attrNameLst>
                                      </p:cBhvr>
                                      <p:to>
                                        <p:strVal val="visible"/>
                                      </p:to>
                                    </p:set>
                                    <p:anim calcmode="lin" valueType="num">
                                      <p:cBhvr additive="base">
                                        <p:cTn id="7" dur="500" fill="hold"/>
                                        <p:tgtEl>
                                          <p:spTgt spid="373763">
                                            <p:txEl>
                                              <p:pRg st="0" end="0"/>
                                            </p:txEl>
                                          </p:spTgt>
                                        </p:tgtEl>
                                        <p:attrNameLst>
                                          <p:attrName>ppt_x</p:attrName>
                                        </p:attrNameLst>
                                      </p:cBhvr>
                                      <p:tavLst>
                                        <p:tav tm="0">
                                          <p:val>
                                            <p:strVal val="#ppt_x"/>
                                          </p:val>
                                        </p:tav>
                                        <p:tav tm="100000">
                                          <p:val>
                                            <p:strVal val="#ppt_x"/>
                                          </p:val>
                                        </p:tav>
                                      </p:tavLst>
                                    </p:anim>
                                    <p:anim calcmode="lin" valueType="num">
                                      <p:cBhvr additive="base">
                                        <p:cTn id="8" dur="500" fill="hold"/>
                                        <p:tgtEl>
                                          <p:spTgt spid="373763">
                                            <p:txEl>
                                              <p:pRg st="0" end="0"/>
                                            </p:txEl>
                                          </p:spTgt>
                                        </p:tgtEl>
                                        <p:attrNameLst>
                                          <p:attrName>ppt_y</p:attrName>
                                        </p:attrNameLst>
                                      </p:cBhvr>
                                      <p:tavLst>
                                        <p:tav tm="0">
                                          <p:val>
                                            <p:strVal val="1+#ppt_h/2"/>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2" presetClass="entr" presetSubtype="4" fill="hold" nodeType="clickEffect">
                                  <p:stCondLst>
                                    <p:cond delay="0"/>
                                  </p:stCondLst>
                                  <p:childTnLst>
                                    <p:set>
                                      <p:cBhvr>
                                        <p:cTn id="12" dur="1" fill="hold">
                                          <p:stCondLst>
                                            <p:cond delay="0"/>
                                          </p:stCondLst>
                                        </p:cTn>
                                        <p:tgtEl>
                                          <p:spTgt spid="373763">
                                            <p:txEl>
                                              <p:pRg st="1" end="1"/>
                                            </p:txEl>
                                          </p:spTgt>
                                        </p:tgtEl>
                                        <p:attrNameLst>
                                          <p:attrName>style.visibility</p:attrName>
                                        </p:attrNameLst>
                                      </p:cBhvr>
                                      <p:to>
                                        <p:strVal val="visible"/>
                                      </p:to>
                                    </p:set>
                                    <p:anim calcmode="lin" valueType="num">
                                      <p:cBhvr additive="base">
                                        <p:cTn id="13" dur="500" fill="hold"/>
                                        <p:tgtEl>
                                          <p:spTgt spid="373763">
                                            <p:txEl>
                                              <p:pRg st="1" end="1"/>
                                            </p:txEl>
                                          </p:spTgt>
                                        </p:tgtEl>
                                        <p:attrNameLst>
                                          <p:attrName>ppt_x</p:attrName>
                                        </p:attrNameLst>
                                      </p:cBhvr>
                                      <p:tavLst>
                                        <p:tav tm="0">
                                          <p:val>
                                            <p:strVal val="#ppt_x"/>
                                          </p:val>
                                        </p:tav>
                                        <p:tav tm="100000">
                                          <p:val>
                                            <p:strVal val="#ppt_x"/>
                                          </p:val>
                                        </p:tav>
                                      </p:tavLst>
                                    </p:anim>
                                    <p:anim calcmode="lin" valueType="num">
                                      <p:cBhvr additive="base">
                                        <p:cTn id="14" dur="500" fill="hold"/>
                                        <p:tgtEl>
                                          <p:spTgt spid="373763">
                                            <p:txEl>
                                              <p:pRg st="1" end="1"/>
                                            </p:txEl>
                                          </p:spTgt>
                                        </p:tgtEl>
                                        <p:attrNameLst>
                                          <p:attrName>ppt_y</p:attrName>
                                        </p:attrNameLst>
                                      </p:cBhvr>
                                      <p:tavLst>
                                        <p:tav tm="0">
                                          <p:val>
                                            <p:strVal val="1+#ppt_h/2"/>
                                          </p:val>
                                        </p:tav>
                                        <p:tav tm="100000">
                                          <p:val>
                                            <p:strVal val="#ppt_y"/>
                                          </p:val>
                                        </p:tav>
                                      </p:tavLst>
                                    </p:anim>
                                  </p:childTnLst>
                                </p:cTn>
                              </p:par>
                            </p:childTnLst>
                          </p:cTn>
                        </p:par>
                      </p:childTnLst>
                    </p:cTn>
                  </p:par>
                  <p:par>
                    <p:cTn id="15" fill="hold">
                      <p:stCondLst>
                        <p:cond delay="indefinite"/>
                      </p:stCondLst>
                      <p:childTnLst>
                        <p:par>
                          <p:cTn id="16" fill="hold">
                            <p:stCondLst>
                              <p:cond delay="0"/>
                            </p:stCondLst>
                            <p:childTnLst>
                              <p:par>
                                <p:cTn id="17" presetID="2" presetClass="entr" presetSubtype="4" fill="hold" nodeType="clickEffect">
                                  <p:stCondLst>
                                    <p:cond delay="0"/>
                                  </p:stCondLst>
                                  <p:childTnLst>
                                    <p:set>
                                      <p:cBhvr>
                                        <p:cTn id="18" dur="1" fill="hold">
                                          <p:stCondLst>
                                            <p:cond delay="0"/>
                                          </p:stCondLst>
                                        </p:cTn>
                                        <p:tgtEl>
                                          <p:spTgt spid="373763">
                                            <p:txEl>
                                              <p:pRg st="2" end="2"/>
                                            </p:txEl>
                                          </p:spTgt>
                                        </p:tgtEl>
                                        <p:attrNameLst>
                                          <p:attrName>style.visibility</p:attrName>
                                        </p:attrNameLst>
                                      </p:cBhvr>
                                      <p:to>
                                        <p:strVal val="visible"/>
                                      </p:to>
                                    </p:set>
                                    <p:anim calcmode="lin" valueType="num">
                                      <p:cBhvr additive="base">
                                        <p:cTn id="19" dur="500" fill="hold"/>
                                        <p:tgtEl>
                                          <p:spTgt spid="373763">
                                            <p:txEl>
                                              <p:pRg st="2" end="2"/>
                                            </p:txEl>
                                          </p:spTgt>
                                        </p:tgtEl>
                                        <p:attrNameLst>
                                          <p:attrName>ppt_x</p:attrName>
                                        </p:attrNameLst>
                                      </p:cBhvr>
                                      <p:tavLst>
                                        <p:tav tm="0">
                                          <p:val>
                                            <p:strVal val="#ppt_x"/>
                                          </p:val>
                                        </p:tav>
                                        <p:tav tm="100000">
                                          <p:val>
                                            <p:strVal val="#ppt_x"/>
                                          </p:val>
                                        </p:tav>
                                      </p:tavLst>
                                    </p:anim>
                                    <p:anim calcmode="lin" valueType="num">
                                      <p:cBhvr additive="base">
                                        <p:cTn id="20" dur="500" fill="hold"/>
                                        <p:tgtEl>
                                          <p:spTgt spid="373763">
                                            <p:txEl>
                                              <p:pRg st="2" end="2"/>
                                            </p:txEl>
                                          </p:spTgt>
                                        </p:tgtEl>
                                        <p:attrNameLst>
                                          <p:attrName>ppt_y</p:attrName>
                                        </p:attrNameLst>
                                      </p:cBhvr>
                                      <p:tavLst>
                                        <p:tav tm="0">
                                          <p:val>
                                            <p:strVal val="1+#ppt_h/2"/>
                                          </p:val>
                                        </p:tav>
                                        <p:tav tm="100000">
                                          <p:val>
                                            <p:strVal val="#ppt_y"/>
                                          </p:val>
                                        </p:tav>
                                      </p:tavLst>
                                    </p:anim>
                                  </p:childTnLst>
                                </p:cTn>
                              </p:par>
                              <p:par>
                                <p:cTn id="21" presetID="2" presetClass="entr" presetSubtype="4" fill="hold" nodeType="withEffect">
                                  <p:stCondLst>
                                    <p:cond delay="0"/>
                                  </p:stCondLst>
                                  <p:childTnLst>
                                    <p:set>
                                      <p:cBhvr>
                                        <p:cTn id="22" dur="1" fill="hold">
                                          <p:stCondLst>
                                            <p:cond delay="0"/>
                                          </p:stCondLst>
                                        </p:cTn>
                                        <p:tgtEl>
                                          <p:spTgt spid="373763">
                                            <p:txEl>
                                              <p:pRg st="3" end="3"/>
                                            </p:txEl>
                                          </p:spTgt>
                                        </p:tgtEl>
                                        <p:attrNameLst>
                                          <p:attrName>style.visibility</p:attrName>
                                        </p:attrNameLst>
                                      </p:cBhvr>
                                      <p:to>
                                        <p:strVal val="visible"/>
                                      </p:to>
                                    </p:set>
                                    <p:anim calcmode="lin" valueType="num">
                                      <p:cBhvr additive="base">
                                        <p:cTn id="23" dur="500" fill="hold"/>
                                        <p:tgtEl>
                                          <p:spTgt spid="373763">
                                            <p:txEl>
                                              <p:pRg st="3" end="3"/>
                                            </p:txEl>
                                          </p:spTgt>
                                        </p:tgtEl>
                                        <p:attrNameLst>
                                          <p:attrName>ppt_x</p:attrName>
                                        </p:attrNameLst>
                                      </p:cBhvr>
                                      <p:tavLst>
                                        <p:tav tm="0">
                                          <p:val>
                                            <p:strVal val="#ppt_x"/>
                                          </p:val>
                                        </p:tav>
                                        <p:tav tm="100000">
                                          <p:val>
                                            <p:strVal val="#ppt_x"/>
                                          </p:val>
                                        </p:tav>
                                      </p:tavLst>
                                    </p:anim>
                                    <p:anim calcmode="lin" valueType="num">
                                      <p:cBhvr additive="base">
                                        <p:cTn id="24" dur="500" fill="hold"/>
                                        <p:tgtEl>
                                          <p:spTgt spid="373763">
                                            <p:txEl>
                                              <p:pRg st="3" end="3"/>
                                            </p:txEl>
                                          </p:spTgt>
                                        </p:tgtEl>
                                        <p:attrNameLst>
                                          <p:attrName>ppt_y</p:attrName>
                                        </p:attrNameLst>
                                      </p:cBhvr>
                                      <p:tavLst>
                                        <p:tav tm="0">
                                          <p:val>
                                            <p:strVal val="1+#ppt_h/2"/>
                                          </p:val>
                                        </p:tav>
                                        <p:tav tm="100000">
                                          <p:val>
                                            <p:strVal val="#ppt_y"/>
                                          </p:val>
                                        </p:tav>
                                      </p:tavLst>
                                    </p:anim>
                                  </p:childTnLst>
                                </p:cTn>
                              </p:par>
                              <p:par>
                                <p:cTn id="25" presetID="2" presetClass="entr" presetSubtype="4" fill="hold" nodeType="withEffect">
                                  <p:stCondLst>
                                    <p:cond delay="0"/>
                                  </p:stCondLst>
                                  <p:childTnLst>
                                    <p:set>
                                      <p:cBhvr>
                                        <p:cTn id="26" dur="1" fill="hold">
                                          <p:stCondLst>
                                            <p:cond delay="0"/>
                                          </p:stCondLst>
                                        </p:cTn>
                                        <p:tgtEl>
                                          <p:spTgt spid="373763">
                                            <p:txEl>
                                              <p:pRg st="4" end="4"/>
                                            </p:txEl>
                                          </p:spTgt>
                                        </p:tgtEl>
                                        <p:attrNameLst>
                                          <p:attrName>style.visibility</p:attrName>
                                        </p:attrNameLst>
                                      </p:cBhvr>
                                      <p:to>
                                        <p:strVal val="visible"/>
                                      </p:to>
                                    </p:set>
                                    <p:anim calcmode="lin" valueType="num">
                                      <p:cBhvr additive="base">
                                        <p:cTn id="27" dur="500" fill="hold"/>
                                        <p:tgtEl>
                                          <p:spTgt spid="373763">
                                            <p:txEl>
                                              <p:pRg st="4" end="4"/>
                                            </p:txEl>
                                          </p:spTgt>
                                        </p:tgtEl>
                                        <p:attrNameLst>
                                          <p:attrName>ppt_x</p:attrName>
                                        </p:attrNameLst>
                                      </p:cBhvr>
                                      <p:tavLst>
                                        <p:tav tm="0">
                                          <p:val>
                                            <p:strVal val="#ppt_x"/>
                                          </p:val>
                                        </p:tav>
                                        <p:tav tm="100000">
                                          <p:val>
                                            <p:strVal val="#ppt_x"/>
                                          </p:val>
                                        </p:tav>
                                      </p:tavLst>
                                    </p:anim>
                                    <p:anim calcmode="lin" valueType="num">
                                      <p:cBhvr additive="base">
                                        <p:cTn id="28" dur="500" fill="hold"/>
                                        <p:tgtEl>
                                          <p:spTgt spid="373763">
                                            <p:txEl>
                                              <p:pRg st="4" end="4"/>
                                            </p:txEl>
                                          </p:spTgt>
                                        </p:tgtEl>
                                        <p:attrNameLst>
                                          <p:attrName>ppt_y</p:attrName>
                                        </p:attrNameLst>
                                      </p:cBhvr>
                                      <p:tavLst>
                                        <p:tav tm="0">
                                          <p:val>
                                            <p:strVal val="1+#ppt_h/2"/>
                                          </p:val>
                                        </p:tav>
                                        <p:tav tm="100000">
                                          <p:val>
                                            <p:strVal val="#ppt_y"/>
                                          </p:val>
                                        </p:tav>
                                      </p:tavLst>
                                    </p:anim>
                                  </p:childTnLst>
                                </p:cTn>
                              </p:par>
                              <p:par>
                                <p:cTn id="29" presetID="2" presetClass="entr" presetSubtype="4" fill="hold" nodeType="withEffect">
                                  <p:stCondLst>
                                    <p:cond delay="0"/>
                                  </p:stCondLst>
                                  <p:childTnLst>
                                    <p:set>
                                      <p:cBhvr>
                                        <p:cTn id="30" dur="1" fill="hold">
                                          <p:stCondLst>
                                            <p:cond delay="0"/>
                                          </p:stCondLst>
                                        </p:cTn>
                                        <p:tgtEl>
                                          <p:spTgt spid="373763">
                                            <p:txEl>
                                              <p:pRg st="5" end="5"/>
                                            </p:txEl>
                                          </p:spTgt>
                                        </p:tgtEl>
                                        <p:attrNameLst>
                                          <p:attrName>style.visibility</p:attrName>
                                        </p:attrNameLst>
                                      </p:cBhvr>
                                      <p:to>
                                        <p:strVal val="visible"/>
                                      </p:to>
                                    </p:set>
                                    <p:anim calcmode="lin" valueType="num">
                                      <p:cBhvr additive="base">
                                        <p:cTn id="31" dur="500" fill="hold"/>
                                        <p:tgtEl>
                                          <p:spTgt spid="373763">
                                            <p:txEl>
                                              <p:pRg st="5" end="5"/>
                                            </p:txEl>
                                          </p:spTgt>
                                        </p:tgtEl>
                                        <p:attrNameLst>
                                          <p:attrName>ppt_x</p:attrName>
                                        </p:attrNameLst>
                                      </p:cBhvr>
                                      <p:tavLst>
                                        <p:tav tm="0">
                                          <p:val>
                                            <p:strVal val="#ppt_x"/>
                                          </p:val>
                                        </p:tav>
                                        <p:tav tm="100000">
                                          <p:val>
                                            <p:strVal val="#ppt_x"/>
                                          </p:val>
                                        </p:tav>
                                      </p:tavLst>
                                    </p:anim>
                                    <p:anim calcmode="lin" valueType="num">
                                      <p:cBhvr additive="base">
                                        <p:cTn id="32" dur="500" fill="hold"/>
                                        <p:tgtEl>
                                          <p:spTgt spid="373763">
                                            <p:txEl>
                                              <p:pRg st="5" end="5"/>
                                            </p:txEl>
                                          </p:spTgt>
                                        </p:tgtEl>
                                        <p:attrNameLst>
                                          <p:attrName>ppt_y</p:attrName>
                                        </p:attrNameLst>
                                      </p:cBhvr>
                                      <p:tavLst>
                                        <p:tav tm="0">
                                          <p:val>
                                            <p:strVal val="1+#ppt_h/2"/>
                                          </p:val>
                                        </p:tav>
                                        <p:tav tm="100000">
                                          <p:val>
                                            <p:strVal val="#ppt_y"/>
                                          </p:val>
                                        </p:tav>
                                      </p:tavLst>
                                    </p:anim>
                                  </p:childTnLst>
                                </p:cTn>
                              </p:par>
                              <p:par>
                                <p:cTn id="33" presetID="2" presetClass="entr" presetSubtype="4" fill="hold" nodeType="withEffect">
                                  <p:stCondLst>
                                    <p:cond delay="0"/>
                                  </p:stCondLst>
                                  <p:childTnLst>
                                    <p:set>
                                      <p:cBhvr>
                                        <p:cTn id="34" dur="1" fill="hold">
                                          <p:stCondLst>
                                            <p:cond delay="0"/>
                                          </p:stCondLst>
                                        </p:cTn>
                                        <p:tgtEl>
                                          <p:spTgt spid="373763">
                                            <p:txEl>
                                              <p:pRg st="6" end="6"/>
                                            </p:txEl>
                                          </p:spTgt>
                                        </p:tgtEl>
                                        <p:attrNameLst>
                                          <p:attrName>style.visibility</p:attrName>
                                        </p:attrNameLst>
                                      </p:cBhvr>
                                      <p:to>
                                        <p:strVal val="visible"/>
                                      </p:to>
                                    </p:set>
                                    <p:anim calcmode="lin" valueType="num">
                                      <p:cBhvr additive="base">
                                        <p:cTn id="35" dur="500" fill="hold"/>
                                        <p:tgtEl>
                                          <p:spTgt spid="373763">
                                            <p:txEl>
                                              <p:pRg st="6" end="6"/>
                                            </p:txEl>
                                          </p:spTgt>
                                        </p:tgtEl>
                                        <p:attrNameLst>
                                          <p:attrName>ppt_x</p:attrName>
                                        </p:attrNameLst>
                                      </p:cBhvr>
                                      <p:tavLst>
                                        <p:tav tm="0">
                                          <p:val>
                                            <p:strVal val="#ppt_x"/>
                                          </p:val>
                                        </p:tav>
                                        <p:tav tm="100000">
                                          <p:val>
                                            <p:strVal val="#ppt_x"/>
                                          </p:val>
                                        </p:tav>
                                      </p:tavLst>
                                    </p:anim>
                                    <p:anim calcmode="lin" valueType="num">
                                      <p:cBhvr additive="base">
                                        <p:cTn id="36" dur="500" fill="hold"/>
                                        <p:tgtEl>
                                          <p:spTgt spid="373763">
                                            <p:txEl>
                                              <p:pRg st="6" end="6"/>
                                            </p:txEl>
                                          </p:spTgt>
                                        </p:tgtEl>
                                        <p:attrNameLst>
                                          <p:attrName>ppt_y</p:attrName>
                                        </p:attrNameLst>
                                      </p:cBhvr>
                                      <p:tavLst>
                                        <p:tav tm="0">
                                          <p:val>
                                            <p:strVal val="1+#ppt_h/2"/>
                                          </p:val>
                                        </p:tav>
                                        <p:tav tm="100000">
                                          <p:val>
                                            <p:strVal val="#ppt_y"/>
                                          </p:val>
                                        </p:tav>
                                      </p:tavLst>
                                    </p:anim>
                                  </p:childTnLst>
                                </p:cTn>
                              </p:par>
                              <p:par>
                                <p:cTn id="37" presetID="2" presetClass="entr" presetSubtype="4" fill="hold" nodeType="withEffect">
                                  <p:stCondLst>
                                    <p:cond delay="0"/>
                                  </p:stCondLst>
                                  <p:childTnLst>
                                    <p:set>
                                      <p:cBhvr>
                                        <p:cTn id="38" dur="1" fill="hold">
                                          <p:stCondLst>
                                            <p:cond delay="0"/>
                                          </p:stCondLst>
                                        </p:cTn>
                                        <p:tgtEl>
                                          <p:spTgt spid="373763">
                                            <p:txEl>
                                              <p:pRg st="7" end="7"/>
                                            </p:txEl>
                                          </p:spTgt>
                                        </p:tgtEl>
                                        <p:attrNameLst>
                                          <p:attrName>style.visibility</p:attrName>
                                        </p:attrNameLst>
                                      </p:cBhvr>
                                      <p:to>
                                        <p:strVal val="visible"/>
                                      </p:to>
                                    </p:set>
                                    <p:anim calcmode="lin" valueType="num">
                                      <p:cBhvr additive="base">
                                        <p:cTn id="39" dur="500" fill="hold"/>
                                        <p:tgtEl>
                                          <p:spTgt spid="373763">
                                            <p:txEl>
                                              <p:pRg st="7" end="7"/>
                                            </p:txEl>
                                          </p:spTgt>
                                        </p:tgtEl>
                                        <p:attrNameLst>
                                          <p:attrName>ppt_x</p:attrName>
                                        </p:attrNameLst>
                                      </p:cBhvr>
                                      <p:tavLst>
                                        <p:tav tm="0">
                                          <p:val>
                                            <p:strVal val="#ppt_x"/>
                                          </p:val>
                                        </p:tav>
                                        <p:tav tm="100000">
                                          <p:val>
                                            <p:strVal val="#ppt_x"/>
                                          </p:val>
                                        </p:tav>
                                      </p:tavLst>
                                    </p:anim>
                                    <p:anim calcmode="lin" valueType="num">
                                      <p:cBhvr additive="base">
                                        <p:cTn id="40" dur="500" fill="hold"/>
                                        <p:tgtEl>
                                          <p:spTgt spid="373763">
                                            <p:txEl>
                                              <p:pRg st="7" end="7"/>
                                            </p:txEl>
                                          </p:spTgt>
                                        </p:tgtEl>
                                        <p:attrNameLst>
                                          <p:attrName>ppt_y</p:attrName>
                                        </p:attrNameLst>
                                      </p:cBhvr>
                                      <p:tavLst>
                                        <p:tav tm="0">
                                          <p:val>
                                            <p:strVal val="1+#ppt_h/2"/>
                                          </p:val>
                                        </p:tav>
                                        <p:tav tm="100000">
                                          <p:val>
                                            <p:strVal val="#ppt_y"/>
                                          </p:val>
                                        </p:tav>
                                      </p:tavLst>
                                    </p:anim>
                                  </p:childTnLst>
                                </p:cTn>
                              </p:par>
                              <p:par>
                                <p:cTn id="41" presetID="2" presetClass="entr" presetSubtype="4" fill="hold" nodeType="withEffect">
                                  <p:stCondLst>
                                    <p:cond delay="0"/>
                                  </p:stCondLst>
                                  <p:childTnLst>
                                    <p:set>
                                      <p:cBhvr>
                                        <p:cTn id="42" dur="1" fill="hold">
                                          <p:stCondLst>
                                            <p:cond delay="0"/>
                                          </p:stCondLst>
                                        </p:cTn>
                                        <p:tgtEl>
                                          <p:spTgt spid="373763">
                                            <p:txEl>
                                              <p:pRg st="8" end="8"/>
                                            </p:txEl>
                                          </p:spTgt>
                                        </p:tgtEl>
                                        <p:attrNameLst>
                                          <p:attrName>style.visibility</p:attrName>
                                        </p:attrNameLst>
                                      </p:cBhvr>
                                      <p:to>
                                        <p:strVal val="visible"/>
                                      </p:to>
                                    </p:set>
                                    <p:anim calcmode="lin" valueType="num">
                                      <p:cBhvr additive="base">
                                        <p:cTn id="43" dur="500" fill="hold"/>
                                        <p:tgtEl>
                                          <p:spTgt spid="373763">
                                            <p:txEl>
                                              <p:pRg st="8" end="8"/>
                                            </p:txEl>
                                          </p:spTgt>
                                        </p:tgtEl>
                                        <p:attrNameLst>
                                          <p:attrName>ppt_x</p:attrName>
                                        </p:attrNameLst>
                                      </p:cBhvr>
                                      <p:tavLst>
                                        <p:tav tm="0">
                                          <p:val>
                                            <p:strVal val="#ppt_x"/>
                                          </p:val>
                                        </p:tav>
                                        <p:tav tm="100000">
                                          <p:val>
                                            <p:strVal val="#ppt_x"/>
                                          </p:val>
                                        </p:tav>
                                      </p:tavLst>
                                    </p:anim>
                                    <p:anim calcmode="lin" valueType="num">
                                      <p:cBhvr additive="base">
                                        <p:cTn id="44" dur="500" fill="hold"/>
                                        <p:tgtEl>
                                          <p:spTgt spid="373763">
                                            <p:txEl>
                                              <p:pRg st="8" end="8"/>
                                            </p:txEl>
                                          </p:spTgt>
                                        </p:tgtEl>
                                        <p:attrNameLst>
                                          <p:attrName>ppt_y</p:attrName>
                                        </p:attrNameLst>
                                      </p:cBhvr>
                                      <p:tavLst>
                                        <p:tav tm="0">
                                          <p:val>
                                            <p:strVal val="1+#ppt_h/2"/>
                                          </p:val>
                                        </p:tav>
                                        <p:tav tm="100000">
                                          <p:val>
                                            <p:strVal val="#ppt_y"/>
                                          </p:val>
                                        </p:tav>
                                      </p:tavLst>
                                    </p:anim>
                                  </p:childTnLst>
                                </p:cTn>
                              </p:par>
                            </p:childTnLst>
                          </p:cTn>
                        </p:par>
                      </p:childTnLst>
                    </p:cTn>
                  </p:par>
                  <p:par>
                    <p:cTn id="45" fill="hold">
                      <p:stCondLst>
                        <p:cond delay="indefinite"/>
                      </p:stCondLst>
                      <p:childTnLst>
                        <p:par>
                          <p:cTn id="46" fill="hold">
                            <p:stCondLst>
                              <p:cond delay="0"/>
                            </p:stCondLst>
                            <p:childTnLst>
                              <p:par>
                                <p:cTn id="47" presetID="2" presetClass="entr" presetSubtype="4" fill="hold" nodeType="clickEffect">
                                  <p:stCondLst>
                                    <p:cond delay="0"/>
                                  </p:stCondLst>
                                  <p:childTnLst>
                                    <p:set>
                                      <p:cBhvr>
                                        <p:cTn id="48" dur="1" fill="hold">
                                          <p:stCondLst>
                                            <p:cond delay="0"/>
                                          </p:stCondLst>
                                        </p:cTn>
                                        <p:tgtEl>
                                          <p:spTgt spid="373763">
                                            <p:txEl>
                                              <p:pRg st="9" end="9"/>
                                            </p:txEl>
                                          </p:spTgt>
                                        </p:tgtEl>
                                        <p:attrNameLst>
                                          <p:attrName>style.visibility</p:attrName>
                                        </p:attrNameLst>
                                      </p:cBhvr>
                                      <p:to>
                                        <p:strVal val="visible"/>
                                      </p:to>
                                    </p:set>
                                    <p:anim calcmode="lin" valueType="num">
                                      <p:cBhvr additive="base">
                                        <p:cTn id="49" dur="500" fill="hold"/>
                                        <p:tgtEl>
                                          <p:spTgt spid="373763">
                                            <p:txEl>
                                              <p:pRg st="9" end="9"/>
                                            </p:txEl>
                                          </p:spTgt>
                                        </p:tgtEl>
                                        <p:attrNameLst>
                                          <p:attrName>ppt_x</p:attrName>
                                        </p:attrNameLst>
                                      </p:cBhvr>
                                      <p:tavLst>
                                        <p:tav tm="0">
                                          <p:val>
                                            <p:strVal val="#ppt_x"/>
                                          </p:val>
                                        </p:tav>
                                        <p:tav tm="100000">
                                          <p:val>
                                            <p:strVal val="#ppt_x"/>
                                          </p:val>
                                        </p:tav>
                                      </p:tavLst>
                                    </p:anim>
                                    <p:anim calcmode="lin" valueType="num">
                                      <p:cBhvr additive="base">
                                        <p:cTn id="50" dur="500" fill="hold"/>
                                        <p:tgtEl>
                                          <p:spTgt spid="373763">
                                            <p:txEl>
                                              <p:pRg st="9" end="9"/>
                                            </p:txEl>
                                          </p:spTgt>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6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0179" name="Rectangle 2"/>
          <p:cNvSpPr>
            <a:spLocks noGrp="1" noChangeArrowheads="1"/>
          </p:cNvSpPr>
          <p:nvPr>
            <p:ph type="title"/>
          </p:nvPr>
        </p:nvSpPr>
        <p:spPr/>
        <p:txBody>
          <a:bodyPr/>
          <a:lstStyle/>
          <a:p>
            <a:pPr eaLnBrk="1" hangingPunct="1"/>
            <a:r>
              <a:rPr lang="zh-CN" altLang="en-US" smtClean="0"/>
              <a:t>示例：查询注册资料</a:t>
            </a:r>
            <a:endParaRPr lang="en-US" altLang="zh-CN" smtClean="0"/>
          </a:p>
        </p:txBody>
      </p:sp>
      <p:pic>
        <p:nvPicPr>
          <p:cNvPr id="50180" name="Picture 4" descr="snap1"/>
          <p:cNvPicPr>
            <a:picLocks noChangeAspect="1" noChangeArrowheads="1"/>
          </p:cNvPicPr>
          <p:nvPr/>
        </p:nvPicPr>
        <p:blipFill>
          <a:blip r:embed="rId2" cstate="print"/>
          <a:srcRect/>
          <a:stretch>
            <a:fillRect/>
          </a:stretch>
        </p:blipFill>
        <p:spPr bwMode="auto">
          <a:xfrm>
            <a:off x="1258888" y="908050"/>
            <a:ext cx="6842125" cy="5667375"/>
          </a:xfrm>
          <a:prstGeom prst="rect">
            <a:avLst/>
          </a:prstGeom>
          <a:noFill/>
          <a:ln w="9525">
            <a:noFill/>
            <a:miter lim="800000"/>
            <a:headEnd/>
            <a:tailEnd/>
          </a:ln>
        </p:spPr>
      </p:pic>
    </p:spTree>
  </p:cSld>
  <p:clrMapOvr>
    <a:masterClrMapping/>
  </p:clrMapOvr>
  <p:timing>
    <p:tnLst>
      <p:par>
        <p:cTn id="1" dur="indefinite" restart="never" nodeType="tmRoot"/>
      </p:par>
    </p:tnLst>
  </p:timing>
</p:sld>
</file>

<file path=ppt/slides/slide6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1203" name="Rectangle 2"/>
          <p:cNvSpPr>
            <a:spLocks noGrp="1" noChangeArrowheads="1"/>
          </p:cNvSpPr>
          <p:nvPr>
            <p:ph type="title"/>
          </p:nvPr>
        </p:nvSpPr>
        <p:spPr/>
        <p:txBody>
          <a:bodyPr/>
          <a:lstStyle/>
          <a:p>
            <a:pPr eaLnBrk="1" hangingPunct="1"/>
            <a:r>
              <a:rPr lang="zh-CN" altLang="en-US" smtClean="0"/>
              <a:t>示例：查询结果</a:t>
            </a:r>
            <a:endParaRPr lang="en-US" altLang="zh-CN" smtClean="0"/>
          </a:p>
        </p:txBody>
      </p:sp>
      <p:pic>
        <p:nvPicPr>
          <p:cNvPr id="390148" name="Picture 4" descr="snap2"/>
          <p:cNvPicPr>
            <a:picLocks noChangeAspect="1" noChangeArrowheads="1"/>
          </p:cNvPicPr>
          <p:nvPr/>
        </p:nvPicPr>
        <p:blipFill>
          <a:blip r:embed="rId3" cstate="print"/>
          <a:srcRect/>
          <a:stretch>
            <a:fillRect/>
          </a:stretch>
        </p:blipFill>
        <p:spPr bwMode="auto">
          <a:xfrm>
            <a:off x="29369" y="1015310"/>
            <a:ext cx="4859338" cy="4759325"/>
          </a:xfrm>
          <a:prstGeom prst="rect">
            <a:avLst/>
          </a:prstGeom>
          <a:noFill/>
          <a:ln w="9525">
            <a:noFill/>
            <a:miter lim="800000"/>
            <a:headEnd/>
            <a:tailEnd/>
          </a:ln>
        </p:spPr>
      </p:pic>
      <p:pic>
        <p:nvPicPr>
          <p:cNvPr id="390149" name="Picture 5" descr="snap3"/>
          <p:cNvPicPr>
            <a:picLocks noChangeAspect="1" noChangeArrowheads="1"/>
          </p:cNvPicPr>
          <p:nvPr/>
        </p:nvPicPr>
        <p:blipFill>
          <a:blip r:embed="rId4" cstate="print"/>
          <a:srcRect/>
          <a:stretch>
            <a:fillRect/>
          </a:stretch>
        </p:blipFill>
        <p:spPr bwMode="auto">
          <a:xfrm>
            <a:off x="4838700" y="908050"/>
            <a:ext cx="4305300" cy="3848100"/>
          </a:xfrm>
          <a:prstGeom prst="rect">
            <a:avLst/>
          </a:prstGeom>
          <a:noFill/>
          <a:ln w="9525">
            <a:noFill/>
            <a:miter lim="800000"/>
            <a:headEnd/>
            <a:tailEnd/>
          </a:ln>
        </p:spPr>
      </p:pic>
      <p:sp>
        <p:nvSpPr>
          <p:cNvPr id="390150" name="AutoShape 6"/>
          <p:cNvSpPr>
            <a:spLocks noChangeArrowheads="1"/>
          </p:cNvSpPr>
          <p:nvPr/>
        </p:nvSpPr>
        <p:spPr bwMode="auto">
          <a:xfrm>
            <a:off x="3276600" y="4797425"/>
            <a:ext cx="1800225" cy="792163"/>
          </a:xfrm>
          <a:prstGeom prst="wedgeRoundRectCallout">
            <a:avLst>
              <a:gd name="adj1" fmla="val -105116"/>
              <a:gd name="adj2" fmla="val -42384"/>
              <a:gd name="adj3" fmla="val 16667"/>
            </a:avLst>
          </a:prstGeom>
          <a:solidFill>
            <a:srgbClr val="FFFF00"/>
          </a:solidFill>
          <a:ln w="22225">
            <a:solidFill>
              <a:srgbClr val="000000"/>
            </a:solidFill>
            <a:miter lim="800000"/>
          </a:ln>
        </p:spPr>
        <p:txBody>
          <a:bodyPr/>
          <a:lstStyle/>
          <a:p>
            <a:r>
              <a:rPr lang="zh-CN" altLang="en-US" sz="2000" b="1">
                <a:solidFill>
                  <a:srgbClr val="000000"/>
                </a:solidFill>
                <a:latin typeface="黑体" panose="02010609060101010101" pitchFamily="2" charset="-122"/>
              </a:rPr>
              <a:t>可以进行</a:t>
            </a:r>
            <a:r>
              <a:rPr lang="zh-CN" altLang="en-US" sz="2000" b="1">
                <a:solidFill>
                  <a:srgbClr val="000000"/>
                </a:solidFill>
              </a:rPr>
              <a:t>“</a:t>
            </a:r>
            <a:r>
              <a:rPr lang="zh-CN" altLang="en-US" sz="2000" b="1">
                <a:solidFill>
                  <a:srgbClr val="000000"/>
                </a:solidFill>
                <a:latin typeface="黑体" panose="02010609060101010101" pitchFamily="2" charset="-122"/>
              </a:rPr>
              <a:t>社会工程</a:t>
            </a:r>
            <a:r>
              <a:rPr lang="zh-CN" altLang="en-US" sz="2000" b="1">
                <a:solidFill>
                  <a:srgbClr val="000000"/>
                </a:solidFill>
              </a:rPr>
              <a:t>”</a:t>
            </a:r>
            <a:r>
              <a:rPr lang="zh-CN" altLang="en-US" sz="2000" b="1">
                <a:solidFill>
                  <a:srgbClr val="000000"/>
                </a:solidFill>
                <a:latin typeface="黑体" panose="02010609060101010101" pitchFamily="2" charset="-122"/>
              </a:rPr>
              <a:t>攻击</a:t>
            </a:r>
          </a:p>
        </p:txBody>
      </p:sp>
      <p:sp>
        <p:nvSpPr>
          <p:cNvPr id="390151" name="AutoShape 7"/>
          <p:cNvSpPr>
            <a:spLocks noChangeArrowheads="1"/>
          </p:cNvSpPr>
          <p:nvPr/>
        </p:nvSpPr>
        <p:spPr bwMode="auto">
          <a:xfrm>
            <a:off x="3203575" y="3860800"/>
            <a:ext cx="1944688" cy="792163"/>
          </a:xfrm>
          <a:prstGeom prst="wedgeRoundRectCallout">
            <a:avLst>
              <a:gd name="adj1" fmla="val -101019"/>
              <a:gd name="adj2" fmla="val -42384"/>
              <a:gd name="adj3" fmla="val 16667"/>
            </a:avLst>
          </a:prstGeom>
          <a:solidFill>
            <a:schemeClr val="accent1"/>
          </a:solidFill>
          <a:ln w="22225">
            <a:solidFill>
              <a:srgbClr val="000000"/>
            </a:solidFill>
            <a:miter lim="800000"/>
          </a:ln>
        </p:spPr>
        <p:txBody>
          <a:bodyPr/>
          <a:lstStyle/>
          <a:p>
            <a:r>
              <a:rPr lang="zh-CN" altLang="en-US" sz="2000" b="1">
                <a:solidFill>
                  <a:srgbClr val="000000"/>
                </a:solidFill>
                <a:latin typeface="黑体" panose="02010609060101010101" pitchFamily="2" charset="-122"/>
              </a:rPr>
              <a:t>可以利用这些信息干什么？</a:t>
            </a: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 presetClass="entr" presetSubtype="4" fill="hold" nodeType="withEffect">
                                  <p:stCondLst>
                                    <p:cond delay="0"/>
                                  </p:stCondLst>
                                  <p:childTnLst>
                                    <p:set>
                                      <p:cBhvr>
                                        <p:cTn id="6" dur="1" fill="hold">
                                          <p:stCondLst>
                                            <p:cond delay="0"/>
                                          </p:stCondLst>
                                        </p:cTn>
                                        <p:tgtEl>
                                          <p:spTgt spid="390149"/>
                                        </p:tgtEl>
                                        <p:attrNameLst>
                                          <p:attrName>style.visibility</p:attrName>
                                        </p:attrNameLst>
                                      </p:cBhvr>
                                      <p:to>
                                        <p:strVal val="visible"/>
                                      </p:to>
                                    </p:set>
                                    <p:anim calcmode="lin" valueType="num">
                                      <p:cBhvr additive="base">
                                        <p:cTn id="7" dur="500" fill="hold"/>
                                        <p:tgtEl>
                                          <p:spTgt spid="390149"/>
                                        </p:tgtEl>
                                        <p:attrNameLst>
                                          <p:attrName>ppt_x</p:attrName>
                                        </p:attrNameLst>
                                      </p:cBhvr>
                                      <p:tavLst>
                                        <p:tav tm="0">
                                          <p:val>
                                            <p:strVal val="#ppt_x"/>
                                          </p:val>
                                        </p:tav>
                                        <p:tav tm="100000">
                                          <p:val>
                                            <p:strVal val="#ppt_x"/>
                                          </p:val>
                                        </p:tav>
                                      </p:tavLst>
                                    </p:anim>
                                    <p:anim calcmode="lin" valueType="num">
                                      <p:cBhvr additive="base">
                                        <p:cTn id="8" dur="500" fill="hold"/>
                                        <p:tgtEl>
                                          <p:spTgt spid="390149"/>
                                        </p:tgtEl>
                                        <p:attrNameLst>
                                          <p:attrName>ppt_y</p:attrName>
                                        </p:attrNameLst>
                                      </p:cBhvr>
                                      <p:tavLst>
                                        <p:tav tm="0">
                                          <p:val>
                                            <p:strVal val="1+#ppt_h/2"/>
                                          </p:val>
                                        </p:tav>
                                        <p:tav tm="100000">
                                          <p:val>
                                            <p:strVal val="#ppt_y"/>
                                          </p:val>
                                        </p:tav>
                                      </p:tavLst>
                                    </p:anim>
                                  </p:childTnLst>
                                </p:cTn>
                              </p:par>
                              <p:par>
                                <p:cTn id="9" presetID="2" presetClass="entr" presetSubtype="4" fill="hold" nodeType="withEffect">
                                  <p:stCondLst>
                                    <p:cond delay="0"/>
                                  </p:stCondLst>
                                  <p:childTnLst>
                                    <p:set>
                                      <p:cBhvr>
                                        <p:cTn id="10" dur="1" fill="hold">
                                          <p:stCondLst>
                                            <p:cond delay="0"/>
                                          </p:stCondLst>
                                        </p:cTn>
                                        <p:tgtEl>
                                          <p:spTgt spid="390148"/>
                                        </p:tgtEl>
                                        <p:attrNameLst>
                                          <p:attrName>style.visibility</p:attrName>
                                        </p:attrNameLst>
                                      </p:cBhvr>
                                      <p:to>
                                        <p:strVal val="visible"/>
                                      </p:to>
                                    </p:set>
                                    <p:anim calcmode="lin" valueType="num">
                                      <p:cBhvr additive="base">
                                        <p:cTn id="11" dur="500" fill="hold"/>
                                        <p:tgtEl>
                                          <p:spTgt spid="390148"/>
                                        </p:tgtEl>
                                        <p:attrNameLst>
                                          <p:attrName>ppt_x</p:attrName>
                                        </p:attrNameLst>
                                      </p:cBhvr>
                                      <p:tavLst>
                                        <p:tav tm="0">
                                          <p:val>
                                            <p:strVal val="#ppt_x"/>
                                          </p:val>
                                        </p:tav>
                                        <p:tav tm="100000">
                                          <p:val>
                                            <p:strVal val="#ppt_x"/>
                                          </p:val>
                                        </p:tav>
                                      </p:tavLst>
                                    </p:anim>
                                    <p:anim calcmode="lin" valueType="num">
                                      <p:cBhvr additive="base">
                                        <p:cTn id="12" dur="500" fill="hold"/>
                                        <p:tgtEl>
                                          <p:spTgt spid="390148"/>
                                        </p:tgtEl>
                                        <p:attrNameLst>
                                          <p:attrName>ppt_y</p:attrName>
                                        </p:attrNameLst>
                                      </p:cBhvr>
                                      <p:tavLst>
                                        <p:tav tm="0">
                                          <p:val>
                                            <p:strVal val="1+#ppt_h/2"/>
                                          </p:val>
                                        </p:tav>
                                        <p:tav tm="100000">
                                          <p:val>
                                            <p:strVal val="#ppt_y"/>
                                          </p:val>
                                        </p:tav>
                                      </p:tavLst>
                                    </p:anim>
                                  </p:childTnLst>
                                </p:cTn>
                              </p:par>
                            </p:childTnLst>
                          </p:cTn>
                        </p:par>
                      </p:childTnLst>
                    </p:cTn>
                  </p:par>
                  <p:par>
                    <p:cTn id="13" fill="hold">
                      <p:stCondLst>
                        <p:cond delay="indefinite"/>
                      </p:stCondLst>
                      <p:childTnLst>
                        <p:par>
                          <p:cTn id="14" fill="hold">
                            <p:stCondLst>
                              <p:cond delay="0"/>
                            </p:stCondLst>
                            <p:childTnLst>
                              <p:par>
                                <p:cTn id="15" presetID="55" presetClass="entr" presetSubtype="0" fill="hold" grpId="0" nodeType="clickEffect">
                                  <p:stCondLst>
                                    <p:cond delay="0"/>
                                  </p:stCondLst>
                                  <p:childTnLst>
                                    <p:set>
                                      <p:cBhvr>
                                        <p:cTn id="16" dur="1" fill="hold">
                                          <p:stCondLst>
                                            <p:cond delay="0"/>
                                          </p:stCondLst>
                                        </p:cTn>
                                        <p:tgtEl>
                                          <p:spTgt spid="390151"/>
                                        </p:tgtEl>
                                        <p:attrNameLst>
                                          <p:attrName>style.visibility</p:attrName>
                                        </p:attrNameLst>
                                      </p:cBhvr>
                                      <p:to>
                                        <p:strVal val="visible"/>
                                      </p:to>
                                    </p:set>
                                    <p:anim calcmode="lin" valueType="num">
                                      <p:cBhvr>
                                        <p:cTn id="17" dur="1000" fill="hold"/>
                                        <p:tgtEl>
                                          <p:spTgt spid="390151"/>
                                        </p:tgtEl>
                                        <p:attrNameLst>
                                          <p:attrName>ppt_w</p:attrName>
                                        </p:attrNameLst>
                                      </p:cBhvr>
                                      <p:tavLst>
                                        <p:tav tm="0">
                                          <p:val>
                                            <p:strVal val="#ppt_w*0.70"/>
                                          </p:val>
                                        </p:tav>
                                        <p:tav tm="100000">
                                          <p:val>
                                            <p:strVal val="#ppt_w"/>
                                          </p:val>
                                        </p:tav>
                                      </p:tavLst>
                                    </p:anim>
                                    <p:anim calcmode="lin" valueType="num">
                                      <p:cBhvr>
                                        <p:cTn id="18" dur="1000" fill="hold"/>
                                        <p:tgtEl>
                                          <p:spTgt spid="390151"/>
                                        </p:tgtEl>
                                        <p:attrNameLst>
                                          <p:attrName>ppt_h</p:attrName>
                                        </p:attrNameLst>
                                      </p:cBhvr>
                                      <p:tavLst>
                                        <p:tav tm="0">
                                          <p:val>
                                            <p:strVal val="#ppt_h"/>
                                          </p:val>
                                        </p:tav>
                                        <p:tav tm="100000">
                                          <p:val>
                                            <p:strVal val="#ppt_h"/>
                                          </p:val>
                                        </p:tav>
                                      </p:tavLst>
                                    </p:anim>
                                    <p:animEffect transition="in" filter="fade">
                                      <p:cBhvr>
                                        <p:cTn id="19" dur="1000"/>
                                        <p:tgtEl>
                                          <p:spTgt spid="390151"/>
                                        </p:tgtEl>
                                      </p:cBhvr>
                                    </p:animEffect>
                                  </p:childTnLst>
                                </p:cTn>
                              </p:par>
                            </p:childTnLst>
                          </p:cTn>
                        </p:par>
                      </p:childTnLst>
                    </p:cTn>
                  </p:par>
                  <p:par>
                    <p:cTn id="20" fill="hold">
                      <p:stCondLst>
                        <p:cond delay="indefinite"/>
                      </p:stCondLst>
                      <p:childTnLst>
                        <p:par>
                          <p:cTn id="21" fill="hold">
                            <p:stCondLst>
                              <p:cond delay="0"/>
                            </p:stCondLst>
                            <p:childTnLst>
                              <p:par>
                                <p:cTn id="22" presetID="55" presetClass="entr" presetSubtype="0" fill="hold" grpId="0" nodeType="clickEffect">
                                  <p:stCondLst>
                                    <p:cond delay="0"/>
                                  </p:stCondLst>
                                  <p:childTnLst>
                                    <p:set>
                                      <p:cBhvr>
                                        <p:cTn id="23" dur="1" fill="hold">
                                          <p:stCondLst>
                                            <p:cond delay="0"/>
                                          </p:stCondLst>
                                        </p:cTn>
                                        <p:tgtEl>
                                          <p:spTgt spid="390150"/>
                                        </p:tgtEl>
                                        <p:attrNameLst>
                                          <p:attrName>style.visibility</p:attrName>
                                        </p:attrNameLst>
                                      </p:cBhvr>
                                      <p:to>
                                        <p:strVal val="visible"/>
                                      </p:to>
                                    </p:set>
                                    <p:anim calcmode="lin" valueType="num">
                                      <p:cBhvr>
                                        <p:cTn id="24" dur="1000" fill="hold"/>
                                        <p:tgtEl>
                                          <p:spTgt spid="390150"/>
                                        </p:tgtEl>
                                        <p:attrNameLst>
                                          <p:attrName>ppt_w</p:attrName>
                                        </p:attrNameLst>
                                      </p:cBhvr>
                                      <p:tavLst>
                                        <p:tav tm="0">
                                          <p:val>
                                            <p:strVal val="#ppt_w*0.70"/>
                                          </p:val>
                                        </p:tav>
                                        <p:tav tm="100000">
                                          <p:val>
                                            <p:strVal val="#ppt_w"/>
                                          </p:val>
                                        </p:tav>
                                      </p:tavLst>
                                    </p:anim>
                                    <p:anim calcmode="lin" valueType="num">
                                      <p:cBhvr>
                                        <p:cTn id="25" dur="1000" fill="hold"/>
                                        <p:tgtEl>
                                          <p:spTgt spid="390150"/>
                                        </p:tgtEl>
                                        <p:attrNameLst>
                                          <p:attrName>ppt_h</p:attrName>
                                        </p:attrNameLst>
                                      </p:cBhvr>
                                      <p:tavLst>
                                        <p:tav tm="0">
                                          <p:val>
                                            <p:strVal val="#ppt_h"/>
                                          </p:val>
                                        </p:tav>
                                        <p:tav tm="100000">
                                          <p:val>
                                            <p:strVal val="#ppt_h"/>
                                          </p:val>
                                        </p:tav>
                                      </p:tavLst>
                                    </p:anim>
                                    <p:animEffect transition="in" filter="fade">
                                      <p:cBhvr>
                                        <p:cTn id="26" dur="1000"/>
                                        <p:tgtEl>
                                          <p:spTgt spid="390150"/>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90150" grpId="0" animBg="1"/>
      <p:bldP spid="390151" grpId="0" animBg="1"/>
    </p:bldLst>
  </p:timing>
</p:sld>
</file>

<file path=ppt/slides/slide6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2226" name="标题 1"/>
          <p:cNvSpPr>
            <a:spLocks noGrp="1"/>
          </p:cNvSpPr>
          <p:nvPr>
            <p:ph type="title"/>
          </p:nvPr>
        </p:nvSpPr>
        <p:spPr/>
        <p:txBody>
          <a:bodyPr/>
          <a:lstStyle/>
          <a:p>
            <a:r>
              <a:rPr lang="en-US" altLang="zh-CN" smtClean="0"/>
              <a:t>APT1</a:t>
            </a:r>
            <a:r>
              <a:rPr lang="zh-CN" altLang="en-US" smtClean="0"/>
              <a:t>：</a:t>
            </a:r>
            <a:r>
              <a:rPr lang="en-US" altLang="zh-CN" smtClean="0"/>
              <a:t>IP</a:t>
            </a:r>
            <a:r>
              <a:rPr lang="zh-CN" altLang="en-US" smtClean="0"/>
              <a:t>地址注册信息</a:t>
            </a:r>
          </a:p>
        </p:txBody>
      </p:sp>
      <p:sp>
        <p:nvSpPr>
          <p:cNvPr id="52227" name="内容占位符 2"/>
          <p:cNvSpPr>
            <a:spLocks noGrp="1"/>
          </p:cNvSpPr>
          <p:nvPr>
            <p:ph idx="1"/>
          </p:nvPr>
        </p:nvSpPr>
        <p:spPr/>
        <p:txBody>
          <a:bodyPr/>
          <a:lstStyle/>
          <a:p>
            <a:endParaRPr lang="zh-CN" altLang="en-US" smtClean="0"/>
          </a:p>
        </p:txBody>
      </p:sp>
      <p:pic>
        <p:nvPicPr>
          <p:cNvPr id="52230" name="Picture 2"/>
          <p:cNvPicPr>
            <a:picLocks noChangeAspect="1" noChangeArrowheads="1"/>
          </p:cNvPicPr>
          <p:nvPr/>
        </p:nvPicPr>
        <p:blipFill>
          <a:blip r:embed="rId3" cstate="print"/>
          <a:srcRect/>
          <a:stretch>
            <a:fillRect/>
          </a:stretch>
        </p:blipFill>
        <p:spPr bwMode="auto">
          <a:xfrm>
            <a:off x="821055" y="1285558"/>
            <a:ext cx="7448550" cy="4791075"/>
          </a:xfrm>
          <a:prstGeom prst="rect">
            <a:avLst/>
          </a:prstGeom>
          <a:noFill/>
          <a:ln w="9525">
            <a:noFill/>
            <a:miter lim="800000"/>
            <a:headEnd/>
            <a:tailEnd/>
          </a:ln>
        </p:spPr>
      </p:pic>
      <p:sp>
        <p:nvSpPr>
          <p:cNvPr id="8" name="圆角矩形 7"/>
          <p:cNvSpPr>
            <a:spLocks noChangeArrowheads="1"/>
          </p:cNvSpPr>
          <p:nvPr/>
        </p:nvSpPr>
        <p:spPr bwMode="auto">
          <a:xfrm>
            <a:off x="508000" y="3187700"/>
            <a:ext cx="7848600" cy="495300"/>
          </a:xfrm>
          <a:prstGeom prst="roundRect">
            <a:avLst>
              <a:gd name="adj" fmla="val 16667"/>
            </a:avLst>
          </a:prstGeom>
          <a:noFill/>
          <a:ln w="28575" algn="ctr">
            <a:solidFill>
              <a:srgbClr val="FF0000"/>
            </a:solidFill>
            <a:round/>
          </a:ln>
        </p:spPr>
        <p:txBody>
          <a:bodyPr wrap="none"/>
          <a:lstStyle/>
          <a:p>
            <a:pPr algn="ctr"/>
            <a:endParaRPr kumimoji="1" lang="zh-CN" altLang="en-US" b="1">
              <a:latin typeface="Tahoma" panose="020B0604030504040204" pitchFamily="34" charset="0"/>
              <a:ea typeface="宋体" panose="02010600030101010101" pitchFamily="2" charset="-122"/>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55" presetClass="entr" presetSubtype="0" fill="hold" grpId="0" nodeType="withEffect">
                                  <p:stCondLst>
                                    <p:cond delay="0"/>
                                  </p:stCondLst>
                                  <p:childTnLst>
                                    <p:set>
                                      <p:cBhvr>
                                        <p:cTn id="6" dur="1" fill="hold">
                                          <p:stCondLst>
                                            <p:cond delay="0"/>
                                          </p:stCondLst>
                                        </p:cTn>
                                        <p:tgtEl>
                                          <p:spTgt spid="8"/>
                                        </p:tgtEl>
                                        <p:attrNameLst>
                                          <p:attrName>style.visibility</p:attrName>
                                        </p:attrNameLst>
                                      </p:cBhvr>
                                      <p:to>
                                        <p:strVal val="visible"/>
                                      </p:to>
                                    </p:set>
                                    <p:anim calcmode="lin" valueType="num">
                                      <p:cBhvr>
                                        <p:cTn id="7" dur="1000" fill="hold"/>
                                        <p:tgtEl>
                                          <p:spTgt spid="8"/>
                                        </p:tgtEl>
                                        <p:attrNameLst>
                                          <p:attrName>ppt_w</p:attrName>
                                        </p:attrNameLst>
                                      </p:cBhvr>
                                      <p:tavLst>
                                        <p:tav tm="0">
                                          <p:val>
                                            <p:strVal val="#ppt_w*0.70"/>
                                          </p:val>
                                        </p:tav>
                                        <p:tav tm="100000">
                                          <p:val>
                                            <p:strVal val="#ppt_w"/>
                                          </p:val>
                                        </p:tav>
                                      </p:tavLst>
                                    </p:anim>
                                    <p:anim calcmode="lin" valueType="num">
                                      <p:cBhvr>
                                        <p:cTn id="8" dur="1000" fill="hold"/>
                                        <p:tgtEl>
                                          <p:spTgt spid="8"/>
                                        </p:tgtEl>
                                        <p:attrNameLst>
                                          <p:attrName>ppt_h</p:attrName>
                                        </p:attrNameLst>
                                      </p:cBhvr>
                                      <p:tavLst>
                                        <p:tav tm="0">
                                          <p:val>
                                            <p:strVal val="#ppt_h"/>
                                          </p:val>
                                        </p:tav>
                                        <p:tav tm="100000">
                                          <p:val>
                                            <p:strVal val="#ppt_h"/>
                                          </p:val>
                                        </p:tav>
                                      </p:tavLst>
                                    </p:anim>
                                    <p:animEffect transition="in" filter="fade">
                                      <p:cBhvr>
                                        <p:cTn id="9" dur="1000"/>
                                        <p:tgtEl>
                                          <p:spTgt spid="8"/>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8" grpId="0" animBg="1"/>
    </p:bldLst>
  </p:timing>
</p:sld>
</file>

<file path=ppt/slides/slide6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3251" name="Rectangle 2"/>
          <p:cNvSpPr>
            <a:spLocks noGrp="1" noChangeArrowheads="1"/>
          </p:cNvSpPr>
          <p:nvPr>
            <p:ph type="title"/>
          </p:nvPr>
        </p:nvSpPr>
        <p:spPr/>
        <p:txBody>
          <a:bodyPr/>
          <a:lstStyle/>
          <a:p>
            <a:pPr eaLnBrk="1" hangingPunct="1"/>
            <a:r>
              <a:rPr lang="en-US" altLang="zh-CN" smtClean="0"/>
              <a:t>(</a:t>
            </a:r>
            <a:r>
              <a:rPr lang="zh-CN" altLang="en-US" smtClean="0"/>
              <a:t>三</a:t>
            </a:r>
            <a:r>
              <a:rPr lang="en-US" altLang="zh-CN" smtClean="0"/>
              <a:t>)</a:t>
            </a:r>
            <a:r>
              <a:rPr lang="zh-CN" altLang="en-US" smtClean="0"/>
              <a:t>查询</a:t>
            </a:r>
            <a:r>
              <a:rPr lang="en-US" altLang="zh-CN" smtClean="0"/>
              <a:t>IP</a:t>
            </a:r>
            <a:r>
              <a:rPr lang="zh-CN" altLang="en-US" smtClean="0"/>
              <a:t>地址分配</a:t>
            </a:r>
            <a:endParaRPr lang="en-US" altLang="zh-CN" smtClean="0"/>
          </a:p>
        </p:txBody>
      </p:sp>
      <p:sp>
        <p:nvSpPr>
          <p:cNvPr id="374787" name="Rectangle 3"/>
          <p:cNvSpPr>
            <a:spLocks noGrp="1" noChangeArrowheads="1"/>
          </p:cNvSpPr>
          <p:nvPr>
            <p:ph type="body" idx="1"/>
          </p:nvPr>
        </p:nvSpPr>
        <p:spPr>
          <a:xfrm>
            <a:off x="582613" y="1239838"/>
            <a:ext cx="7772400" cy="4951412"/>
          </a:xfrm>
        </p:spPr>
        <p:txBody>
          <a:bodyPr/>
          <a:lstStyle/>
          <a:p>
            <a:pPr eaLnBrk="1" hangingPunct="1"/>
            <a:r>
              <a:rPr lang="zh-CN" altLang="en-US" sz="2400" dirty="0" smtClean="0"/>
              <a:t>一些按地理位置分配的</a:t>
            </a:r>
            <a:r>
              <a:rPr lang="en-US" altLang="zh-CN" sz="2400" dirty="0" err="1" smtClean="0"/>
              <a:t>whois</a:t>
            </a:r>
            <a:r>
              <a:rPr lang="zh-CN" altLang="en-US" sz="2400" dirty="0" smtClean="0"/>
              <a:t>数据库存储了目标信息资源的</a:t>
            </a:r>
            <a:r>
              <a:rPr lang="en-US" altLang="zh-CN" sz="2400" dirty="0" smtClean="0"/>
              <a:t>IP</a:t>
            </a:r>
            <a:r>
              <a:rPr lang="zh-CN" altLang="en-US" sz="2400" dirty="0" smtClean="0"/>
              <a:t>地址块：</a:t>
            </a:r>
          </a:p>
          <a:p>
            <a:pPr lvl="1" eaLnBrk="1" hangingPunct="1"/>
            <a:r>
              <a:rPr lang="zh-CN" altLang="en-US" sz="2400" dirty="0" smtClean="0"/>
              <a:t>北美：访问美国互联网号注册局（</a:t>
            </a:r>
            <a:r>
              <a:rPr lang="en-US" altLang="zh-CN" sz="2400" dirty="0" smtClean="0"/>
              <a:t>ARIN</a:t>
            </a:r>
            <a:r>
              <a:rPr lang="zh-CN" altLang="en-US" sz="2400" dirty="0" smtClean="0"/>
              <a:t>）的</a:t>
            </a:r>
            <a:r>
              <a:rPr lang="en-US" altLang="zh-CN" sz="2400" dirty="0" err="1" smtClean="0"/>
              <a:t>whois</a:t>
            </a:r>
            <a:r>
              <a:rPr lang="zh-CN" altLang="en-US" sz="2400" dirty="0" smtClean="0"/>
              <a:t>数据库，</a:t>
            </a:r>
            <a:r>
              <a:rPr lang="en-US" altLang="zh-CN" sz="2400" dirty="0" smtClean="0">
                <a:hlinkClick r:id="rId3"/>
              </a:rPr>
              <a:t>http://www.arin.net/whois/arinwhois.html</a:t>
            </a:r>
            <a:r>
              <a:rPr lang="en-US" altLang="zh-CN" sz="2400" dirty="0" smtClean="0"/>
              <a:t>;</a:t>
            </a:r>
          </a:p>
          <a:p>
            <a:pPr lvl="1" eaLnBrk="1" hangingPunct="1"/>
            <a:r>
              <a:rPr lang="zh-CN" altLang="en-US" sz="2400" dirty="0" smtClean="0"/>
              <a:t>欧洲、中东、中亚和非洲由</a:t>
            </a:r>
            <a:r>
              <a:rPr lang="en-US" altLang="zh-CN" sz="2400" dirty="0" smtClean="0"/>
              <a:t>RIPE NCC</a:t>
            </a:r>
            <a:r>
              <a:rPr lang="zh-CN" altLang="en-US" sz="2400" dirty="0" smtClean="0"/>
              <a:t>提供，位于</a:t>
            </a:r>
            <a:r>
              <a:rPr lang="en-US" altLang="zh-CN" sz="2400" dirty="0" smtClean="0">
                <a:hlinkClick r:id="rId4"/>
              </a:rPr>
              <a:t>http://www.ripe.net</a:t>
            </a:r>
            <a:r>
              <a:rPr lang="zh-CN" altLang="en-US" sz="2400" dirty="0" smtClean="0"/>
              <a:t>；</a:t>
            </a:r>
          </a:p>
          <a:p>
            <a:pPr lvl="1" eaLnBrk="1" hangingPunct="1"/>
            <a:r>
              <a:rPr lang="zh-CN" altLang="en-US" sz="2400" dirty="0" smtClean="0"/>
              <a:t>亚太由亚太网络信息中心（</a:t>
            </a:r>
            <a:r>
              <a:rPr lang="en-US" altLang="zh-CN" sz="2400" dirty="0" smtClean="0"/>
              <a:t>APNIC</a:t>
            </a:r>
            <a:r>
              <a:rPr lang="zh-CN" altLang="en-US" sz="2400" dirty="0" smtClean="0"/>
              <a:t>）掌管，位于</a:t>
            </a:r>
            <a:r>
              <a:rPr lang="en-US" altLang="zh-CN" sz="2400" dirty="0" smtClean="0">
                <a:hlinkClick r:id="rId5"/>
              </a:rPr>
              <a:t>http://www.apnic.net</a:t>
            </a:r>
            <a:r>
              <a:rPr lang="en-US" altLang="zh-CN" sz="2400" dirty="0" smtClean="0"/>
              <a:t>;</a:t>
            </a:r>
          </a:p>
          <a:p>
            <a:pPr lvl="1" eaLnBrk="1" hangingPunct="1"/>
            <a:r>
              <a:rPr lang="zh-CN" altLang="en-US" sz="2400" dirty="0" smtClean="0"/>
              <a:t>拉丁美洲和加勒比海由拉丁美洲和加勒比海网络地址注册局（</a:t>
            </a:r>
            <a:r>
              <a:rPr lang="en-US" altLang="zh-CN" sz="2400" dirty="0" smtClean="0"/>
              <a:t>LACNIC</a:t>
            </a:r>
            <a:r>
              <a:rPr lang="zh-CN" altLang="en-US" sz="2400" dirty="0" smtClean="0"/>
              <a:t>）负责，位于</a:t>
            </a:r>
            <a:r>
              <a:rPr lang="en-US" altLang="zh-CN" sz="2400" dirty="0" smtClean="0">
                <a:hlinkClick r:id="rId6"/>
              </a:rPr>
              <a:t>http://lacnic.net</a:t>
            </a:r>
            <a:r>
              <a:rPr lang="zh-CN" altLang="en-US" sz="2400" dirty="0" smtClean="0"/>
              <a:t>。</a:t>
            </a: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nodeType="clickEffect">
                                  <p:stCondLst>
                                    <p:cond delay="0"/>
                                  </p:stCondLst>
                                  <p:childTnLst>
                                    <p:set>
                                      <p:cBhvr>
                                        <p:cTn id="6" dur="1" fill="hold">
                                          <p:stCondLst>
                                            <p:cond delay="0"/>
                                          </p:stCondLst>
                                        </p:cTn>
                                        <p:tgtEl>
                                          <p:spTgt spid="374787">
                                            <p:txEl>
                                              <p:pRg st="0" end="0"/>
                                            </p:txEl>
                                          </p:spTgt>
                                        </p:tgtEl>
                                        <p:attrNameLst>
                                          <p:attrName>style.visibility</p:attrName>
                                        </p:attrNameLst>
                                      </p:cBhvr>
                                      <p:to>
                                        <p:strVal val="visible"/>
                                      </p:to>
                                    </p:set>
                                    <p:anim calcmode="lin" valueType="num">
                                      <p:cBhvr additive="base">
                                        <p:cTn id="7" dur="500" fill="hold"/>
                                        <p:tgtEl>
                                          <p:spTgt spid="374787">
                                            <p:txEl>
                                              <p:pRg st="0" end="0"/>
                                            </p:txEl>
                                          </p:spTgt>
                                        </p:tgtEl>
                                        <p:attrNameLst>
                                          <p:attrName>ppt_x</p:attrName>
                                        </p:attrNameLst>
                                      </p:cBhvr>
                                      <p:tavLst>
                                        <p:tav tm="0">
                                          <p:val>
                                            <p:strVal val="#ppt_x"/>
                                          </p:val>
                                        </p:tav>
                                        <p:tav tm="100000">
                                          <p:val>
                                            <p:strVal val="#ppt_x"/>
                                          </p:val>
                                        </p:tav>
                                      </p:tavLst>
                                    </p:anim>
                                    <p:anim calcmode="lin" valueType="num">
                                      <p:cBhvr additive="base">
                                        <p:cTn id="8" dur="500" fill="hold"/>
                                        <p:tgtEl>
                                          <p:spTgt spid="374787">
                                            <p:txEl>
                                              <p:pRg st="0" end="0"/>
                                            </p:txEl>
                                          </p:spTgt>
                                        </p:tgtEl>
                                        <p:attrNameLst>
                                          <p:attrName>ppt_y</p:attrName>
                                        </p:attrNameLst>
                                      </p:cBhvr>
                                      <p:tavLst>
                                        <p:tav tm="0">
                                          <p:val>
                                            <p:strVal val="1+#ppt_h/2"/>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2" presetClass="entr" presetSubtype="4" fill="hold" nodeType="clickEffect">
                                  <p:stCondLst>
                                    <p:cond delay="0"/>
                                  </p:stCondLst>
                                  <p:childTnLst>
                                    <p:set>
                                      <p:cBhvr>
                                        <p:cTn id="12" dur="1" fill="hold">
                                          <p:stCondLst>
                                            <p:cond delay="0"/>
                                          </p:stCondLst>
                                        </p:cTn>
                                        <p:tgtEl>
                                          <p:spTgt spid="374787">
                                            <p:txEl>
                                              <p:pRg st="1" end="1"/>
                                            </p:txEl>
                                          </p:spTgt>
                                        </p:tgtEl>
                                        <p:attrNameLst>
                                          <p:attrName>style.visibility</p:attrName>
                                        </p:attrNameLst>
                                      </p:cBhvr>
                                      <p:to>
                                        <p:strVal val="visible"/>
                                      </p:to>
                                    </p:set>
                                    <p:anim calcmode="lin" valueType="num">
                                      <p:cBhvr additive="base">
                                        <p:cTn id="13" dur="500" fill="hold"/>
                                        <p:tgtEl>
                                          <p:spTgt spid="374787">
                                            <p:txEl>
                                              <p:pRg st="1" end="1"/>
                                            </p:txEl>
                                          </p:spTgt>
                                        </p:tgtEl>
                                        <p:attrNameLst>
                                          <p:attrName>ppt_x</p:attrName>
                                        </p:attrNameLst>
                                      </p:cBhvr>
                                      <p:tavLst>
                                        <p:tav tm="0">
                                          <p:val>
                                            <p:strVal val="#ppt_x"/>
                                          </p:val>
                                        </p:tav>
                                        <p:tav tm="100000">
                                          <p:val>
                                            <p:strVal val="#ppt_x"/>
                                          </p:val>
                                        </p:tav>
                                      </p:tavLst>
                                    </p:anim>
                                    <p:anim calcmode="lin" valueType="num">
                                      <p:cBhvr additive="base">
                                        <p:cTn id="14" dur="500" fill="hold"/>
                                        <p:tgtEl>
                                          <p:spTgt spid="374787">
                                            <p:txEl>
                                              <p:pRg st="1" end="1"/>
                                            </p:txEl>
                                          </p:spTgt>
                                        </p:tgtEl>
                                        <p:attrNameLst>
                                          <p:attrName>ppt_y</p:attrName>
                                        </p:attrNameLst>
                                      </p:cBhvr>
                                      <p:tavLst>
                                        <p:tav tm="0">
                                          <p:val>
                                            <p:strVal val="1+#ppt_h/2"/>
                                          </p:val>
                                        </p:tav>
                                        <p:tav tm="100000">
                                          <p:val>
                                            <p:strVal val="#ppt_y"/>
                                          </p:val>
                                        </p:tav>
                                      </p:tavLst>
                                    </p:anim>
                                  </p:childTnLst>
                                </p:cTn>
                              </p:par>
                            </p:childTnLst>
                          </p:cTn>
                        </p:par>
                      </p:childTnLst>
                    </p:cTn>
                  </p:par>
                  <p:par>
                    <p:cTn id="15" fill="hold">
                      <p:stCondLst>
                        <p:cond delay="indefinite"/>
                      </p:stCondLst>
                      <p:childTnLst>
                        <p:par>
                          <p:cTn id="16" fill="hold">
                            <p:stCondLst>
                              <p:cond delay="0"/>
                            </p:stCondLst>
                            <p:childTnLst>
                              <p:par>
                                <p:cTn id="17" presetID="2" presetClass="entr" presetSubtype="4" fill="hold" nodeType="clickEffect">
                                  <p:stCondLst>
                                    <p:cond delay="0"/>
                                  </p:stCondLst>
                                  <p:childTnLst>
                                    <p:set>
                                      <p:cBhvr>
                                        <p:cTn id="18" dur="1" fill="hold">
                                          <p:stCondLst>
                                            <p:cond delay="0"/>
                                          </p:stCondLst>
                                        </p:cTn>
                                        <p:tgtEl>
                                          <p:spTgt spid="374787">
                                            <p:txEl>
                                              <p:pRg st="2" end="2"/>
                                            </p:txEl>
                                          </p:spTgt>
                                        </p:tgtEl>
                                        <p:attrNameLst>
                                          <p:attrName>style.visibility</p:attrName>
                                        </p:attrNameLst>
                                      </p:cBhvr>
                                      <p:to>
                                        <p:strVal val="visible"/>
                                      </p:to>
                                    </p:set>
                                    <p:anim calcmode="lin" valueType="num">
                                      <p:cBhvr additive="base">
                                        <p:cTn id="19" dur="500" fill="hold"/>
                                        <p:tgtEl>
                                          <p:spTgt spid="374787">
                                            <p:txEl>
                                              <p:pRg st="2" end="2"/>
                                            </p:txEl>
                                          </p:spTgt>
                                        </p:tgtEl>
                                        <p:attrNameLst>
                                          <p:attrName>ppt_x</p:attrName>
                                        </p:attrNameLst>
                                      </p:cBhvr>
                                      <p:tavLst>
                                        <p:tav tm="0">
                                          <p:val>
                                            <p:strVal val="#ppt_x"/>
                                          </p:val>
                                        </p:tav>
                                        <p:tav tm="100000">
                                          <p:val>
                                            <p:strVal val="#ppt_x"/>
                                          </p:val>
                                        </p:tav>
                                      </p:tavLst>
                                    </p:anim>
                                    <p:anim calcmode="lin" valueType="num">
                                      <p:cBhvr additive="base">
                                        <p:cTn id="20" dur="500" fill="hold"/>
                                        <p:tgtEl>
                                          <p:spTgt spid="374787">
                                            <p:txEl>
                                              <p:pRg st="2" end="2"/>
                                            </p:txEl>
                                          </p:spTgt>
                                        </p:tgtEl>
                                        <p:attrNameLst>
                                          <p:attrName>ppt_y</p:attrName>
                                        </p:attrNameLst>
                                      </p:cBhvr>
                                      <p:tavLst>
                                        <p:tav tm="0">
                                          <p:val>
                                            <p:strVal val="1+#ppt_h/2"/>
                                          </p:val>
                                        </p:tav>
                                        <p:tav tm="100000">
                                          <p:val>
                                            <p:strVal val="#ppt_y"/>
                                          </p:val>
                                        </p:tav>
                                      </p:tavLst>
                                    </p:anim>
                                  </p:childTnLst>
                                </p:cTn>
                              </p:par>
                            </p:childTnLst>
                          </p:cTn>
                        </p:par>
                      </p:childTnLst>
                    </p:cTn>
                  </p:par>
                  <p:par>
                    <p:cTn id="21" fill="hold">
                      <p:stCondLst>
                        <p:cond delay="indefinite"/>
                      </p:stCondLst>
                      <p:childTnLst>
                        <p:par>
                          <p:cTn id="22" fill="hold">
                            <p:stCondLst>
                              <p:cond delay="0"/>
                            </p:stCondLst>
                            <p:childTnLst>
                              <p:par>
                                <p:cTn id="23" presetID="2" presetClass="entr" presetSubtype="4" fill="hold" nodeType="clickEffect">
                                  <p:stCondLst>
                                    <p:cond delay="0"/>
                                  </p:stCondLst>
                                  <p:childTnLst>
                                    <p:set>
                                      <p:cBhvr>
                                        <p:cTn id="24" dur="1" fill="hold">
                                          <p:stCondLst>
                                            <p:cond delay="0"/>
                                          </p:stCondLst>
                                        </p:cTn>
                                        <p:tgtEl>
                                          <p:spTgt spid="374787">
                                            <p:txEl>
                                              <p:pRg st="3" end="3"/>
                                            </p:txEl>
                                          </p:spTgt>
                                        </p:tgtEl>
                                        <p:attrNameLst>
                                          <p:attrName>style.visibility</p:attrName>
                                        </p:attrNameLst>
                                      </p:cBhvr>
                                      <p:to>
                                        <p:strVal val="visible"/>
                                      </p:to>
                                    </p:set>
                                    <p:anim calcmode="lin" valueType="num">
                                      <p:cBhvr additive="base">
                                        <p:cTn id="25" dur="500" fill="hold"/>
                                        <p:tgtEl>
                                          <p:spTgt spid="374787">
                                            <p:txEl>
                                              <p:pRg st="3" end="3"/>
                                            </p:txEl>
                                          </p:spTgt>
                                        </p:tgtEl>
                                        <p:attrNameLst>
                                          <p:attrName>ppt_x</p:attrName>
                                        </p:attrNameLst>
                                      </p:cBhvr>
                                      <p:tavLst>
                                        <p:tav tm="0">
                                          <p:val>
                                            <p:strVal val="#ppt_x"/>
                                          </p:val>
                                        </p:tav>
                                        <p:tav tm="100000">
                                          <p:val>
                                            <p:strVal val="#ppt_x"/>
                                          </p:val>
                                        </p:tav>
                                      </p:tavLst>
                                    </p:anim>
                                    <p:anim calcmode="lin" valueType="num">
                                      <p:cBhvr additive="base">
                                        <p:cTn id="26" dur="500" fill="hold"/>
                                        <p:tgtEl>
                                          <p:spTgt spid="374787">
                                            <p:txEl>
                                              <p:pRg st="3" end="3"/>
                                            </p:txEl>
                                          </p:spTgt>
                                        </p:tgtEl>
                                        <p:attrNameLst>
                                          <p:attrName>ppt_y</p:attrName>
                                        </p:attrNameLst>
                                      </p:cBhvr>
                                      <p:tavLst>
                                        <p:tav tm="0">
                                          <p:val>
                                            <p:strVal val="1+#ppt_h/2"/>
                                          </p:val>
                                        </p:tav>
                                        <p:tav tm="100000">
                                          <p:val>
                                            <p:strVal val="#ppt_y"/>
                                          </p:val>
                                        </p:tav>
                                      </p:tavLst>
                                    </p:anim>
                                  </p:childTnLst>
                                </p:cTn>
                              </p:par>
                            </p:childTnLst>
                          </p:cTn>
                        </p:par>
                      </p:childTnLst>
                    </p:cTn>
                  </p:par>
                  <p:par>
                    <p:cTn id="27" fill="hold">
                      <p:stCondLst>
                        <p:cond delay="indefinite"/>
                      </p:stCondLst>
                      <p:childTnLst>
                        <p:par>
                          <p:cTn id="28" fill="hold">
                            <p:stCondLst>
                              <p:cond delay="0"/>
                            </p:stCondLst>
                            <p:childTnLst>
                              <p:par>
                                <p:cTn id="29" presetID="2" presetClass="entr" presetSubtype="4" fill="hold" nodeType="clickEffect">
                                  <p:stCondLst>
                                    <p:cond delay="0"/>
                                  </p:stCondLst>
                                  <p:childTnLst>
                                    <p:set>
                                      <p:cBhvr>
                                        <p:cTn id="30" dur="1" fill="hold">
                                          <p:stCondLst>
                                            <p:cond delay="0"/>
                                          </p:stCondLst>
                                        </p:cTn>
                                        <p:tgtEl>
                                          <p:spTgt spid="374787">
                                            <p:txEl>
                                              <p:pRg st="4" end="4"/>
                                            </p:txEl>
                                          </p:spTgt>
                                        </p:tgtEl>
                                        <p:attrNameLst>
                                          <p:attrName>style.visibility</p:attrName>
                                        </p:attrNameLst>
                                      </p:cBhvr>
                                      <p:to>
                                        <p:strVal val="visible"/>
                                      </p:to>
                                    </p:set>
                                    <p:anim calcmode="lin" valueType="num">
                                      <p:cBhvr additive="base">
                                        <p:cTn id="31" dur="500" fill="hold"/>
                                        <p:tgtEl>
                                          <p:spTgt spid="374787">
                                            <p:txEl>
                                              <p:pRg st="4" end="4"/>
                                            </p:txEl>
                                          </p:spTgt>
                                        </p:tgtEl>
                                        <p:attrNameLst>
                                          <p:attrName>ppt_x</p:attrName>
                                        </p:attrNameLst>
                                      </p:cBhvr>
                                      <p:tavLst>
                                        <p:tav tm="0">
                                          <p:val>
                                            <p:strVal val="#ppt_x"/>
                                          </p:val>
                                        </p:tav>
                                        <p:tav tm="100000">
                                          <p:val>
                                            <p:strVal val="#ppt_x"/>
                                          </p:val>
                                        </p:tav>
                                      </p:tavLst>
                                    </p:anim>
                                    <p:anim calcmode="lin" valueType="num">
                                      <p:cBhvr additive="base">
                                        <p:cTn id="32" dur="500" fill="hold"/>
                                        <p:tgtEl>
                                          <p:spTgt spid="374787">
                                            <p:txEl>
                                              <p:pRg st="4" end="4"/>
                                            </p:txEl>
                                          </p:spTgt>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6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3251" name="Rectangle 2"/>
          <p:cNvSpPr>
            <a:spLocks noGrp="1" noChangeArrowheads="1"/>
          </p:cNvSpPr>
          <p:nvPr>
            <p:ph type="title"/>
          </p:nvPr>
        </p:nvSpPr>
        <p:spPr/>
        <p:txBody>
          <a:bodyPr/>
          <a:lstStyle/>
          <a:p>
            <a:pPr eaLnBrk="1" hangingPunct="1"/>
            <a:r>
              <a:rPr lang="en-US" altLang="zh-CN" smtClean="0"/>
              <a:t>(</a:t>
            </a:r>
            <a:r>
              <a:rPr lang="zh-CN" altLang="en-US" smtClean="0"/>
              <a:t>三</a:t>
            </a:r>
            <a:r>
              <a:rPr lang="en-US" altLang="zh-CN" smtClean="0"/>
              <a:t>)</a:t>
            </a:r>
            <a:r>
              <a:rPr lang="zh-CN" altLang="en-US" smtClean="0"/>
              <a:t>查询</a:t>
            </a:r>
            <a:r>
              <a:rPr lang="en-US" altLang="zh-CN" smtClean="0"/>
              <a:t>IP</a:t>
            </a:r>
            <a:r>
              <a:rPr lang="zh-CN" altLang="en-US" smtClean="0"/>
              <a:t>地址分配</a:t>
            </a:r>
            <a:endParaRPr lang="en-US" altLang="zh-CN" smtClean="0"/>
          </a:p>
        </p:txBody>
      </p:sp>
      <p:sp>
        <p:nvSpPr>
          <p:cNvPr id="374787" name="Rectangle 3"/>
          <p:cNvSpPr>
            <a:spLocks noGrp="1" noChangeArrowheads="1"/>
          </p:cNvSpPr>
          <p:nvPr>
            <p:ph type="body" idx="1"/>
          </p:nvPr>
        </p:nvSpPr>
        <p:spPr>
          <a:xfrm>
            <a:off x="582613" y="1239838"/>
            <a:ext cx="7772400" cy="4951412"/>
          </a:xfrm>
        </p:spPr>
        <p:txBody>
          <a:bodyPr/>
          <a:lstStyle/>
          <a:p>
            <a:pPr eaLnBrk="1" hangingPunct="1"/>
            <a:endParaRPr lang="zh-CN" altLang="en-US" sz="2400" dirty="0" smtClean="0"/>
          </a:p>
        </p:txBody>
      </p:sp>
      <p:pic>
        <p:nvPicPr>
          <p:cNvPr id="2" name="图片 1"/>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268355" y="1101725"/>
            <a:ext cx="7827459" cy="5497858"/>
          </a:xfrm>
          <a:prstGeom prst="rect">
            <a:avLst/>
          </a:prstGeom>
        </p:spPr>
      </p:pic>
      <p:pic>
        <p:nvPicPr>
          <p:cNvPr id="3" name="图片 2"/>
          <p:cNvPicPr>
            <a:picLocks noChangeAspect="1"/>
          </p:cNvPicPr>
          <p:nvPr/>
        </p:nvPicPr>
        <p:blipFill>
          <a:blip r:embed="rId4"/>
          <a:stretch>
            <a:fillRect/>
          </a:stretch>
        </p:blipFill>
        <p:spPr>
          <a:xfrm>
            <a:off x="49963" y="1101725"/>
            <a:ext cx="8837700" cy="4661428"/>
          </a:xfrm>
          <a:prstGeom prst="rect">
            <a:avLst/>
          </a:prstGeom>
        </p:spPr>
      </p:pic>
    </p:spTree>
    <p:extLst>
      <p:ext uri="{BB962C8B-B14F-4D97-AF65-F5344CB8AC3E}">
        <p14:creationId xmlns:p14="http://schemas.microsoft.com/office/powerpoint/2010/main" val="3139690631"/>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2"/>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3"/>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6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3251" name="Rectangle 2"/>
          <p:cNvSpPr>
            <a:spLocks noGrp="1" noChangeArrowheads="1"/>
          </p:cNvSpPr>
          <p:nvPr>
            <p:ph type="title"/>
          </p:nvPr>
        </p:nvSpPr>
        <p:spPr/>
        <p:txBody>
          <a:bodyPr/>
          <a:lstStyle/>
          <a:p>
            <a:pPr eaLnBrk="1" hangingPunct="1"/>
            <a:r>
              <a:rPr lang="en-US" altLang="zh-CN" smtClean="0"/>
              <a:t>(</a:t>
            </a:r>
            <a:r>
              <a:rPr lang="zh-CN" altLang="en-US" smtClean="0"/>
              <a:t>三</a:t>
            </a:r>
            <a:r>
              <a:rPr lang="en-US" altLang="zh-CN" smtClean="0"/>
              <a:t>)</a:t>
            </a:r>
            <a:r>
              <a:rPr lang="zh-CN" altLang="en-US" smtClean="0"/>
              <a:t>查询</a:t>
            </a:r>
            <a:r>
              <a:rPr lang="en-US" altLang="zh-CN" smtClean="0"/>
              <a:t>IP</a:t>
            </a:r>
            <a:r>
              <a:rPr lang="zh-CN" altLang="en-US" smtClean="0"/>
              <a:t>地址分配</a:t>
            </a:r>
            <a:endParaRPr lang="en-US" altLang="zh-CN" smtClean="0"/>
          </a:p>
        </p:txBody>
      </p:sp>
      <p:pic>
        <p:nvPicPr>
          <p:cNvPr id="4" name="图片 3"/>
          <p:cNvPicPr>
            <a:picLocks noChangeAspect="1"/>
          </p:cNvPicPr>
          <p:nvPr/>
        </p:nvPicPr>
        <p:blipFill>
          <a:blip r:embed="rId3"/>
          <a:stretch>
            <a:fillRect/>
          </a:stretch>
        </p:blipFill>
        <p:spPr>
          <a:xfrm>
            <a:off x="178905" y="1239838"/>
            <a:ext cx="8862805" cy="4011843"/>
          </a:xfrm>
          <a:prstGeom prst="rect">
            <a:avLst/>
          </a:prstGeom>
        </p:spPr>
      </p:pic>
      <p:sp>
        <p:nvSpPr>
          <p:cNvPr id="374787" name="Rectangle 3"/>
          <p:cNvSpPr>
            <a:spLocks noGrp="1" noChangeArrowheads="1"/>
          </p:cNvSpPr>
          <p:nvPr>
            <p:ph type="body" idx="1"/>
          </p:nvPr>
        </p:nvSpPr>
        <p:spPr>
          <a:xfrm>
            <a:off x="582613" y="1239838"/>
            <a:ext cx="7772400" cy="4951412"/>
          </a:xfrm>
        </p:spPr>
        <p:txBody>
          <a:bodyPr/>
          <a:lstStyle/>
          <a:p>
            <a:pPr eaLnBrk="1" hangingPunct="1"/>
            <a:endParaRPr lang="zh-CN" altLang="en-US" sz="2400" dirty="0" smtClean="0"/>
          </a:p>
        </p:txBody>
      </p:sp>
    </p:spTree>
    <p:extLst>
      <p:ext uri="{BB962C8B-B14F-4D97-AF65-F5344CB8AC3E}">
        <p14:creationId xmlns:p14="http://schemas.microsoft.com/office/powerpoint/2010/main" val="183212121"/>
      </p:ext>
    </p:extLst>
  </p:cSld>
  <p:clrMapOvr>
    <a:masterClrMapping/>
  </p:clrMapOvr>
  <p:timing>
    <p:tnLst>
      <p:par>
        <p:cTn id="1" dur="indefinite" restart="never" nodeType="tmRoot"/>
      </p:par>
    </p:tnLst>
  </p:timing>
</p:sld>
</file>

<file path=ppt/slides/slide6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4275" name="Rectangle 2"/>
          <p:cNvSpPr>
            <a:spLocks noGrp="1" noChangeArrowheads="1"/>
          </p:cNvSpPr>
          <p:nvPr>
            <p:ph type="title"/>
          </p:nvPr>
        </p:nvSpPr>
        <p:spPr>
          <a:xfrm>
            <a:off x="1504950" y="2660650"/>
            <a:ext cx="6686550" cy="1143000"/>
          </a:xfrm>
          <a:noFill/>
        </p:spPr>
        <p:txBody>
          <a:bodyPr/>
          <a:lstStyle/>
          <a:p>
            <a:pPr eaLnBrk="1" hangingPunct="1"/>
            <a:r>
              <a:rPr lang="zh-CN" altLang="en-US" b="1" dirty="0" smtClean="0">
                <a:solidFill>
                  <a:srgbClr val="FF0000"/>
                </a:solidFill>
              </a:rPr>
              <a:t>三、域名系统</a:t>
            </a:r>
            <a:endParaRPr lang="en-US" altLang="zh-CN" b="1" dirty="0" smtClean="0">
              <a:solidFill>
                <a:srgbClr val="FF0000"/>
              </a:solidFill>
            </a:endParaRPr>
          </a:p>
        </p:txBody>
      </p:sp>
    </p:spTree>
  </p:cSld>
  <p:clrMapOvr>
    <a:masterClrMapping/>
  </p:clrMapOvr>
  <p:timing>
    <p:tnLst>
      <p:par>
        <p:cTn id="1" dur="indefinite" restart="never" nodeType="tmRoot"/>
      </p:par>
    </p:tnLst>
  </p:timing>
</p:sld>
</file>

<file path=ppt/slides/slide7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6323" name="Rectangle 2"/>
          <p:cNvSpPr>
            <a:spLocks noGrp="1" noChangeArrowheads="1"/>
          </p:cNvSpPr>
          <p:nvPr>
            <p:ph type="title"/>
          </p:nvPr>
        </p:nvSpPr>
        <p:spPr/>
        <p:txBody>
          <a:bodyPr/>
          <a:lstStyle/>
          <a:p>
            <a:pPr eaLnBrk="1" hangingPunct="1"/>
            <a:r>
              <a:rPr lang="en-US" altLang="zh-CN" dirty="0" smtClean="0"/>
              <a:t>DNS</a:t>
            </a:r>
            <a:r>
              <a:rPr lang="zh-CN" altLang="en-US" dirty="0" smtClean="0"/>
              <a:t>服务</a:t>
            </a:r>
            <a:endParaRPr lang="en-US" altLang="zh-CN" dirty="0" smtClean="0"/>
          </a:p>
        </p:txBody>
      </p:sp>
      <p:sp>
        <p:nvSpPr>
          <p:cNvPr id="392195" name="Rectangle 3"/>
          <p:cNvSpPr>
            <a:spLocks noGrp="1" noChangeArrowheads="1"/>
          </p:cNvSpPr>
          <p:nvPr>
            <p:ph type="body" idx="1"/>
          </p:nvPr>
        </p:nvSpPr>
        <p:spPr>
          <a:xfrm>
            <a:off x="677863" y="1316038"/>
            <a:ext cx="7772400" cy="4684712"/>
          </a:xfrm>
        </p:spPr>
        <p:txBody>
          <a:bodyPr/>
          <a:lstStyle/>
          <a:p>
            <a:pPr eaLnBrk="1" hangingPunct="1">
              <a:lnSpc>
                <a:spcPct val="105000"/>
              </a:lnSpc>
            </a:pPr>
            <a:r>
              <a:rPr lang="en-US" altLang="zh-CN" sz="2400" dirty="0" smtClean="0"/>
              <a:t>DNS</a:t>
            </a:r>
            <a:r>
              <a:rPr lang="zh-CN" altLang="en-US" sz="2400" dirty="0" smtClean="0"/>
              <a:t>服务提供域名到</a:t>
            </a:r>
            <a:r>
              <a:rPr lang="en-US" altLang="zh-CN" sz="2400" dirty="0" smtClean="0"/>
              <a:t>IP</a:t>
            </a:r>
            <a:r>
              <a:rPr lang="zh-CN" altLang="en-US" sz="2400" dirty="0" smtClean="0"/>
              <a:t>地址的映射。</a:t>
            </a:r>
            <a:endParaRPr lang="en-US" altLang="zh-CN" sz="2400" dirty="0" smtClean="0"/>
          </a:p>
          <a:p>
            <a:pPr eaLnBrk="1" hangingPunct="1">
              <a:lnSpc>
                <a:spcPct val="105000"/>
              </a:lnSpc>
            </a:pPr>
            <a:r>
              <a:rPr lang="zh-CN" altLang="en-US" sz="2400" dirty="0"/>
              <a:t>按</a:t>
            </a:r>
            <a:r>
              <a:rPr lang="zh-CN" altLang="en-US" sz="2400" dirty="0" smtClean="0"/>
              <a:t>具体作用不同，</a:t>
            </a:r>
            <a:r>
              <a:rPr lang="en-US" altLang="zh-CN" sz="2400" dirty="0" smtClean="0"/>
              <a:t>DNS</a:t>
            </a:r>
            <a:r>
              <a:rPr lang="zh-CN" altLang="en-US" sz="2400" dirty="0" smtClean="0"/>
              <a:t>服务器分为</a:t>
            </a:r>
            <a:r>
              <a:rPr lang="zh-CN" altLang="en-US" sz="2400" dirty="0" smtClean="0">
                <a:solidFill>
                  <a:srgbClr val="FF0000"/>
                </a:solidFill>
              </a:rPr>
              <a:t>主域名服务器</a:t>
            </a:r>
            <a:r>
              <a:rPr lang="zh-CN" altLang="en-US" sz="2400" dirty="0" smtClean="0"/>
              <a:t>、</a:t>
            </a:r>
            <a:r>
              <a:rPr lang="zh-CN" altLang="en-US" sz="2400" dirty="0" smtClean="0">
                <a:solidFill>
                  <a:srgbClr val="FF0000"/>
                </a:solidFill>
              </a:rPr>
              <a:t>辅助域名服务器</a:t>
            </a:r>
            <a:r>
              <a:rPr lang="zh-CN" altLang="en-US" sz="2400" dirty="0" smtClean="0"/>
              <a:t>和</a:t>
            </a:r>
            <a:r>
              <a:rPr lang="zh-CN" altLang="en-US" sz="2400" dirty="0" smtClean="0">
                <a:solidFill>
                  <a:srgbClr val="FF0000"/>
                </a:solidFill>
              </a:rPr>
              <a:t>缓存域名服务器</a:t>
            </a:r>
            <a:r>
              <a:rPr lang="zh-CN" altLang="en-US" sz="2400" dirty="0" smtClean="0"/>
              <a:t>。</a:t>
            </a:r>
            <a:endParaRPr lang="en-US" altLang="zh-CN" sz="2400" dirty="0" smtClean="0"/>
          </a:p>
          <a:p>
            <a:pPr eaLnBrk="1" hangingPunct="1">
              <a:lnSpc>
                <a:spcPct val="105000"/>
              </a:lnSpc>
            </a:pPr>
            <a:r>
              <a:rPr lang="zh-CN" altLang="en-US" sz="2400" dirty="0" smtClean="0">
                <a:solidFill>
                  <a:srgbClr val="FF0000"/>
                </a:solidFill>
              </a:rPr>
              <a:t>主</a:t>
            </a:r>
            <a:r>
              <a:rPr lang="zh-CN" altLang="en-US" sz="2400" dirty="0">
                <a:solidFill>
                  <a:srgbClr val="FF0000"/>
                </a:solidFill>
              </a:rPr>
              <a:t>域名</a:t>
            </a:r>
            <a:r>
              <a:rPr lang="zh-CN" altLang="en-US" sz="2400" dirty="0" smtClean="0">
                <a:solidFill>
                  <a:srgbClr val="FF0000"/>
                </a:solidFill>
              </a:rPr>
              <a:t>服务器</a:t>
            </a:r>
            <a:r>
              <a:rPr lang="zh-CN" altLang="en-US" sz="2400" dirty="0"/>
              <a:t>存储了所辖区域内主机的域名资源的正本，负责维护一个区域的所有域名信息，是特定的所有信息的权威信息源，数据可以</a:t>
            </a:r>
            <a:r>
              <a:rPr lang="zh-CN" altLang="en-US" sz="2400" dirty="0" smtClean="0"/>
              <a:t>修改</a:t>
            </a:r>
            <a:endParaRPr lang="en-US" altLang="zh-CN" sz="2400" dirty="0" smtClean="0"/>
          </a:p>
          <a:p>
            <a:pPr eaLnBrk="1" hangingPunct="1">
              <a:lnSpc>
                <a:spcPct val="105000"/>
              </a:lnSpc>
            </a:pPr>
            <a:r>
              <a:rPr lang="zh-CN" altLang="en-US" sz="2400" dirty="0"/>
              <a:t>当主域名服务器出现故障、关闭或负载过重时，</a:t>
            </a:r>
            <a:r>
              <a:rPr lang="zh-CN" altLang="en-US" sz="2400" dirty="0">
                <a:solidFill>
                  <a:srgbClr val="FF0000"/>
                </a:solidFill>
              </a:rPr>
              <a:t>辅助域名服务器</a:t>
            </a:r>
            <a:r>
              <a:rPr lang="zh-CN" altLang="en-US" sz="2400" dirty="0"/>
              <a:t>作为主域名服务器的备份提供域名解析服务。辅助域名服务器中的区域文件中的数据</a:t>
            </a:r>
            <a:r>
              <a:rPr lang="zh-CN" altLang="en-US" sz="2400" dirty="0" smtClean="0"/>
              <a:t>是从</a:t>
            </a:r>
            <a:r>
              <a:rPr lang="zh-CN" altLang="en-US" sz="2400" dirty="0"/>
              <a:t>另外的一台主域名服务器中复制过来的，是不可以修改</a:t>
            </a:r>
            <a:r>
              <a:rPr lang="zh-CN" altLang="en-US" sz="2400" dirty="0" smtClean="0"/>
              <a:t>的，这一复制动作称为区域传送（</a:t>
            </a:r>
            <a:r>
              <a:rPr lang="en-US" altLang="zh-CN" sz="2400" dirty="0" smtClean="0"/>
              <a:t>Zone Transfer</a:t>
            </a:r>
            <a:r>
              <a:rPr lang="zh-CN" altLang="en-US" sz="2400" dirty="0" smtClean="0"/>
              <a:t>）</a:t>
            </a:r>
            <a:endParaRPr lang="en-US" altLang="zh-CN" sz="2400" dirty="0" smtClean="0"/>
          </a:p>
          <a:p>
            <a:endParaRPr lang="zh-CN" altLang="en-US" sz="2400" dirty="0" smtClean="0"/>
          </a:p>
        </p:txBody>
      </p:sp>
    </p:spTree>
    <p:extLst>
      <p:ext uri="{BB962C8B-B14F-4D97-AF65-F5344CB8AC3E}">
        <p14:creationId xmlns:p14="http://schemas.microsoft.com/office/powerpoint/2010/main" val="3543148179"/>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nodeType="clickEffect">
                                  <p:stCondLst>
                                    <p:cond delay="0"/>
                                  </p:stCondLst>
                                  <p:childTnLst>
                                    <p:set>
                                      <p:cBhvr>
                                        <p:cTn id="6" dur="1" fill="hold">
                                          <p:stCondLst>
                                            <p:cond delay="0"/>
                                          </p:stCondLst>
                                        </p:cTn>
                                        <p:tgtEl>
                                          <p:spTgt spid="392195">
                                            <p:txEl>
                                              <p:pRg st="0" end="0"/>
                                            </p:txEl>
                                          </p:spTgt>
                                        </p:tgtEl>
                                        <p:attrNameLst>
                                          <p:attrName>style.visibility</p:attrName>
                                        </p:attrNameLst>
                                      </p:cBhvr>
                                      <p:to>
                                        <p:strVal val="visible"/>
                                      </p:to>
                                    </p:set>
                                    <p:anim calcmode="lin" valueType="num">
                                      <p:cBhvr additive="base">
                                        <p:cTn id="7" dur="500" fill="hold"/>
                                        <p:tgtEl>
                                          <p:spTgt spid="392195">
                                            <p:txEl>
                                              <p:pRg st="0" end="0"/>
                                            </p:txEl>
                                          </p:spTgt>
                                        </p:tgtEl>
                                        <p:attrNameLst>
                                          <p:attrName>ppt_x</p:attrName>
                                        </p:attrNameLst>
                                      </p:cBhvr>
                                      <p:tavLst>
                                        <p:tav tm="0">
                                          <p:val>
                                            <p:strVal val="#ppt_x"/>
                                          </p:val>
                                        </p:tav>
                                        <p:tav tm="100000">
                                          <p:val>
                                            <p:strVal val="#ppt_x"/>
                                          </p:val>
                                        </p:tav>
                                      </p:tavLst>
                                    </p:anim>
                                    <p:anim calcmode="lin" valueType="num">
                                      <p:cBhvr additive="base">
                                        <p:cTn id="8" dur="500" fill="hold"/>
                                        <p:tgtEl>
                                          <p:spTgt spid="392195">
                                            <p:txEl>
                                              <p:pRg st="0" end="0"/>
                                            </p:txEl>
                                          </p:spTgt>
                                        </p:tgtEl>
                                        <p:attrNameLst>
                                          <p:attrName>ppt_y</p:attrName>
                                        </p:attrNameLst>
                                      </p:cBhvr>
                                      <p:tavLst>
                                        <p:tav tm="0">
                                          <p:val>
                                            <p:strVal val="1+#ppt_h/2"/>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2" presetClass="entr" presetSubtype="4" fill="hold" nodeType="clickEffect">
                                  <p:stCondLst>
                                    <p:cond delay="0"/>
                                  </p:stCondLst>
                                  <p:childTnLst>
                                    <p:set>
                                      <p:cBhvr>
                                        <p:cTn id="12" dur="1" fill="hold">
                                          <p:stCondLst>
                                            <p:cond delay="0"/>
                                          </p:stCondLst>
                                        </p:cTn>
                                        <p:tgtEl>
                                          <p:spTgt spid="392195">
                                            <p:txEl>
                                              <p:pRg st="1" end="1"/>
                                            </p:txEl>
                                          </p:spTgt>
                                        </p:tgtEl>
                                        <p:attrNameLst>
                                          <p:attrName>style.visibility</p:attrName>
                                        </p:attrNameLst>
                                      </p:cBhvr>
                                      <p:to>
                                        <p:strVal val="visible"/>
                                      </p:to>
                                    </p:set>
                                    <p:anim calcmode="lin" valueType="num">
                                      <p:cBhvr additive="base">
                                        <p:cTn id="13" dur="500" fill="hold"/>
                                        <p:tgtEl>
                                          <p:spTgt spid="392195">
                                            <p:txEl>
                                              <p:pRg st="1" end="1"/>
                                            </p:txEl>
                                          </p:spTgt>
                                        </p:tgtEl>
                                        <p:attrNameLst>
                                          <p:attrName>ppt_x</p:attrName>
                                        </p:attrNameLst>
                                      </p:cBhvr>
                                      <p:tavLst>
                                        <p:tav tm="0">
                                          <p:val>
                                            <p:strVal val="#ppt_x"/>
                                          </p:val>
                                        </p:tav>
                                        <p:tav tm="100000">
                                          <p:val>
                                            <p:strVal val="#ppt_x"/>
                                          </p:val>
                                        </p:tav>
                                      </p:tavLst>
                                    </p:anim>
                                    <p:anim calcmode="lin" valueType="num">
                                      <p:cBhvr additive="base">
                                        <p:cTn id="14" dur="500" fill="hold"/>
                                        <p:tgtEl>
                                          <p:spTgt spid="392195">
                                            <p:txEl>
                                              <p:pRg st="1" end="1"/>
                                            </p:txEl>
                                          </p:spTgt>
                                        </p:tgtEl>
                                        <p:attrNameLst>
                                          <p:attrName>ppt_y</p:attrName>
                                        </p:attrNameLst>
                                      </p:cBhvr>
                                      <p:tavLst>
                                        <p:tav tm="0">
                                          <p:val>
                                            <p:strVal val="1+#ppt_h/2"/>
                                          </p:val>
                                        </p:tav>
                                        <p:tav tm="100000">
                                          <p:val>
                                            <p:strVal val="#ppt_y"/>
                                          </p:val>
                                        </p:tav>
                                      </p:tavLst>
                                    </p:anim>
                                  </p:childTnLst>
                                </p:cTn>
                              </p:par>
                            </p:childTnLst>
                          </p:cTn>
                        </p:par>
                      </p:childTnLst>
                    </p:cTn>
                  </p:par>
                  <p:par>
                    <p:cTn id="15" fill="hold">
                      <p:stCondLst>
                        <p:cond delay="indefinite"/>
                      </p:stCondLst>
                      <p:childTnLst>
                        <p:par>
                          <p:cTn id="16" fill="hold">
                            <p:stCondLst>
                              <p:cond delay="0"/>
                            </p:stCondLst>
                            <p:childTnLst>
                              <p:par>
                                <p:cTn id="17" presetID="2" presetClass="entr" presetSubtype="4" fill="hold" nodeType="clickEffect">
                                  <p:stCondLst>
                                    <p:cond delay="0"/>
                                  </p:stCondLst>
                                  <p:childTnLst>
                                    <p:set>
                                      <p:cBhvr>
                                        <p:cTn id="18" dur="1" fill="hold">
                                          <p:stCondLst>
                                            <p:cond delay="0"/>
                                          </p:stCondLst>
                                        </p:cTn>
                                        <p:tgtEl>
                                          <p:spTgt spid="392195">
                                            <p:txEl>
                                              <p:pRg st="2" end="2"/>
                                            </p:txEl>
                                          </p:spTgt>
                                        </p:tgtEl>
                                        <p:attrNameLst>
                                          <p:attrName>style.visibility</p:attrName>
                                        </p:attrNameLst>
                                      </p:cBhvr>
                                      <p:to>
                                        <p:strVal val="visible"/>
                                      </p:to>
                                    </p:set>
                                    <p:anim calcmode="lin" valueType="num">
                                      <p:cBhvr additive="base">
                                        <p:cTn id="19" dur="500" fill="hold"/>
                                        <p:tgtEl>
                                          <p:spTgt spid="392195">
                                            <p:txEl>
                                              <p:pRg st="2" end="2"/>
                                            </p:txEl>
                                          </p:spTgt>
                                        </p:tgtEl>
                                        <p:attrNameLst>
                                          <p:attrName>ppt_x</p:attrName>
                                        </p:attrNameLst>
                                      </p:cBhvr>
                                      <p:tavLst>
                                        <p:tav tm="0">
                                          <p:val>
                                            <p:strVal val="#ppt_x"/>
                                          </p:val>
                                        </p:tav>
                                        <p:tav tm="100000">
                                          <p:val>
                                            <p:strVal val="#ppt_x"/>
                                          </p:val>
                                        </p:tav>
                                      </p:tavLst>
                                    </p:anim>
                                    <p:anim calcmode="lin" valueType="num">
                                      <p:cBhvr additive="base">
                                        <p:cTn id="20" dur="500" fill="hold"/>
                                        <p:tgtEl>
                                          <p:spTgt spid="392195">
                                            <p:txEl>
                                              <p:pRg st="2" end="2"/>
                                            </p:txEl>
                                          </p:spTgt>
                                        </p:tgtEl>
                                        <p:attrNameLst>
                                          <p:attrName>ppt_y</p:attrName>
                                        </p:attrNameLst>
                                      </p:cBhvr>
                                      <p:tavLst>
                                        <p:tav tm="0">
                                          <p:val>
                                            <p:strVal val="1+#ppt_h/2"/>
                                          </p:val>
                                        </p:tav>
                                        <p:tav tm="100000">
                                          <p:val>
                                            <p:strVal val="#ppt_y"/>
                                          </p:val>
                                        </p:tav>
                                      </p:tavLst>
                                    </p:anim>
                                  </p:childTnLst>
                                </p:cTn>
                              </p:par>
                            </p:childTnLst>
                          </p:cTn>
                        </p:par>
                      </p:childTnLst>
                    </p:cTn>
                  </p:par>
                  <p:par>
                    <p:cTn id="21" fill="hold">
                      <p:stCondLst>
                        <p:cond delay="indefinite"/>
                      </p:stCondLst>
                      <p:childTnLst>
                        <p:par>
                          <p:cTn id="22" fill="hold">
                            <p:stCondLst>
                              <p:cond delay="0"/>
                            </p:stCondLst>
                            <p:childTnLst>
                              <p:par>
                                <p:cTn id="23" presetID="2" presetClass="entr" presetSubtype="4" fill="hold" nodeType="clickEffect">
                                  <p:stCondLst>
                                    <p:cond delay="0"/>
                                  </p:stCondLst>
                                  <p:childTnLst>
                                    <p:set>
                                      <p:cBhvr>
                                        <p:cTn id="24" dur="1" fill="hold">
                                          <p:stCondLst>
                                            <p:cond delay="0"/>
                                          </p:stCondLst>
                                        </p:cTn>
                                        <p:tgtEl>
                                          <p:spTgt spid="392195">
                                            <p:txEl>
                                              <p:pRg st="3" end="3"/>
                                            </p:txEl>
                                          </p:spTgt>
                                        </p:tgtEl>
                                        <p:attrNameLst>
                                          <p:attrName>style.visibility</p:attrName>
                                        </p:attrNameLst>
                                      </p:cBhvr>
                                      <p:to>
                                        <p:strVal val="visible"/>
                                      </p:to>
                                    </p:set>
                                    <p:anim calcmode="lin" valueType="num">
                                      <p:cBhvr additive="base">
                                        <p:cTn id="25" dur="500" fill="hold"/>
                                        <p:tgtEl>
                                          <p:spTgt spid="392195">
                                            <p:txEl>
                                              <p:pRg st="3" end="3"/>
                                            </p:txEl>
                                          </p:spTgt>
                                        </p:tgtEl>
                                        <p:attrNameLst>
                                          <p:attrName>ppt_x</p:attrName>
                                        </p:attrNameLst>
                                      </p:cBhvr>
                                      <p:tavLst>
                                        <p:tav tm="0">
                                          <p:val>
                                            <p:strVal val="#ppt_x"/>
                                          </p:val>
                                        </p:tav>
                                        <p:tav tm="100000">
                                          <p:val>
                                            <p:strVal val="#ppt_x"/>
                                          </p:val>
                                        </p:tav>
                                      </p:tavLst>
                                    </p:anim>
                                    <p:anim calcmode="lin" valueType="num">
                                      <p:cBhvr additive="base">
                                        <p:cTn id="26" dur="500" fill="hold"/>
                                        <p:tgtEl>
                                          <p:spTgt spid="392195">
                                            <p:txEl>
                                              <p:pRg st="3" end="3"/>
                                            </p:txEl>
                                          </p:spTgt>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7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6323" name="Rectangle 2"/>
          <p:cNvSpPr>
            <a:spLocks noGrp="1" noChangeArrowheads="1"/>
          </p:cNvSpPr>
          <p:nvPr>
            <p:ph type="title"/>
          </p:nvPr>
        </p:nvSpPr>
        <p:spPr/>
        <p:txBody>
          <a:bodyPr/>
          <a:lstStyle/>
          <a:p>
            <a:pPr eaLnBrk="1" hangingPunct="1"/>
            <a:r>
              <a:rPr lang="en-US" altLang="zh-CN" dirty="0" smtClean="0"/>
              <a:t>DNS</a:t>
            </a:r>
            <a:r>
              <a:rPr lang="zh-CN" altLang="en-US" dirty="0" smtClean="0"/>
              <a:t>服务</a:t>
            </a:r>
            <a:endParaRPr lang="en-US" altLang="zh-CN" dirty="0" smtClean="0"/>
          </a:p>
        </p:txBody>
      </p:sp>
      <p:sp>
        <p:nvSpPr>
          <p:cNvPr id="392195" name="Rectangle 3"/>
          <p:cNvSpPr>
            <a:spLocks noGrp="1" noChangeArrowheads="1"/>
          </p:cNvSpPr>
          <p:nvPr>
            <p:ph type="body" idx="1"/>
          </p:nvPr>
        </p:nvSpPr>
        <p:spPr>
          <a:xfrm>
            <a:off x="677863" y="1240624"/>
            <a:ext cx="7772400" cy="5386420"/>
          </a:xfrm>
        </p:spPr>
        <p:txBody>
          <a:bodyPr/>
          <a:lstStyle/>
          <a:p>
            <a:pPr>
              <a:lnSpc>
                <a:spcPct val="150000"/>
              </a:lnSpc>
            </a:pPr>
            <a:r>
              <a:rPr lang="zh-CN" altLang="en-US" sz="2000" dirty="0" smtClean="0">
                <a:solidFill>
                  <a:srgbClr val="FF0000"/>
                </a:solidFill>
                <a:latin typeface="+mn-ea"/>
              </a:rPr>
              <a:t>缓存</a:t>
            </a:r>
            <a:r>
              <a:rPr lang="zh-CN" altLang="en-US" sz="2000" dirty="0">
                <a:solidFill>
                  <a:srgbClr val="FF0000"/>
                </a:solidFill>
                <a:latin typeface="+mn-ea"/>
              </a:rPr>
              <a:t>域名</a:t>
            </a:r>
            <a:r>
              <a:rPr lang="zh-CN" altLang="en-US" sz="2000" dirty="0" smtClean="0">
                <a:solidFill>
                  <a:srgbClr val="FF0000"/>
                </a:solidFill>
                <a:latin typeface="+mn-ea"/>
              </a:rPr>
              <a:t>服务器</a:t>
            </a:r>
            <a:r>
              <a:rPr lang="en-US" altLang="zh-CN" sz="2000" dirty="0" smtClean="0">
                <a:latin typeface="+mn-ea"/>
              </a:rPr>
              <a:t>:</a:t>
            </a:r>
            <a:r>
              <a:rPr lang="zh-CN" altLang="en-US" sz="2000" dirty="0" smtClean="0">
                <a:latin typeface="+mn-ea"/>
              </a:rPr>
              <a:t>从</a:t>
            </a:r>
            <a:r>
              <a:rPr lang="zh-CN" altLang="en-US" sz="2000" dirty="0">
                <a:latin typeface="+mn-ea"/>
              </a:rPr>
              <a:t>某个远程服务器取得每次域名服务器的查询回答，一旦取得一个答案就将它放在高速缓存中，以后查询相同的信息就用高速缓存中的数据回答，缓存域名服务器不是权威的域名服务器，因为它提供的信息都是间接信息。</a:t>
            </a:r>
          </a:p>
          <a:p>
            <a:pPr eaLnBrk="1" hangingPunct="1">
              <a:lnSpc>
                <a:spcPct val="150000"/>
              </a:lnSpc>
            </a:pPr>
            <a:r>
              <a:rPr lang="zh-CN" altLang="en-US" sz="2000" dirty="0" smtClean="0">
                <a:latin typeface="+mn-ea"/>
              </a:rPr>
              <a:t>管理员在对主</a:t>
            </a:r>
            <a:r>
              <a:rPr lang="en-US" altLang="zh-CN" sz="2000" dirty="0" smtClean="0">
                <a:latin typeface="+mn-ea"/>
              </a:rPr>
              <a:t>DNS</a:t>
            </a:r>
            <a:r>
              <a:rPr lang="zh-CN" altLang="en-US" sz="2000" dirty="0" smtClean="0">
                <a:latin typeface="+mn-ea"/>
              </a:rPr>
              <a:t>服务器设置</a:t>
            </a:r>
            <a:r>
              <a:rPr lang="en-US" altLang="zh-CN" sz="2000" dirty="0" smtClean="0">
                <a:latin typeface="+mn-ea"/>
              </a:rPr>
              <a:t>DNS</a:t>
            </a:r>
            <a:r>
              <a:rPr lang="zh-CN" altLang="en-US" sz="2000" dirty="0" smtClean="0">
                <a:latin typeface="+mn-ea"/>
              </a:rPr>
              <a:t>区域传送时一般会有两种选择：一种是只允许指定的</a:t>
            </a:r>
            <a:r>
              <a:rPr lang="en-US" altLang="zh-CN" sz="2000" dirty="0" smtClean="0">
                <a:latin typeface="+mn-ea"/>
              </a:rPr>
              <a:t>IP</a:t>
            </a:r>
            <a:r>
              <a:rPr lang="zh-CN" altLang="en-US" sz="2000" dirty="0" smtClean="0">
                <a:latin typeface="+mn-ea"/>
              </a:rPr>
              <a:t>地址从该服务器进行区域传送；另一种是允许任意的</a:t>
            </a:r>
            <a:r>
              <a:rPr lang="en-US" altLang="zh-CN" sz="2000" dirty="0" smtClean="0">
                <a:latin typeface="+mn-ea"/>
              </a:rPr>
              <a:t>IP</a:t>
            </a:r>
            <a:r>
              <a:rPr lang="zh-CN" altLang="en-US" sz="2000" dirty="0" smtClean="0">
                <a:latin typeface="+mn-ea"/>
              </a:rPr>
              <a:t>地址从该服务器进行区域传送。显然</a:t>
            </a:r>
            <a:r>
              <a:rPr lang="zh-CN" altLang="en-US" sz="2000" dirty="0" smtClean="0">
                <a:solidFill>
                  <a:srgbClr val="FF0000"/>
                </a:solidFill>
                <a:latin typeface="+mn-ea"/>
              </a:rPr>
              <a:t>第二种选择使得任何主机均可获得主</a:t>
            </a:r>
            <a:r>
              <a:rPr lang="en-US" altLang="zh-CN" sz="2000" dirty="0" smtClean="0">
                <a:solidFill>
                  <a:srgbClr val="FF0000"/>
                </a:solidFill>
                <a:latin typeface="+mn-ea"/>
              </a:rPr>
              <a:t>DNS</a:t>
            </a:r>
            <a:r>
              <a:rPr lang="zh-CN" altLang="en-US" sz="2000" dirty="0" smtClean="0">
                <a:solidFill>
                  <a:srgbClr val="FF0000"/>
                </a:solidFill>
                <a:latin typeface="+mn-ea"/>
              </a:rPr>
              <a:t>服务器中的信息</a:t>
            </a:r>
            <a:r>
              <a:rPr lang="zh-CN" altLang="en-US" sz="2000" dirty="0" smtClean="0">
                <a:latin typeface="+mn-ea"/>
              </a:rPr>
              <a:t>。更糟的是，有些</a:t>
            </a:r>
            <a:r>
              <a:rPr lang="en-US" altLang="zh-CN" sz="2000" dirty="0" smtClean="0">
                <a:latin typeface="+mn-ea"/>
              </a:rPr>
              <a:t>DNS</a:t>
            </a:r>
            <a:r>
              <a:rPr lang="zh-CN" altLang="en-US" sz="2000" dirty="0" smtClean="0">
                <a:latin typeface="+mn-ea"/>
              </a:rPr>
              <a:t>服务器存放的有外部公用</a:t>
            </a:r>
            <a:r>
              <a:rPr lang="en-US" altLang="zh-CN" sz="2000" dirty="0" smtClean="0">
                <a:latin typeface="+mn-ea"/>
              </a:rPr>
              <a:t>DNS</a:t>
            </a:r>
            <a:r>
              <a:rPr lang="zh-CN" altLang="en-US" sz="2000" dirty="0" smtClean="0">
                <a:latin typeface="+mn-ea"/>
              </a:rPr>
              <a:t>信息和内部私用</a:t>
            </a:r>
            <a:r>
              <a:rPr lang="en-US" altLang="zh-CN" sz="2000" dirty="0" smtClean="0">
                <a:latin typeface="+mn-ea"/>
              </a:rPr>
              <a:t>DNS</a:t>
            </a:r>
            <a:r>
              <a:rPr lang="zh-CN" altLang="en-US" sz="2000" dirty="0" smtClean="0">
                <a:latin typeface="+mn-ea"/>
              </a:rPr>
              <a:t>信息，这样任何主机都可以获得机构内部的主机名和</a:t>
            </a:r>
            <a:r>
              <a:rPr lang="en-US" altLang="zh-CN" sz="2000" dirty="0" smtClean="0">
                <a:latin typeface="+mn-ea"/>
              </a:rPr>
              <a:t>IP</a:t>
            </a:r>
            <a:r>
              <a:rPr lang="zh-CN" altLang="en-US" sz="2000" dirty="0" smtClean="0">
                <a:latin typeface="+mn-ea"/>
              </a:rPr>
              <a:t>地址。当然，这样的疏忽设置已经几乎不存在。</a:t>
            </a:r>
            <a:endParaRPr lang="en-US" altLang="zh-CN" sz="2000" dirty="0" smtClean="0">
              <a:latin typeface="+mn-ea"/>
            </a:endParaRPr>
          </a:p>
        </p:txBody>
      </p:sp>
    </p:spTree>
    <p:extLst>
      <p:ext uri="{BB962C8B-B14F-4D97-AF65-F5344CB8AC3E}">
        <p14:creationId xmlns:p14="http://schemas.microsoft.com/office/powerpoint/2010/main" val="1502076994"/>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nodeType="clickEffect">
                                  <p:stCondLst>
                                    <p:cond delay="0"/>
                                  </p:stCondLst>
                                  <p:childTnLst>
                                    <p:set>
                                      <p:cBhvr>
                                        <p:cTn id="6" dur="1" fill="hold">
                                          <p:stCondLst>
                                            <p:cond delay="0"/>
                                          </p:stCondLst>
                                        </p:cTn>
                                        <p:tgtEl>
                                          <p:spTgt spid="392195">
                                            <p:txEl>
                                              <p:pRg st="0" end="0"/>
                                            </p:txEl>
                                          </p:spTgt>
                                        </p:tgtEl>
                                        <p:attrNameLst>
                                          <p:attrName>style.visibility</p:attrName>
                                        </p:attrNameLst>
                                      </p:cBhvr>
                                      <p:to>
                                        <p:strVal val="visible"/>
                                      </p:to>
                                    </p:set>
                                    <p:anim calcmode="lin" valueType="num">
                                      <p:cBhvr additive="base">
                                        <p:cTn id="7" dur="500" fill="hold"/>
                                        <p:tgtEl>
                                          <p:spTgt spid="392195">
                                            <p:txEl>
                                              <p:pRg st="0" end="0"/>
                                            </p:txEl>
                                          </p:spTgt>
                                        </p:tgtEl>
                                        <p:attrNameLst>
                                          <p:attrName>ppt_x</p:attrName>
                                        </p:attrNameLst>
                                      </p:cBhvr>
                                      <p:tavLst>
                                        <p:tav tm="0">
                                          <p:val>
                                            <p:strVal val="#ppt_x"/>
                                          </p:val>
                                        </p:tav>
                                        <p:tav tm="100000">
                                          <p:val>
                                            <p:strVal val="#ppt_x"/>
                                          </p:val>
                                        </p:tav>
                                      </p:tavLst>
                                    </p:anim>
                                    <p:anim calcmode="lin" valueType="num">
                                      <p:cBhvr additive="base">
                                        <p:cTn id="8" dur="500" fill="hold"/>
                                        <p:tgtEl>
                                          <p:spTgt spid="392195">
                                            <p:txEl>
                                              <p:pRg st="0" end="0"/>
                                            </p:txEl>
                                          </p:spTgt>
                                        </p:tgtEl>
                                        <p:attrNameLst>
                                          <p:attrName>ppt_y</p:attrName>
                                        </p:attrNameLst>
                                      </p:cBhvr>
                                      <p:tavLst>
                                        <p:tav tm="0">
                                          <p:val>
                                            <p:strVal val="1+#ppt_h/2"/>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2" presetClass="entr" presetSubtype="4" fill="hold" nodeType="clickEffect">
                                  <p:stCondLst>
                                    <p:cond delay="0"/>
                                  </p:stCondLst>
                                  <p:childTnLst>
                                    <p:set>
                                      <p:cBhvr>
                                        <p:cTn id="12" dur="1" fill="hold">
                                          <p:stCondLst>
                                            <p:cond delay="0"/>
                                          </p:stCondLst>
                                        </p:cTn>
                                        <p:tgtEl>
                                          <p:spTgt spid="392195">
                                            <p:txEl>
                                              <p:pRg st="1" end="1"/>
                                            </p:txEl>
                                          </p:spTgt>
                                        </p:tgtEl>
                                        <p:attrNameLst>
                                          <p:attrName>style.visibility</p:attrName>
                                        </p:attrNameLst>
                                      </p:cBhvr>
                                      <p:to>
                                        <p:strVal val="visible"/>
                                      </p:to>
                                    </p:set>
                                    <p:anim calcmode="lin" valueType="num">
                                      <p:cBhvr additive="base">
                                        <p:cTn id="13" dur="500" fill="hold"/>
                                        <p:tgtEl>
                                          <p:spTgt spid="392195">
                                            <p:txEl>
                                              <p:pRg st="1" end="1"/>
                                            </p:txEl>
                                          </p:spTgt>
                                        </p:tgtEl>
                                        <p:attrNameLst>
                                          <p:attrName>ppt_x</p:attrName>
                                        </p:attrNameLst>
                                      </p:cBhvr>
                                      <p:tavLst>
                                        <p:tav tm="0">
                                          <p:val>
                                            <p:strVal val="#ppt_x"/>
                                          </p:val>
                                        </p:tav>
                                        <p:tav tm="100000">
                                          <p:val>
                                            <p:strVal val="#ppt_x"/>
                                          </p:val>
                                        </p:tav>
                                      </p:tavLst>
                                    </p:anim>
                                    <p:anim calcmode="lin" valueType="num">
                                      <p:cBhvr additive="base">
                                        <p:cTn id="14" dur="500" fill="hold"/>
                                        <p:tgtEl>
                                          <p:spTgt spid="392195">
                                            <p:txEl>
                                              <p:pRg st="1" end="1"/>
                                            </p:txEl>
                                          </p:spTgt>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7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5299" name="Rectangle 2"/>
          <p:cNvSpPr>
            <a:spLocks noGrp="1" noChangeArrowheads="1"/>
          </p:cNvSpPr>
          <p:nvPr>
            <p:ph type="title"/>
          </p:nvPr>
        </p:nvSpPr>
        <p:spPr/>
        <p:txBody>
          <a:bodyPr/>
          <a:lstStyle/>
          <a:p>
            <a:pPr eaLnBrk="1" hangingPunct="1"/>
            <a:r>
              <a:rPr lang="zh-CN" altLang="en-US" smtClean="0"/>
              <a:t>域名系统中的区</a:t>
            </a:r>
          </a:p>
        </p:txBody>
      </p:sp>
      <p:sp>
        <p:nvSpPr>
          <p:cNvPr id="55300" name="Oval 4"/>
          <p:cNvSpPr>
            <a:spLocks noChangeArrowheads="1"/>
          </p:cNvSpPr>
          <p:nvPr/>
        </p:nvSpPr>
        <p:spPr bwMode="auto">
          <a:xfrm>
            <a:off x="539750" y="3789363"/>
            <a:ext cx="2303463" cy="1223962"/>
          </a:xfrm>
          <a:prstGeom prst="ellipse">
            <a:avLst/>
          </a:prstGeom>
          <a:solidFill>
            <a:srgbClr val="C0C0C0">
              <a:alpha val="50195"/>
            </a:srgbClr>
          </a:solidFill>
          <a:ln w="9525">
            <a:solidFill>
              <a:srgbClr val="000000"/>
            </a:solidFill>
            <a:round/>
          </a:ln>
        </p:spPr>
        <p:txBody>
          <a:bodyPr wrap="none" anchor="ctr"/>
          <a:lstStyle/>
          <a:p>
            <a:endParaRPr lang="zh-CN" altLang="en-US"/>
          </a:p>
        </p:txBody>
      </p:sp>
      <p:sp>
        <p:nvSpPr>
          <p:cNvPr id="55301" name="AutoShape 5"/>
          <p:cNvSpPr>
            <a:spLocks noChangeArrowheads="1"/>
          </p:cNvSpPr>
          <p:nvPr/>
        </p:nvSpPr>
        <p:spPr bwMode="auto">
          <a:xfrm>
            <a:off x="971550" y="4438650"/>
            <a:ext cx="144463" cy="142875"/>
          </a:xfrm>
          <a:prstGeom prst="flowChartConnector">
            <a:avLst/>
          </a:prstGeom>
          <a:solidFill>
            <a:srgbClr val="333333"/>
          </a:solidFill>
          <a:ln w="9525">
            <a:solidFill>
              <a:srgbClr val="000000"/>
            </a:solidFill>
            <a:round/>
          </a:ln>
        </p:spPr>
        <p:txBody>
          <a:bodyPr wrap="none" anchor="ctr"/>
          <a:lstStyle/>
          <a:p>
            <a:endParaRPr lang="zh-CN" altLang="en-US"/>
          </a:p>
        </p:txBody>
      </p:sp>
      <p:sp>
        <p:nvSpPr>
          <p:cNvPr id="55302" name="AutoShape 6"/>
          <p:cNvSpPr>
            <a:spLocks noChangeArrowheads="1"/>
          </p:cNvSpPr>
          <p:nvPr/>
        </p:nvSpPr>
        <p:spPr bwMode="auto">
          <a:xfrm>
            <a:off x="1476375" y="4149725"/>
            <a:ext cx="144463" cy="142875"/>
          </a:xfrm>
          <a:prstGeom prst="flowChartConnector">
            <a:avLst/>
          </a:prstGeom>
          <a:solidFill>
            <a:srgbClr val="333333"/>
          </a:solidFill>
          <a:ln w="9525">
            <a:solidFill>
              <a:srgbClr val="000000"/>
            </a:solidFill>
            <a:round/>
          </a:ln>
        </p:spPr>
        <p:txBody>
          <a:bodyPr wrap="none" anchor="ctr"/>
          <a:lstStyle/>
          <a:p>
            <a:endParaRPr lang="zh-CN" altLang="en-US"/>
          </a:p>
        </p:txBody>
      </p:sp>
      <p:sp>
        <p:nvSpPr>
          <p:cNvPr id="55303" name="AutoShape 7"/>
          <p:cNvSpPr>
            <a:spLocks noChangeArrowheads="1"/>
          </p:cNvSpPr>
          <p:nvPr/>
        </p:nvSpPr>
        <p:spPr bwMode="auto">
          <a:xfrm>
            <a:off x="1979613" y="4725988"/>
            <a:ext cx="144462" cy="142875"/>
          </a:xfrm>
          <a:prstGeom prst="flowChartConnector">
            <a:avLst/>
          </a:prstGeom>
          <a:solidFill>
            <a:srgbClr val="333333"/>
          </a:solidFill>
          <a:ln w="9525">
            <a:solidFill>
              <a:srgbClr val="000000"/>
            </a:solidFill>
            <a:round/>
          </a:ln>
        </p:spPr>
        <p:txBody>
          <a:bodyPr wrap="none" anchor="ctr"/>
          <a:lstStyle/>
          <a:p>
            <a:endParaRPr lang="zh-CN" altLang="en-US"/>
          </a:p>
        </p:txBody>
      </p:sp>
      <p:sp>
        <p:nvSpPr>
          <p:cNvPr id="55304" name="Oval 8"/>
          <p:cNvSpPr>
            <a:spLocks noChangeArrowheads="1"/>
          </p:cNvSpPr>
          <p:nvPr/>
        </p:nvSpPr>
        <p:spPr bwMode="auto">
          <a:xfrm>
            <a:off x="3708400" y="2924175"/>
            <a:ext cx="2376488" cy="1231900"/>
          </a:xfrm>
          <a:prstGeom prst="ellipse">
            <a:avLst/>
          </a:prstGeom>
          <a:solidFill>
            <a:srgbClr val="C0C0C0">
              <a:alpha val="50195"/>
            </a:srgbClr>
          </a:solidFill>
          <a:ln w="9525">
            <a:solidFill>
              <a:srgbClr val="000000"/>
            </a:solidFill>
            <a:round/>
          </a:ln>
        </p:spPr>
        <p:txBody>
          <a:bodyPr wrap="none" anchor="ctr"/>
          <a:lstStyle/>
          <a:p>
            <a:endParaRPr lang="zh-CN" altLang="en-US"/>
          </a:p>
        </p:txBody>
      </p:sp>
      <p:sp>
        <p:nvSpPr>
          <p:cNvPr id="55305" name="AutoShape 9"/>
          <p:cNvSpPr>
            <a:spLocks noChangeArrowheads="1"/>
          </p:cNvSpPr>
          <p:nvPr/>
        </p:nvSpPr>
        <p:spPr bwMode="auto">
          <a:xfrm>
            <a:off x="4356100" y="3148013"/>
            <a:ext cx="144463" cy="142875"/>
          </a:xfrm>
          <a:prstGeom prst="flowChartConnector">
            <a:avLst/>
          </a:prstGeom>
          <a:solidFill>
            <a:srgbClr val="333333"/>
          </a:solidFill>
          <a:ln w="9525">
            <a:solidFill>
              <a:srgbClr val="000000"/>
            </a:solidFill>
            <a:round/>
          </a:ln>
        </p:spPr>
        <p:txBody>
          <a:bodyPr wrap="none" anchor="ctr"/>
          <a:lstStyle/>
          <a:p>
            <a:endParaRPr lang="zh-CN" altLang="en-US"/>
          </a:p>
        </p:txBody>
      </p:sp>
      <p:sp>
        <p:nvSpPr>
          <p:cNvPr id="55306" name="AutoShape 10"/>
          <p:cNvSpPr>
            <a:spLocks noChangeArrowheads="1"/>
          </p:cNvSpPr>
          <p:nvPr/>
        </p:nvSpPr>
        <p:spPr bwMode="auto">
          <a:xfrm>
            <a:off x="4500563" y="3724275"/>
            <a:ext cx="144462" cy="142875"/>
          </a:xfrm>
          <a:prstGeom prst="flowChartConnector">
            <a:avLst/>
          </a:prstGeom>
          <a:solidFill>
            <a:srgbClr val="333333"/>
          </a:solidFill>
          <a:ln w="9525">
            <a:solidFill>
              <a:srgbClr val="000000"/>
            </a:solidFill>
            <a:round/>
          </a:ln>
        </p:spPr>
        <p:txBody>
          <a:bodyPr wrap="none" anchor="ctr"/>
          <a:lstStyle/>
          <a:p>
            <a:endParaRPr lang="zh-CN" altLang="en-US"/>
          </a:p>
        </p:txBody>
      </p:sp>
      <p:sp>
        <p:nvSpPr>
          <p:cNvPr id="55307" name="AutoShape 11"/>
          <p:cNvSpPr>
            <a:spLocks noChangeArrowheads="1"/>
          </p:cNvSpPr>
          <p:nvPr/>
        </p:nvSpPr>
        <p:spPr bwMode="auto">
          <a:xfrm>
            <a:off x="5292725" y="3579813"/>
            <a:ext cx="144463" cy="142875"/>
          </a:xfrm>
          <a:prstGeom prst="flowChartConnector">
            <a:avLst/>
          </a:prstGeom>
          <a:solidFill>
            <a:srgbClr val="333333"/>
          </a:solidFill>
          <a:ln w="9525">
            <a:solidFill>
              <a:srgbClr val="000000"/>
            </a:solidFill>
            <a:round/>
          </a:ln>
        </p:spPr>
        <p:txBody>
          <a:bodyPr wrap="none" anchor="ctr"/>
          <a:lstStyle/>
          <a:p>
            <a:endParaRPr lang="zh-CN" altLang="en-US"/>
          </a:p>
        </p:txBody>
      </p:sp>
      <p:cxnSp>
        <p:nvCxnSpPr>
          <p:cNvPr id="55308" name="AutoShape 12"/>
          <p:cNvCxnSpPr>
            <a:cxnSpLocks noChangeShapeType="1"/>
            <a:stCxn id="55301" idx="7"/>
            <a:endCxn id="55302" idx="2"/>
          </p:cNvCxnSpPr>
          <p:nvPr/>
        </p:nvCxnSpPr>
        <p:spPr bwMode="auto">
          <a:xfrm flipV="1">
            <a:off x="1095375" y="4221163"/>
            <a:ext cx="381000" cy="238125"/>
          </a:xfrm>
          <a:prstGeom prst="straightConnector1">
            <a:avLst/>
          </a:prstGeom>
          <a:noFill/>
          <a:ln w="9525">
            <a:solidFill>
              <a:srgbClr val="000000"/>
            </a:solidFill>
            <a:round/>
          </a:ln>
        </p:spPr>
      </p:cxnSp>
      <p:cxnSp>
        <p:nvCxnSpPr>
          <p:cNvPr id="55309" name="AutoShape 13"/>
          <p:cNvCxnSpPr>
            <a:cxnSpLocks noChangeShapeType="1"/>
            <a:stCxn id="55302" idx="5"/>
            <a:endCxn id="55303" idx="1"/>
          </p:cNvCxnSpPr>
          <p:nvPr/>
        </p:nvCxnSpPr>
        <p:spPr bwMode="auto">
          <a:xfrm>
            <a:off x="1600200" y="4271963"/>
            <a:ext cx="400050" cy="474662"/>
          </a:xfrm>
          <a:prstGeom prst="straightConnector1">
            <a:avLst/>
          </a:prstGeom>
          <a:noFill/>
          <a:ln w="9525">
            <a:solidFill>
              <a:srgbClr val="000000"/>
            </a:solidFill>
            <a:round/>
          </a:ln>
        </p:spPr>
      </p:cxnSp>
      <p:cxnSp>
        <p:nvCxnSpPr>
          <p:cNvPr id="55310" name="AutoShape 14"/>
          <p:cNvCxnSpPr>
            <a:cxnSpLocks noChangeShapeType="1"/>
            <a:stCxn id="55302" idx="7"/>
            <a:endCxn id="55305" idx="3"/>
          </p:cNvCxnSpPr>
          <p:nvPr/>
        </p:nvCxnSpPr>
        <p:spPr bwMode="auto">
          <a:xfrm flipV="1">
            <a:off x="1600200" y="3270250"/>
            <a:ext cx="2776538" cy="900113"/>
          </a:xfrm>
          <a:prstGeom prst="straightConnector1">
            <a:avLst/>
          </a:prstGeom>
          <a:noFill/>
          <a:ln w="9525">
            <a:solidFill>
              <a:srgbClr val="000000"/>
            </a:solidFill>
            <a:round/>
          </a:ln>
        </p:spPr>
      </p:cxnSp>
      <p:cxnSp>
        <p:nvCxnSpPr>
          <p:cNvPr id="55311" name="AutoShape 15"/>
          <p:cNvCxnSpPr>
            <a:cxnSpLocks noChangeShapeType="1"/>
            <a:stCxn id="55305" idx="4"/>
            <a:endCxn id="55306" idx="1"/>
          </p:cNvCxnSpPr>
          <p:nvPr/>
        </p:nvCxnSpPr>
        <p:spPr bwMode="auto">
          <a:xfrm>
            <a:off x="4429125" y="3290888"/>
            <a:ext cx="92075" cy="454025"/>
          </a:xfrm>
          <a:prstGeom prst="straightConnector1">
            <a:avLst/>
          </a:prstGeom>
          <a:noFill/>
          <a:ln w="9525">
            <a:solidFill>
              <a:srgbClr val="000000"/>
            </a:solidFill>
            <a:round/>
          </a:ln>
        </p:spPr>
      </p:cxnSp>
      <p:cxnSp>
        <p:nvCxnSpPr>
          <p:cNvPr id="55312" name="AutoShape 16"/>
          <p:cNvCxnSpPr>
            <a:cxnSpLocks noChangeShapeType="1"/>
            <a:stCxn id="55305" idx="6"/>
            <a:endCxn id="55307" idx="2"/>
          </p:cNvCxnSpPr>
          <p:nvPr/>
        </p:nvCxnSpPr>
        <p:spPr bwMode="auto">
          <a:xfrm>
            <a:off x="4500563" y="3219450"/>
            <a:ext cx="792162" cy="431800"/>
          </a:xfrm>
          <a:prstGeom prst="straightConnector1">
            <a:avLst/>
          </a:prstGeom>
          <a:noFill/>
          <a:ln w="9525">
            <a:solidFill>
              <a:srgbClr val="000000"/>
            </a:solidFill>
            <a:round/>
          </a:ln>
        </p:spPr>
      </p:cxnSp>
      <p:sp>
        <p:nvSpPr>
          <p:cNvPr id="55313" name="AutoShape 17"/>
          <p:cNvSpPr>
            <a:spLocks noChangeArrowheads="1"/>
          </p:cNvSpPr>
          <p:nvPr/>
        </p:nvSpPr>
        <p:spPr bwMode="auto">
          <a:xfrm>
            <a:off x="5399088" y="1555750"/>
            <a:ext cx="144462" cy="142875"/>
          </a:xfrm>
          <a:prstGeom prst="flowChartConnector">
            <a:avLst/>
          </a:prstGeom>
          <a:solidFill>
            <a:srgbClr val="333333"/>
          </a:solidFill>
          <a:ln w="9525">
            <a:solidFill>
              <a:srgbClr val="000000"/>
            </a:solidFill>
            <a:round/>
          </a:ln>
        </p:spPr>
        <p:txBody>
          <a:bodyPr wrap="none" anchor="ctr"/>
          <a:lstStyle/>
          <a:p>
            <a:endParaRPr lang="zh-CN" altLang="en-US"/>
          </a:p>
        </p:txBody>
      </p:sp>
      <p:sp>
        <p:nvSpPr>
          <p:cNvPr id="55314" name="AutoShape 18"/>
          <p:cNvSpPr>
            <a:spLocks noChangeArrowheads="1"/>
          </p:cNvSpPr>
          <p:nvPr/>
        </p:nvSpPr>
        <p:spPr bwMode="auto">
          <a:xfrm>
            <a:off x="6191250" y="2203450"/>
            <a:ext cx="144463" cy="142875"/>
          </a:xfrm>
          <a:prstGeom prst="flowChartConnector">
            <a:avLst/>
          </a:prstGeom>
          <a:solidFill>
            <a:srgbClr val="333333"/>
          </a:solidFill>
          <a:ln w="9525">
            <a:solidFill>
              <a:srgbClr val="000000"/>
            </a:solidFill>
            <a:round/>
          </a:ln>
        </p:spPr>
        <p:txBody>
          <a:bodyPr wrap="none" anchor="ctr"/>
          <a:lstStyle/>
          <a:p>
            <a:endParaRPr lang="zh-CN" altLang="en-US"/>
          </a:p>
        </p:txBody>
      </p:sp>
      <p:sp>
        <p:nvSpPr>
          <p:cNvPr id="55315" name="AutoShape 19"/>
          <p:cNvSpPr>
            <a:spLocks noChangeArrowheads="1"/>
          </p:cNvSpPr>
          <p:nvPr/>
        </p:nvSpPr>
        <p:spPr bwMode="auto">
          <a:xfrm>
            <a:off x="6910388" y="2347913"/>
            <a:ext cx="144462" cy="142875"/>
          </a:xfrm>
          <a:prstGeom prst="flowChartConnector">
            <a:avLst/>
          </a:prstGeom>
          <a:solidFill>
            <a:srgbClr val="333333"/>
          </a:solidFill>
          <a:ln w="9525">
            <a:solidFill>
              <a:srgbClr val="000000"/>
            </a:solidFill>
            <a:round/>
          </a:ln>
        </p:spPr>
        <p:txBody>
          <a:bodyPr wrap="none" anchor="ctr"/>
          <a:lstStyle/>
          <a:p>
            <a:endParaRPr lang="zh-CN" altLang="en-US"/>
          </a:p>
        </p:txBody>
      </p:sp>
      <p:sp>
        <p:nvSpPr>
          <p:cNvPr id="55316" name="AutoShape 20"/>
          <p:cNvSpPr>
            <a:spLocks noChangeArrowheads="1"/>
          </p:cNvSpPr>
          <p:nvPr/>
        </p:nvSpPr>
        <p:spPr bwMode="auto">
          <a:xfrm>
            <a:off x="7631113" y="1987550"/>
            <a:ext cx="144462" cy="142875"/>
          </a:xfrm>
          <a:prstGeom prst="flowChartConnector">
            <a:avLst/>
          </a:prstGeom>
          <a:solidFill>
            <a:srgbClr val="333333"/>
          </a:solidFill>
          <a:ln w="9525">
            <a:solidFill>
              <a:srgbClr val="000000"/>
            </a:solidFill>
            <a:round/>
          </a:ln>
        </p:spPr>
        <p:txBody>
          <a:bodyPr wrap="none" anchor="ctr"/>
          <a:lstStyle/>
          <a:p>
            <a:endParaRPr lang="zh-CN" altLang="en-US"/>
          </a:p>
        </p:txBody>
      </p:sp>
      <p:sp>
        <p:nvSpPr>
          <p:cNvPr id="55317" name="AutoShape 21"/>
          <p:cNvSpPr>
            <a:spLocks noChangeArrowheads="1"/>
          </p:cNvSpPr>
          <p:nvPr/>
        </p:nvSpPr>
        <p:spPr bwMode="auto">
          <a:xfrm>
            <a:off x="6550025" y="1054100"/>
            <a:ext cx="144463" cy="142875"/>
          </a:xfrm>
          <a:prstGeom prst="flowChartConnector">
            <a:avLst/>
          </a:prstGeom>
          <a:solidFill>
            <a:srgbClr val="333333"/>
          </a:solidFill>
          <a:ln w="9525">
            <a:solidFill>
              <a:srgbClr val="000000"/>
            </a:solidFill>
            <a:round/>
          </a:ln>
        </p:spPr>
        <p:txBody>
          <a:bodyPr wrap="none" anchor="ctr"/>
          <a:lstStyle/>
          <a:p>
            <a:endParaRPr lang="zh-CN" altLang="en-US"/>
          </a:p>
        </p:txBody>
      </p:sp>
      <p:cxnSp>
        <p:nvCxnSpPr>
          <p:cNvPr id="55318" name="AutoShape 22"/>
          <p:cNvCxnSpPr>
            <a:cxnSpLocks noChangeShapeType="1"/>
            <a:stCxn id="55305" idx="7"/>
            <a:endCxn id="55313" idx="3"/>
          </p:cNvCxnSpPr>
          <p:nvPr/>
        </p:nvCxnSpPr>
        <p:spPr bwMode="auto">
          <a:xfrm flipV="1">
            <a:off x="4479925" y="1677988"/>
            <a:ext cx="939800" cy="1490662"/>
          </a:xfrm>
          <a:prstGeom prst="straightConnector1">
            <a:avLst/>
          </a:prstGeom>
          <a:noFill/>
          <a:ln w="9525">
            <a:solidFill>
              <a:srgbClr val="000000"/>
            </a:solidFill>
            <a:round/>
          </a:ln>
        </p:spPr>
      </p:cxnSp>
      <p:cxnSp>
        <p:nvCxnSpPr>
          <p:cNvPr id="55319" name="AutoShape 23"/>
          <p:cNvCxnSpPr>
            <a:cxnSpLocks noChangeShapeType="1"/>
            <a:stCxn id="55313" idx="7"/>
            <a:endCxn id="55317" idx="3"/>
          </p:cNvCxnSpPr>
          <p:nvPr/>
        </p:nvCxnSpPr>
        <p:spPr bwMode="auto">
          <a:xfrm flipV="1">
            <a:off x="5522913" y="1176338"/>
            <a:ext cx="1047750" cy="400050"/>
          </a:xfrm>
          <a:prstGeom prst="straightConnector1">
            <a:avLst/>
          </a:prstGeom>
          <a:noFill/>
          <a:ln w="9525">
            <a:solidFill>
              <a:srgbClr val="000000"/>
            </a:solidFill>
            <a:round/>
          </a:ln>
        </p:spPr>
      </p:cxnSp>
      <p:cxnSp>
        <p:nvCxnSpPr>
          <p:cNvPr id="55320" name="AutoShape 24"/>
          <p:cNvCxnSpPr>
            <a:cxnSpLocks noChangeShapeType="1"/>
            <a:stCxn id="55317" idx="4"/>
            <a:endCxn id="55314" idx="0"/>
          </p:cNvCxnSpPr>
          <p:nvPr/>
        </p:nvCxnSpPr>
        <p:spPr bwMode="auto">
          <a:xfrm flipH="1">
            <a:off x="6264275" y="1196975"/>
            <a:ext cx="358775" cy="1006475"/>
          </a:xfrm>
          <a:prstGeom prst="straightConnector1">
            <a:avLst/>
          </a:prstGeom>
          <a:noFill/>
          <a:ln w="9525">
            <a:solidFill>
              <a:srgbClr val="000000"/>
            </a:solidFill>
            <a:round/>
          </a:ln>
        </p:spPr>
      </p:cxnSp>
      <p:cxnSp>
        <p:nvCxnSpPr>
          <p:cNvPr id="55321" name="AutoShape 25"/>
          <p:cNvCxnSpPr>
            <a:cxnSpLocks noChangeShapeType="1"/>
            <a:stCxn id="55317" idx="5"/>
            <a:endCxn id="55315" idx="0"/>
          </p:cNvCxnSpPr>
          <p:nvPr/>
        </p:nvCxnSpPr>
        <p:spPr bwMode="auto">
          <a:xfrm>
            <a:off x="6673850" y="1176338"/>
            <a:ext cx="309563" cy="1171575"/>
          </a:xfrm>
          <a:prstGeom prst="straightConnector1">
            <a:avLst/>
          </a:prstGeom>
          <a:noFill/>
          <a:ln w="9525">
            <a:solidFill>
              <a:srgbClr val="000000"/>
            </a:solidFill>
            <a:round/>
          </a:ln>
        </p:spPr>
      </p:cxnSp>
      <p:cxnSp>
        <p:nvCxnSpPr>
          <p:cNvPr id="55322" name="AutoShape 26"/>
          <p:cNvCxnSpPr>
            <a:cxnSpLocks noChangeShapeType="1"/>
            <a:stCxn id="55317" idx="6"/>
            <a:endCxn id="55316" idx="1"/>
          </p:cNvCxnSpPr>
          <p:nvPr/>
        </p:nvCxnSpPr>
        <p:spPr bwMode="auto">
          <a:xfrm>
            <a:off x="6694488" y="1125538"/>
            <a:ext cx="957262" cy="882650"/>
          </a:xfrm>
          <a:prstGeom prst="straightConnector1">
            <a:avLst/>
          </a:prstGeom>
          <a:noFill/>
          <a:ln w="9525">
            <a:solidFill>
              <a:srgbClr val="000000"/>
            </a:solidFill>
            <a:round/>
          </a:ln>
        </p:spPr>
      </p:cxnSp>
      <p:sp>
        <p:nvSpPr>
          <p:cNvPr id="55323" name="AutoShape 27"/>
          <p:cNvSpPr>
            <a:spLocks noChangeArrowheads="1"/>
          </p:cNvSpPr>
          <p:nvPr/>
        </p:nvSpPr>
        <p:spPr bwMode="auto">
          <a:xfrm>
            <a:off x="1979613" y="5375275"/>
            <a:ext cx="647700" cy="431800"/>
          </a:xfrm>
          <a:prstGeom prst="can">
            <a:avLst>
              <a:gd name="adj" fmla="val 25000"/>
            </a:avLst>
          </a:prstGeom>
          <a:solidFill>
            <a:srgbClr val="C0C0C0"/>
          </a:solidFill>
          <a:ln w="9525">
            <a:solidFill>
              <a:srgbClr val="000000"/>
            </a:solidFill>
            <a:round/>
          </a:ln>
        </p:spPr>
        <p:txBody>
          <a:bodyPr wrap="none" anchor="ctr"/>
          <a:lstStyle/>
          <a:p>
            <a:endParaRPr lang="zh-CN" altLang="en-US"/>
          </a:p>
        </p:txBody>
      </p:sp>
      <p:sp>
        <p:nvSpPr>
          <p:cNvPr id="55324" name="AutoShape 28"/>
          <p:cNvSpPr>
            <a:spLocks noChangeArrowheads="1"/>
          </p:cNvSpPr>
          <p:nvPr/>
        </p:nvSpPr>
        <p:spPr bwMode="auto">
          <a:xfrm>
            <a:off x="5364163" y="4587875"/>
            <a:ext cx="647700" cy="431800"/>
          </a:xfrm>
          <a:prstGeom prst="can">
            <a:avLst>
              <a:gd name="adj" fmla="val 25000"/>
            </a:avLst>
          </a:prstGeom>
          <a:solidFill>
            <a:srgbClr val="C0C0C0"/>
          </a:solidFill>
          <a:ln w="9525">
            <a:solidFill>
              <a:srgbClr val="000000"/>
            </a:solidFill>
            <a:round/>
          </a:ln>
        </p:spPr>
        <p:txBody>
          <a:bodyPr wrap="none" anchor="ctr"/>
          <a:lstStyle/>
          <a:p>
            <a:endParaRPr lang="zh-CN" altLang="en-US"/>
          </a:p>
        </p:txBody>
      </p:sp>
      <p:cxnSp>
        <p:nvCxnSpPr>
          <p:cNvPr id="55325" name="AutoShape 29"/>
          <p:cNvCxnSpPr>
            <a:cxnSpLocks noChangeShapeType="1"/>
            <a:stCxn id="55300" idx="4"/>
            <a:endCxn id="55323" idx="2"/>
          </p:cNvCxnSpPr>
          <p:nvPr/>
        </p:nvCxnSpPr>
        <p:spPr bwMode="auto">
          <a:xfrm rot="16200000" flipH="1">
            <a:off x="1547019" y="5158581"/>
            <a:ext cx="577850" cy="287338"/>
          </a:xfrm>
          <a:prstGeom prst="bentConnector2">
            <a:avLst/>
          </a:prstGeom>
          <a:noFill/>
          <a:ln w="9525">
            <a:solidFill>
              <a:srgbClr val="000000"/>
            </a:solidFill>
            <a:miter lim="800000"/>
          </a:ln>
        </p:spPr>
      </p:cxnSp>
      <p:cxnSp>
        <p:nvCxnSpPr>
          <p:cNvPr id="55326" name="AutoShape 30"/>
          <p:cNvCxnSpPr>
            <a:cxnSpLocks noChangeShapeType="1"/>
            <a:stCxn id="55304" idx="4"/>
            <a:endCxn id="55324" idx="2"/>
          </p:cNvCxnSpPr>
          <p:nvPr/>
        </p:nvCxnSpPr>
        <p:spPr bwMode="auto">
          <a:xfrm rot="16200000" flipH="1">
            <a:off x="4806951" y="4246562"/>
            <a:ext cx="647700" cy="466725"/>
          </a:xfrm>
          <a:prstGeom prst="bentConnector2">
            <a:avLst/>
          </a:prstGeom>
          <a:noFill/>
          <a:ln w="9525">
            <a:solidFill>
              <a:srgbClr val="000000"/>
            </a:solidFill>
            <a:miter lim="800000"/>
          </a:ln>
        </p:spPr>
      </p:cxnSp>
      <p:sp>
        <p:nvSpPr>
          <p:cNvPr id="55327" name="Text Box 31"/>
          <p:cNvSpPr txBox="1">
            <a:spLocks noChangeArrowheads="1"/>
          </p:cNvSpPr>
          <p:nvPr/>
        </p:nvSpPr>
        <p:spPr bwMode="auto">
          <a:xfrm>
            <a:off x="2627313" y="5591175"/>
            <a:ext cx="2501900" cy="641350"/>
          </a:xfrm>
          <a:prstGeom prst="rect">
            <a:avLst/>
          </a:prstGeom>
          <a:noFill/>
          <a:ln w="9525">
            <a:noFill/>
            <a:miter lim="800000"/>
          </a:ln>
        </p:spPr>
        <p:txBody>
          <a:bodyPr wrap="none">
            <a:spAutoFit/>
          </a:bodyPr>
          <a:lstStyle/>
          <a:p>
            <a:r>
              <a:rPr lang="en-US" altLang="zh-CN" b="1">
                <a:solidFill>
                  <a:srgbClr val="000000"/>
                </a:solidFill>
                <a:latin typeface="Times New Roman" panose="02020603050405020304" pitchFamily="18" charset="0"/>
                <a:ea typeface="宋体" panose="02010600030101010101" pitchFamily="2" charset="-122"/>
              </a:rPr>
              <a:t>Zone:</a:t>
            </a:r>
          </a:p>
          <a:p>
            <a:r>
              <a:rPr lang="en-US" altLang="zh-CN" b="1">
                <a:solidFill>
                  <a:srgbClr val="000000"/>
                </a:solidFill>
                <a:latin typeface="Times New Roman" panose="02020603050405020304" pitchFamily="18" charset="0"/>
                <a:ea typeface="宋体" panose="02010600030101010101" pitchFamily="2" charset="-122"/>
              </a:rPr>
              <a:t>example.microsoft.com </a:t>
            </a:r>
          </a:p>
        </p:txBody>
      </p:sp>
      <p:sp>
        <p:nvSpPr>
          <p:cNvPr id="55328" name="Text Box 32"/>
          <p:cNvSpPr txBox="1">
            <a:spLocks noChangeArrowheads="1"/>
          </p:cNvSpPr>
          <p:nvPr/>
        </p:nvSpPr>
        <p:spPr bwMode="auto">
          <a:xfrm>
            <a:off x="6084888" y="4587875"/>
            <a:ext cx="1574800" cy="641350"/>
          </a:xfrm>
          <a:prstGeom prst="rect">
            <a:avLst/>
          </a:prstGeom>
          <a:noFill/>
          <a:ln w="9525">
            <a:noFill/>
            <a:miter lim="800000"/>
          </a:ln>
        </p:spPr>
        <p:txBody>
          <a:bodyPr wrap="none">
            <a:spAutoFit/>
          </a:bodyPr>
          <a:lstStyle/>
          <a:p>
            <a:r>
              <a:rPr lang="en-US" altLang="zh-CN" b="1">
                <a:solidFill>
                  <a:srgbClr val="000000"/>
                </a:solidFill>
                <a:latin typeface="Times New Roman" panose="02020603050405020304" pitchFamily="18" charset="0"/>
                <a:ea typeface="宋体" panose="02010600030101010101" pitchFamily="2" charset="-122"/>
              </a:rPr>
              <a:t>Zone:</a:t>
            </a:r>
          </a:p>
          <a:p>
            <a:r>
              <a:rPr lang="en-US" altLang="zh-CN" b="1">
                <a:solidFill>
                  <a:srgbClr val="000000"/>
                </a:solidFill>
                <a:latin typeface="Times New Roman" panose="02020603050405020304" pitchFamily="18" charset="0"/>
                <a:ea typeface="宋体" panose="02010600030101010101" pitchFamily="2" charset="-122"/>
              </a:rPr>
              <a:t>microsoft.com</a:t>
            </a:r>
          </a:p>
        </p:txBody>
      </p:sp>
      <p:sp>
        <p:nvSpPr>
          <p:cNvPr id="55329" name="Text Box 33"/>
          <p:cNvSpPr txBox="1">
            <a:spLocks noChangeArrowheads="1"/>
          </p:cNvSpPr>
          <p:nvPr/>
        </p:nvSpPr>
        <p:spPr bwMode="auto">
          <a:xfrm>
            <a:off x="2124075" y="4438650"/>
            <a:ext cx="520700" cy="366713"/>
          </a:xfrm>
          <a:prstGeom prst="rect">
            <a:avLst/>
          </a:prstGeom>
          <a:noFill/>
          <a:ln w="9525">
            <a:noFill/>
            <a:miter lim="800000"/>
          </a:ln>
        </p:spPr>
        <p:txBody>
          <a:bodyPr wrap="none">
            <a:spAutoFit/>
          </a:bodyPr>
          <a:lstStyle/>
          <a:p>
            <a:r>
              <a:rPr lang="en-US" altLang="zh-CN" b="1">
                <a:solidFill>
                  <a:srgbClr val="000000"/>
                </a:solidFill>
                <a:latin typeface="Times New Roman" panose="02020603050405020304" pitchFamily="18" charset="0"/>
                <a:ea typeface="宋体" panose="02010600030101010101" pitchFamily="2" charset="-122"/>
              </a:rPr>
              <a:t>ftp </a:t>
            </a:r>
          </a:p>
        </p:txBody>
      </p:sp>
      <p:sp>
        <p:nvSpPr>
          <p:cNvPr id="55330" name="Text Box 34"/>
          <p:cNvSpPr txBox="1">
            <a:spLocks noChangeArrowheads="1"/>
          </p:cNvSpPr>
          <p:nvPr/>
        </p:nvSpPr>
        <p:spPr bwMode="auto">
          <a:xfrm>
            <a:off x="1619250" y="4005263"/>
            <a:ext cx="1054100" cy="366712"/>
          </a:xfrm>
          <a:prstGeom prst="rect">
            <a:avLst/>
          </a:prstGeom>
          <a:noFill/>
          <a:ln w="9525">
            <a:noFill/>
            <a:miter lim="800000"/>
          </a:ln>
        </p:spPr>
        <p:txBody>
          <a:bodyPr wrap="none">
            <a:spAutoFit/>
          </a:bodyPr>
          <a:lstStyle/>
          <a:p>
            <a:r>
              <a:rPr lang="en-US" altLang="zh-CN" b="1">
                <a:solidFill>
                  <a:srgbClr val="000000"/>
                </a:solidFill>
                <a:latin typeface="Times New Roman" panose="02020603050405020304" pitchFamily="18" charset="0"/>
                <a:ea typeface="宋体" panose="02010600030101010101" pitchFamily="2" charset="-122"/>
              </a:rPr>
              <a:t>example </a:t>
            </a:r>
          </a:p>
        </p:txBody>
      </p:sp>
      <p:sp>
        <p:nvSpPr>
          <p:cNvPr id="55331" name="Text Box 35"/>
          <p:cNvSpPr txBox="1">
            <a:spLocks noChangeArrowheads="1"/>
          </p:cNvSpPr>
          <p:nvPr/>
        </p:nvSpPr>
        <p:spPr bwMode="auto">
          <a:xfrm>
            <a:off x="933450" y="4510088"/>
            <a:ext cx="469900" cy="366712"/>
          </a:xfrm>
          <a:prstGeom prst="rect">
            <a:avLst/>
          </a:prstGeom>
          <a:noFill/>
          <a:ln w="9525">
            <a:noFill/>
            <a:miter lim="800000"/>
          </a:ln>
        </p:spPr>
        <p:txBody>
          <a:bodyPr wrap="none">
            <a:spAutoFit/>
          </a:bodyPr>
          <a:lstStyle/>
          <a:p>
            <a:r>
              <a:rPr lang="en-US" altLang="zh-CN" b="1">
                <a:solidFill>
                  <a:srgbClr val="000000"/>
                </a:solidFill>
                <a:latin typeface="Times New Roman" panose="02020603050405020304" pitchFamily="18" charset="0"/>
                <a:ea typeface="宋体" panose="02010600030101010101" pitchFamily="2" charset="-122"/>
              </a:rPr>
              <a:t>… </a:t>
            </a:r>
          </a:p>
        </p:txBody>
      </p:sp>
      <p:sp>
        <p:nvSpPr>
          <p:cNvPr id="55332" name="Text Box 36"/>
          <p:cNvSpPr txBox="1">
            <a:spLocks noChangeArrowheads="1"/>
          </p:cNvSpPr>
          <p:nvPr/>
        </p:nvSpPr>
        <p:spPr bwMode="auto">
          <a:xfrm>
            <a:off x="7918450" y="1916113"/>
            <a:ext cx="469900" cy="366712"/>
          </a:xfrm>
          <a:prstGeom prst="rect">
            <a:avLst/>
          </a:prstGeom>
          <a:noFill/>
          <a:ln w="9525">
            <a:noFill/>
            <a:miter lim="800000"/>
          </a:ln>
        </p:spPr>
        <p:txBody>
          <a:bodyPr wrap="none">
            <a:spAutoFit/>
          </a:bodyPr>
          <a:lstStyle/>
          <a:p>
            <a:r>
              <a:rPr lang="en-US" altLang="zh-CN" b="1">
                <a:solidFill>
                  <a:srgbClr val="000000"/>
                </a:solidFill>
                <a:latin typeface="Times New Roman" panose="02020603050405020304" pitchFamily="18" charset="0"/>
                <a:ea typeface="宋体" panose="02010600030101010101" pitchFamily="2" charset="-122"/>
              </a:rPr>
              <a:t>… </a:t>
            </a:r>
          </a:p>
        </p:txBody>
      </p:sp>
      <p:sp>
        <p:nvSpPr>
          <p:cNvPr id="55333" name="Text Box 37"/>
          <p:cNvSpPr txBox="1">
            <a:spLocks noChangeArrowheads="1"/>
          </p:cNvSpPr>
          <p:nvPr/>
        </p:nvSpPr>
        <p:spPr bwMode="auto">
          <a:xfrm>
            <a:off x="5292725" y="3284538"/>
            <a:ext cx="736600" cy="366712"/>
          </a:xfrm>
          <a:prstGeom prst="rect">
            <a:avLst/>
          </a:prstGeom>
          <a:noFill/>
          <a:ln w="9525">
            <a:noFill/>
            <a:miter lim="800000"/>
          </a:ln>
        </p:spPr>
        <p:txBody>
          <a:bodyPr wrap="none">
            <a:spAutoFit/>
          </a:bodyPr>
          <a:lstStyle/>
          <a:p>
            <a:r>
              <a:rPr lang="en-US" altLang="zh-CN" b="1">
                <a:solidFill>
                  <a:srgbClr val="000000"/>
                </a:solidFill>
                <a:latin typeface="Times New Roman" panose="02020603050405020304" pitchFamily="18" charset="0"/>
                <a:ea typeface="宋体" panose="02010600030101010101" pitchFamily="2" charset="-122"/>
              </a:rPr>
              <a:t>www </a:t>
            </a:r>
          </a:p>
        </p:txBody>
      </p:sp>
      <p:sp>
        <p:nvSpPr>
          <p:cNvPr id="55334" name="Text Box 38"/>
          <p:cNvSpPr txBox="1">
            <a:spLocks noChangeArrowheads="1"/>
          </p:cNvSpPr>
          <p:nvPr/>
        </p:nvSpPr>
        <p:spPr bwMode="auto">
          <a:xfrm>
            <a:off x="4645025" y="3724275"/>
            <a:ext cx="584200" cy="366713"/>
          </a:xfrm>
          <a:prstGeom prst="rect">
            <a:avLst/>
          </a:prstGeom>
          <a:noFill/>
          <a:ln w="9525">
            <a:noFill/>
            <a:miter lim="800000"/>
          </a:ln>
        </p:spPr>
        <p:txBody>
          <a:bodyPr wrap="none">
            <a:spAutoFit/>
          </a:bodyPr>
          <a:lstStyle/>
          <a:p>
            <a:r>
              <a:rPr lang="en-US" altLang="zh-CN" b="1">
                <a:solidFill>
                  <a:srgbClr val="000000"/>
                </a:solidFill>
                <a:latin typeface="Times New Roman" panose="02020603050405020304" pitchFamily="18" charset="0"/>
                <a:ea typeface="宋体" panose="02010600030101010101" pitchFamily="2" charset="-122"/>
              </a:rPr>
              <a:t>dev </a:t>
            </a:r>
          </a:p>
        </p:txBody>
      </p:sp>
      <p:sp>
        <p:nvSpPr>
          <p:cNvPr id="55335" name="Text Box 39"/>
          <p:cNvSpPr txBox="1">
            <a:spLocks noChangeArrowheads="1"/>
          </p:cNvSpPr>
          <p:nvPr/>
        </p:nvSpPr>
        <p:spPr bwMode="auto">
          <a:xfrm>
            <a:off x="4500563" y="2997200"/>
            <a:ext cx="1168400" cy="366713"/>
          </a:xfrm>
          <a:prstGeom prst="rect">
            <a:avLst/>
          </a:prstGeom>
          <a:noFill/>
          <a:ln w="9525">
            <a:noFill/>
            <a:miter lim="800000"/>
          </a:ln>
        </p:spPr>
        <p:txBody>
          <a:bodyPr wrap="none">
            <a:spAutoFit/>
          </a:bodyPr>
          <a:lstStyle/>
          <a:p>
            <a:r>
              <a:rPr lang="en-US" altLang="zh-CN" b="1">
                <a:solidFill>
                  <a:srgbClr val="000000"/>
                </a:solidFill>
                <a:latin typeface="Times New Roman" panose="02020603050405020304" pitchFamily="18" charset="0"/>
                <a:ea typeface="宋体" panose="02010600030101010101" pitchFamily="2" charset="-122"/>
              </a:rPr>
              <a:t>microsoft </a:t>
            </a:r>
          </a:p>
        </p:txBody>
      </p:sp>
      <p:sp>
        <p:nvSpPr>
          <p:cNvPr id="55336" name="Text Box 40"/>
          <p:cNvSpPr txBox="1">
            <a:spLocks noChangeArrowheads="1"/>
          </p:cNvSpPr>
          <p:nvPr/>
        </p:nvSpPr>
        <p:spPr bwMode="auto">
          <a:xfrm>
            <a:off x="5399088" y="1771650"/>
            <a:ext cx="647700" cy="366713"/>
          </a:xfrm>
          <a:prstGeom prst="rect">
            <a:avLst/>
          </a:prstGeom>
          <a:noFill/>
          <a:ln w="9525">
            <a:noFill/>
            <a:miter lim="800000"/>
          </a:ln>
        </p:spPr>
        <p:txBody>
          <a:bodyPr wrap="none">
            <a:spAutoFit/>
          </a:bodyPr>
          <a:lstStyle/>
          <a:p>
            <a:r>
              <a:rPr lang="en-US" altLang="zh-CN" b="1">
                <a:solidFill>
                  <a:srgbClr val="000000"/>
                </a:solidFill>
                <a:latin typeface="Times New Roman" panose="02020603050405020304" pitchFamily="18" charset="0"/>
                <a:ea typeface="宋体" panose="02010600030101010101" pitchFamily="2" charset="-122"/>
              </a:rPr>
              <a:t>com </a:t>
            </a:r>
          </a:p>
        </p:txBody>
      </p:sp>
      <p:sp>
        <p:nvSpPr>
          <p:cNvPr id="55337" name="Text Box 41"/>
          <p:cNvSpPr txBox="1">
            <a:spLocks noChangeArrowheads="1"/>
          </p:cNvSpPr>
          <p:nvPr/>
        </p:nvSpPr>
        <p:spPr bwMode="auto">
          <a:xfrm>
            <a:off x="5975350" y="2419350"/>
            <a:ext cx="596900" cy="366713"/>
          </a:xfrm>
          <a:prstGeom prst="rect">
            <a:avLst/>
          </a:prstGeom>
          <a:noFill/>
          <a:ln w="9525">
            <a:noFill/>
            <a:miter lim="800000"/>
          </a:ln>
        </p:spPr>
        <p:txBody>
          <a:bodyPr wrap="none">
            <a:spAutoFit/>
          </a:bodyPr>
          <a:lstStyle/>
          <a:p>
            <a:r>
              <a:rPr lang="en-US" altLang="zh-CN" b="1">
                <a:solidFill>
                  <a:srgbClr val="000000"/>
                </a:solidFill>
                <a:latin typeface="Times New Roman" panose="02020603050405020304" pitchFamily="18" charset="0"/>
                <a:ea typeface="宋体" panose="02010600030101010101" pitchFamily="2" charset="-122"/>
              </a:rPr>
              <a:t>edu </a:t>
            </a:r>
          </a:p>
        </p:txBody>
      </p:sp>
      <p:sp>
        <p:nvSpPr>
          <p:cNvPr id="55338" name="Text Box 42"/>
          <p:cNvSpPr txBox="1">
            <a:spLocks noChangeArrowheads="1"/>
          </p:cNvSpPr>
          <p:nvPr/>
        </p:nvSpPr>
        <p:spPr bwMode="auto">
          <a:xfrm>
            <a:off x="7126288" y="2347913"/>
            <a:ext cx="571500" cy="366712"/>
          </a:xfrm>
          <a:prstGeom prst="rect">
            <a:avLst/>
          </a:prstGeom>
          <a:noFill/>
          <a:ln w="9525">
            <a:noFill/>
            <a:miter lim="800000"/>
          </a:ln>
        </p:spPr>
        <p:txBody>
          <a:bodyPr wrap="none">
            <a:spAutoFit/>
          </a:bodyPr>
          <a:lstStyle/>
          <a:p>
            <a:r>
              <a:rPr lang="en-US" altLang="zh-CN" b="1">
                <a:solidFill>
                  <a:srgbClr val="000000"/>
                </a:solidFill>
                <a:latin typeface="Times New Roman" panose="02020603050405020304" pitchFamily="18" charset="0"/>
                <a:ea typeface="宋体" panose="02010600030101010101" pitchFamily="2" charset="-122"/>
              </a:rPr>
              <a:t>org </a:t>
            </a:r>
          </a:p>
        </p:txBody>
      </p:sp>
      <p:sp>
        <p:nvSpPr>
          <p:cNvPr id="387115" name="AutoShape 43"/>
          <p:cNvSpPr>
            <a:spLocks noChangeArrowheads="1"/>
          </p:cNvSpPr>
          <p:nvPr/>
        </p:nvSpPr>
        <p:spPr bwMode="auto">
          <a:xfrm>
            <a:off x="250825" y="1196975"/>
            <a:ext cx="3457575" cy="1079500"/>
          </a:xfrm>
          <a:prstGeom prst="wedgeRectCallout">
            <a:avLst>
              <a:gd name="adj1" fmla="val 50458"/>
              <a:gd name="adj2" fmla="val 94560"/>
            </a:avLst>
          </a:prstGeom>
          <a:solidFill>
            <a:srgbClr val="CCECFF"/>
          </a:solidFill>
          <a:ln w="38100">
            <a:solidFill>
              <a:schemeClr val="tx1"/>
            </a:solidFill>
            <a:miter lim="800000"/>
          </a:ln>
        </p:spPr>
        <p:txBody>
          <a:bodyPr anchor="ctr" anchorCtr="1"/>
          <a:lstStyle/>
          <a:p>
            <a:r>
              <a:rPr lang="zh-CN" altLang="en-US" b="1">
                <a:solidFill>
                  <a:srgbClr val="000099"/>
                </a:solidFill>
                <a:latin typeface="Times New Roman" panose="02020603050405020304" pitchFamily="18" charset="0"/>
              </a:rPr>
              <a:t>域名系统允许把一个</a:t>
            </a:r>
            <a:r>
              <a:rPr lang="en-US" altLang="zh-CN" b="1">
                <a:solidFill>
                  <a:srgbClr val="000099"/>
                </a:solidFill>
                <a:latin typeface="Times New Roman" panose="02020603050405020304" pitchFamily="18" charset="0"/>
              </a:rPr>
              <a:t>DNS</a:t>
            </a:r>
            <a:r>
              <a:rPr lang="zh-CN" altLang="en-US" b="1">
                <a:solidFill>
                  <a:srgbClr val="000099"/>
                </a:solidFill>
                <a:latin typeface="Times New Roman" panose="02020603050405020304" pitchFamily="18" charset="0"/>
              </a:rPr>
              <a:t>命名空间分割成多个区，各个区保存一个或多个</a:t>
            </a:r>
            <a:r>
              <a:rPr lang="en-US" altLang="zh-CN" b="1">
                <a:solidFill>
                  <a:srgbClr val="000099"/>
                </a:solidFill>
                <a:latin typeface="Times New Roman" panose="02020603050405020304" pitchFamily="18" charset="0"/>
              </a:rPr>
              <a:t>DNS</a:t>
            </a:r>
            <a:r>
              <a:rPr lang="zh-CN" altLang="en-US" b="1">
                <a:solidFill>
                  <a:srgbClr val="000099"/>
                </a:solidFill>
                <a:latin typeface="Times New Roman" panose="02020603050405020304" pitchFamily="18" charset="0"/>
              </a:rPr>
              <a:t>域的名字信息</a:t>
            </a:r>
            <a:endParaRPr lang="en-US" altLang="zh-CN" b="1">
              <a:solidFill>
                <a:srgbClr val="000099"/>
              </a:solidFill>
              <a:latin typeface="Times New Roman" panose="02020603050405020304" pitchFamily="18" charset="0"/>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grpId="0" nodeType="clickEffect">
                                  <p:stCondLst>
                                    <p:cond delay="0"/>
                                  </p:stCondLst>
                                  <p:childTnLst>
                                    <p:set>
                                      <p:cBhvr>
                                        <p:cTn id="6" dur="1" fill="hold">
                                          <p:stCondLst>
                                            <p:cond delay="0"/>
                                          </p:stCondLst>
                                        </p:cTn>
                                        <p:tgtEl>
                                          <p:spTgt spid="387115"/>
                                        </p:tgtEl>
                                        <p:attrNameLst>
                                          <p:attrName>style.visibility</p:attrName>
                                        </p:attrNameLst>
                                      </p:cBhvr>
                                      <p:to>
                                        <p:strVal val="visible"/>
                                      </p:to>
                                    </p:set>
                                    <p:anim calcmode="lin" valueType="num">
                                      <p:cBhvr additive="base">
                                        <p:cTn id="7" dur="500" fill="hold"/>
                                        <p:tgtEl>
                                          <p:spTgt spid="387115"/>
                                        </p:tgtEl>
                                        <p:attrNameLst>
                                          <p:attrName>ppt_x</p:attrName>
                                        </p:attrNameLst>
                                      </p:cBhvr>
                                      <p:tavLst>
                                        <p:tav tm="0">
                                          <p:val>
                                            <p:strVal val="#ppt_x"/>
                                          </p:val>
                                        </p:tav>
                                        <p:tav tm="100000">
                                          <p:val>
                                            <p:strVal val="#ppt_x"/>
                                          </p:val>
                                        </p:tav>
                                      </p:tavLst>
                                    </p:anim>
                                    <p:anim calcmode="lin" valueType="num">
                                      <p:cBhvr additive="base">
                                        <p:cTn id="8" dur="500" fill="hold"/>
                                        <p:tgtEl>
                                          <p:spTgt spid="387115"/>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87115" grpId="0" animBg="1"/>
    </p:bldLst>
  </p:timing>
</p:sld>
</file>

<file path=ppt/slides/slide7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6323" name="Rectangle 2"/>
          <p:cNvSpPr>
            <a:spLocks noGrp="1" noChangeArrowheads="1"/>
          </p:cNvSpPr>
          <p:nvPr>
            <p:ph type="title"/>
          </p:nvPr>
        </p:nvSpPr>
        <p:spPr/>
        <p:txBody>
          <a:bodyPr/>
          <a:lstStyle/>
          <a:p>
            <a:pPr eaLnBrk="1" hangingPunct="1"/>
            <a:r>
              <a:rPr lang="zh-CN" altLang="en-US" smtClean="0"/>
              <a:t>区传送</a:t>
            </a:r>
            <a:endParaRPr lang="en-US" altLang="zh-CN" smtClean="0"/>
          </a:p>
        </p:txBody>
      </p:sp>
      <p:sp>
        <p:nvSpPr>
          <p:cNvPr id="392195" name="Rectangle 3"/>
          <p:cNvSpPr>
            <a:spLocks noGrp="1" noChangeArrowheads="1"/>
          </p:cNvSpPr>
          <p:nvPr>
            <p:ph type="body" idx="1"/>
          </p:nvPr>
        </p:nvSpPr>
        <p:spPr>
          <a:xfrm>
            <a:off x="677863" y="1316038"/>
            <a:ext cx="7772400" cy="4684712"/>
          </a:xfrm>
        </p:spPr>
        <p:txBody>
          <a:bodyPr/>
          <a:lstStyle/>
          <a:p>
            <a:pPr eaLnBrk="1" hangingPunct="1">
              <a:lnSpc>
                <a:spcPct val="105000"/>
              </a:lnSpc>
            </a:pPr>
            <a:r>
              <a:rPr lang="zh-CN" altLang="en-US" sz="2400" dirty="0" smtClean="0"/>
              <a:t>域名查询的解析操作由多个</a:t>
            </a:r>
            <a:r>
              <a:rPr lang="en-US" altLang="zh-CN" sz="2400" dirty="0" smtClean="0"/>
              <a:t>DNS</a:t>
            </a:r>
            <a:r>
              <a:rPr lang="zh-CN" altLang="en-US" sz="2400" dirty="0" smtClean="0"/>
              <a:t>服务器来提供，从而提高可用性和容错性；</a:t>
            </a:r>
          </a:p>
          <a:p>
            <a:pPr eaLnBrk="1" hangingPunct="1">
              <a:lnSpc>
                <a:spcPct val="105000"/>
              </a:lnSpc>
            </a:pPr>
            <a:r>
              <a:rPr lang="en-US" altLang="zh-CN" sz="2400" dirty="0" smtClean="0"/>
              <a:t>DNS</a:t>
            </a:r>
            <a:r>
              <a:rPr lang="zh-CN" altLang="en-US" sz="2400" dirty="0" smtClean="0"/>
              <a:t>服务器之间采用</a:t>
            </a:r>
            <a:r>
              <a:rPr lang="zh-CN" altLang="en-US" sz="2400" dirty="0" smtClean="0">
                <a:solidFill>
                  <a:srgbClr val="FF3300"/>
                </a:solidFill>
              </a:rPr>
              <a:t>区传送</a:t>
            </a:r>
            <a:r>
              <a:rPr lang="zh-CN" altLang="en-US" sz="2400" dirty="0" smtClean="0"/>
              <a:t>的机制来同步和复制区内数据；</a:t>
            </a:r>
          </a:p>
          <a:p>
            <a:pPr eaLnBrk="1" hangingPunct="1">
              <a:lnSpc>
                <a:spcPct val="105000"/>
              </a:lnSpc>
            </a:pPr>
            <a:r>
              <a:rPr lang="zh-CN" altLang="en-US" sz="2400" dirty="0" smtClean="0"/>
              <a:t>区传送的最大</a:t>
            </a:r>
            <a:r>
              <a:rPr lang="zh-CN" altLang="en-US" sz="2400" dirty="0" smtClean="0">
                <a:solidFill>
                  <a:srgbClr val="FF3300"/>
                </a:solidFill>
              </a:rPr>
              <a:t>安全问题</a:t>
            </a:r>
            <a:r>
              <a:rPr lang="zh-CN" altLang="en-US" sz="2400" dirty="0" smtClean="0"/>
              <a:t>：传输的域名信息中包含了不该公开的内部主机和服务器的域名信息，从而将内部主机名和</a:t>
            </a:r>
            <a:r>
              <a:rPr lang="en-US" altLang="zh-CN" sz="2400" dirty="0" smtClean="0"/>
              <a:t>IP</a:t>
            </a:r>
            <a:r>
              <a:rPr lang="zh-CN" altLang="en-US" sz="2400" dirty="0" smtClean="0"/>
              <a:t>地址暴露给了攻击者。</a:t>
            </a:r>
          </a:p>
          <a:p>
            <a:pPr eaLnBrk="1" hangingPunct="1">
              <a:lnSpc>
                <a:spcPct val="105000"/>
              </a:lnSpc>
            </a:pPr>
            <a:r>
              <a:rPr lang="zh-CN" altLang="en-US" sz="2400" dirty="0" smtClean="0"/>
              <a:t>区传送查询工具：</a:t>
            </a:r>
          </a:p>
          <a:p>
            <a:pPr lvl="1" eaLnBrk="1" hangingPunct="1">
              <a:lnSpc>
                <a:spcPct val="100000"/>
              </a:lnSpc>
            </a:pPr>
            <a:r>
              <a:rPr lang="en-US" altLang="zh-CN" sz="2400" dirty="0" smtClean="0"/>
              <a:t>Windows</a:t>
            </a:r>
            <a:r>
              <a:rPr lang="zh-CN" altLang="en-US" sz="2400" dirty="0" smtClean="0"/>
              <a:t>平台：</a:t>
            </a:r>
            <a:r>
              <a:rPr lang="en-US" altLang="zh-CN" sz="2400" dirty="0" err="1" smtClean="0"/>
              <a:t>nslookup</a:t>
            </a:r>
            <a:r>
              <a:rPr lang="en-US" altLang="zh-CN" sz="2400" dirty="0" smtClean="0"/>
              <a:t>, </a:t>
            </a:r>
            <a:r>
              <a:rPr lang="en-US" altLang="zh-CN" sz="2400" dirty="0" err="1" smtClean="0"/>
              <a:t>SamSpade</a:t>
            </a:r>
            <a:r>
              <a:rPr lang="en-US" altLang="zh-CN" sz="2400" dirty="0" smtClean="0"/>
              <a:t>;</a:t>
            </a:r>
          </a:p>
          <a:p>
            <a:pPr lvl="1" eaLnBrk="1" hangingPunct="1">
              <a:lnSpc>
                <a:spcPct val="100000"/>
              </a:lnSpc>
            </a:pPr>
            <a:r>
              <a:rPr lang="en-US" altLang="zh-CN" sz="2400" dirty="0" smtClean="0"/>
              <a:t>UNIX</a:t>
            </a:r>
            <a:r>
              <a:rPr lang="zh-CN" altLang="en-US" sz="2400" dirty="0" smtClean="0"/>
              <a:t>平台：</a:t>
            </a:r>
            <a:r>
              <a:rPr lang="en-US" altLang="zh-CN" sz="2400" dirty="0" err="1" smtClean="0"/>
              <a:t>nslookup</a:t>
            </a:r>
            <a:r>
              <a:rPr lang="en-US" altLang="zh-CN" sz="2400" dirty="0" smtClean="0"/>
              <a:t>, dig, host, </a:t>
            </a:r>
            <a:r>
              <a:rPr lang="en-US" altLang="zh-CN" sz="2400" dirty="0" err="1" smtClean="0"/>
              <a:t>axfr</a:t>
            </a:r>
            <a:r>
              <a:rPr lang="zh-CN" altLang="en-US" sz="2400" dirty="0" smtClean="0"/>
              <a:t>等</a:t>
            </a: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nodeType="clickEffect">
                                  <p:stCondLst>
                                    <p:cond delay="0"/>
                                  </p:stCondLst>
                                  <p:childTnLst>
                                    <p:set>
                                      <p:cBhvr>
                                        <p:cTn id="6" dur="1" fill="hold">
                                          <p:stCondLst>
                                            <p:cond delay="0"/>
                                          </p:stCondLst>
                                        </p:cTn>
                                        <p:tgtEl>
                                          <p:spTgt spid="392195">
                                            <p:txEl>
                                              <p:pRg st="0" end="0"/>
                                            </p:txEl>
                                          </p:spTgt>
                                        </p:tgtEl>
                                        <p:attrNameLst>
                                          <p:attrName>style.visibility</p:attrName>
                                        </p:attrNameLst>
                                      </p:cBhvr>
                                      <p:to>
                                        <p:strVal val="visible"/>
                                      </p:to>
                                    </p:set>
                                    <p:anim calcmode="lin" valueType="num">
                                      <p:cBhvr additive="base">
                                        <p:cTn id="7" dur="500" fill="hold"/>
                                        <p:tgtEl>
                                          <p:spTgt spid="392195">
                                            <p:txEl>
                                              <p:pRg st="0" end="0"/>
                                            </p:txEl>
                                          </p:spTgt>
                                        </p:tgtEl>
                                        <p:attrNameLst>
                                          <p:attrName>ppt_x</p:attrName>
                                        </p:attrNameLst>
                                      </p:cBhvr>
                                      <p:tavLst>
                                        <p:tav tm="0">
                                          <p:val>
                                            <p:strVal val="#ppt_x"/>
                                          </p:val>
                                        </p:tav>
                                        <p:tav tm="100000">
                                          <p:val>
                                            <p:strVal val="#ppt_x"/>
                                          </p:val>
                                        </p:tav>
                                      </p:tavLst>
                                    </p:anim>
                                    <p:anim calcmode="lin" valueType="num">
                                      <p:cBhvr additive="base">
                                        <p:cTn id="8" dur="500" fill="hold"/>
                                        <p:tgtEl>
                                          <p:spTgt spid="392195">
                                            <p:txEl>
                                              <p:pRg st="0" end="0"/>
                                            </p:txEl>
                                          </p:spTgt>
                                        </p:tgtEl>
                                        <p:attrNameLst>
                                          <p:attrName>ppt_y</p:attrName>
                                        </p:attrNameLst>
                                      </p:cBhvr>
                                      <p:tavLst>
                                        <p:tav tm="0">
                                          <p:val>
                                            <p:strVal val="1+#ppt_h/2"/>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2" presetClass="entr" presetSubtype="4" fill="hold" nodeType="clickEffect">
                                  <p:stCondLst>
                                    <p:cond delay="0"/>
                                  </p:stCondLst>
                                  <p:childTnLst>
                                    <p:set>
                                      <p:cBhvr>
                                        <p:cTn id="12" dur="1" fill="hold">
                                          <p:stCondLst>
                                            <p:cond delay="0"/>
                                          </p:stCondLst>
                                        </p:cTn>
                                        <p:tgtEl>
                                          <p:spTgt spid="392195">
                                            <p:txEl>
                                              <p:pRg st="1" end="1"/>
                                            </p:txEl>
                                          </p:spTgt>
                                        </p:tgtEl>
                                        <p:attrNameLst>
                                          <p:attrName>style.visibility</p:attrName>
                                        </p:attrNameLst>
                                      </p:cBhvr>
                                      <p:to>
                                        <p:strVal val="visible"/>
                                      </p:to>
                                    </p:set>
                                    <p:anim calcmode="lin" valueType="num">
                                      <p:cBhvr additive="base">
                                        <p:cTn id="13" dur="500" fill="hold"/>
                                        <p:tgtEl>
                                          <p:spTgt spid="392195">
                                            <p:txEl>
                                              <p:pRg st="1" end="1"/>
                                            </p:txEl>
                                          </p:spTgt>
                                        </p:tgtEl>
                                        <p:attrNameLst>
                                          <p:attrName>ppt_x</p:attrName>
                                        </p:attrNameLst>
                                      </p:cBhvr>
                                      <p:tavLst>
                                        <p:tav tm="0">
                                          <p:val>
                                            <p:strVal val="#ppt_x"/>
                                          </p:val>
                                        </p:tav>
                                        <p:tav tm="100000">
                                          <p:val>
                                            <p:strVal val="#ppt_x"/>
                                          </p:val>
                                        </p:tav>
                                      </p:tavLst>
                                    </p:anim>
                                    <p:anim calcmode="lin" valueType="num">
                                      <p:cBhvr additive="base">
                                        <p:cTn id="14" dur="500" fill="hold"/>
                                        <p:tgtEl>
                                          <p:spTgt spid="392195">
                                            <p:txEl>
                                              <p:pRg st="1" end="1"/>
                                            </p:txEl>
                                          </p:spTgt>
                                        </p:tgtEl>
                                        <p:attrNameLst>
                                          <p:attrName>ppt_y</p:attrName>
                                        </p:attrNameLst>
                                      </p:cBhvr>
                                      <p:tavLst>
                                        <p:tav tm="0">
                                          <p:val>
                                            <p:strVal val="1+#ppt_h/2"/>
                                          </p:val>
                                        </p:tav>
                                        <p:tav tm="100000">
                                          <p:val>
                                            <p:strVal val="#ppt_y"/>
                                          </p:val>
                                        </p:tav>
                                      </p:tavLst>
                                    </p:anim>
                                  </p:childTnLst>
                                </p:cTn>
                              </p:par>
                            </p:childTnLst>
                          </p:cTn>
                        </p:par>
                      </p:childTnLst>
                    </p:cTn>
                  </p:par>
                  <p:par>
                    <p:cTn id="15" fill="hold">
                      <p:stCondLst>
                        <p:cond delay="indefinite"/>
                      </p:stCondLst>
                      <p:childTnLst>
                        <p:par>
                          <p:cTn id="16" fill="hold">
                            <p:stCondLst>
                              <p:cond delay="0"/>
                            </p:stCondLst>
                            <p:childTnLst>
                              <p:par>
                                <p:cTn id="17" presetID="2" presetClass="entr" presetSubtype="4" fill="hold" nodeType="clickEffect">
                                  <p:stCondLst>
                                    <p:cond delay="0"/>
                                  </p:stCondLst>
                                  <p:childTnLst>
                                    <p:set>
                                      <p:cBhvr>
                                        <p:cTn id="18" dur="1" fill="hold">
                                          <p:stCondLst>
                                            <p:cond delay="0"/>
                                          </p:stCondLst>
                                        </p:cTn>
                                        <p:tgtEl>
                                          <p:spTgt spid="392195">
                                            <p:txEl>
                                              <p:pRg st="2" end="2"/>
                                            </p:txEl>
                                          </p:spTgt>
                                        </p:tgtEl>
                                        <p:attrNameLst>
                                          <p:attrName>style.visibility</p:attrName>
                                        </p:attrNameLst>
                                      </p:cBhvr>
                                      <p:to>
                                        <p:strVal val="visible"/>
                                      </p:to>
                                    </p:set>
                                    <p:anim calcmode="lin" valueType="num">
                                      <p:cBhvr additive="base">
                                        <p:cTn id="19" dur="500" fill="hold"/>
                                        <p:tgtEl>
                                          <p:spTgt spid="392195">
                                            <p:txEl>
                                              <p:pRg st="2" end="2"/>
                                            </p:txEl>
                                          </p:spTgt>
                                        </p:tgtEl>
                                        <p:attrNameLst>
                                          <p:attrName>ppt_x</p:attrName>
                                        </p:attrNameLst>
                                      </p:cBhvr>
                                      <p:tavLst>
                                        <p:tav tm="0">
                                          <p:val>
                                            <p:strVal val="#ppt_x"/>
                                          </p:val>
                                        </p:tav>
                                        <p:tav tm="100000">
                                          <p:val>
                                            <p:strVal val="#ppt_x"/>
                                          </p:val>
                                        </p:tav>
                                      </p:tavLst>
                                    </p:anim>
                                    <p:anim calcmode="lin" valueType="num">
                                      <p:cBhvr additive="base">
                                        <p:cTn id="20" dur="500" fill="hold"/>
                                        <p:tgtEl>
                                          <p:spTgt spid="392195">
                                            <p:txEl>
                                              <p:pRg st="2" end="2"/>
                                            </p:txEl>
                                          </p:spTgt>
                                        </p:tgtEl>
                                        <p:attrNameLst>
                                          <p:attrName>ppt_y</p:attrName>
                                        </p:attrNameLst>
                                      </p:cBhvr>
                                      <p:tavLst>
                                        <p:tav tm="0">
                                          <p:val>
                                            <p:strVal val="1+#ppt_h/2"/>
                                          </p:val>
                                        </p:tav>
                                        <p:tav tm="100000">
                                          <p:val>
                                            <p:strVal val="#ppt_y"/>
                                          </p:val>
                                        </p:tav>
                                      </p:tavLst>
                                    </p:anim>
                                  </p:childTnLst>
                                </p:cTn>
                              </p:par>
                            </p:childTnLst>
                          </p:cTn>
                        </p:par>
                      </p:childTnLst>
                    </p:cTn>
                  </p:par>
                  <p:par>
                    <p:cTn id="21" fill="hold">
                      <p:stCondLst>
                        <p:cond delay="indefinite"/>
                      </p:stCondLst>
                      <p:childTnLst>
                        <p:par>
                          <p:cTn id="22" fill="hold">
                            <p:stCondLst>
                              <p:cond delay="0"/>
                            </p:stCondLst>
                            <p:childTnLst>
                              <p:par>
                                <p:cTn id="23" presetID="2" presetClass="entr" presetSubtype="4" fill="hold" nodeType="clickEffect">
                                  <p:stCondLst>
                                    <p:cond delay="0"/>
                                  </p:stCondLst>
                                  <p:childTnLst>
                                    <p:set>
                                      <p:cBhvr>
                                        <p:cTn id="24" dur="1" fill="hold">
                                          <p:stCondLst>
                                            <p:cond delay="0"/>
                                          </p:stCondLst>
                                        </p:cTn>
                                        <p:tgtEl>
                                          <p:spTgt spid="392195">
                                            <p:txEl>
                                              <p:pRg st="3" end="3"/>
                                            </p:txEl>
                                          </p:spTgt>
                                        </p:tgtEl>
                                        <p:attrNameLst>
                                          <p:attrName>style.visibility</p:attrName>
                                        </p:attrNameLst>
                                      </p:cBhvr>
                                      <p:to>
                                        <p:strVal val="visible"/>
                                      </p:to>
                                    </p:set>
                                    <p:anim calcmode="lin" valueType="num">
                                      <p:cBhvr additive="base">
                                        <p:cTn id="25" dur="500" fill="hold"/>
                                        <p:tgtEl>
                                          <p:spTgt spid="392195">
                                            <p:txEl>
                                              <p:pRg st="3" end="3"/>
                                            </p:txEl>
                                          </p:spTgt>
                                        </p:tgtEl>
                                        <p:attrNameLst>
                                          <p:attrName>ppt_x</p:attrName>
                                        </p:attrNameLst>
                                      </p:cBhvr>
                                      <p:tavLst>
                                        <p:tav tm="0">
                                          <p:val>
                                            <p:strVal val="#ppt_x"/>
                                          </p:val>
                                        </p:tav>
                                        <p:tav tm="100000">
                                          <p:val>
                                            <p:strVal val="#ppt_x"/>
                                          </p:val>
                                        </p:tav>
                                      </p:tavLst>
                                    </p:anim>
                                    <p:anim calcmode="lin" valueType="num">
                                      <p:cBhvr additive="base">
                                        <p:cTn id="26" dur="500" fill="hold"/>
                                        <p:tgtEl>
                                          <p:spTgt spid="392195">
                                            <p:txEl>
                                              <p:pRg st="3" end="3"/>
                                            </p:txEl>
                                          </p:spTgt>
                                        </p:tgtEl>
                                        <p:attrNameLst>
                                          <p:attrName>ppt_y</p:attrName>
                                        </p:attrNameLst>
                                      </p:cBhvr>
                                      <p:tavLst>
                                        <p:tav tm="0">
                                          <p:val>
                                            <p:strVal val="1+#ppt_h/2"/>
                                          </p:val>
                                        </p:tav>
                                        <p:tav tm="100000">
                                          <p:val>
                                            <p:strVal val="#ppt_y"/>
                                          </p:val>
                                        </p:tav>
                                      </p:tavLst>
                                    </p:anim>
                                  </p:childTnLst>
                                </p:cTn>
                              </p:par>
                              <p:par>
                                <p:cTn id="27" presetID="2" presetClass="entr" presetSubtype="4" fill="hold" nodeType="withEffect">
                                  <p:stCondLst>
                                    <p:cond delay="0"/>
                                  </p:stCondLst>
                                  <p:childTnLst>
                                    <p:set>
                                      <p:cBhvr>
                                        <p:cTn id="28" dur="1" fill="hold">
                                          <p:stCondLst>
                                            <p:cond delay="0"/>
                                          </p:stCondLst>
                                        </p:cTn>
                                        <p:tgtEl>
                                          <p:spTgt spid="392195">
                                            <p:txEl>
                                              <p:pRg st="4" end="4"/>
                                            </p:txEl>
                                          </p:spTgt>
                                        </p:tgtEl>
                                        <p:attrNameLst>
                                          <p:attrName>style.visibility</p:attrName>
                                        </p:attrNameLst>
                                      </p:cBhvr>
                                      <p:to>
                                        <p:strVal val="visible"/>
                                      </p:to>
                                    </p:set>
                                    <p:anim calcmode="lin" valueType="num">
                                      <p:cBhvr additive="base">
                                        <p:cTn id="29" dur="500" fill="hold"/>
                                        <p:tgtEl>
                                          <p:spTgt spid="392195">
                                            <p:txEl>
                                              <p:pRg st="4" end="4"/>
                                            </p:txEl>
                                          </p:spTgt>
                                        </p:tgtEl>
                                        <p:attrNameLst>
                                          <p:attrName>ppt_x</p:attrName>
                                        </p:attrNameLst>
                                      </p:cBhvr>
                                      <p:tavLst>
                                        <p:tav tm="0">
                                          <p:val>
                                            <p:strVal val="#ppt_x"/>
                                          </p:val>
                                        </p:tav>
                                        <p:tav tm="100000">
                                          <p:val>
                                            <p:strVal val="#ppt_x"/>
                                          </p:val>
                                        </p:tav>
                                      </p:tavLst>
                                    </p:anim>
                                    <p:anim calcmode="lin" valueType="num">
                                      <p:cBhvr additive="base">
                                        <p:cTn id="30" dur="500" fill="hold"/>
                                        <p:tgtEl>
                                          <p:spTgt spid="392195">
                                            <p:txEl>
                                              <p:pRg st="4" end="4"/>
                                            </p:txEl>
                                          </p:spTgt>
                                        </p:tgtEl>
                                        <p:attrNameLst>
                                          <p:attrName>ppt_y</p:attrName>
                                        </p:attrNameLst>
                                      </p:cBhvr>
                                      <p:tavLst>
                                        <p:tav tm="0">
                                          <p:val>
                                            <p:strVal val="1+#ppt_h/2"/>
                                          </p:val>
                                        </p:tav>
                                        <p:tav tm="100000">
                                          <p:val>
                                            <p:strVal val="#ppt_y"/>
                                          </p:val>
                                        </p:tav>
                                      </p:tavLst>
                                    </p:anim>
                                  </p:childTnLst>
                                </p:cTn>
                              </p:par>
                              <p:par>
                                <p:cTn id="31" presetID="2" presetClass="entr" presetSubtype="4" fill="hold" nodeType="withEffect">
                                  <p:stCondLst>
                                    <p:cond delay="0"/>
                                  </p:stCondLst>
                                  <p:childTnLst>
                                    <p:set>
                                      <p:cBhvr>
                                        <p:cTn id="32" dur="1" fill="hold">
                                          <p:stCondLst>
                                            <p:cond delay="0"/>
                                          </p:stCondLst>
                                        </p:cTn>
                                        <p:tgtEl>
                                          <p:spTgt spid="392195">
                                            <p:txEl>
                                              <p:pRg st="5" end="5"/>
                                            </p:txEl>
                                          </p:spTgt>
                                        </p:tgtEl>
                                        <p:attrNameLst>
                                          <p:attrName>style.visibility</p:attrName>
                                        </p:attrNameLst>
                                      </p:cBhvr>
                                      <p:to>
                                        <p:strVal val="visible"/>
                                      </p:to>
                                    </p:set>
                                    <p:anim calcmode="lin" valueType="num">
                                      <p:cBhvr additive="base">
                                        <p:cTn id="33" dur="500" fill="hold"/>
                                        <p:tgtEl>
                                          <p:spTgt spid="392195">
                                            <p:txEl>
                                              <p:pRg st="5" end="5"/>
                                            </p:txEl>
                                          </p:spTgt>
                                        </p:tgtEl>
                                        <p:attrNameLst>
                                          <p:attrName>ppt_x</p:attrName>
                                        </p:attrNameLst>
                                      </p:cBhvr>
                                      <p:tavLst>
                                        <p:tav tm="0">
                                          <p:val>
                                            <p:strVal val="#ppt_x"/>
                                          </p:val>
                                        </p:tav>
                                        <p:tav tm="100000">
                                          <p:val>
                                            <p:strVal val="#ppt_x"/>
                                          </p:val>
                                        </p:tav>
                                      </p:tavLst>
                                    </p:anim>
                                    <p:anim calcmode="lin" valueType="num">
                                      <p:cBhvr additive="base">
                                        <p:cTn id="34" dur="500" fill="hold"/>
                                        <p:tgtEl>
                                          <p:spTgt spid="392195">
                                            <p:txEl>
                                              <p:pRg st="5" end="5"/>
                                            </p:txEl>
                                          </p:spTgt>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7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7347" name="Picture 7" descr="snap1"/>
          <p:cNvPicPr>
            <a:picLocks noChangeAspect="1" noChangeArrowheads="1"/>
          </p:cNvPicPr>
          <p:nvPr/>
        </p:nvPicPr>
        <p:blipFill>
          <a:blip r:embed="rId3" cstate="print"/>
          <a:srcRect/>
          <a:stretch>
            <a:fillRect/>
          </a:stretch>
        </p:blipFill>
        <p:spPr bwMode="auto">
          <a:xfrm>
            <a:off x="1079500" y="908050"/>
            <a:ext cx="7164388" cy="5695950"/>
          </a:xfrm>
          <a:prstGeom prst="rect">
            <a:avLst/>
          </a:prstGeom>
          <a:noFill/>
          <a:ln w="9525">
            <a:noFill/>
            <a:miter lim="800000"/>
            <a:headEnd/>
            <a:tailEnd/>
          </a:ln>
        </p:spPr>
      </p:pic>
      <p:sp>
        <p:nvSpPr>
          <p:cNvPr id="57348" name="Rectangle 2"/>
          <p:cNvSpPr>
            <a:spLocks noGrp="1" noChangeArrowheads="1"/>
          </p:cNvSpPr>
          <p:nvPr>
            <p:ph type="title"/>
          </p:nvPr>
        </p:nvSpPr>
        <p:spPr/>
        <p:txBody>
          <a:bodyPr/>
          <a:lstStyle/>
          <a:p>
            <a:pPr eaLnBrk="1" hangingPunct="1"/>
            <a:r>
              <a:rPr lang="zh-CN" altLang="en-US" smtClean="0"/>
              <a:t>示例：</a:t>
            </a:r>
            <a:r>
              <a:rPr lang="en-US" altLang="zh-CN" smtClean="0">
                <a:latin typeface="Times New Roman" panose="02020603050405020304" pitchFamily="18" charset="0"/>
              </a:rPr>
              <a:t>nslookup</a:t>
            </a:r>
            <a:r>
              <a:rPr lang="zh-CN" altLang="en-US" smtClean="0"/>
              <a:t>工具</a:t>
            </a:r>
          </a:p>
        </p:txBody>
      </p:sp>
      <p:sp>
        <p:nvSpPr>
          <p:cNvPr id="370693" name="Rectangle 5"/>
          <p:cNvSpPr>
            <a:spLocks noChangeArrowheads="1"/>
          </p:cNvSpPr>
          <p:nvPr/>
        </p:nvSpPr>
        <p:spPr bwMode="auto">
          <a:xfrm>
            <a:off x="1582738" y="2511425"/>
            <a:ext cx="1150937" cy="269875"/>
          </a:xfrm>
          <a:prstGeom prst="rect">
            <a:avLst/>
          </a:prstGeom>
          <a:noFill/>
          <a:ln w="15875">
            <a:solidFill>
              <a:srgbClr val="FF0000"/>
            </a:solidFill>
            <a:miter lim="800000"/>
          </a:ln>
        </p:spPr>
        <p:txBody>
          <a:bodyPr wrap="none" anchor="ctr"/>
          <a:lstStyle/>
          <a:p>
            <a:endParaRPr lang="zh-CN" altLang="en-US"/>
          </a:p>
        </p:txBody>
      </p:sp>
      <p:sp>
        <p:nvSpPr>
          <p:cNvPr id="370694" name="AutoShape 6"/>
          <p:cNvSpPr>
            <a:spLocks noChangeArrowheads="1"/>
          </p:cNvSpPr>
          <p:nvPr/>
        </p:nvSpPr>
        <p:spPr bwMode="auto">
          <a:xfrm>
            <a:off x="3490913" y="1916113"/>
            <a:ext cx="2808287" cy="647700"/>
          </a:xfrm>
          <a:prstGeom prst="wedgeRectCallout">
            <a:avLst>
              <a:gd name="adj1" fmla="val -74875"/>
              <a:gd name="adj2" fmla="val 59560"/>
            </a:avLst>
          </a:prstGeom>
          <a:solidFill>
            <a:srgbClr val="CCECFF"/>
          </a:solidFill>
          <a:ln w="38100">
            <a:solidFill>
              <a:schemeClr val="tx1"/>
            </a:solidFill>
            <a:miter lim="800000"/>
          </a:ln>
        </p:spPr>
        <p:txBody>
          <a:bodyPr anchor="ctr" anchorCtr="1"/>
          <a:lstStyle/>
          <a:p>
            <a:r>
              <a:rPr lang="en-US" altLang="zh-CN" b="1">
                <a:solidFill>
                  <a:srgbClr val="000099"/>
                </a:solidFill>
                <a:latin typeface="Times New Roman" panose="02020603050405020304" pitchFamily="18" charset="0"/>
              </a:rPr>
              <a:t>Windows</a:t>
            </a:r>
            <a:r>
              <a:rPr lang="zh-CN" altLang="en-US" b="1">
                <a:solidFill>
                  <a:srgbClr val="000099"/>
                </a:solidFill>
                <a:latin typeface="Times New Roman" panose="02020603050405020304" pitchFamily="18" charset="0"/>
              </a:rPr>
              <a:t>自带工具</a:t>
            </a:r>
            <a:endParaRPr lang="en-US" altLang="zh-CN" b="1">
              <a:solidFill>
                <a:srgbClr val="000099"/>
              </a:solidFill>
              <a:latin typeface="Times New Roman" panose="02020603050405020304" pitchFamily="18" charset="0"/>
            </a:endParaRPr>
          </a:p>
        </p:txBody>
      </p:sp>
      <p:sp>
        <p:nvSpPr>
          <p:cNvPr id="370696" name="Rectangle 8"/>
          <p:cNvSpPr>
            <a:spLocks noChangeArrowheads="1"/>
          </p:cNvSpPr>
          <p:nvPr/>
        </p:nvSpPr>
        <p:spPr bwMode="auto">
          <a:xfrm>
            <a:off x="1330325" y="3446463"/>
            <a:ext cx="2881313" cy="269875"/>
          </a:xfrm>
          <a:prstGeom prst="rect">
            <a:avLst/>
          </a:prstGeom>
          <a:noFill/>
          <a:ln w="15875">
            <a:solidFill>
              <a:srgbClr val="FF0000"/>
            </a:solidFill>
            <a:miter lim="800000"/>
          </a:ln>
        </p:spPr>
        <p:txBody>
          <a:bodyPr wrap="none" anchor="ctr"/>
          <a:lstStyle/>
          <a:p>
            <a:endParaRPr lang="zh-CN" altLang="en-US"/>
          </a:p>
        </p:txBody>
      </p:sp>
      <p:sp>
        <p:nvSpPr>
          <p:cNvPr id="370697" name="AutoShape 9"/>
          <p:cNvSpPr>
            <a:spLocks noChangeArrowheads="1"/>
          </p:cNvSpPr>
          <p:nvPr/>
        </p:nvSpPr>
        <p:spPr bwMode="auto">
          <a:xfrm>
            <a:off x="5003800" y="2852738"/>
            <a:ext cx="2808288" cy="647700"/>
          </a:xfrm>
          <a:prstGeom prst="wedgeRectCallout">
            <a:avLst>
              <a:gd name="adj1" fmla="val -74875"/>
              <a:gd name="adj2" fmla="val 59560"/>
            </a:avLst>
          </a:prstGeom>
          <a:solidFill>
            <a:srgbClr val="CCECFF"/>
          </a:solidFill>
          <a:ln w="38100">
            <a:solidFill>
              <a:schemeClr val="tx1"/>
            </a:solidFill>
            <a:miter lim="800000"/>
          </a:ln>
        </p:spPr>
        <p:txBody>
          <a:bodyPr anchor="ctr" anchorCtr="1"/>
          <a:lstStyle/>
          <a:p>
            <a:r>
              <a:rPr lang="zh-CN" altLang="en-US" b="1">
                <a:solidFill>
                  <a:srgbClr val="000099"/>
                </a:solidFill>
                <a:latin typeface="Times New Roman" panose="02020603050405020304" pitchFamily="18" charset="0"/>
              </a:rPr>
              <a:t>指定目标的主</a:t>
            </a:r>
            <a:r>
              <a:rPr lang="en-US" altLang="zh-CN" b="1">
                <a:solidFill>
                  <a:srgbClr val="000099"/>
                </a:solidFill>
                <a:latin typeface="Times New Roman" panose="02020603050405020304" pitchFamily="18" charset="0"/>
              </a:rPr>
              <a:t>DNS</a:t>
            </a:r>
            <a:r>
              <a:rPr lang="zh-CN" altLang="en-US" b="1">
                <a:solidFill>
                  <a:srgbClr val="000099"/>
                </a:solidFill>
                <a:latin typeface="Times New Roman" panose="02020603050405020304" pitchFamily="18" charset="0"/>
              </a:rPr>
              <a:t>服务器或辅</a:t>
            </a:r>
            <a:r>
              <a:rPr lang="en-US" altLang="zh-CN" b="1">
                <a:solidFill>
                  <a:srgbClr val="000099"/>
                </a:solidFill>
                <a:latin typeface="Times New Roman" panose="02020603050405020304" pitchFamily="18" charset="0"/>
              </a:rPr>
              <a:t>DNS</a:t>
            </a:r>
            <a:r>
              <a:rPr lang="zh-CN" altLang="en-US" b="1">
                <a:solidFill>
                  <a:srgbClr val="000099"/>
                </a:solidFill>
                <a:latin typeface="Times New Roman" panose="02020603050405020304" pitchFamily="18" charset="0"/>
              </a:rPr>
              <a:t>服务器</a:t>
            </a:r>
          </a:p>
        </p:txBody>
      </p:sp>
      <p:sp>
        <p:nvSpPr>
          <p:cNvPr id="370698" name="Rectangle 10"/>
          <p:cNvSpPr>
            <a:spLocks noChangeArrowheads="1"/>
          </p:cNvSpPr>
          <p:nvPr/>
        </p:nvSpPr>
        <p:spPr bwMode="auto">
          <a:xfrm>
            <a:off x="1330325" y="4383088"/>
            <a:ext cx="1873250" cy="269875"/>
          </a:xfrm>
          <a:prstGeom prst="rect">
            <a:avLst/>
          </a:prstGeom>
          <a:noFill/>
          <a:ln w="15875">
            <a:solidFill>
              <a:srgbClr val="FF0000"/>
            </a:solidFill>
            <a:miter lim="800000"/>
          </a:ln>
        </p:spPr>
        <p:txBody>
          <a:bodyPr wrap="none" anchor="ctr"/>
          <a:lstStyle/>
          <a:p>
            <a:endParaRPr lang="zh-CN" altLang="en-US"/>
          </a:p>
        </p:txBody>
      </p:sp>
      <p:sp>
        <p:nvSpPr>
          <p:cNvPr id="370699" name="AutoShape 11"/>
          <p:cNvSpPr>
            <a:spLocks noChangeArrowheads="1"/>
          </p:cNvSpPr>
          <p:nvPr/>
        </p:nvSpPr>
        <p:spPr bwMode="auto">
          <a:xfrm>
            <a:off x="4067175" y="3789363"/>
            <a:ext cx="3744913" cy="647700"/>
          </a:xfrm>
          <a:prstGeom prst="wedgeRectCallout">
            <a:avLst>
              <a:gd name="adj1" fmla="val -68653"/>
              <a:gd name="adj2" fmla="val 59560"/>
            </a:avLst>
          </a:prstGeom>
          <a:solidFill>
            <a:srgbClr val="CCECFF"/>
          </a:solidFill>
          <a:ln w="38100">
            <a:solidFill>
              <a:schemeClr val="tx1"/>
            </a:solidFill>
            <a:miter lim="800000"/>
          </a:ln>
        </p:spPr>
        <p:txBody>
          <a:bodyPr anchor="ctr" anchorCtr="1"/>
          <a:lstStyle/>
          <a:p>
            <a:r>
              <a:rPr lang="zh-CN" altLang="en-US" b="1">
                <a:solidFill>
                  <a:srgbClr val="000099"/>
                </a:solidFill>
                <a:latin typeface="Times New Roman" panose="02020603050405020304" pitchFamily="18" charset="0"/>
              </a:rPr>
              <a:t>指定查询任何类型的</a:t>
            </a:r>
            <a:r>
              <a:rPr lang="en-US" altLang="zh-CN" b="1">
                <a:solidFill>
                  <a:srgbClr val="000099"/>
                </a:solidFill>
                <a:latin typeface="Times New Roman" panose="02020603050405020304" pitchFamily="18" charset="0"/>
              </a:rPr>
              <a:t>DNS</a:t>
            </a:r>
            <a:r>
              <a:rPr lang="zh-CN" altLang="en-US" b="1">
                <a:solidFill>
                  <a:srgbClr val="000099"/>
                </a:solidFill>
                <a:latin typeface="Times New Roman" panose="02020603050405020304" pitchFamily="18" charset="0"/>
              </a:rPr>
              <a:t>记录</a:t>
            </a:r>
          </a:p>
        </p:txBody>
      </p:sp>
      <p:sp>
        <p:nvSpPr>
          <p:cNvPr id="370700" name="Rectangle 12"/>
          <p:cNvSpPr>
            <a:spLocks noChangeArrowheads="1"/>
          </p:cNvSpPr>
          <p:nvPr/>
        </p:nvSpPr>
        <p:spPr bwMode="auto">
          <a:xfrm>
            <a:off x="1330325" y="4652963"/>
            <a:ext cx="3673475" cy="269875"/>
          </a:xfrm>
          <a:prstGeom prst="rect">
            <a:avLst/>
          </a:prstGeom>
          <a:noFill/>
          <a:ln w="15875">
            <a:solidFill>
              <a:srgbClr val="FF0000"/>
            </a:solidFill>
            <a:miter lim="800000"/>
          </a:ln>
        </p:spPr>
        <p:txBody>
          <a:bodyPr wrap="none" anchor="ctr"/>
          <a:lstStyle/>
          <a:p>
            <a:endParaRPr lang="zh-CN" altLang="en-US"/>
          </a:p>
        </p:txBody>
      </p:sp>
      <p:sp>
        <p:nvSpPr>
          <p:cNvPr id="370701" name="AutoShape 13"/>
          <p:cNvSpPr>
            <a:spLocks noChangeArrowheads="1"/>
          </p:cNvSpPr>
          <p:nvPr/>
        </p:nvSpPr>
        <p:spPr bwMode="auto">
          <a:xfrm>
            <a:off x="5435600" y="5229225"/>
            <a:ext cx="2376488" cy="1008063"/>
          </a:xfrm>
          <a:prstGeom prst="wedgeRectCallout">
            <a:avLst>
              <a:gd name="adj1" fmla="val -62958"/>
              <a:gd name="adj2" fmla="val -91102"/>
            </a:avLst>
          </a:prstGeom>
          <a:solidFill>
            <a:srgbClr val="CCECFF"/>
          </a:solidFill>
          <a:ln w="38100">
            <a:solidFill>
              <a:schemeClr val="tx1"/>
            </a:solidFill>
            <a:miter lim="800000"/>
          </a:ln>
        </p:spPr>
        <p:txBody>
          <a:bodyPr anchor="ctr" anchorCtr="1"/>
          <a:lstStyle/>
          <a:p>
            <a:r>
              <a:rPr lang="zh-CN" altLang="en-US" b="1">
                <a:solidFill>
                  <a:srgbClr val="000099"/>
                </a:solidFill>
                <a:latin typeface="Times New Roman" panose="02020603050405020304" pitchFamily="18" charset="0"/>
              </a:rPr>
              <a:t>将查询到的</a:t>
            </a:r>
            <a:r>
              <a:rPr lang="en-US" altLang="zh-CN" b="1">
                <a:solidFill>
                  <a:srgbClr val="000099"/>
                </a:solidFill>
                <a:latin typeface="Times New Roman" panose="02020603050405020304" pitchFamily="18" charset="0"/>
              </a:rPr>
              <a:t>DNS</a:t>
            </a:r>
            <a:r>
              <a:rPr lang="zh-CN" altLang="en-US" b="1">
                <a:solidFill>
                  <a:srgbClr val="000099"/>
                </a:solidFill>
                <a:latin typeface="Times New Roman" panose="02020603050405020304" pitchFamily="18" charset="0"/>
              </a:rPr>
              <a:t>记录保存到文件中去</a:t>
            </a: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7" presetClass="entr" presetSubtype="10" fill="hold" grpId="0" nodeType="clickEffect">
                                  <p:stCondLst>
                                    <p:cond delay="0"/>
                                  </p:stCondLst>
                                  <p:childTnLst>
                                    <p:set>
                                      <p:cBhvr>
                                        <p:cTn id="6" dur="1" fill="hold">
                                          <p:stCondLst>
                                            <p:cond delay="0"/>
                                          </p:stCondLst>
                                        </p:cTn>
                                        <p:tgtEl>
                                          <p:spTgt spid="370693"/>
                                        </p:tgtEl>
                                        <p:attrNameLst>
                                          <p:attrName>style.visibility</p:attrName>
                                        </p:attrNameLst>
                                      </p:cBhvr>
                                      <p:to>
                                        <p:strVal val="visible"/>
                                      </p:to>
                                    </p:set>
                                    <p:anim calcmode="lin" valueType="num">
                                      <p:cBhvr>
                                        <p:cTn id="7" dur="500" fill="hold"/>
                                        <p:tgtEl>
                                          <p:spTgt spid="370693"/>
                                        </p:tgtEl>
                                        <p:attrNameLst>
                                          <p:attrName>ppt_w</p:attrName>
                                        </p:attrNameLst>
                                      </p:cBhvr>
                                      <p:tavLst>
                                        <p:tav tm="0">
                                          <p:val>
                                            <p:fltVal val="0"/>
                                          </p:val>
                                        </p:tav>
                                        <p:tav tm="100000">
                                          <p:val>
                                            <p:strVal val="#ppt_w"/>
                                          </p:val>
                                        </p:tav>
                                      </p:tavLst>
                                    </p:anim>
                                    <p:anim calcmode="lin" valueType="num">
                                      <p:cBhvr>
                                        <p:cTn id="8" dur="500" fill="hold"/>
                                        <p:tgtEl>
                                          <p:spTgt spid="370693"/>
                                        </p:tgtEl>
                                        <p:attrNameLst>
                                          <p:attrName>ppt_h</p:attrName>
                                        </p:attrNameLst>
                                      </p:cBhvr>
                                      <p:tavLst>
                                        <p:tav tm="0">
                                          <p:val>
                                            <p:strVal val="#ppt_h"/>
                                          </p:val>
                                        </p:tav>
                                        <p:tav tm="100000">
                                          <p:val>
                                            <p:strVal val="#ppt_h"/>
                                          </p:val>
                                        </p:tav>
                                      </p:tavLst>
                                    </p:anim>
                                  </p:childTnLst>
                                </p:cTn>
                              </p:par>
                            </p:childTnLst>
                          </p:cTn>
                        </p:par>
                      </p:childTnLst>
                    </p:cTn>
                  </p:par>
                  <p:par>
                    <p:cTn id="9" fill="hold">
                      <p:stCondLst>
                        <p:cond delay="indefinite"/>
                      </p:stCondLst>
                      <p:childTnLst>
                        <p:par>
                          <p:cTn id="10" fill="hold">
                            <p:stCondLst>
                              <p:cond delay="0"/>
                            </p:stCondLst>
                            <p:childTnLst>
                              <p:par>
                                <p:cTn id="11" presetID="2" presetClass="entr" presetSubtype="4" fill="hold" grpId="0" nodeType="clickEffect">
                                  <p:stCondLst>
                                    <p:cond delay="0"/>
                                  </p:stCondLst>
                                  <p:childTnLst>
                                    <p:set>
                                      <p:cBhvr>
                                        <p:cTn id="12" dur="1" fill="hold">
                                          <p:stCondLst>
                                            <p:cond delay="0"/>
                                          </p:stCondLst>
                                        </p:cTn>
                                        <p:tgtEl>
                                          <p:spTgt spid="370694"/>
                                        </p:tgtEl>
                                        <p:attrNameLst>
                                          <p:attrName>style.visibility</p:attrName>
                                        </p:attrNameLst>
                                      </p:cBhvr>
                                      <p:to>
                                        <p:strVal val="visible"/>
                                      </p:to>
                                    </p:set>
                                    <p:anim calcmode="lin" valueType="num">
                                      <p:cBhvr additive="base">
                                        <p:cTn id="13" dur="500" fill="hold"/>
                                        <p:tgtEl>
                                          <p:spTgt spid="370694"/>
                                        </p:tgtEl>
                                        <p:attrNameLst>
                                          <p:attrName>ppt_x</p:attrName>
                                        </p:attrNameLst>
                                      </p:cBhvr>
                                      <p:tavLst>
                                        <p:tav tm="0">
                                          <p:val>
                                            <p:strVal val="#ppt_x"/>
                                          </p:val>
                                        </p:tav>
                                        <p:tav tm="100000">
                                          <p:val>
                                            <p:strVal val="#ppt_x"/>
                                          </p:val>
                                        </p:tav>
                                      </p:tavLst>
                                    </p:anim>
                                    <p:anim calcmode="lin" valueType="num">
                                      <p:cBhvr additive="base">
                                        <p:cTn id="14" dur="500" fill="hold"/>
                                        <p:tgtEl>
                                          <p:spTgt spid="370694"/>
                                        </p:tgtEl>
                                        <p:attrNameLst>
                                          <p:attrName>ppt_y</p:attrName>
                                        </p:attrNameLst>
                                      </p:cBhvr>
                                      <p:tavLst>
                                        <p:tav tm="0">
                                          <p:val>
                                            <p:strVal val="1+#ppt_h/2"/>
                                          </p:val>
                                        </p:tav>
                                        <p:tav tm="100000">
                                          <p:val>
                                            <p:strVal val="#ppt_y"/>
                                          </p:val>
                                        </p:tav>
                                      </p:tavLst>
                                    </p:anim>
                                  </p:childTnLst>
                                </p:cTn>
                              </p:par>
                            </p:childTnLst>
                          </p:cTn>
                        </p:par>
                      </p:childTnLst>
                    </p:cTn>
                  </p:par>
                  <p:par>
                    <p:cTn id="15" fill="hold">
                      <p:stCondLst>
                        <p:cond delay="indefinite"/>
                      </p:stCondLst>
                      <p:childTnLst>
                        <p:par>
                          <p:cTn id="16" fill="hold">
                            <p:stCondLst>
                              <p:cond delay="0"/>
                            </p:stCondLst>
                            <p:childTnLst>
                              <p:par>
                                <p:cTn id="17" presetID="17" presetClass="entr" presetSubtype="10" fill="hold" grpId="0" nodeType="clickEffect">
                                  <p:stCondLst>
                                    <p:cond delay="0"/>
                                  </p:stCondLst>
                                  <p:childTnLst>
                                    <p:set>
                                      <p:cBhvr>
                                        <p:cTn id="18" dur="1" fill="hold">
                                          <p:stCondLst>
                                            <p:cond delay="0"/>
                                          </p:stCondLst>
                                        </p:cTn>
                                        <p:tgtEl>
                                          <p:spTgt spid="370696"/>
                                        </p:tgtEl>
                                        <p:attrNameLst>
                                          <p:attrName>style.visibility</p:attrName>
                                        </p:attrNameLst>
                                      </p:cBhvr>
                                      <p:to>
                                        <p:strVal val="visible"/>
                                      </p:to>
                                    </p:set>
                                    <p:anim calcmode="lin" valueType="num">
                                      <p:cBhvr>
                                        <p:cTn id="19" dur="500" fill="hold"/>
                                        <p:tgtEl>
                                          <p:spTgt spid="370696"/>
                                        </p:tgtEl>
                                        <p:attrNameLst>
                                          <p:attrName>ppt_w</p:attrName>
                                        </p:attrNameLst>
                                      </p:cBhvr>
                                      <p:tavLst>
                                        <p:tav tm="0">
                                          <p:val>
                                            <p:fltVal val="0"/>
                                          </p:val>
                                        </p:tav>
                                        <p:tav tm="100000">
                                          <p:val>
                                            <p:strVal val="#ppt_w"/>
                                          </p:val>
                                        </p:tav>
                                      </p:tavLst>
                                    </p:anim>
                                    <p:anim calcmode="lin" valueType="num">
                                      <p:cBhvr>
                                        <p:cTn id="20" dur="500" fill="hold"/>
                                        <p:tgtEl>
                                          <p:spTgt spid="370696"/>
                                        </p:tgtEl>
                                        <p:attrNameLst>
                                          <p:attrName>ppt_h</p:attrName>
                                        </p:attrNameLst>
                                      </p:cBhvr>
                                      <p:tavLst>
                                        <p:tav tm="0">
                                          <p:val>
                                            <p:strVal val="#ppt_h"/>
                                          </p:val>
                                        </p:tav>
                                        <p:tav tm="100000">
                                          <p:val>
                                            <p:strVal val="#ppt_h"/>
                                          </p:val>
                                        </p:tav>
                                      </p:tavLst>
                                    </p:anim>
                                  </p:childTnLst>
                                </p:cTn>
                              </p:par>
                            </p:childTnLst>
                          </p:cTn>
                        </p:par>
                      </p:childTnLst>
                    </p:cTn>
                  </p:par>
                  <p:par>
                    <p:cTn id="21" fill="hold">
                      <p:stCondLst>
                        <p:cond delay="indefinite"/>
                      </p:stCondLst>
                      <p:childTnLst>
                        <p:par>
                          <p:cTn id="22" fill="hold">
                            <p:stCondLst>
                              <p:cond delay="0"/>
                            </p:stCondLst>
                            <p:childTnLst>
                              <p:par>
                                <p:cTn id="23" presetID="2" presetClass="entr" presetSubtype="4" fill="hold" grpId="0" nodeType="clickEffect">
                                  <p:stCondLst>
                                    <p:cond delay="0"/>
                                  </p:stCondLst>
                                  <p:childTnLst>
                                    <p:set>
                                      <p:cBhvr>
                                        <p:cTn id="24" dur="1" fill="hold">
                                          <p:stCondLst>
                                            <p:cond delay="0"/>
                                          </p:stCondLst>
                                        </p:cTn>
                                        <p:tgtEl>
                                          <p:spTgt spid="370697"/>
                                        </p:tgtEl>
                                        <p:attrNameLst>
                                          <p:attrName>style.visibility</p:attrName>
                                        </p:attrNameLst>
                                      </p:cBhvr>
                                      <p:to>
                                        <p:strVal val="visible"/>
                                      </p:to>
                                    </p:set>
                                    <p:anim calcmode="lin" valueType="num">
                                      <p:cBhvr additive="base">
                                        <p:cTn id="25" dur="500" fill="hold"/>
                                        <p:tgtEl>
                                          <p:spTgt spid="370697"/>
                                        </p:tgtEl>
                                        <p:attrNameLst>
                                          <p:attrName>ppt_x</p:attrName>
                                        </p:attrNameLst>
                                      </p:cBhvr>
                                      <p:tavLst>
                                        <p:tav tm="0">
                                          <p:val>
                                            <p:strVal val="#ppt_x"/>
                                          </p:val>
                                        </p:tav>
                                        <p:tav tm="100000">
                                          <p:val>
                                            <p:strVal val="#ppt_x"/>
                                          </p:val>
                                        </p:tav>
                                      </p:tavLst>
                                    </p:anim>
                                    <p:anim calcmode="lin" valueType="num">
                                      <p:cBhvr additive="base">
                                        <p:cTn id="26" dur="500" fill="hold"/>
                                        <p:tgtEl>
                                          <p:spTgt spid="370697"/>
                                        </p:tgtEl>
                                        <p:attrNameLst>
                                          <p:attrName>ppt_y</p:attrName>
                                        </p:attrNameLst>
                                      </p:cBhvr>
                                      <p:tavLst>
                                        <p:tav tm="0">
                                          <p:val>
                                            <p:strVal val="1+#ppt_h/2"/>
                                          </p:val>
                                        </p:tav>
                                        <p:tav tm="100000">
                                          <p:val>
                                            <p:strVal val="#ppt_y"/>
                                          </p:val>
                                        </p:tav>
                                      </p:tavLst>
                                    </p:anim>
                                  </p:childTnLst>
                                </p:cTn>
                              </p:par>
                            </p:childTnLst>
                          </p:cTn>
                        </p:par>
                      </p:childTnLst>
                    </p:cTn>
                  </p:par>
                  <p:par>
                    <p:cTn id="27" fill="hold">
                      <p:stCondLst>
                        <p:cond delay="indefinite"/>
                      </p:stCondLst>
                      <p:childTnLst>
                        <p:par>
                          <p:cTn id="28" fill="hold">
                            <p:stCondLst>
                              <p:cond delay="0"/>
                            </p:stCondLst>
                            <p:childTnLst>
                              <p:par>
                                <p:cTn id="29" presetID="17" presetClass="entr" presetSubtype="10" fill="hold" grpId="0" nodeType="clickEffect">
                                  <p:stCondLst>
                                    <p:cond delay="0"/>
                                  </p:stCondLst>
                                  <p:childTnLst>
                                    <p:set>
                                      <p:cBhvr>
                                        <p:cTn id="30" dur="1" fill="hold">
                                          <p:stCondLst>
                                            <p:cond delay="0"/>
                                          </p:stCondLst>
                                        </p:cTn>
                                        <p:tgtEl>
                                          <p:spTgt spid="370698"/>
                                        </p:tgtEl>
                                        <p:attrNameLst>
                                          <p:attrName>style.visibility</p:attrName>
                                        </p:attrNameLst>
                                      </p:cBhvr>
                                      <p:to>
                                        <p:strVal val="visible"/>
                                      </p:to>
                                    </p:set>
                                    <p:anim calcmode="lin" valueType="num">
                                      <p:cBhvr>
                                        <p:cTn id="31" dur="500" fill="hold"/>
                                        <p:tgtEl>
                                          <p:spTgt spid="370698"/>
                                        </p:tgtEl>
                                        <p:attrNameLst>
                                          <p:attrName>ppt_w</p:attrName>
                                        </p:attrNameLst>
                                      </p:cBhvr>
                                      <p:tavLst>
                                        <p:tav tm="0">
                                          <p:val>
                                            <p:fltVal val="0"/>
                                          </p:val>
                                        </p:tav>
                                        <p:tav tm="100000">
                                          <p:val>
                                            <p:strVal val="#ppt_w"/>
                                          </p:val>
                                        </p:tav>
                                      </p:tavLst>
                                    </p:anim>
                                    <p:anim calcmode="lin" valueType="num">
                                      <p:cBhvr>
                                        <p:cTn id="32" dur="500" fill="hold"/>
                                        <p:tgtEl>
                                          <p:spTgt spid="370698"/>
                                        </p:tgtEl>
                                        <p:attrNameLst>
                                          <p:attrName>ppt_h</p:attrName>
                                        </p:attrNameLst>
                                      </p:cBhvr>
                                      <p:tavLst>
                                        <p:tav tm="0">
                                          <p:val>
                                            <p:strVal val="#ppt_h"/>
                                          </p:val>
                                        </p:tav>
                                        <p:tav tm="100000">
                                          <p:val>
                                            <p:strVal val="#ppt_h"/>
                                          </p:val>
                                        </p:tav>
                                      </p:tavLst>
                                    </p:anim>
                                  </p:childTnLst>
                                </p:cTn>
                              </p:par>
                            </p:childTnLst>
                          </p:cTn>
                        </p:par>
                      </p:childTnLst>
                    </p:cTn>
                  </p:par>
                  <p:par>
                    <p:cTn id="33" fill="hold">
                      <p:stCondLst>
                        <p:cond delay="indefinite"/>
                      </p:stCondLst>
                      <p:childTnLst>
                        <p:par>
                          <p:cTn id="34" fill="hold">
                            <p:stCondLst>
                              <p:cond delay="0"/>
                            </p:stCondLst>
                            <p:childTnLst>
                              <p:par>
                                <p:cTn id="35" presetID="2" presetClass="entr" presetSubtype="4" fill="hold" grpId="0" nodeType="clickEffect">
                                  <p:stCondLst>
                                    <p:cond delay="0"/>
                                  </p:stCondLst>
                                  <p:childTnLst>
                                    <p:set>
                                      <p:cBhvr>
                                        <p:cTn id="36" dur="1" fill="hold">
                                          <p:stCondLst>
                                            <p:cond delay="0"/>
                                          </p:stCondLst>
                                        </p:cTn>
                                        <p:tgtEl>
                                          <p:spTgt spid="370699"/>
                                        </p:tgtEl>
                                        <p:attrNameLst>
                                          <p:attrName>style.visibility</p:attrName>
                                        </p:attrNameLst>
                                      </p:cBhvr>
                                      <p:to>
                                        <p:strVal val="visible"/>
                                      </p:to>
                                    </p:set>
                                    <p:anim calcmode="lin" valueType="num">
                                      <p:cBhvr additive="base">
                                        <p:cTn id="37" dur="500" fill="hold"/>
                                        <p:tgtEl>
                                          <p:spTgt spid="370699"/>
                                        </p:tgtEl>
                                        <p:attrNameLst>
                                          <p:attrName>ppt_x</p:attrName>
                                        </p:attrNameLst>
                                      </p:cBhvr>
                                      <p:tavLst>
                                        <p:tav tm="0">
                                          <p:val>
                                            <p:strVal val="#ppt_x"/>
                                          </p:val>
                                        </p:tav>
                                        <p:tav tm="100000">
                                          <p:val>
                                            <p:strVal val="#ppt_x"/>
                                          </p:val>
                                        </p:tav>
                                      </p:tavLst>
                                    </p:anim>
                                    <p:anim calcmode="lin" valueType="num">
                                      <p:cBhvr additive="base">
                                        <p:cTn id="38" dur="500" fill="hold"/>
                                        <p:tgtEl>
                                          <p:spTgt spid="370699"/>
                                        </p:tgtEl>
                                        <p:attrNameLst>
                                          <p:attrName>ppt_y</p:attrName>
                                        </p:attrNameLst>
                                      </p:cBhvr>
                                      <p:tavLst>
                                        <p:tav tm="0">
                                          <p:val>
                                            <p:strVal val="1+#ppt_h/2"/>
                                          </p:val>
                                        </p:tav>
                                        <p:tav tm="100000">
                                          <p:val>
                                            <p:strVal val="#ppt_y"/>
                                          </p:val>
                                        </p:tav>
                                      </p:tavLst>
                                    </p:anim>
                                  </p:childTnLst>
                                </p:cTn>
                              </p:par>
                            </p:childTnLst>
                          </p:cTn>
                        </p:par>
                      </p:childTnLst>
                    </p:cTn>
                  </p:par>
                  <p:par>
                    <p:cTn id="39" fill="hold">
                      <p:stCondLst>
                        <p:cond delay="indefinite"/>
                      </p:stCondLst>
                      <p:childTnLst>
                        <p:par>
                          <p:cTn id="40" fill="hold">
                            <p:stCondLst>
                              <p:cond delay="0"/>
                            </p:stCondLst>
                            <p:childTnLst>
                              <p:par>
                                <p:cTn id="41" presetID="17" presetClass="entr" presetSubtype="10" fill="hold" grpId="0" nodeType="clickEffect">
                                  <p:stCondLst>
                                    <p:cond delay="0"/>
                                  </p:stCondLst>
                                  <p:childTnLst>
                                    <p:set>
                                      <p:cBhvr>
                                        <p:cTn id="42" dur="1" fill="hold">
                                          <p:stCondLst>
                                            <p:cond delay="0"/>
                                          </p:stCondLst>
                                        </p:cTn>
                                        <p:tgtEl>
                                          <p:spTgt spid="370700"/>
                                        </p:tgtEl>
                                        <p:attrNameLst>
                                          <p:attrName>style.visibility</p:attrName>
                                        </p:attrNameLst>
                                      </p:cBhvr>
                                      <p:to>
                                        <p:strVal val="visible"/>
                                      </p:to>
                                    </p:set>
                                    <p:anim calcmode="lin" valueType="num">
                                      <p:cBhvr>
                                        <p:cTn id="43" dur="500" fill="hold"/>
                                        <p:tgtEl>
                                          <p:spTgt spid="370700"/>
                                        </p:tgtEl>
                                        <p:attrNameLst>
                                          <p:attrName>ppt_w</p:attrName>
                                        </p:attrNameLst>
                                      </p:cBhvr>
                                      <p:tavLst>
                                        <p:tav tm="0">
                                          <p:val>
                                            <p:fltVal val="0"/>
                                          </p:val>
                                        </p:tav>
                                        <p:tav tm="100000">
                                          <p:val>
                                            <p:strVal val="#ppt_w"/>
                                          </p:val>
                                        </p:tav>
                                      </p:tavLst>
                                    </p:anim>
                                    <p:anim calcmode="lin" valueType="num">
                                      <p:cBhvr>
                                        <p:cTn id="44" dur="500" fill="hold"/>
                                        <p:tgtEl>
                                          <p:spTgt spid="370700"/>
                                        </p:tgtEl>
                                        <p:attrNameLst>
                                          <p:attrName>ppt_h</p:attrName>
                                        </p:attrNameLst>
                                      </p:cBhvr>
                                      <p:tavLst>
                                        <p:tav tm="0">
                                          <p:val>
                                            <p:strVal val="#ppt_h"/>
                                          </p:val>
                                        </p:tav>
                                        <p:tav tm="100000">
                                          <p:val>
                                            <p:strVal val="#ppt_h"/>
                                          </p:val>
                                        </p:tav>
                                      </p:tavLst>
                                    </p:anim>
                                  </p:childTnLst>
                                </p:cTn>
                              </p:par>
                            </p:childTnLst>
                          </p:cTn>
                        </p:par>
                      </p:childTnLst>
                    </p:cTn>
                  </p:par>
                  <p:par>
                    <p:cTn id="45" fill="hold">
                      <p:stCondLst>
                        <p:cond delay="indefinite"/>
                      </p:stCondLst>
                      <p:childTnLst>
                        <p:par>
                          <p:cTn id="46" fill="hold">
                            <p:stCondLst>
                              <p:cond delay="0"/>
                            </p:stCondLst>
                            <p:childTnLst>
                              <p:par>
                                <p:cTn id="47" presetID="2" presetClass="entr" presetSubtype="4" fill="hold" grpId="0" nodeType="clickEffect">
                                  <p:stCondLst>
                                    <p:cond delay="0"/>
                                  </p:stCondLst>
                                  <p:childTnLst>
                                    <p:set>
                                      <p:cBhvr>
                                        <p:cTn id="48" dur="1" fill="hold">
                                          <p:stCondLst>
                                            <p:cond delay="0"/>
                                          </p:stCondLst>
                                        </p:cTn>
                                        <p:tgtEl>
                                          <p:spTgt spid="370701"/>
                                        </p:tgtEl>
                                        <p:attrNameLst>
                                          <p:attrName>style.visibility</p:attrName>
                                        </p:attrNameLst>
                                      </p:cBhvr>
                                      <p:to>
                                        <p:strVal val="visible"/>
                                      </p:to>
                                    </p:set>
                                    <p:anim calcmode="lin" valueType="num">
                                      <p:cBhvr additive="base">
                                        <p:cTn id="49" dur="500" fill="hold"/>
                                        <p:tgtEl>
                                          <p:spTgt spid="370701"/>
                                        </p:tgtEl>
                                        <p:attrNameLst>
                                          <p:attrName>ppt_x</p:attrName>
                                        </p:attrNameLst>
                                      </p:cBhvr>
                                      <p:tavLst>
                                        <p:tav tm="0">
                                          <p:val>
                                            <p:strVal val="#ppt_x"/>
                                          </p:val>
                                        </p:tav>
                                        <p:tav tm="100000">
                                          <p:val>
                                            <p:strVal val="#ppt_x"/>
                                          </p:val>
                                        </p:tav>
                                      </p:tavLst>
                                    </p:anim>
                                    <p:anim calcmode="lin" valueType="num">
                                      <p:cBhvr additive="base">
                                        <p:cTn id="50" dur="500" fill="hold"/>
                                        <p:tgtEl>
                                          <p:spTgt spid="370701"/>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70693" grpId="0" animBg="1"/>
      <p:bldP spid="370694" grpId="0" animBg="1"/>
      <p:bldP spid="370696" grpId="0" animBg="1"/>
      <p:bldP spid="370697" grpId="0" animBg="1"/>
      <p:bldP spid="370698" grpId="0" animBg="1"/>
      <p:bldP spid="370699" grpId="0" animBg="1"/>
      <p:bldP spid="370700" grpId="0" animBg="1"/>
      <p:bldP spid="370701" grpId="0" animBg="1"/>
    </p:bldLst>
  </p:timing>
</p:sld>
</file>

<file path=ppt/slides/slide7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8371" name="Rectangle 2"/>
          <p:cNvSpPr>
            <a:spLocks noGrp="1" noChangeArrowheads="1"/>
          </p:cNvSpPr>
          <p:nvPr>
            <p:ph type="title"/>
          </p:nvPr>
        </p:nvSpPr>
        <p:spPr/>
        <p:txBody>
          <a:bodyPr/>
          <a:lstStyle/>
          <a:p>
            <a:pPr eaLnBrk="1" hangingPunct="1"/>
            <a:r>
              <a:rPr lang="zh-CN" altLang="en-US" smtClean="0"/>
              <a:t>示例：</a:t>
            </a:r>
            <a:r>
              <a:rPr lang="en-US" altLang="zh-CN" smtClean="0">
                <a:latin typeface="Times New Roman" panose="02020603050405020304" pitchFamily="18" charset="0"/>
              </a:rPr>
              <a:t>DNS</a:t>
            </a:r>
            <a:r>
              <a:rPr lang="zh-CN" altLang="en-US" smtClean="0"/>
              <a:t>记录（部分）</a:t>
            </a:r>
          </a:p>
        </p:txBody>
      </p:sp>
      <p:pic>
        <p:nvPicPr>
          <p:cNvPr id="58372" name="Picture 4" descr="snap2"/>
          <p:cNvPicPr>
            <a:picLocks noChangeAspect="1" noChangeArrowheads="1"/>
          </p:cNvPicPr>
          <p:nvPr/>
        </p:nvPicPr>
        <p:blipFill>
          <a:blip r:embed="rId3" cstate="print"/>
          <a:srcRect/>
          <a:stretch>
            <a:fillRect/>
          </a:stretch>
        </p:blipFill>
        <p:spPr bwMode="auto">
          <a:xfrm>
            <a:off x="900113" y="927100"/>
            <a:ext cx="7632700" cy="5670550"/>
          </a:xfrm>
          <a:prstGeom prst="rect">
            <a:avLst/>
          </a:prstGeom>
          <a:noFill/>
          <a:ln w="9525">
            <a:noFill/>
            <a:miter lim="800000"/>
            <a:headEnd/>
            <a:tailEnd/>
          </a:ln>
        </p:spPr>
      </p:pic>
      <p:sp>
        <p:nvSpPr>
          <p:cNvPr id="393221" name="AutoShape 5"/>
          <p:cNvSpPr>
            <a:spLocks noChangeArrowheads="1"/>
          </p:cNvSpPr>
          <p:nvPr/>
        </p:nvSpPr>
        <p:spPr bwMode="auto">
          <a:xfrm>
            <a:off x="2614891" y="1904999"/>
            <a:ext cx="3095625" cy="792163"/>
          </a:xfrm>
          <a:prstGeom prst="wedgeRectCallout">
            <a:avLst>
              <a:gd name="adj1" fmla="val -71028"/>
              <a:gd name="adj2" fmla="val 56412"/>
            </a:avLst>
          </a:prstGeom>
          <a:solidFill>
            <a:srgbClr val="CCECFF"/>
          </a:solidFill>
          <a:ln w="38100">
            <a:solidFill>
              <a:schemeClr val="tx1"/>
            </a:solidFill>
            <a:miter lim="800000"/>
          </a:ln>
        </p:spPr>
        <p:txBody>
          <a:bodyPr anchor="ctr" anchorCtr="1"/>
          <a:lstStyle/>
          <a:p>
            <a:r>
              <a:rPr lang="zh-CN" altLang="en-US" b="1" dirty="0">
                <a:solidFill>
                  <a:srgbClr val="000099"/>
                </a:solidFill>
                <a:latin typeface="Times New Roman" panose="02020603050405020304" pitchFamily="18" charset="0"/>
              </a:rPr>
              <a:t>使用</a:t>
            </a:r>
            <a:r>
              <a:rPr lang="en-US" altLang="zh-CN" b="1" dirty="0">
                <a:solidFill>
                  <a:srgbClr val="000099"/>
                </a:solidFill>
                <a:latin typeface="Times New Roman" panose="02020603050405020304" pitchFamily="18" charset="0"/>
              </a:rPr>
              <a:t>view </a:t>
            </a:r>
            <a:r>
              <a:rPr lang="en-US" altLang="zh-CN" b="1" dirty="0" err="1">
                <a:solidFill>
                  <a:srgbClr val="000099"/>
                </a:solidFill>
                <a:latin typeface="Times New Roman" panose="02020603050405020304" pitchFamily="18" charset="0"/>
              </a:rPr>
              <a:t>dns_zone.out</a:t>
            </a:r>
            <a:r>
              <a:rPr lang="zh-CN" altLang="en-US" b="1" dirty="0">
                <a:solidFill>
                  <a:srgbClr val="000099"/>
                </a:solidFill>
                <a:latin typeface="Times New Roman" panose="02020603050405020304" pitchFamily="18" charset="0"/>
              </a:rPr>
              <a:t>命令查看保存的记录</a:t>
            </a:r>
          </a:p>
        </p:txBody>
      </p:sp>
      <p:sp>
        <p:nvSpPr>
          <p:cNvPr id="393222" name="AutoShape 6"/>
          <p:cNvSpPr>
            <a:spLocks noChangeArrowheads="1"/>
          </p:cNvSpPr>
          <p:nvPr/>
        </p:nvSpPr>
        <p:spPr bwMode="auto">
          <a:xfrm>
            <a:off x="1619250" y="4292600"/>
            <a:ext cx="3095625" cy="792163"/>
          </a:xfrm>
          <a:prstGeom prst="wedgeRectCallout">
            <a:avLst>
              <a:gd name="adj1" fmla="val 25588"/>
              <a:gd name="adj2" fmla="val -147995"/>
            </a:avLst>
          </a:prstGeom>
          <a:solidFill>
            <a:srgbClr val="CCECFF"/>
          </a:solidFill>
          <a:ln w="38100">
            <a:solidFill>
              <a:schemeClr val="tx1"/>
            </a:solidFill>
            <a:miter lim="800000"/>
          </a:ln>
        </p:spPr>
        <p:txBody>
          <a:bodyPr anchor="ctr" anchorCtr="1"/>
          <a:lstStyle/>
          <a:p>
            <a:r>
              <a:rPr lang="en-US" altLang="zh-CN" b="1">
                <a:solidFill>
                  <a:srgbClr val="000099"/>
                </a:solidFill>
                <a:latin typeface="Times New Roman" panose="02020603050405020304" pitchFamily="18" charset="0"/>
              </a:rPr>
              <a:t>A</a:t>
            </a:r>
            <a:r>
              <a:rPr lang="zh-CN" altLang="en-US" b="1">
                <a:solidFill>
                  <a:srgbClr val="000099"/>
                </a:solidFill>
                <a:latin typeface="Times New Roman" panose="02020603050405020304" pitchFamily="18" charset="0"/>
              </a:rPr>
              <a:t>表示获取的</a:t>
            </a:r>
            <a:r>
              <a:rPr lang="en-US" altLang="zh-CN" b="1">
                <a:solidFill>
                  <a:srgbClr val="000099"/>
                </a:solidFill>
                <a:latin typeface="Times New Roman" panose="02020603050405020304" pitchFamily="18" charset="0"/>
              </a:rPr>
              <a:t>IP</a:t>
            </a:r>
            <a:r>
              <a:rPr lang="zh-CN" altLang="en-US" b="1">
                <a:solidFill>
                  <a:srgbClr val="000099"/>
                </a:solidFill>
                <a:latin typeface="Times New Roman" panose="02020603050405020304" pitchFamily="18" charset="0"/>
              </a:rPr>
              <a:t>地址信息</a:t>
            </a:r>
          </a:p>
        </p:txBody>
      </p:sp>
      <p:sp>
        <p:nvSpPr>
          <p:cNvPr id="393223" name="AutoShape 7"/>
          <p:cNvSpPr>
            <a:spLocks noChangeArrowheads="1"/>
          </p:cNvSpPr>
          <p:nvPr/>
        </p:nvSpPr>
        <p:spPr bwMode="auto">
          <a:xfrm>
            <a:off x="4859338" y="3141663"/>
            <a:ext cx="3095625" cy="1079500"/>
          </a:xfrm>
          <a:prstGeom prst="wedgeRectCallout">
            <a:avLst>
              <a:gd name="adj1" fmla="val -70153"/>
              <a:gd name="adj2" fmla="val 174412"/>
            </a:avLst>
          </a:prstGeom>
          <a:solidFill>
            <a:srgbClr val="CCECFF"/>
          </a:solidFill>
          <a:ln w="38100">
            <a:solidFill>
              <a:schemeClr val="tx1"/>
            </a:solidFill>
            <a:miter lim="800000"/>
          </a:ln>
        </p:spPr>
        <p:txBody>
          <a:bodyPr anchor="ctr" anchorCtr="1"/>
          <a:lstStyle/>
          <a:p>
            <a:r>
              <a:rPr lang="en-US" altLang="zh-CN" b="1">
                <a:solidFill>
                  <a:srgbClr val="000099"/>
                </a:solidFill>
                <a:latin typeface="Times New Roman" panose="02020603050405020304" pitchFamily="18" charset="0"/>
              </a:rPr>
              <a:t>MX</a:t>
            </a:r>
            <a:r>
              <a:rPr lang="zh-CN" altLang="en-US" b="1">
                <a:solidFill>
                  <a:srgbClr val="000099"/>
                </a:solidFill>
                <a:latin typeface="Times New Roman" panose="02020603050405020304" pitchFamily="18" charset="0"/>
              </a:rPr>
              <a:t>表示邮件交换记录信息，通常用于表明处理邮件的服务器， </a:t>
            </a:r>
            <a:r>
              <a:rPr lang="en-US" altLang="zh-CN" b="1">
                <a:solidFill>
                  <a:srgbClr val="000099"/>
                </a:solidFill>
                <a:latin typeface="Times New Roman" panose="02020603050405020304" pitchFamily="18" charset="0"/>
              </a:rPr>
              <a:t>MX</a:t>
            </a:r>
            <a:r>
              <a:rPr lang="zh-CN" altLang="en-US" b="1">
                <a:solidFill>
                  <a:srgbClr val="000099"/>
                </a:solidFill>
                <a:latin typeface="Times New Roman" panose="02020603050405020304" pitchFamily="18" charset="0"/>
              </a:rPr>
              <a:t>后面的整数值表示各条记录的优先级</a:t>
            </a: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grpId="0" nodeType="clickEffect">
                                  <p:stCondLst>
                                    <p:cond delay="0"/>
                                  </p:stCondLst>
                                  <p:childTnLst>
                                    <p:set>
                                      <p:cBhvr>
                                        <p:cTn id="6" dur="1" fill="hold">
                                          <p:stCondLst>
                                            <p:cond delay="0"/>
                                          </p:stCondLst>
                                        </p:cTn>
                                        <p:tgtEl>
                                          <p:spTgt spid="393221"/>
                                        </p:tgtEl>
                                        <p:attrNameLst>
                                          <p:attrName>style.visibility</p:attrName>
                                        </p:attrNameLst>
                                      </p:cBhvr>
                                      <p:to>
                                        <p:strVal val="visible"/>
                                      </p:to>
                                    </p:set>
                                    <p:anim calcmode="lin" valueType="num">
                                      <p:cBhvr additive="base">
                                        <p:cTn id="7" dur="500" fill="hold"/>
                                        <p:tgtEl>
                                          <p:spTgt spid="393221"/>
                                        </p:tgtEl>
                                        <p:attrNameLst>
                                          <p:attrName>ppt_x</p:attrName>
                                        </p:attrNameLst>
                                      </p:cBhvr>
                                      <p:tavLst>
                                        <p:tav tm="0">
                                          <p:val>
                                            <p:strVal val="#ppt_x"/>
                                          </p:val>
                                        </p:tav>
                                        <p:tav tm="100000">
                                          <p:val>
                                            <p:strVal val="#ppt_x"/>
                                          </p:val>
                                        </p:tav>
                                      </p:tavLst>
                                    </p:anim>
                                    <p:anim calcmode="lin" valueType="num">
                                      <p:cBhvr additive="base">
                                        <p:cTn id="8" dur="500" fill="hold"/>
                                        <p:tgtEl>
                                          <p:spTgt spid="393221"/>
                                        </p:tgtEl>
                                        <p:attrNameLst>
                                          <p:attrName>ppt_y</p:attrName>
                                        </p:attrNameLst>
                                      </p:cBhvr>
                                      <p:tavLst>
                                        <p:tav tm="0">
                                          <p:val>
                                            <p:strVal val="1+#ppt_h/2"/>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2" presetClass="entr" presetSubtype="4" fill="hold" grpId="0" nodeType="clickEffect">
                                  <p:stCondLst>
                                    <p:cond delay="0"/>
                                  </p:stCondLst>
                                  <p:childTnLst>
                                    <p:set>
                                      <p:cBhvr>
                                        <p:cTn id="12" dur="1" fill="hold">
                                          <p:stCondLst>
                                            <p:cond delay="0"/>
                                          </p:stCondLst>
                                        </p:cTn>
                                        <p:tgtEl>
                                          <p:spTgt spid="393222"/>
                                        </p:tgtEl>
                                        <p:attrNameLst>
                                          <p:attrName>style.visibility</p:attrName>
                                        </p:attrNameLst>
                                      </p:cBhvr>
                                      <p:to>
                                        <p:strVal val="visible"/>
                                      </p:to>
                                    </p:set>
                                    <p:anim calcmode="lin" valueType="num">
                                      <p:cBhvr additive="base">
                                        <p:cTn id="13" dur="500" fill="hold"/>
                                        <p:tgtEl>
                                          <p:spTgt spid="393222"/>
                                        </p:tgtEl>
                                        <p:attrNameLst>
                                          <p:attrName>ppt_x</p:attrName>
                                        </p:attrNameLst>
                                      </p:cBhvr>
                                      <p:tavLst>
                                        <p:tav tm="0">
                                          <p:val>
                                            <p:strVal val="#ppt_x"/>
                                          </p:val>
                                        </p:tav>
                                        <p:tav tm="100000">
                                          <p:val>
                                            <p:strVal val="#ppt_x"/>
                                          </p:val>
                                        </p:tav>
                                      </p:tavLst>
                                    </p:anim>
                                    <p:anim calcmode="lin" valueType="num">
                                      <p:cBhvr additive="base">
                                        <p:cTn id="14" dur="500" fill="hold"/>
                                        <p:tgtEl>
                                          <p:spTgt spid="393222"/>
                                        </p:tgtEl>
                                        <p:attrNameLst>
                                          <p:attrName>ppt_y</p:attrName>
                                        </p:attrNameLst>
                                      </p:cBhvr>
                                      <p:tavLst>
                                        <p:tav tm="0">
                                          <p:val>
                                            <p:strVal val="1+#ppt_h/2"/>
                                          </p:val>
                                        </p:tav>
                                        <p:tav tm="100000">
                                          <p:val>
                                            <p:strVal val="#ppt_y"/>
                                          </p:val>
                                        </p:tav>
                                      </p:tavLst>
                                    </p:anim>
                                  </p:childTnLst>
                                </p:cTn>
                              </p:par>
                            </p:childTnLst>
                          </p:cTn>
                        </p:par>
                      </p:childTnLst>
                    </p:cTn>
                  </p:par>
                  <p:par>
                    <p:cTn id="15" fill="hold">
                      <p:stCondLst>
                        <p:cond delay="indefinite"/>
                      </p:stCondLst>
                      <p:childTnLst>
                        <p:par>
                          <p:cTn id="16" fill="hold">
                            <p:stCondLst>
                              <p:cond delay="0"/>
                            </p:stCondLst>
                            <p:childTnLst>
                              <p:par>
                                <p:cTn id="17" presetID="2" presetClass="entr" presetSubtype="4" fill="hold" grpId="0" nodeType="clickEffect">
                                  <p:stCondLst>
                                    <p:cond delay="0"/>
                                  </p:stCondLst>
                                  <p:childTnLst>
                                    <p:set>
                                      <p:cBhvr>
                                        <p:cTn id="18" dur="1" fill="hold">
                                          <p:stCondLst>
                                            <p:cond delay="0"/>
                                          </p:stCondLst>
                                        </p:cTn>
                                        <p:tgtEl>
                                          <p:spTgt spid="393223"/>
                                        </p:tgtEl>
                                        <p:attrNameLst>
                                          <p:attrName>style.visibility</p:attrName>
                                        </p:attrNameLst>
                                      </p:cBhvr>
                                      <p:to>
                                        <p:strVal val="visible"/>
                                      </p:to>
                                    </p:set>
                                    <p:anim calcmode="lin" valueType="num">
                                      <p:cBhvr additive="base">
                                        <p:cTn id="19" dur="500" fill="hold"/>
                                        <p:tgtEl>
                                          <p:spTgt spid="393223"/>
                                        </p:tgtEl>
                                        <p:attrNameLst>
                                          <p:attrName>ppt_x</p:attrName>
                                        </p:attrNameLst>
                                      </p:cBhvr>
                                      <p:tavLst>
                                        <p:tav tm="0">
                                          <p:val>
                                            <p:strVal val="#ppt_x"/>
                                          </p:val>
                                        </p:tav>
                                        <p:tav tm="100000">
                                          <p:val>
                                            <p:strVal val="#ppt_x"/>
                                          </p:val>
                                        </p:tav>
                                      </p:tavLst>
                                    </p:anim>
                                    <p:anim calcmode="lin" valueType="num">
                                      <p:cBhvr additive="base">
                                        <p:cTn id="20" dur="500" fill="hold"/>
                                        <p:tgtEl>
                                          <p:spTgt spid="393223"/>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93221" grpId="0" animBg="1"/>
      <p:bldP spid="393222" grpId="0" animBg="1"/>
      <p:bldP spid="393223" grpId="0" animBg="1"/>
    </p:bldLst>
  </p:timing>
</p:sld>
</file>

<file path=ppt/slides/slide7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9395" name="Rectangle 2"/>
          <p:cNvSpPr>
            <a:spLocks noGrp="1" noChangeArrowheads="1"/>
          </p:cNvSpPr>
          <p:nvPr>
            <p:ph type="title"/>
          </p:nvPr>
        </p:nvSpPr>
        <p:spPr>
          <a:xfrm>
            <a:off x="2057400" y="2622550"/>
            <a:ext cx="5724525" cy="1143000"/>
          </a:xfrm>
          <a:noFill/>
        </p:spPr>
        <p:txBody>
          <a:bodyPr/>
          <a:lstStyle/>
          <a:p>
            <a:pPr eaLnBrk="1" hangingPunct="1"/>
            <a:r>
              <a:rPr lang="zh-CN" altLang="en-US" b="1" dirty="0" smtClean="0">
                <a:solidFill>
                  <a:srgbClr val="FF0000"/>
                </a:solidFill>
              </a:rPr>
              <a:t>四、网络拓扑</a:t>
            </a:r>
            <a:endParaRPr lang="en-US" altLang="zh-CN" b="1" dirty="0" smtClean="0">
              <a:solidFill>
                <a:srgbClr val="FF0000"/>
              </a:solidFill>
            </a:endParaRPr>
          </a:p>
        </p:txBody>
      </p:sp>
    </p:spTree>
  </p:cSld>
  <p:clrMapOvr>
    <a:masterClrMapping/>
  </p:clrMapOvr>
  <p:timing>
    <p:tnLst>
      <p:par>
        <p:cTn id="1" dur="indefinite" restart="never" nodeType="tmRoot"/>
      </p:par>
    </p:tnLst>
  </p:timing>
</p:sld>
</file>

<file path=ppt/slides/slide7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0419" name="Rectangle 2"/>
          <p:cNvSpPr>
            <a:spLocks noGrp="1" noChangeArrowheads="1"/>
          </p:cNvSpPr>
          <p:nvPr>
            <p:ph type="title"/>
          </p:nvPr>
        </p:nvSpPr>
        <p:spPr/>
        <p:txBody>
          <a:bodyPr/>
          <a:lstStyle/>
          <a:p>
            <a:pPr eaLnBrk="1" hangingPunct="1"/>
            <a:r>
              <a:rPr lang="en-US" altLang="zh-CN" smtClean="0">
                <a:latin typeface="Times New Roman" panose="02020603050405020304" pitchFamily="18" charset="0"/>
              </a:rPr>
              <a:t>Traceroute</a:t>
            </a:r>
            <a:r>
              <a:rPr lang="zh-CN" altLang="en-US" smtClean="0"/>
              <a:t>工具</a:t>
            </a:r>
          </a:p>
        </p:txBody>
      </p:sp>
      <p:sp>
        <p:nvSpPr>
          <p:cNvPr id="382979" name="Rectangle 3"/>
          <p:cNvSpPr>
            <a:spLocks noGrp="1" noChangeArrowheads="1"/>
          </p:cNvSpPr>
          <p:nvPr>
            <p:ph type="body" idx="1"/>
          </p:nvPr>
        </p:nvSpPr>
        <p:spPr/>
        <p:txBody>
          <a:bodyPr/>
          <a:lstStyle/>
          <a:p>
            <a:pPr eaLnBrk="1" hangingPunct="1"/>
            <a:r>
              <a:rPr lang="en-US" altLang="zh-CN" dirty="0" smtClean="0"/>
              <a:t>Traceroute</a:t>
            </a:r>
            <a:r>
              <a:rPr lang="zh-CN" altLang="en-US" dirty="0" smtClean="0"/>
              <a:t>是一种网络故障诊断和获取网络拓扑结构的工具；</a:t>
            </a:r>
            <a:endParaRPr lang="en-US" altLang="zh-CN" dirty="0" smtClean="0"/>
          </a:p>
          <a:p>
            <a:pPr eaLnBrk="1" hangingPunct="1"/>
            <a:r>
              <a:rPr lang="zh-CN" altLang="en-US" dirty="0" smtClean="0"/>
              <a:t>基本原理是从源主机向目的地发送一连串的</a:t>
            </a:r>
            <a:r>
              <a:rPr lang="en-US" altLang="zh-CN" dirty="0" smtClean="0"/>
              <a:t>IP</a:t>
            </a:r>
            <a:r>
              <a:rPr lang="zh-CN" altLang="en-US" dirty="0" smtClean="0"/>
              <a:t>数据报（</a:t>
            </a:r>
            <a:r>
              <a:rPr lang="en-US" altLang="zh-CN" dirty="0" smtClean="0"/>
              <a:t>TTL</a:t>
            </a:r>
            <a:r>
              <a:rPr lang="zh-CN" altLang="en-US" dirty="0" smtClean="0"/>
              <a:t>值从</a:t>
            </a:r>
            <a:r>
              <a:rPr lang="en-US" altLang="zh-CN" dirty="0" smtClean="0"/>
              <a:t>1</a:t>
            </a:r>
            <a:r>
              <a:rPr lang="zh-CN" altLang="en-US" dirty="0" smtClean="0"/>
              <a:t>开始，每个</a:t>
            </a:r>
            <a:r>
              <a:rPr lang="en-US" altLang="zh-CN" dirty="0" smtClean="0"/>
              <a:t>TTL</a:t>
            </a:r>
            <a:r>
              <a:rPr lang="zh-CN" altLang="en-US" dirty="0" smtClean="0"/>
              <a:t>值源主机发送三次同样的</a:t>
            </a:r>
            <a:r>
              <a:rPr lang="en-US" altLang="zh-CN" dirty="0" smtClean="0"/>
              <a:t>IP</a:t>
            </a:r>
            <a:r>
              <a:rPr lang="zh-CN" altLang="en-US" dirty="0" smtClean="0"/>
              <a:t>数据报，</a:t>
            </a:r>
            <a:r>
              <a:rPr lang="en-US" altLang="zh-CN" dirty="0" smtClean="0"/>
              <a:t>TTL</a:t>
            </a:r>
            <a:r>
              <a:rPr lang="zh-CN" altLang="en-US" dirty="0" smtClean="0"/>
              <a:t>值依次加</a:t>
            </a:r>
            <a:r>
              <a:rPr lang="en-US" altLang="zh-CN" dirty="0" smtClean="0"/>
              <a:t>1</a:t>
            </a:r>
            <a:r>
              <a:rPr lang="zh-CN" altLang="en-US" dirty="0" smtClean="0"/>
              <a:t>），数据报中封装的是无法交付的</a:t>
            </a:r>
            <a:r>
              <a:rPr lang="en-US" altLang="zh-CN" dirty="0" smtClean="0"/>
              <a:t>UDP</a:t>
            </a:r>
            <a:r>
              <a:rPr lang="zh-CN" altLang="en-US" dirty="0" smtClean="0"/>
              <a:t>数据报</a:t>
            </a: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nodeType="clickEffect">
                                  <p:stCondLst>
                                    <p:cond delay="0"/>
                                  </p:stCondLst>
                                  <p:childTnLst>
                                    <p:set>
                                      <p:cBhvr>
                                        <p:cTn id="6" dur="1" fill="hold">
                                          <p:stCondLst>
                                            <p:cond delay="0"/>
                                          </p:stCondLst>
                                        </p:cTn>
                                        <p:tgtEl>
                                          <p:spTgt spid="382979">
                                            <p:txEl>
                                              <p:pRg st="0" end="0"/>
                                            </p:txEl>
                                          </p:spTgt>
                                        </p:tgtEl>
                                        <p:attrNameLst>
                                          <p:attrName>style.visibility</p:attrName>
                                        </p:attrNameLst>
                                      </p:cBhvr>
                                      <p:to>
                                        <p:strVal val="visible"/>
                                      </p:to>
                                    </p:set>
                                    <p:anim calcmode="lin" valueType="num">
                                      <p:cBhvr additive="base">
                                        <p:cTn id="7" dur="500" fill="hold"/>
                                        <p:tgtEl>
                                          <p:spTgt spid="382979">
                                            <p:txEl>
                                              <p:pRg st="0" end="0"/>
                                            </p:txEl>
                                          </p:spTgt>
                                        </p:tgtEl>
                                        <p:attrNameLst>
                                          <p:attrName>ppt_x</p:attrName>
                                        </p:attrNameLst>
                                      </p:cBhvr>
                                      <p:tavLst>
                                        <p:tav tm="0">
                                          <p:val>
                                            <p:strVal val="#ppt_x"/>
                                          </p:val>
                                        </p:tav>
                                        <p:tav tm="100000">
                                          <p:val>
                                            <p:strVal val="#ppt_x"/>
                                          </p:val>
                                        </p:tav>
                                      </p:tavLst>
                                    </p:anim>
                                    <p:anim calcmode="lin" valueType="num">
                                      <p:cBhvr additive="base">
                                        <p:cTn id="8" dur="500" fill="hold"/>
                                        <p:tgtEl>
                                          <p:spTgt spid="382979">
                                            <p:txEl>
                                              <p:pRg st="0" end="0"/>
                                            </p:txEl>
                                          </p:spTgt>
                                        </p:tgtEl>
                                        <p:attrNameLst>
                                          <p:attrName>ppt_y</p:attrName>
                                        </p:attrNameLst>
                                      </p:cBhvr>
                                      <p:tavLst>
                                        <p:tav tm="0">
                                          <p:val>
                                            <p:strVal val="1+#ppt_h/2"/>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2" presetClass="entr" presetSubtype="4" fill="hold" nodeType="clickEffect">
                                  <p:stCondLst>
                                    <p:cond delay="0"/>
                                  </p:stCondLst>
                                  <p:childTnLst>
                                    <p:set>
                                      <p:cBhvr>
                                        <p:cTn id="12" dur="1" fill="hold">
                                          <p:stCondLst>
                                            <p:cond delay="0"/>
                                          </p:stCondLst>
                                        </p:cTn>
                                        <p:tgtEl>
                                          <p:spTgt spid="382979">
                                            <p:txEl>
                                              <p:pRg st="1" end="1"/>
                                            </p:txEl>
                                          </p:spTgt>
                                        </p:tgtEl>
                                        <p:attrNameLst>
                                          <p:attrName>style.visibility</p:attrName>
                                        </p:attrNameLst>
                                      </p:cBhvr>
                                      <p:to>
                                        <p:strVal val="visible"/>
                                      </p:to>
                                    </p:set>
                                    <p:anim calcmode="lin" valueType="num">
                                      <p:cBhvr additive="base">
                                        <p:cTn id="13" dur="500" fill="hold"/>
                                        <p:tgtEl>
                                          <p:spTgt spid="382979">
                                            <p:txEl>
                                              <p:pRg st="1" end="1"/>
                                            </p:txEl>
                                          </p:spTgt>
                                        </p:tgtEl>
                                        <p:attrNameLst>
                                          <p:attrName>ppt_x</p:attrName>
                                        </p:attrNameLst>
                                      </p:cBhvr>
                                      <p:tavLst>
                                        <p:tav tm="0">
                                          <p:val>
                                            <p:strVal val="#ppt_x"/>
                                          </p:val>
                                        </p:tav>
                                        <p:tav tm="100000">
                                          <p:val>
                                            <p:strVal val="#ppt_x"/>
                                          </p:val>
                                        </p:tav>
                                      </p:tavLst>
                                    </p:anim>
                                    <p:anim calcmode="lin" valueType="num">
                                      <p:cBhvr additive="base">
                                        <p:cTn id="14" dur="500" fill="hold"/>
                                        <p:tgtEl>
                                          <p:spTgt spid="382979">
                                            <p:txEl>
                                              <p:pRg st="1" end="1"/>
                                            </p:txEl>
                                          </p:spTgt>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7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0419" name="Rectangle 2"/>
          <p:cNvSpPr>
            <a:spLocks noGrp="1" noChangeArrowheads="1"/>
          </p:cNvSpPr>
          <p:nvPr>
            <p:ph type="title"/>
          </p:nvPr>
        </p:nvSpPr>
        <p:spPr/>
        <p:txBody>
          <a:bodyPr/>
          <a:lstStyle/>
          <a:p>
            <a:pPr eaLnBrk="1" hangingPunct="1"/>
            <a:r>
              <a:rPr lang="en-US" altLang="zh-CN" smtClean="0">
                <a:latin typeface="Times New Roman" panose="02020603050405020304" pitchFamily="18" charset="0"/>
              </a:rPr>
              <a:t>Traceroute</a:t>
            </a:r>
            <a:r>
              <a:rPr lang="zh-CN" altLang="en-US" smtClean="0"/>
              <a:t>工具</a:t>
            </a:r>
          </a:p>
        </p:txBody>
      </p:sp>
      <p:sp>
        <p:nvSpPr>
          <p:cNvPr id="382979" name="Rectangle 3"/>
          <p:cNvSpPr>
            <a:spLocks noGrp="1" noChangeArrowheads="1"/>
          </p:cNvSpPr>
          <p:nvPr>
            <p:ph type="body" idx="1"/>
          </p:nvPr>
        </p:nvSpPr>
        <p:spPr/>
        <p:txBody>
          <a:bodyPr/>
          <a:lstStyle/>
          <a:p>
            <a:pPr eaLnBrk="1" hangingPunct="1"/>
            <a:r>
              <a:rPr lang="zh-CN" altLang="en-US" dirty="0" smtClean="0"/>
              <a:t>通过</a:t>
            </a:r>
            <a:r>
              <a:rPr lang="en-US" altLang="zh-CN" dirty="0" smtClean="0"/>
              <a:t>Traceroute</a:t>
            </a:r>
            <a:r>
              <a:rPr lang="zh-CN" altLang="en-US" dirty="0" smtClean="0"/>
              <a:t>工具可以跟踪</a:t>
            </a:r>
            <a:r>
              <a:rPr lang="en-US" altLang="zh-CN" dirty="0" smtClean="0"/>
              <a:t>TCP/IP</a:t>
            </a:r>
            <a:r>
              <a:rPr lang="zh-CN" altLang="en-US" dirty="0" smtClean="0"/>
              <a:t>数据包从出发点到目的地所走的路径：</a:t>
            </a:r>
            <a:endParaRPr lang="en-US" altLang="zh-CN" dirty="0" smtClean="0"/>
          </a:p>
          <a:p>
            <a:pPr lvl="1" eaLnBrk="1" hangingPunct="1"/>
            <a:r>
              <a:rPr lang="zh-CN" altLang="en-US" dirty="0"/>
              <a:t>通过发送小的数据包到目的设备直到返回，来测量耗时，并返回设备的名称和地址；</a:t>
            </a:r>
          </a:p>
          <a:p>
            <a:pPr lvl="1" eaLnBrk="1" hangingPunct="1"/>
            <a:r>
              <a:rPr lang="zh-CN" altLang="en-US" dirty="0"/>
              <a:t>通过向目的地发送不同生存时间（</a:t>
            </a:r>
            <a:r>
              <a:rPr lang="en-US" altLang="zh-CN" dirty="0"/>
              <a:t>TTL</a:t>
            </a:r>
            <a:r>
              <a:rPr lang="zh-CN" altLang="en-US" dirty="0"/>
              <a:t>）的</a:t>
            </a:r>
            <a:r>
              <a:rPr lang="en-US" altLang="zh-CN" dirty="0"/>
              <a:t>ICMP</a:t>
            </a:r>
            <a:r>
              <a:rPr lang="zh-CN" altLang="en-US" dirty="0"/>
              <a:t>报文，以确定到达目的地的路由</a:t>
            </a:r>
            <a:r>
              <a:rPr lang="zh-CN" altLang="en-US" dirty="0" smtClean="0"/>
              <a:t>。</a:t>
            </a:r>
            <a:endParaRPr lang="en-US" altLang="zh-CN" dirty="0" smtClean="0"/>
          </a:p>
          <a:p>
            <a:pPr eaLnBrk="1" hangingPunct="1"/>
            <a:r>
              <a:rPr lang="zh-CN" altLang="en-US" dirty="0"/>
              <a:t>查明目标网络的拓扑结构有利于找到目标网络的关键结点（如路由器）。从而提高攻击效率，达到最大攻击效果</a:t>
            </a:r>
            <a:endParaRPr lang="en-US" altLang="zh-CN" dirty="0"/>
          </a:p>
          <a:p>
            <a:pPr eaLnBrk="1" hangingPunct="1"/>
            <a:endParaRPr lang="zh-CN" altLang="en-US" dirty="0" smtClean="0"/>
          </a:p>
          <a:p>
            <a:pPr lvl="1" eaLnBrk="1" hangingPunct="1"/>
            <a:endParaRPr lang="en-US" altLang="zh-CN" dirty="0" smtClean="0"/>
          </a:p>
        </p:txBody>
      </p:sp>
    </p:spTree>
    <p:extLst>
      <p:ext uri="{BB962C8B-B14F-4D97-AF65-F5344CB8AC3E}">
        <p14:creationId xmlns:p14="http://schemas.microsoft.com/office/powerpoint/2010/main" val="124789452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nodeType="clickEffect">
                                  <p:stCondLst>
                                    <p:cond delay="0"/>
                                  </p:stCondLst>
                                  <p:childTnLst>
                                    <p:set>
                                      <p:cBhvr>
                                        <p:cTn id="6" dur="1" fill="hold">
                                          <p:stCondLst>
                                            <p:cond delay="0"/>
                                          </p:stCondLst>
                                        </p:cTn>
                                        <p:tgtEl>
                                          <p:spTgt spid="382979">
                                            <p:txEl>
                                              <p:pRg st="0" end="0"/>
                                            </p:txEl>
                                          </p:spTgt>
                                        </p:tgtEl>
                                        <p:attrNameLst>
                                          <p:attrName>style.visibility</p:attrName>
                                        </p:attrNameLst>
                                      </p:cBhvr>
                                      <p:to>
                                        <p:strVal val="visible"/>
                                      </p:to>
                                    </p:set>
                                    <p:anim calcmode="lin" valueType="num">
                                      <p:cBhvr additive="base">
                                        <p:cTn id="7" dur="500" fill="hold"/>
                                        <p:tgtEl>
                                          <p:spTgt spid="382979">
                                            <p:txEl>
                                              <p:pRg st="0" end="0"/>
                                            </p:txEl>
                                          </p:spTgt>
                                        </p:tgtEl>
                                        <p:attrNameLst>
                                          <p:attrName>ppt_x</p:attrName>
                                        </p:attrNameLst>
                                      </p:cBhvr>
                                      <p:tavLst>
                                        <p:tav tm="0">
                                          <p:val>
                                            <p:strVal val="#ppt_x"/>
                                          </p:val>
                                        </p:tav>
                                        <p:tav tm="100000">
                                          <p:val>
                                            <p:strVal val="#ppt_x"/>
                                          </p:val>
                                        </p:tav>
                                      </p:tavLst>
                                    </p:anim>
                                    <p:anim calcmode="lin" valueType="num">
                                      <p:cBhvr additive="base">
                                        <p:cTn id="8" dur="500" fill="hold"/>
                                        <p:tgtEl>
                                          <p:spTgt spid="382979">
                                            <p:txEl>
                                              <p:pRg st="0" end="0"/>
                                            </p:txEl>
                                          </p:spTgt>
                                        </p:tgtEl>
                                        <p:attrNameLst>
                                          <p:attrName>ppt_y</p:attrName>
                                        </p:attrNameLst>
                                      </p:cBhvr>
                                      <p:tavLst>
                                        <p:tav tm="0">
                                          <p:val>
                                            <p:strVal val="1+#ppt_h/2"/>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2" presetClass="entr" presetSubtype="4" fill="hold" nodeType="clickEffect">
                                  <p:stCondLst>
                                    <p:cond delay="0"/>
                                  </p:stCondLst>
                                  <p:childTnLst>
                                    <p:set>
                                      <p:cBhvr>
                                        <p:cTn id="12" dur="1" fill="hold">
                                          <p:stCondLst>
                                            <p:cond delay="0"/>
                                          </p:stCondLst>
                                        </p:cTn>
                                        <p:tgtEl>
                                          <p:spTgt spid="382979">
                                            <p:txEl>
                                              <p:pRg st="1" end="1"/>
                                            </p:txEl>
                                          </p:spTgt>
                                        </p:tgtEl>
                                        <p:attrNameLst>
                                          <p:attrName>style.visibility</p:attrName>
                                        </p:attrNameLst>
                                      </p:cBhvr>
                                      <p:to>
                                        <p:strVal val="visible"/>
                                      </p:to>
                                    </p:set>
                                    <p:anim calcmode="lin" valueType="num">
                                      <p:cBhvr additive="base">
                                        <p:cTn id="13" dur="500" fill="hold"/>
                                        <p:tgtEl>
                                          <p:spTgt spid="382979">
                                            <p:txEl>
                                              <p:pRg st="1" end="1"/>
                                            </p:txEl>
                                          </p:spTgt>
                                        </p:tgtEl>
                                        <p:attrNameLst>
                                          <p:attrName>ppt_x</p:attrName>
                                        </p:attrNameLst>
                                      </p:cBhvr>
                                      <p:tavLst>
                                        <p:tav tm="0">
                                          <p:val>
                                            <p:strVal val="#ppt_x"/>
                                          </p:val>
                                        </p:tav>
                                        <p:tav tm="100000">
                                          <p:val>
                                            <p:strVal val="#ppt_x"/>
                                          </p:val>
                                        </p:tav>
                                      </p:tavLst>
                                    </p:anim>
                                    <p:anim calcmode="lin" valueType="num">
                                      <p:cBhvr additive="base">
                                        <p:cTn id="14" dur="500" fill="hold"/>
                                        <p:tgtEl>
                                          <p:spTgt spid="382979">
                                            <p:txEl>
                                              <p:pRg st="1" end="1"/>
                                            </p:txEl>
                                          </p:spTgt>
                                        </p:tgtEl>
                                        <p:attrNameLst>
                                          <p:attrName>ppt_y</p:attrName>
                                        </p:attrNameLst>
                                      </p:cBhvr>
                                      <p:tavLst>
                                        <p:tav tm="0">
                                          <p:val>
                                            <p:strVal val="1+#ppt_h/2"/>
                                          </p:val>
                                        </p:tav>
                                        <p:tav tm="100000">
                                          <p:val>
                                            <p:strVal val="#ppt_y"/>
                                          </p:val>
                                        </p:tav>
                                      </p:tavLst>
                                    </p:anim>
                                  </p:childTnLst>
                                </p:cTn>
                              </p:par>
                            </p:childTnLst>
                          </p:cTn>
                        </p:par>
                      </p:childTnLst>
                    </p:cTn>
                  </p:par>
                  <p:par>
                    <p:cTn id="15" fill="hold">
                      <p:stCondLst>
                        <p:cond delay="indefinite"/>
                      </p:stCondLst>
                      <p:childTnLst>
                        <p:par>
                          <p:cTn id="16" fill="hold">
                            <p:stCondLst>
                              <p:cond delay="0"/>
                            </p:stCondLst>
                            <p:childTnLst>
                              <p:par>
                                <p:cTn id="17" presetID="2" presetClass="entr" presetSubtype="4" fill="hold" nodeType="clickEffect">
                                  <p:stCondLst>
                                    <p:cond delay="0"/>
                                  </p:stCondLst>
                                  <p:childTnLst>
                                    <p:set>
                                      <p:cBhvr>
                                        <p:cTn id="18" dur="1" fill="hold">
                                          <p:stCondLst>
                                            <p:cond delay="0"/>
                                          </p:stCondLst>
                                        </p:cTn>
                                        <p:tgtEl>
                                          <p:spTgt spid="382979">
                                            <p:txEl>
                                              <p:pRg st="2" end="2"/>
                                            </p:txEl>
                                          </p:spTgt>
                                        </p:tgtEl>
                                        <p:attrNameLst>
                                          <p:attrName>style.visibility</p:attrName>
                                        </p:attrNameLst>
                                      </p:cBhvr>
                                      <p:to>
                                        <p:strVal val="visible"/>
                                      </p:to>
                                    </p:set>
                                    <p:anim calcmode="lin" valueType="num">
                                      <p:cBhvr additive="base">
                                        <p:cTn id="19" dur="500" fill="hold"/>
                                        <p:tgtEl>
                                          <p:spTgt spid="382979">
                                            <p:txEl>
                                              <p:pRg st="2" end="2"/>
                                            </p:txEl>
                                          </p:spTgt>
                                        </p:tgtEl>
                                        <p:attrNameLst>
                                          <p:attrName>ppt_x</p:attrName>
                                        </p:attrNameLst>
                                      </p:cBhvr>
                                      <p:tavLst>
                                        <p:tav tm="0">
                                          <p:val>
                                            <p:strVal val="#ppt_x"/>
                                          </p:val>
                                        </p:tav>
                                        <p:tav tm="100000">
                                          <p:val>
                                            <p:strVal val="#ppt_x"/>
                                          </p:val>
                                        </p:tav>
                                      </p:tavLst>
                                    </p:anim>
                                    <p:anim calcmode="lin" valueType="num">
                                      <p:cBhvr additive="base">
                                        <p:cTn id="20" dur="500" fill="hold"/>
                                        <p:tgtEl>
                                          <p:spTgt spid="382979">
                                            <p:txEl>
                                              <p:pRg st="2" end="2"/>
                                            </p:txEl>
                                          </p:spTgt>
                                        </p:tgtEl>
                                        <p:attrNameLst>
                                          <p:attrName>ppt_y</p:attrName>
                                        </p:attrNameLst>
                                      </p:cBhvr>
                                      <p:tavLst>
                                        <p:tav tm="0">
                                          <p:val>
                                            <p:strVal val="1+#ppt_h/2"/>
                                          </p:val>
                                        </p:tav>
                                        <p:tav tm="100000">
                                          <p:val>
                                            <p:strVal val="#ppt_y"/>
                                          </p:val>
                                        </p:tav>
                                      </p:tavLst>
                                    </p:anim>
                                  </p:childTnLst>
                                </p:cTn>
                              </p:par>
                            </p:childTnLst>
                          </p:cTn>
                        </p:par>
                      </p:childTnLst>
                    </p:cTn>
                  </p:par>
                  <p:par>
                    <p:cTn id="21" fill="hold">
                      <p:stCondLst>
                        <p:cond delay="indefinite"/>
                      </p:stCondLst>
                      <p:childTnLst>
                        <p:par>
                          <p:cTn id="22" fill="hold">
                            <p:stCondLst>
                              <p:cond delay="0"/>
                            </p:stCondLst>
                            <p:childTnLst>
                              <p:par>
                                <p:cTn id="23" presetID="2" presetClass="entr" presetSubtype="4" fill="hold" nodeType="clickEffect">
                                  <p:stCondLst>
                                    <p:cond delay="0"/>
                                  </p:stCondLst>
                                  <p:childTnLst>
                                    <p:set>
                                      <p:cBhvr>
                                        <p:cTn id="24" dur="1" fill="hold">
                                          <p:stCondLst>
                                            <p:cond delay="0"/>
                                          </p:stCondLst>
                                        </p:cTn>
                                        <p:tgtEl>
                                          <p:spTgt spid="382979">
                                            <p:txEl>
                                              <p:pRg st="3" end="3"/>
                                            </p:txEl>
                                          </p:spTgt>
                                        </p:tgtEl>
                                        <p:attrNameLst>
                                          <p:attrName>style.visibility</p:attrName>
                                        </p:attrNameLst>
                                      </p:cBhvr>
                                      <p:to>
                                        <p:strVal val="visible"/>
                                      </p:to>
                                    </p:set>
                                    <p:anim calcmode="lin" valueType="num">
                                      <p:cBhvr additive="base">
                                        <p:cTn id="25" dur="500" fill="hold"/>
                                        <p:tgtEl>
                                          <p:spTgt spid="382979">
                                            <p:txEl>
                                              <p:pRg st="3" end="3"/>
                                            </p:txEl>
                                          </p:spTgt>
                                        </p:tgtEl>
                                        <p:attrNameLst>
                                          <p:attrName>ppt_x</p:attrName>
                                        </p:attrNameLst>
                                      </p:cBhvr>
                                      <p:tavLst>
                                        <p:tav tm="0">
                                          <p:val>
                                            <p:strVal val="#ppt_x"/>
                                          </p:val>
                                        </p:tav>
                                        <p:tav tm="100000">
                                          <p:val>
                                            <p:strVal val="#ppt_x"/>
                                          </p:val>
                                        </p:tav>
                                      </p:tavLst>
                                    </p:anim>
                                    <p:anim calcmode="lin" valueType="num">
                                      <p:cBhvr additive="base">
                                        <p:cTn id="26" dur="500" fill="hold"/>
                                        <p:tgtEl>
                                          <p:spTgt spid="382979">
                                            <p:txEl>
                                              <p:pRg st="3" end="3"/>
                                            </p:txEl>
                                          </p:spTgt>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7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1443" name="Rectangle 2"/>
          <p:cNvSpPr>
            <a:spLocks noGrp="1" noChangeArrowheads="1"/>
          </p:cNvSpPr>
          <p:nvPr>
            <p:ph type="title"/>
          </p:nvPr>
        </p:nvSpPr>
        <p:spPr/>
        <p:txBody>
          <a:bodyPr/>
          <a:lstStyle/>
          <a:p>
            <a:pPr eaLnBrk="1" hangingPunct="1"/>
            <a:r>
              <a:rPr lang="zh-CN" altLang="en-US" smtClean="0"/>
              <a:t>示例：</a:t>
            </a:r>
            <a:r>
              <a:rPr lang="en-US" altLang="zh-CN" smtClean="0">
                <a:latin typeface="Times New Roman" panose="02020603050405020304" pitchFamily="18" charset="0"/>
              </a:rPr>
              <a:t>tracert</a:t>
            </a:r>
          </a:p>
        </p:txBody>
      </p:sp>
      <p:pic>
        <p:nvPicPr>
          <p:cNvPr id="61444" name="Picture 4" descr="snap"/>
          <p:cNvPicPr>
            <a:picLocks noChangeAspect="1" noChangeArrowheads="1"/>
          </p:cNvPicPr>
          <p:nvPr/>
        </p:nvPicPr>
        <p:blipFill>
          <a:blip r:embed="rId3" cstate="print"/>
          <a:srcRect/>
          <a:stretch>
            <a:fillRect/>
          </a:stretch>
        </p:blipFill>
        <p:spPr bwMode="auto">
          <a:xfrm>
            <a:off x="395288" y="901700"/>
            <a:ext cx="8353425" cy="5648325"/>
          </a:xfrm>
          <a:prstGeom prst="rect">
            <a:avLst/>
          </a:prstGeom>
          <a:noFill/>
          <a:ln w="9525">
            <a:noFill/>
            <a:miter lim="800000"/>
            <a:headEnd/>
            <a:tailEnd/>
          </a:ln>
        </p:spPr>
      </p:pic>
    </p:spTree>
  </p:cSld>
  <p:clrMapOvr>
    <a:masterClrMapping/>
  </p:clrMapOvr>
  <p:timing>
    <p:tnLst>
      <p:par>
        <p:cTn id="1" dur="indefinite" restart="never" nodeType="tmRoot"/>
      </p:par>
    </p:tnLst>
  </p:timing>
</p:sld>
</file>

<file path=ppt/slides/slide8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2467" name="Rectangle 2"/>
          <p:cNvSpPr>
            <a:spLocks noGrp="1" noChangeArrowheads="1"/>
          </p:cNvSpPr>
          <p:nvPr>
            <p:ph type="title"/>
          </p:nvPr>
        </p:nvSpPr>
        <p:spPr/>
        <p:txBody>
          <a:bodyPr/>
          <a:lstStyle/>
          <a:p>
            <a:pPr eaLnBrk="1" hangingPunct="1"/>
            <a:r>
              <a:rPr lang="zh-CN" altLang="en-US" smtClean="0"/>
              <a:t>其它路由跟踪工具</a:t>
            </a:r>
          </a:p>
        </p:txBody>
      </p:sp>
      <p:sp>
        <p:nvSpPr>
          <p:cNvPr id="62468" name="Rectangle 3"/>
          <p:cNvSpPr>
            <a:spLocks noGrp="1" noChangeArrowheads="1"/>
          </p:cNvSpPr>
          <p:nvPr>
            <p:ph type="body" idx="1"/>
          </p:nvPr>
        </p:nvSpPr>
        <p:spPr/>
        <p:txBody>
          <a:bodyPr/>
          <a:lstStyle/>
          <a:p>
            <a:pPr eaLnBrk="1" hangingPunct="1"/>
            <a:r>
              <a:rPr lang="zh-CN" altLang="en-US" dirty="0" smtClean="0"/>
              <a:t>图形化工具：</a:t>
            </a:r>
          </a:p>
          <a:p>
            <a:pPr lvl="1" eaLnBrk="1" hangingPunct="1"/>
            <a:r>
              <a:rPr lang="en-US" altLang="zh-CN" dirty="0" err="1" smtClean="0"/>
              <a:t>VisualRoute</a:t>
            </a:r>
            <a:r>
              <a:rPr lang="en-US" altLang="zh-CN" dirty="0" smtClean="0"/>
              <a:t>: </a:t>
            </a:r>
            <a:r>
              <a:rPr lang="en-US" altLang="zh-CN" u="sng" dirty="0">
                <a:solidFill>
                  <a:srgbClr val="FF0000"/>
                </a:solidFill>
                <a:hlinkClick r:id="rId2"/>
              </a:rPr>
              <a:t>http://</a:t>
            </a:r>
            <a:r>
              <a:rPr lang="en-US" altLang="zh-CN" u="sng" dirty="0" smtClean="0">
                <a:solidFill>
                  <a:srgbClr val="FF0000"/>
                </a:solidFill>
                <a:hlinkClick r:id="rId2"/>
              </a:rPr>
              <a:t>www.visualroute.com/download.html</a:t>
            </a:r>
            <a:r>
              <a:rPr lang="en-US" altLang="zh-CN" dirty="0" smtClean="0">
                <a:hlinkClick r:id="rId2"/>
              </a:rPr>
              <a:t>XTraceroute</a:t>
            </a:r>
            <a:endParaRPr lang="en-US" altLang="zh-CN" dirty="0"/>
          </a:p>
          <a:p>
            <a:pPr eaLnBrk="1" hangingPunct="1"/>
            <a:r>
              <a:rPr lang="zh-CN" altLang="en-US" dirty="0" smtClean="0"/>
              <a:t>很多网络管理系统中都带有拓扑发现功能，如</a:t>
            </a:r>
            <a:r>
              <a:rPr lang="en-US" altLang="zh-CN" dirty="0" smtClean="0"/>
              <a:t>HP</a:t>
            </a:r>
            <a:r>
              <a:rPr lang="zh-CN" altLang="en-US" dirty="0" smtClean="0"/>
              <a:t>的</a:t>
            </a:r>
            <a:r>
              <a:rPr lang="en-US" altLang="zh-CN" dirty="0" err="1" smtClean="0"/>
              <a:t>OpenView</a:t>
            </a:r>
            <a:r>
              <a:rPr lang="zh-CN" altLang="en-US" dirty="0" smtClean="0"/>
              <a:t>、</a:t>
            </a:r>
            <a:r>
              <a:rPr lang="en-US" altLang="zh-CN" dirty="0" smtClean="0"/>
              <a:t>IBM</a:t>
            </a:r>
            <a:r>
              <a:rPr lang="zh-CN" altLang="en-US" dirty="0" smtClean="0"/>
              <a:t>的</a:t>
            </a:r>
            <a:r>
              <a:rPr lang="en-US" altLang="zh-CN" dirty="0" err="1" smtClean="0"/>
              <a:t>NetView</a:t>
            </a:r>
            <a:r>
              <a:rPr lang="zh-CN" altLang="en-US" dirty="0" smtClean="0"/>
              <a:t>等</a:t>
            </a:r>
          </a:p>
        </p:txBody>
      </p:sp>
    </p:spTree>
  </p:cSld>
  <p:clrMapOvr>
    <a:masterClrMapping/>
  </p:clrMapOvr>
  <p:timing>
    <p:tnLst>
      <p:par>
        <p:cTn id="1" dur="indefinite" restart="never" nodeType="tmRoot"/>
      </p:par>
    </p:tnLst>
  </p:timing>
</p:sld>
</file>

<file path=ppt/slides/slide8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3491" name="Rectangle 2"/>
          <p:cNvSpPr>
            <a:spLocks noGrp="1" noChangeArrowheads="1"/>
          </p:cNvSpPr>
          <p:nvPr>
            <p:ph type="title"/>
          </p:nvPr>
        </p:nvSpPr>
        <p:spPr>
          <a:xfrm>
            <a:off x="2057400" y="2736850"/>
            <a:ext cx="5457825" cy="1143000"/>
          </a:xfrm>
        </p:spPr>
        <p:txBody>
          <a:bodyPr/>
          <a:lstStyle/>
          <a:p>
            <a:pPr eaLnBrk="1" hangingPunct="1"/>
            <a:r>
              <a:rPr lang="zh-CN" altLang="en-US" b="1" dirty="0" smtClean="0">
                <a:solidFill>
                  <a:srgbClr val="FF0000"/>
                </a:solidFill>
              </a:rPr>
              <a:t>五、社交网络</a:t>
            </a:r>
            <a:endParaRPr lang="en-US" altLang="zh-CN" b="1" dirty="0" smtClean="0">
              <a:solidFill>
                <a:srgbClr val="FF0000"/>
              </a:solidFill>
            </a:endParaRPr>
          </a:p>
        </p:txBody>
      </p:sp>
    </p:spTree>
  </p:cSld>
  <p:clrMapOvr>
    <a:masterClrMapping/>
  </p:clrMapOvr>
  <p:timing>
    <p:tnLst>
      <p:par>
        <p:cTn id="1" dur="indefinite" restart="never" nodeType="tmRoot"/>
      </p:par>
    </p:tnLst>
  </p:timing>
</p:sld>
</file>

<file path=ppt/slides/slide8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4514" name="标题 1"/>
          <p:cNvSpPr>
            <a:spLocks noGrp="1"/>
          </p:cNvSpPr>
          <p:nvPr>
            <p:ph type="title"/>
          </p:nvPr>
        </p:nvSpPr>
        <p:spPr/>
        <p:txBody>
          <a:bodyPr/>
          <a:lstStyle/>
          <a:p>
            <a:r>
              <a:rPr lang="zh-CN" altLang="en-US" smtClean="0"/>
              <a:t>社交网络</a:t>
            </a:r>
          </a:p>
        </p:txBody>
      </p:sp>
      <p:sp>
        <p:nvSpPr>
          <p:cNvPr id="64515" name="内容占位符 2"/>
          <p:cNvSpPr>
            <a:spLocks noGrp="1"/>
          </p:cNvSpPr>
          <p:nvPr>
            <p:ph idx="1"/>
          </p:nvPr>
        </p:nvSpPr>
        <p:spPr>
          <a:xfrm>
            <a:off x="601663" y="1335088"/>
            <a:ext cx="7772400" cy="4114800"/>
          </a:xfrm>
        </p:spPr>
        <p:txBody>
          <a:bodyPr/>
          <a:lstStyle/>
          <a:p>
            <a:pPr>
              <a:lnSpc>
                <a:spcPct val="150000"/>
              </a:lnSpc>
              <a:spcBef>
                <a:spcPts val="0"/>
              </a:spcBef>
            </a:pPr>
            <a:r>
              <a:rPr lang="zh-CN" altLang="en-US" sz="2800" dirty="0" smtClean="0"/>
              <a:t>社交网络已经构成了一组巨大的网民信息“大数据”，这些数据是了解攻击目标的重要情报来源。通过社交网络，可以挖掘出一个人的</a:t>
            </a:r>
            <a:r>
              <a:rPr lang="zh-CN" altLang="en-US" sz="2800" dirty="0" smtClean="0">
                <a:solidFill>
                  <a:srgbClr val="FF0000"/>
                </a:solidFill>
              </a:rPr>
              <a:t>社会关系、朋友、敌人、工作、思维风格、喜好、厌恶、银行信息</a:t>
            </a:r>
            <a:r>
              <a:rPr lang="zh-CN" altLang="en-US" sz="2800" dirty="0" smtClean="0"/>
              <a:t>等，而这些信息对于网络攻击非常有帮助。</a:t>
            </a:r>
          </a:p>
        </p:txBody>
      </p:sp>
    </p:spTree>
  </p:cSld>
  <p:clrMapOvr>
    <a:masterClrMapping/>
  </p:clrMapOvr>
  <p:timing>
    <p:tnLst>
      <p:par>
        <p:cTn id="1" dur="indefinite" restart="never" nodeType="tmRoot"/>
      </p:par>
    </p:tnLst>
  </p:timing>
</p:sld>
</file>

<file path=ppt/slides/slide8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5538" name="标题 1"/>
          <p:cNvSpPr>
            <a:spLocks noGrp="1"/>
          </p:cNvSpPr>
          <p:nvPr>
            <p:ph type="title"/>
          </p:nvPr>
        </p:nvSpPr>
        <p:spPr/>
        <p:txBody>
          <a:bodyPr/>
          <a:lstStyle/>
          <a:p>
            <a:r>
              <a:rPr lang="zh-CN" altLang="en-US" smtClean="0"/>
              <a:t>社交网络</a:t>
            </a:r>
          </a:p>
        </p:txBody>
      </p:sp>
      <p:sp>
        <p:nvSpPr>
          <p:cNvPr id="55299" name="内容占位符 2"/>
          <p:cNvSpPr>
            <a:spLocks noGrp="1"/>
          </p:cNvSpPr>
          <p:nvPr>
            <p:ph idx="1"/>
          </p:nvPr>
        </p:nvSpPr>
        <p:spPr>
          <a:xfrm>
            <a:off x="592138" y="1344612"/>
            <a:ext cx="7772400" cy="4865687"/>
          </a:xfrm>
        </p:spPr>
        <p:txBody>
          <a:bodyPr/>
          <a:lstStyle/>
          <a:p>
            <a:pPr>
              <a:lnSpc>
                <a:spcPts val="3500"/>
              </a:lnSpc>
              <a:spcBef>
                <a:spcPts val="0"/>
              </a:spcBef>
            </a:pPr>
            <a:r>
              <a:rPr lang="zh-CN" altLang="en-US" sz="2400" dirty="0" smtClean="0"/>
              <a:t>利用社交网络进行情报搜集的方法可以分为关注“用户”、关注“信息”和引导用户参与三种。</a:t>
            </a:r>
          </a:p>
          <a:p>
            <a:pPr lvl="1">
              <a:lnSpc>
                <a:spcPts val="3500"/>
              </a:lnSpc>
              <a:spcBef>
                <a:spcPts val="0"/>
              </a:spcBef>
            </a:pPr>
            <a:r>
              <a:rPr lang="zh-CN" altLang="en-US" sz="2400" dirty="0" smtClean="0">
                <a:solidFill>
                  <a:srgbClr val="FF0000"/>
                </a:solidFill>
              </a:rPr>
              <a:t>关注“用户”</a:t>
            </a:r>
            <a:r>
              <a:rPr lang="zh-CN" altLang="en-US" sz="2400" dirty="0" smtClean="0"/>
              <a:t>。主要是利用社交媒体的交互性特点，利用社交网络与想要关注的团体和个人建立联系，从中套取相关攻击目标有关的信息。</a:t>
            </a:r>
          </a:p>
          <a:p>
            <a:pPr lvl="1">
              <a:lnSpc>
                <a:spcPts val="3500"/>
              </a:lnSpc>
              <a:spcBef>
                <a:spcPts val="0"/>
              </a:spcBef>
            </a:pPr>
            <a:r>
              <a:rPr lang="zh-CN" altLang="en-US" sz="2400" dirty="0" smtClean="0">
                <a:solidFill>
                  <a:srgbClr val="FF0000"/>
                </a:solidFill>
              </a:rPr>
              <a:t>关注“信息”</a:t>
            </a:r>
            <a:r>
              <a:rPr lang="zh-CN" altLang="en-US" sz="2400" dirty="0" smtClean="0"/>
              <a:t>。从社交媒体上流动的海量信息中提取有用情报。针对社交媒体的海量信息，搜集提取需要的信息内容，并运用先进的分析技术对海量信息进行处理。</a:t>
            </a:r>
          </a:p>
          <a:p>
            <a:pPr lvl="1">
              <a:lnSpc>
                <a:spcPts val="3500"/>
              </a:lnSpc>
              <a:spcBef>
                <a:spcPts val="0"/>
              </a:spcBef>
            </a:pPr>
            <a:r>
              <a:rPr lang="zh-CN" altLang="en-US" sz="2400" dirty="0" smtClean="0">
                <a:solidFill>
                  <a:srgbClr val="FF0000"/>
                </a:solidFill>
              </a:rPr>
              <a:t>主动邀请和引导</a:t>
            </a:r>
            <a:r>
              <a:rPr lang="zh-CN" altLang="en-US" sz="2400" dirty="0" smtClean="0"/>
              <a:t>社交网用户参与及建议。通过互动了解目标的相关信息。</a:t>
            </a: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55" presetClass="entr" presetSubtype="0" fill="hold" grpId="0" nodeType="withEffect">
                                  <p:stCondLst>
                                    <p:cond delay="0"/>
                                  </p:stCondLst>
                                  <p:childTnLst>
                                    <p:set>
                                      <p:cBhvr>
                                        <p:cTn id="6" dur="1" fill="hold">
                                          <p:stCondLst>
                                            <p:cond delay="0"/>
                                          </p:stCondLst>
                                        </p:cTn>
                                        <p:tgtEl>
                                          <p:spTgt spid="55299">
                                            <p:txEl>
                                              <p:pRg st="0" end="0"/>
                                            </p:txEl>
                                          </p:spTgt>
                                        </p:tgtEl>
                                        <p:attrNameLst>
                                          <p:attrName>style.visibility</p:attrName>
                                        </p:attrNameLst>
                                      </p:cBhvr>
                                      <p:to>
                                        <p:strVal val="visible"/>
                                      </p:to>
                                    </p:set>
                                    <p:anim calcmode="lin" valueType="num">
                                      <p:cBhvr>
                                        <p:cTn id="7" dur="1000" fill="hold"/>
                                        <p:tgtEl>
                                          <p:spTgt spid="55299">
                                            <p:txEl>
                                              <p:pRg st="0" end="0"/>
                                            </p:txEl>
                                          </p:spTgt>
                                        </p:tgtEl>
                                        <p:attrNameLst>
                                          <p:attrName>ppt_w</p:attrName>
                                        </p:attrNameLst>
                                      </p:cBhvr>
                                      <p:tavLst>
                                        <p:tav tm="0">
                                          <p:val>
                                            <p:strVal val="#ppt_w*0.70"/>
                                          </p:val>
                                        </p:tav>
                                        <p:tav tm="100000">
                                          <p:val>
                                            <p:strVal val="#ppt_w"/>
                                          </p:val>
                                        </p:tav>
                                      </p:tavLst>
                                    </p:anim>
                                    <p:anim calcmode="lin" valueType="num">
                                      <p:cBhvr>
                                        <p:cTn id="8" dur="1000" fill="hold"/>
                                        <p:tgtEl>
                                          <p:spTgt spid="55299">
                                            <p:txEl>
                                              <p:pRg st="0" end="0"/>
                                            </p:txEl>
                                          </p:spTgt>
                                        </p:tgtEl>
                                        <p:attrNameLst>
                                          <p:attrName>ppt_h</p:attrName>
                                        </p:attrNameLst>
                                      </p:cBhvr>
                                      <p:tavLst>
                                        <p:tav tm="0">
                                          <p:val>
                                            <p:strVal val="#ppt_h"/>
                                          </p:val>
                                        </p:tav>
                                        <p:tav tm="100000">
                                          <p:val>
                                            <p:strVal val="#ppt_h"/>
                                          </p:val>
                                        </p:tav>
                                      </p:tavLst>
                                    </p:anim>
                                    <p:animEffect transition="in" filter="fade">
                                      <p:cBhvr>
                                        <p:cTn id="9" dur="1000"/>
                                        <p:tgtEl>
                                          <p:spTgt spid="55299">
                                            <p:txEl>
                                              <p:pRg st="0" end="0"/>
                                            </p:txEl>
                                          </p:spTgt>
                                        </p:tgtEl>
                                      </p:cBhvr>
                                    </p:animEffect>
                                  </p:childTnLst>
                                </p:cTn>
                              </p:par>
                            </p:childTnLst>
                          </p:cTn>
                        </p:par>
                      </p:childTnLst>
                    </p:cTn>
                  </p:par>
                  <p:par>
                    <p:cTn id="10" fill="hold">
                      <p:stCondLst>
                        <p:cond delay="indefinite"/>
                      </p:stCondLst>
                      <p:childTnLst>
                        <p:par>
                          <p:cTn id="11" fill="hold">
                            <p:stCondLst>
                              <p:cond delay="0"/>
                            </p:stCondLst>
                            <p:childTnLst>
                              <p:par>
                                <p:cTn id="12" presetID="55" presetClass="entr" presetSubtype="0" fill="hold" grpId="0" nodeType="clickEffect">
                                  <p:stCondLst>
                                    <p:cond delay="0"/>
                                  </p:stCondLst>
                                  <p:childTnLst>
                                    <p:set>
                                      <p:cBhvr>
                                        <p:cTn id="13" dur="1" fill="hold">
                                          <p:stCondLst>
                                            <p:cond delay="0"/>
                                          </p:stCondLst>
                                        </p:cTn>
                                        <p:tgtEl>
                                          <p:spTgt spid="55299">
                                            <p:txEl>
                                              <p:pRg st="1" end="1"/>
                                            </p:txEl>
                                          </p:spTgt>
                                        </p:tgtEl>
                                        <p:attrNameLst>
                                          <p:attrName>style.visibility</p:attrName>
                                        </p:attrNameLst>
                                      </p:cBhvr>
                                      <p:to>
                                        <p:strVal val="visible"/>
                                      </p:to>
                                    </p:set>
                                    <p:anim calcmode="lin" valueType="num">
                                      <p:cBhvr>
                                        <p:cTn id="14" dur="1000" fill="hold"/>
                                        <p:tgtEl>
                                          <p:spTgt spid="55299">
                                            <p:txEl>
                                              <p:pRg st="1" end="1"/>
                                            </p:txEl>
                                          </p:spTgt>
                                        </p:tgtEl>
                                        <p:attrNameLst>
                                          <p:attrName>ppt_w</p:attrName>
                                        </p:attrNameLst>
                                      </p:cBhvr>
                                      <p:tavLst>
                                        <p:tav tm="0">
                                          <p:val>
                                            <p:strVal val="#ppt_w*0.70"/>
                                          </p:val>
                                        </p:tav>
                                        <p:tav tm="100000">
                                          <p:val>
                                            <p:strVal val="#ppt_w"/>
                                          </p:val>
                                        </p:tav>
                                      </p:tavLst>
                                    </p:anim>
                                    <p:anim calcmode="lin" valueType="num">
                                      <p:cBhvr>
                                        <p:cTn id="15" dur="1000" fill="hold"/>
                                        <p:tgtEl>
                                          <p:spTgt spid="55299">
                                            <p:txEl>
                                              <p:pRg st="1" end="1"/>
                                            </p:txEl>
                                          </p:spTgt>
                                        </p:tgtEl>
                                        <p:attrNameLst>
                                          <p:attrName>ppt_h</p:attrName>
                                        </p:attrNameLst>
                                      </p:cBhvr>
                                      <p:tavLst>
                                        <p:tav tm="0">
                                          <p:val>
                                            <p:strVal val="#ppt_h"/>
                                          </p:val>
                                        </p:tav>
                                        <p:tav tm="100000">
                                          <p:val>
                                            <p:strVal val="#ppt_h"/>
                                          </p:val>
                                        </p:tav>
                                      </p:tavLst>
                                    </p:anim>
                                    <p:animEffect transition="in" filter="fade">
                                      <p:cBhvr>
                                        <p:cTn id="16" dur="1000"/>
                                        <p:tgtEl>
                                          <p:spTgt spid="55299">
                                            <p:txEl>
                                              <p:pRg st="1" end="1"/>
                                            </p:txEl>
                                          </p:spTgt>
                                        </p:tgtEl>
                                      </p:cBhvr>
                                    </p:animEffect>
                                  </p:childTnLst>
                                </p:cTn>
                              </p:par>
                            </p:childTnLst>
                          </p:cTn>
                        </p:par>
                      </p:childTnLst>
                    </p:cTn>
                  </p:par>
                  <p:par>
                    <p:cTn id="17" fill="hold">
                      <p:stCondLst>
                        <p:cond delay="indefinite"/>
                      </p:stCondLst>
                      <p:childTnLst>
                        <p:par>
                          <p:cTn id="18" fill="hold">
                            <p:stCondLst>
                              <p:cond delay="0"/>
                            </p:stCondLst>
                            <p:childTnLst>
                              <p:par>
                                <p:cTn id="19" presetID="55" presetClass="entr" presetSubtype="0" fill="hold" grpId="0" nodeType="clickEffect">
                                  <p:stCondLst>
                                    <p:cond delay="0"/>
                                  </p:stCondLst>
                                  <p:childTnLst>
                                    <p:set>
                                      <p:cBhvr>
                                        <p:cTn id="20" dur="1" fill="hold">
                                          <p:stCondLst>
                                            <p:cond delay="0"/>
                                          </p:stCondLst>
                                        </p:cTn>
                                        <p:tgtEl>
                                          <p:spTgt spid="55299">
                                            <p:txEl>
                                              <p:pRg st="2" end="2"/>
                                            </p:txEl>
                                          </p:spTgt>
                                        </p:tgtEl>
                                        <p:attrNameLst>
                                          <p:attrName>style.visibility</p:attrName>
                                        </p:attrNameLst>
                                      </p:cBhvr>
                                      <p:to>
                                        <p:strVal val="visible"/>
                                      </p:to>
                                    </p:set>
                                    <p:anim calcmode="lin" valueType="num">
                                      <p:cBhvr>
                                        <p:cTn id="21" dur="1000" fill="hold"/>
                                        <p:tgtEl>
                                          <p:spTgt spid="55299">
                                            <p:txEl>
                                              <p:pRg st="2" end="2"/>
                                            </p:txEl>
                                          </p:spTgt>
                                        </p:tgtEl>
                                        <p:attrNameLst>
                                          <p:attrName>ppt_w</p:attrName>
                                        </p:attrNameLst>
                                      </p:cBhvr>
                                      <p:tavLst>
                                        <p:tav tm="0">
                                          <p:val>
                                            <p:strVal val="#ppt_w*0.70"/>
                                          </p:val>
                                        </p:tav>
                                        <p:tav tm="100000">
                                          <p:val>
                                            <p:strVal val="#ppt_w"/>
                                          </p:val>
                                        </p:tav>
                                      </p:tavLst>
                                    </p:anim>
                                    <p:anim calcmode="lin" valueType="num">
                                      <p:cBhvr>
                                        <p:cTn id="22" dur="1000" fill="hold"/>
                                        <p:tgtEl>
                                          <p:spTgt spid="55299">
                                            <p:txEl>
                                              <p:pRg st="2" end="2"/>
                                            </p:txEl>
                                          </p:spTgt>
                                        </p:tgtEl>
                                        <p:attrNameLst>
                                          <p:attrName>ppt_h</p:attrName>
                                        </p:attrNameLst>
                                      </p:cBhvr>
                                      <p:tavLst>
                                        <p:tav tm="0">
                                          <p:val>
                                            <p:strVal val="#ppt_h"/>
                                          </p:val>
                                        </p:tav>
                                        <p:tav tm="100000">
                                          <p:val>
                                            <p:strVal val="#ppt_h"/>
                                          </p:val>
                                        </p:tav>
                                      </p:tavLst>
                                    </p:anim>
                                    <p:animEffect transition="in" filter="fade">
                                      <p:cBhvr>
                                        <p:cTn id="23" dur="1000"/>
                                        <p:tgtEl>
                                          <p:spTgt spid="55299">
                                            <p:txEl>
                                              <p:pRg st="2" end="2"/>
                                            </p:txEl>
                                          </p:spTgt>
                                        </p:tgtEl>
                                      </p:cBhvr>
                                    </p:animEffect>
                                  </p:childTnLst>
                                </p:cTn>
                              </p:par>
                            </p:childTnLst>
                          </p:cTn>
                        </p:par>
                      </p:childTnLst>
                    </p:cTn>
                  </p:par>
                  <p:par>
                    <p:cTn id="24" fill="hold">
                      <p:stCondLst>
                        <p:cond delay="indefinite"/>
                      </p:stCondLst>
                      <p:childTnLst>
                        <p:par>
                          <p:cTn id="25" fill="hold">
                            <p:stCondLst>
                              <p:cond delay="0"/>
                            </p:stCondLst>
                            <p:childTnLst>
                              <p:par>
                                <p:cTn id="26" presetID="55" presetClass="entr" presetSubtype="0" fill="hold" grpId="0" nodeType="clickEffect">
                                  <p:stCondLst>
                                    <p:cond delay="0"/>
                                  </p:stCondLst>
                                  <p:childTnLst>
                                    <p:set>
                                      <p:cBhvr>
                                        <p:cTn id="27" dur="1" fill="hold">
                                          <p:stCondLst>
                                            <p:cond delay="0"/>
                                          </p:stCondLst>
                                        </p:cTn>
                                        <p:tgtEl>
                                          <p:spTgt spid="55299">
                                            <p:txEl>
                                              <p:pRg st="3" end="3"/>
                                            </p:txEl>
                                          </p:spTgt>
                                        </p:tgtEl>
                                        <p:attrNameLst>
                                          <p:attrName>style.visibility</p:attrName>
                                        </p:attrNameLst>
                                      </p:cBhvr>
                                      <p:to>
                                        <p:strVal val="visible"/>
                                      </p:to>
                                    </p:set>
                                    <p:anim calcmode="lin" valueType="num">
                                      <p:cBhvr>
                                        <p:cTn id="28" dur="1000" fill="hold"/>
                                        <p:tgtEl>
                                          <p:spTgt spid="55299">
                                            <p:txEl>
                                              <p:pRg st="3" end="3"/>
                                            </p:txEl>
                                          </p:spTgt>
                                        </p:tgtEl>
                                        <p:attrNameLst>
                                          <p:attrName>ppt_w</p:attrName>
                                        </p:attrNameLst>
                                      </p:cBhvr>
                                      <p:tavLst>
                                        <p:tav tm="0">
                                          <p:val>
                                            <p:strVal val="#ppt_w*0.70"/>
                                          </p:val>
                                        </p:tav>
                                        <p:tav tm="100000">
                                          <p:val>
                                            <p:strVal val="#ppt_w"/>
                                          </p:val>
                                        </p:tav>
                                      </p:tavLst>
                                    </p:anim>
                                    <p:anim calcmode="lin" valueType="num">
                                      <p:cBhvr>
                                        <p:cTn id="29" dur="1000" fill="hold"/>
                                        <p:tgtEl>
                                          <p:spTgt spid="55299">
                                            <p:txEl>
                                              <p:pRg st="3" end="3"/>
                                            </p:txEl>
                                          </p:spTgt>
                                        </p:tgtEl>
                                        <p:attrNameLst>
                                          <p:attrName>ppt_h</p:attrName>
                                        </p:attrNameLst>
                                      </p:cBhvr>
                                      <p:tavLst>
                                        <p:tav tm="0">
                                          <p:val>
                                            <p:strVal val="#ppt_h"/>
                                          </p:val>
                                        </p:tav>
                                        <p:tav tm="100000">
                                          <p:val>
                                            <p:strVal val="#ppt_h"/>
                                          </p:val>
                                        </p:tav>
                                      </p:tavLst>
                                    </p:anim>
                                    <p:animEffect transition="in" filter="fade">
                                      <p:cBhvr>
                                        <p:cTn id="30" dur="1000"/>
                                        <p:tgtEl>
                                          <p:spTgt spid="55299">
                                            <p:txEl>
                                              <p:pRg st="3" end="3"/>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5299" grpId="0" build="p"/>
    </p:bldLst>
  </p:timing>
</p:sld>
</file>

<file path=ppt/slides/slide8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6562" name="标题 1"/>
          <p:cNvSpPr>
            <a:spLocks noGrp="1"/>
          </p:cNvSpPr>
          <p:nvPr>
            <p:ph type="title"/>
          </p:nvPr>
        </p:nvSpPr>
        <p:spPr/>
        <p:txBody>
          <a:bodyPr/>
          <a:lstStyle/>
          <a:p>
            <a:r>
              <a:rPr lang="zh-CN" altLang="en-US" smtClean="0"/>
              <a:t>用户隐私收集</a:t>
            </a:r>
          </a:p>
        </p:txBody>
      </p:sp>
      <p:sp>
        <p:nvSpPr>
          <p:cNvPr id="66563" name="内容占位符 2"/>
          <p:cNvSpPr>
            <a:spLocks noGrp="1"/>
          </p:cNvSpPr>
          <p:nvPr>
            <p:ph idx="1"/>
          </p:nvPr>
        </p:nvSpPr>
        <p:spPr/>
        <p:txBody>
          <a:bodyPr/>
          <a:lstStyle/>
          <a:p>
            <a:pPr>
              <a:lnSpc>
                <a:spcPct val="150000"/>
              </a:lnSpc>
            </a:pPr>
            <a:r>
              <a:rPr lang="zh-CN" altLang="en-US" dirty="0" smtClean="0"/>
              <a:t>无处不在的账户注册</a:t>
            </a:r>
            <a:endParaRPr lang="en-US" altLang="zh-CN" dirty="0" smtClean="0"/>
          </a:p>
          <a:p>
            <a:pPr>
              <a:lnSpc>
                <a:spcPct val="150000"/>
              </a:lnSpc>
            </a:pPr>
            <a:r>
              <a:rPr lang="zh-CN" altLang="en-US" dirty="0" smtClean="0"/>
              <a:t>无处不在的邮箱验证与手机验证</a:t>
            </a:r>
            <a:endParaRPr lang="en-US" altLang="zh-CN" dirty="0" smtClean="0"/>
          </a:p>
          <a:p>
            <a:pPr>
              <a:lnSpc>
                <a:spcPct val="150000"/>
              </a:lnSpc>
            </a:pPr>
            <a:r>
              <a:rPr lang="zh-CN" altLang="en-US" dirty="0" smtClean="0"/>
              <a:t>移动互联网无处不在的</a:t>
            </a:r>
            <a:r>
              <a:rPr lang="en-US" altLang="zh-CN" dirty="0" smtClean="0"/>
              <a:t>LBS</a:t>
            </a:r>
            <a:r>
              <a:rPr lang="zh-CN" altLang="en-US" dirty="0" smtClean="0"/>
              <a:t>收集</a:t>
            </a:r>
          </a:p>
        </p:txBody>
      </p:sp>
    </p:spTree>
  </p:cSld>
  <p:clrMapOvr>
    <a:masterClrMapping/>
  </p:clrMapOvr>
  <p:timing>
    <p:tnLst>
      <p:par>
        <p:cTn id="1" dur="indefinite" restart="never" nodeType="tmRoot"/>
      </p:par>
    </p:tnLst>
  </p:timing>
</p:sld>
</file>

<file path=ppt/slides/slide8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7586" name="标题 1"/>
          <p:cNvSpPr>
            <a:spLocks noGrp="1"/>
          </p:cNvSpPr>
          <p:nvPr>
            <p:ph type="title"/>
          </p:nvPr>
        </p:nvSpPr>
        <p:spPr/>
        <p:txBody>
          <a:bodyPr/>
          <a:lstStyle/>
          <a:p>
            <a:r>
              <a:rPr lang="zh-CN" altLang="en-US" smtClean="0"/>
              <a:t>用户主动分享</a:t>
            </a:r>
          </a:p>
        </p:txBody>
      </p:sp>
      <p:sp>
        <p:nvSpPr>
          <p:cNvPr id="67587" name="内容占位符 2"/>
          <p:cNvSpPr>
            <a:spLocks noGrp="1"/>
          </p:cNvSpPr>
          <p:nvPr>
            <p:ph idx="1"/>
          </p:nvPr>
        </p:nvSpPr>
        <p:spPr/>
        <p:txBody>
          <a:bodyPr/>
          <a:lstStyle/>
          <a:p>
            <a:endParaRPr lang="zh-CN" altLang="en-US" smtClean="0"/>
          </a:p>
        </p:txBody>
      </p:sp>
      <p:pic>
        <p:nvPicPr>
          <p:cNvPr id="67590" name="Picture 2"/>
          <p:cNvPicPr>
            <a:picLocks noChangeAspect="1" noChangeArrowheads="1"/>
          </p:cNvPicPr>
          <p:nvPr/>
        </p:nvPicPr>
        <p:blipFill>
          <a:blip r:embed="rId2" cstate="print"/>
          <a:srcRect/>
          <a:stretch>
            <a:fillRect/>
          </a:stretch>
        </p:blipFill>
        <p:spPr bwMode="auto">
          <a:xfrm>
            <a:off x="1068388" y="1212850"/>
            <a:ext cx="6905625" cy="5067300"/>
          </a:xfrm>
          <a:prstGeom prst="rect">
            <a:avLst/>
          </a:prstGeom>
          <a:noFill/>
          <a:ln w="9525">
            <a:noFill/>
            <a:miter lim="800000"/>
            <a:headEnd/>
            <a:tailEnd/>
          </a:ln>
        </p:spPr>
      </p:pic>
    </p:spTree>
  </p:cSld>
  <p:clrMapOvr>
    <a:masterClrMapping/>
  </p:clrMapOvr>
  <p:timing>
    <p:tnLst>
      <p:par>
        <p:cTn id="1" dur="indefinite" restart="never" nodeType="tmRoot"/>
      </p:par>
    </p:tnLst>
  </p:timing>
</p:sld>
</file>

<file path=ppt/slides/slide8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8610" name="标题 1"/>
          <p:cNvSpPr>
            <a:spLocks noGrp="1"/>
          </p:cNvSpPr>
          <p:nvPr>
            <p:ph type="title"/>
          </p:nvPr>
        </p:nvSpPr>
        <p:spPr/>
        <p:txBody>
          <a:bodyPr/>
          <a:lstStyle/>
          <a:p>
            <a:r>
              <a:rPr lang="zh-CN" altLang="en-US" smtClean="0"/>
              <a:t>用户主动分享</a:t>
            </a:r>
          </a:p>
        </p:txBody>
      </p:sp>
      <p:sp>
        <p:nvSpPr>
          <p:cNvPr id="68611" name="内容占位符 2"/>
          <p:cNvSpPr>
            <a:spLocks noGrp="1"/>
          </p:cNvSpPr>
          <p:nvPr>
            <p:ph idx="1"/>
          </p:nvPr>
        </p:nvSpPr>
        <p:spPr/>
        <p:txBody>
          <a:bodyPr/>
          <a:lstStyle/>
          <a:p>
            <a:endParaRPr lang="zh-CN" altLang="en-US" smtClean="0"/>
          </a:p>
        </p:txBody>
      </p:sp>
      <p:pic>
        <p:nvPicPr>
          <p:cNvPr id="68614" name="Picture 2"/>
          <p:cNvPicPr>
            <a:picLocks noChangeAspect="1" noChangeArrowheads="1"/>
          </p:cNvPicPr>
          <p:nvPr/>
        </p:nvPicPr>
        <p:blipFill>
          <a:blip r:embed="rId2" cstate="print"/>
          <a:srcRect/>
          <a:stretch>
            <a:fillRect/>
          </a:stretch>
        </p:blipFill>
        <p:spPr bwMode="auto">
          <a:xfrm>
            <a:off x="927100" y="1187450"/>
            <a:ext cx="7467600" cy="4914900"/>
          </a:xfrm>
          <a:prstGeom prst="rect">
            <a:avLst/>
          </a:prstGeom>
          <a:noFill/>
          <a:ln w="9525">
            <a:noFill/>
            <a:miter lim="800000"/>
            <a:headEnd/>
            <a:tailEnd/>
          </a:ln>
        </p:spPr>
      </p:pic>
    </p:spTree>
  </p:cSld>
  <p:clrMapOvr>
    <a:masterClrMapping/>
  </p:clrMapOvr>
  <p:timing>
    <p:tnLst>
      <p:par>
        <p:cTn id="1" dur="indefinite" restart="never" nodeType="tmRoot"/>
      </p:par>
    </p:tnLst>
  </p:timing>
</p:sld>
</file>

<file path=ppt/slides/slide8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9634" name="标题 1"/>
          <p:cNvSpPr>
            <a:spLocks noGrp="1"/>
          </p:cNvSpPr>
          <p:nvPr>
            <p:ph type="title"/>
          </p:nvPr>
        </p:nvSpPr>
        <p:spPr/>
        <p:txBody>
          <a:bodyPr/>
          <a:lstStyle/>
          <a:p>
            <a:r>
              <a:rPr lang="zh-CN" altLang="en-US" smtClean="0"/>
              <a:t>攻击获取</a:t>
            </a:r>
          </a:p>
        </p:txBody>
      </p:sp>
      <p:sp>
        <p:nvSpPr>
          <p:cNvPr id="69635" name="内容占位符 2"/>
          <p:cNvSpPr>
            <a:spLocks noGrp="1"/>
          </p:cNvSpPr>
          <p:nvPr>
            <p:ph idx="1"/>
          </p:nvPr>
        </p:nvSpPr>
        <p:spPr>
          <a:xfrm>
            <a:off x="620713" y="1262063"/>
            <a:ext cx="7772400" cy="4114800"/>
          </a:xfrm>
        </p:spPr>
        <p:txBody>
          <a:bodyPr/>
          <a:lstStyle/>
          <a:p>
            <a:r>
              <a:rPr lang="en-US" altLang="zh-CN" smtClean="0"/>
              <a:t>2015.10.30</a:t>
            </a:r>
            <a:r>
              <a:rPr lang="zh-CN" altLang="en-US" smtClean="0"/>
              <a:t>：</a:t>
            </a:r>
            <a:r>
              <a:rPr lang="zh-CN" altLang="zh-CN" smtClean="0"/>
              <a:t>全球最流行的免费</a:t>
            </a:r>
            <a:r>
              <a:rPr lang="en-US" altLang="zh-CN" smtClean="0"/>
              <a:t>Web </a:t>
            </a:r>
            <a:r>
              <a:rPr lang="zh-CN" altLang="zh-CN" smtClean="0"/>
              <a:t>托管公司</a:t>
            </a:r>
            <a:r>
              <a:rPr lang="en-US" altLang="zh-CN" smtClean="0"/>
              <a:t>000Webhost</a:t>
            </a:r>
            <a:r>
              <a:rPr lang="zh-CN" altLang="zh-CN" smtClean="0"/>
              <a:t>遭遇了一次大规模的数据泄露事件，</a:t>
            </a:r>
            <a:r>
              <a:rPr lang="en-US" altLang="zh-CN" smtClean="0"/>
              <a:t>1350</a:t>
            </a:r>
            <a:r>
              <a:rPr lang="zh-CN" altLang="zh-CN" smtClean="0"/>
              <a:t>万用户的个人数据泄露</a:t>
            </a:r>
            <a:r>
              <a:rPr lang="zh-CN" altLang="en-US" smtClean="0"/>
              <a:t>（</a:t>
            </a:r>
            <a:r>
              <a:rPr lang="zh-CN" altLang="zh-CN" smtClean="0"/>
              <a:t>用户名、明文密码、邮箱地址、</a:t>
            </a:r>
            <a:r>
              <a:rPr lang="en-US" altLang="zh-CN" smtClean="0"/>
              <a:t>IP</a:t>
            </a:r>
            <a:r>
              <a:rPr lang="zh-CN" altLang="zh-CN" smtClean="0"/>
              <a:t>地址、用户真实的姓氏</a:t>
            </a:r>
            <a:r>
              <a:rPr lang="zh-CN" altLang="en-US" smtClean="0"/>
              <a:t>）</a:t>
            </a:r>
          </a:p>
        </p:txBody>
      </p:sp>
      <p:pic>
        <p:nvPicPr>
          <p:cNvPr id="69638" name="图片 5" descr="http://www.secdoctor.com/uploads/allimg/151030/8597-15103016045X05.jpg"/>
          <p:cNvPicPr>
            <a:picLocks noChangeAspect="1" noChangeArrowheads="1"/>
          </p:cNvPicPr>
          <p:nvPr/>
        </p:nvPicPr>
        <p:blipFill>
          <a:blip r:embed="rId3" cstate="print"/>
          <a:srcRect/>
          <a:stretch>
            <a:fillRect/>
          </a:stretch>
        </p:blipFill>
        <p:spPr bwMode="auto">
          <a:xfrm>
            <a:off x="1387475" y="3098800"/>
            <a:ext cx="6140450" cy="3200400"/>
          </a:xfrm>
          <a:prstGeom prst="rect">
            <a:avLst/>
          </a:prstGeom>
          <a:noFill/>
          <a:ln w="9525">
            <a:noFill/>
            <a:miter lim="800000"/>
            <a:headEnd/>
            <a:tailEnd/>
          </a:ln>
        </p:spPr>
      </p:pic>
    </p:spTree>
  </p:cSld>
  <p:clrMapOvr>
    <a:masterClrMapping/>
  </p:clrMapOvr>
  <p:timing>
    <p:tnLst>
      <p:par>
        <p:cTn id="1" dur="indefinite" restart="never" nodeType="tmRoot"/>
      </p:par>
    </p:tnLst>
  </p:timing>
</p:sld>
</file>

<file path=ppt/slides/slide8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0658" name="标题 1"/>
          <p:cNvSpPr>
            <a:spLocks noGrp="1"/>
          </p:cNvSpPr>
          <p:nvPr>
            <p:ph type="title"/>
          </p:nvPr>
        </p:nvSpPr>
        <p:spPr/>
        <p:txBody>
          <a:bodyPr/>
          <a:lstStyle/>
          <a:p>
            <a:r>
              <a:rPr lang="zh-CN" altLang="en-US" smtClean="0"/>
              <a:t>攻击获取</a:t>
            </a:r>
          </a:p>
        </p:txBody>
      </p:sp>
      <p:sp>
        <p:nvSpPr>
          <p:cNvPr id="70659" name="内容占位符 2"/>
          <p:cNvSpPr>
            <a:spLocks noGrp="1"/>
          </p:cNvSpPr>
          <p:nvPr>
            <p:ph idx="1"/>
          </p:nvPr>
        </p:nvSpPr>
        <p:spPr>
          <a:xfrm>
            <a:off x="620713" y="1262063"/>
            <a:ext cx="7772400" cy="4114800"/>
          </a:xfrm>
        </p:spPr>
        <p:txBody>
          <a:bodyPr/>
          <a:lstStyle/>
          <a:p>
            <a:r>
              <a:rPr lang="en-US" altLang="zh-CN" smtClean="0"/>
              <a:t>2015.5.1</a:t>
            </a:r>
            <a:r>
              <a:rPr lang="zh-CN" altLang="en-US" smtClean="0"/>
              <a:t>： 匿名者攻击</a:t>
            </a:r>
            <a:r>
              <a:rPr lang="en-US" altLang="zh-CN" smtClean="0"/>
              <a:t>WTO</a:t>
            </a:r>
            <a:r>
              <a:rPr lang="zh-CN" altLang="en-US" smtClean="0"/>
              <a:t>子域名，泄露近</a:t>
            </a:r>
            <a:r>
              <a:rPr lang="en-US" altLang="zh-CN" smtClean="0"/>
              <a:t>2000</a:t>
            </a:r>
            <a:r>
              <a:rPr lang="zh-CN" altLang="en-US" smtClean="0"/>
              <a:t>个员工信息。</a:t>
            </a:r>
            <a:endParaRPr lang="en-US" altLang="zh-CN" smtClean="0"/>
          </a:p>
          <a:p>
            <a:r>
              <a:rPr lang="en-US" altLang="zh-CN" smtClean="0"/>
              <a:t>2015.5.19</a:t>
            </a:r>
            <a:r>
              <a:rPr lang="zh-CN" altLang="en-US" smtClean="0"/>
              <a:t>： 匿名者用</a:t>
            </a:r>
            <a:r>
              <a:rPr lang="en-US" altLang="zh-CN" smtClean="0"/>
              <a:t>SQL</a:t>
            </a:r>
            <a:r>
              <a:rPr lang="zh-CN" altLang="en-US" smtClean="0"/>
              <a:t>注入攻击意大利国防部网络系统，泄露</a:t>
            </a:r>
            <a:r>
              <a:rPr lang="en-US" altLang="zh-CN" smtClean="0"/>
              <a:t>1700</a:t>
            </a:r>
            <a:r>
              <a:rPr lang="zh-CN" altLang="en-US" smtClean="0"/>
              <a:t>个账户信息</a:t>
            </a:r>
          </a:p>
        </p:txBody>
      </p:sp>
    </p:spTree>
  </p:cSld>
  <p:clrMapOvr>
    <a:masterClrMapping/>
  </p:clrMapOvr>
  <p:timing>
    <p:tnLst>
      <p:par>
        <p:cTn id="1" dur="indefinite" restart="never" nodeType="tmRoot"/>
      </p:par>
    </p:tnLst>
  </p:timing>
</p:sld>
</file>

<file path=ppt/slides/slide8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1682" name="标题 1"/>
          <p:cNvSpPr>
            <a:spLocks noGrp="1"/>
          </p:cNvSpPr>
          <p:nvPr>
            <p:ph type="title"/>
          </p:nvPr>
        </p:nvSpPr>
        <p:spPr/>
        <p:txBody>
          <a:bodyPr/>
          <a:lstStyle/>
          <a:p>
            <a:r>
              <a:rPr lang="zh-CN" altLang="en-US" dirty="0" smtClean="0"/>
              <a:t>跨域拓展攻击</a:t>
            </a:r>
          </a:p>
        </p:txBody>
      </p:sp>
      <p:sp>
        <p:nvSpPr>
          <p:cNvPr id="71683" name="内容占位符 2"/>
          <p:cNvSpPr>
            <a:spLocks noGrp="1"/>
          </p:cNvSpPr>
          <p:nvPr>
            <p:ph idx="1"/>
          </p:nvPr>
        </p:nvSpPr>
        <p:spPr>
          <a:xfrm>
            <a:off x="646113" y="1338263"/>
            <a:ext cx="7772400" cy="4114800"/>
          </a:xfrm>
        </p:spPr>
        <p:txBody>
          <a:bodyPr/>
          <a:lstStyle/>
          <a:p>
            <a:r>
              <a:rPr lang="zh-CN" altLang="en-US" smtClean="0"/>
              <a:t>由泄露数据库，用户已共享的昵称等向门户网站，各类论坛，主流邮商账户进行跨域拓展，以获得“新隐私”</a:t>
            </a:r>
          </a:p>
        </p:txBody>
      </p:sp>
      <p:pic>
        <p:nvPicPr>
          <p:cNvPr id="71686" name="Picture 2"/>
          <p:cNvPicPr>
            <a:picLocks noChangeAspect="1" noChangeArrowheads="1"/>
          </p:cNvPicPr>
          <p:nvPr/>
        </p:nvPicPr>
        <p:blipFill>
          <a:blip r:embed="rId2" cstate="print"/>
          <a:srcRect/>
          <a:stretch>
            <a:fillRect/>
          </a:stretch>
        </p:blipFill>
        <p:spPr bwMode="auto">
          <a:xfrm>
            <a:off x="874713" y="2997200"/>
            <a:ext cx="7343775" cy="2971800"/>
          </a:xfrm>
          <a:prstGeom prst="rect">
            <a:avLst/>
          </a:prstGeom>
          <a:noFill/>
          <a:ln w="9525">
            <a:noFill/>
            <a:miter lim="800000"/>
            <a:headEnd/>
            <a:tailEnd/>
          </a:ln>
        </p:spPr>
      </p:pic>
    </p:spTree>
  </p:cSld>
  <p:clrMapOvr>
    <a:masterClrMapping/>
  </p:clrMapOvr>
  <p:timing>
    <p:tnLst>
      <p:par>
        <p:cTn id="1" dur="indefinite" restart="never" nodeType="tmRoot"/>
      </p:par>
    </p:tnLst>
  </p:timing>
</p:sld>
</file>

<file path=ppt/slides/slide9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2706" name="标题 1"/>
          <p:cNvSpPr>
            <a:spLocks noGrp="1"/>
          </p:cNvSpPr>
          <p:nvPr>
            <p:ph type="title"/>
          </p:nvPr>
        </p:nvSpPr>
        <p:spPr/>
        <p:txBody>
          <a:bodyPr/>
          <a:lstStyle/>
          <a:p>
            <a:r>
              <a:rPr lang="zh-CN" altLang="en-US" smtClean="0"/>
              <a:t>跨域拓展攻击</a:t>
            </a:r>
          </a:p>
        </p:txBody>
      </p:sp>
      <p:sp>
        <p:nvSpPr>
          <p:cNvPr id="72707" name="内容占位符 2"/>
          <p:cNvSpPr>
            <a:spLocks noGrp="1"/>
          </p:cNvSpPr>
          <p:nvPr>
            <p:ph idx="1"/>
          </p:nvPr>
        </p:nvSpPr>
        <p:spPr/>
        <p:txBody>
          <a:bodyPr/>
          <a:lstStyle/>
          <a:p>
            <a:endParaRPr lang="zh-CN" altLang="en-US" smtClean="0"/>
          </a:p>
        </p:txBody>
      </p:sp>
      <p:pic>
        <p:nvPicPr>
          <p:cNvPr id="5" name="图片 4"/>
          <p:cNvPicPr>
            <a:picLocks noChangeAspect="1"/>
          </p:cNvPicPr>
          <p:nvPr/>
        </p:nvPicPr>
        <p:blipFill>
          <a:blip r:embed="rId3" cstate="print"/>
          <a:srcRect/>
          <a:stretch>
            <a:fillRect/>
          </a:stretch>
        </p:blipFill>
        <p:spPr bwMode="auto">
          <a:xfrm>
            <a:off x="1258569" y="1230565"/>
            <a:ext cx="6618605" cy="4798338"/>
          </a:xfrm>
          <a:prstGeom prst="rect">
            <a:avLst/>
          </a:prstGeom>
          <a:noFill/>
          <a:ln w="9525">
            <a:noFill/>
            <a:miter lim="800000"/>
            <a:headEnd/>
            <a:tailEnd/>
          </a:ln>
          <a:effectLst/>
        </p:spPr>
      </p:pic>
    </p:spTree>
  </p:cSld>
  <p:clrMapOvr>
    <a:masterClrMapping/>
  </p:clrMapOvr>
  <p:timing>
    <p:tnLst>
      <p:par>
        <p:cTn id="1" dur="indefinite" restart="never" nodeType="tmRoot"/>
      </p:par>
    </p:tnLst>
  </p:timing>
</p:sld>
</file>

<file path=ppt/slides/slide9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3730" name="标题 1"/>
          <p:cNvSpPr>
            <a:spLocks noGrp="1"/>
          </p:cNvSpPr>
          <p:nvPr>
            <p:ph type="title"/>
          </p:nvPr>
        </p:nvSpPr>
        <p:spPr/>
        <p:txBody>
          <a:bodyPr/>
          <a:lstStyle/>
          <a:p>
            <a:r>
              <a:rPr lang="zh-CN" altLang="en-US" smtClean="0"/>
              <a:t>跨域拓展攻击</a:t>
            </a:r>
          </a:p>
        </p:txBody>
      </p:sp>
      <p:sp>
        <p:nvSpPr>
          <p:cNvPr id="3" name="内容占位符 2"/>
          <p:cNvSpPr>
            <a:spLocks noGrp="1"/>
          </p:cNvSpPr>
          <p:nvPr>
            <p:ph idx="1"/>
          </p:nvPr>
        </p:nvSpPr>
        <p:spPr>
          <a:xfrm>
            <a:off x="633413" y="1363663"/>
            <a:ext cx="7772400" cy="4783137"/>
          </a:xfrm>
        </p:spPr>
        <p:txBody>
          <a:bodyPr/>
          <a:lstStyle/>
          <a:p>
            <a:pPr>
              <a:lnSpc>
                <a:spcPts val="4500"/>
              </a:lnSpc>
            </a:pPr>
            <a:r>
              <a:rPr lang="zh-CN" altLang="en-US" dirty="0" smtClean="0"/>
              <a:t>拖库：</a:t>
            </a:r>
            <a:r>
              <a:rPr lang="en-US" altLang="zh-CN" dirty="0" smtClean="0"/>
              <a:t>2011.12.21</a:t>
            </a:r>
            <a:r>
              <a:rPr lang="zh-CN" altLang="en-US" dirty="0" smtClean="0"/>
              <a:t>黑客在网上公开提供</a:t>
            </a:r>
            <a:r>
              <a:rPr lang="en-US" altLang="zh-CN" dirty="0" smtClean="0"/>
              <a:t>CSDN</a:t>
            </a:r>
            <a:r>
              <a:rPr lang="zh-CN" altLang="en-US" dirty="0" smtClean="0"/>
              <a:t>网站用户数据库下载后，包括人人网、猫扑、多玩等在内的网站部分用户数据库也被传到网上供用户下载。超过</a:t>
            </a:r>
            <a:r>
              <a:rPr lang="en-US" altLang="zh-CN" dirty="0" smtClean="0">
                <a:solidFill>
                  <a:srgbClr val="FF0000"/>
                </a:solidFill>
              </a:rPr>
              <a:t>5000</a:t>
            </a:r>
            <a:r>
              <a:rPr lang="zh-CN" altLang="en-US" dirty="0" smtClean="0">
                <a:solidFill>
                  <a:srgbClr val="FF0000"/>
                </a:solidFill>
              </a:rPr>
              <a:t>万个</a:t>
            </a:r>
            <a:r>
              <a:rPr lang="zh-CN" altLang="en-US" dirty="0" smtClean="0"/>
              <a:t>用户帐号和密码在网上流传</a:t>
            </a:r>
            <a:endParaRPr lang="en-US" altLang="zh-CN" dirty="0" smtClean="0"/>
          </a:p>
          <a:p>
            <a:pPr>
              <a:lnSpc>
                <a:spcPts val="4500"/>
              </a:lnSpc>
            </a:pPr>
            <a:r>
              <a:rPr lang="zh-CN" altLang="en-US" dirty="0" smtClean="0"/>
              <a:t>撞库：</a:t>
            </a:r>
            <a:r>
              <a:rPr lang="en-US" altLang="zh-CN" dirty="0" smtClean="0"/>
              <a:t>2014</a:t>
            </a:r>
            <a:r>
              <a:rPr lang="zh-CN" altLang="en-US" dirty="0" smtClean="0"/>
              <a:t>年</a:t>
            </a:r>
            <a:r>
              <a:rPr lang="en-US" altLang="zh-CN" dirty="0" smtClean="0"/>
              <a:t>12</a:t>
            </a:r>
            <a:r>
              <a:rPr lang="zh-CN" altLang="en-US" dirty="0" smtClean="0"/>
              <a:t>月</a:t>
            </a:r>
            <a:r>
              <a:rPr lang="en-US" altLang="zh-CN" dirty="0" smtClean="0"/>
              <a:t>25</a:t>
            </a:r>
            <a:r>
              <a:rPr lang="zh-CN" altLang="en-US" dirty="0" smtClean="0"/>
              <a:t>日，</a:t>
            </a:r>
            <a:r>
              <a:rPr lang="en-US" altLang="zh-CN" dirty="0" smtClean="0"/>
              <a:t>12306</a:t>
            </a:r>
            <a:r>
              <a:rPr lang="zh-CN" altLang="en-US" dirty="0" smtClean="0"/>
              <a:t>网站用户信息在互联网上疯传；</a:t>
            </a:r>
            <a:r>
              <a:rPr lang="en-US" altLang="zh-CN" dirty="0" smtClean="0"/>
              <a:t>iCloud</a:t>
            </a:r>
            <a:r>
              <a:rPr lang="zh-CN" altLang="en-US" dirty="0" smtClean="0"/>
              <a:t>艳照门</a:t>
            </a:r>
            <a:endParaRPr lang="en-US" altLang="zh-CN" dirty="0" smtClean="0"/>
          </a:p>
          <a:p>
            <a:pPr>
              <a:lnSpc>
                <a:spcPts val="4500"/>
              </a:lnSpc>
            </a:pPr>
            <a:r>
              <a:rPr lang="en-US" altLang="zh-CN" dirty="0" smtClean="0"/>
              <a:t>2015.10.19</a:t>
            </a:r>
            <a:r>
              <a:rPr lang="zh-CN" altLang="en-US" dirty="0" smtClean="0"/>
              <a:t>：“网易邮箱门”</a:t>
            </a: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55" presetClass="entr" presetSubtype="0" fill="hold" grpId="0" nodeType="with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 calcmode="lin" valueType="num">
                                      <p:cBhvr>
                                        <p:cTn id="7" dur="1000" fill="hold"/>
                                        <p:tgtEl>
                                          <p:spTgt spid="3">
                                            <p:txEl>
                                              <p:pRg st="0" end="0"/>
                                            </p:txEl>
                                          </p:spTgt>
                                        </p:tgtEl>
                                        <p:attrNameLst>
                                          <p:attrName>ppt_w</p:attrName>
                                        </p:attrNameLst>
                                      </p:cBhvr>
                                      <p:tavLst>
                                        <p:tav tm="0">
                                          <p:val>
                                            <p:strVal val="#ppt_w*0.70"/>
                                          </p:val>
                                        </p:tav>
                                        <p:tav tm="100000">
                                          <p:val>
                                            <p:strVal val="#ppt_w"/>
                                          </p:val>
                                        </p:tav>
                                      </p:tavLst>
                                    </p:anim>
                                    <p:anim calcmode="lin" valueType="num">
                                      <p:cBhvr>
                                        <p:cTn id="8" dur="1000" fill="hold"/>
                                        <p:tgtEl>
                                          <p:spTgt spid="3">
                                            <p:txEl>
                                              <p:pRg st="0" end="0"/>
                                            </p:txEl>
                                          </p:spTgt>
                                        </p:tgtEl>
                                        <p:attrNameLst>
                                          <p:attrName>ppt_h</p:attrName>
                                        </p:attrNameLst>
                                      </p:cBhvr>
                                      <p:tavLst>
                                        <p:tav tm="0">
                                          <p:val>
                                            <p:strVal val="#ppt_h"/>
                                          </p:val>
                                        </p:tav>
                                        <p:tav tm="100000">
                                          <p:val>
                                            <p:strVal val="#ppt_h"/>
                                          </p:val>
                                        </p:tav>
                                      </p:tavLst>
                                    </p:anim>
                                    <p:animEffect transition="in" filter="fade">
                                      <p:cBhvr>
                                        <p:cTn id="9" dur="1000"/>
                                        <p:tgtEl>
                                          <p:spTgt spid="3">
                                            <p:txEl>
                                              <p:pRg st="0" end="0"/>
                                            </p:txEl>
                                          </p:spTgt>
                                        </p:tgtEl>
                                      </p:cBhvr>
                                    </p:animEffect>
                                  </p:childTnLst>
                                </p:cTn>
                              </p:par>
                            </p:childTnLst>
                          </p:cTn>
                        </p:par>
                      </p:childTnLst>
                    </p:cTn>
                  </p:par>
                  <p:par>
                    <p:cTn id="10" fill="hold">
                      <p:stCondLst>
                        <p:cond delay="indefinite"/>
                      </p:stCondLst>
                      <p:childTnLst>
                        <p:par>
                          <p:cTn id="11" fill="hold">
                            <p:stCondLst>
                              <p:cond delay="0"/>
                            </p:stCondLst>
                            <p:childTnLst>
                              <p:par>
                                <p:cTn id="12" presetID="55" presetClass="entr" presetSubtype="0" fill="hold" grpId="0" nodeType="clickEffect">
                                  <p:stCondLst>
                                    <p:cond delay="0"/>
                                  </p:stCondLst>
                                  <p:childTnLst>
                                    <p:set>
                                      <p:cBhvr>
                                        <p:cTn id="13" dur="1" fill="hold">
                                          <p:stCondLst>
                                            <p:cond delay="0"/>
                                          </p:stCondLst>
                                        </p:cTn>
                                        <p:tgtEl>
                                          <p:spTgt spid="3">
                                            <p:txEl>
                                              <p:pRg st="1" end="1"/>
                                            </p:txEl>
                                          </p:spTgt>
                                        </p:tgtEl>
                                        <p:attrNameLst>
                                          <p:attrName>style.visibility</p:attrName>
                                        </p:attrNameLst>
                                      </p:cBhvr>
                                      <p:to>
                                        <p:strVal val="visible"/>
                                      </p:to>
                                    </p:set>
                                    <p:anim calcmode="lin" valueType="num">
                                      <p:cBhvr>
                                        <p:cTn id="14" dur="1000" fill="hold"/>
                                        <p:tgtEl>
                                          <p:spTgt spid="3">
                                            <p:txEl>
                                              <p:pRg st="1" end="1"/>
                                            </p:txEl>
                                          </p:spTgt>
                                        </p:tgtEl>
                                        <p:attrNameLst>
                                          <p:attrName>ppt_w</p:attrName>
                                        </p:attrNameLst>
                                      </p:cBhvr>
                                      <p:tavLst>
                                        <p:tav tm="0">
                                          <p:val>
                                            <p:strVal val="#ppt_w*0.70"/>
                                          </p:val>
                                        </p:tav>
                                        <p:tav tm="100000">
                                          <p:val>
                                            <p:strVal val="#ppt_w"/>
                                          </p:val>
                                        </p:tav>
                                      </p:tavLst>
                                    </p:anim>
                                    <p:anim calcmode="lin" valueType="num">
                                      <p:cBhvr>
                                        <p:cTn id="15" dur="1000" fill="hold"/>
                                        <p:tgtEl>
                                          <p:spTgt spid="3">
                                            <p:txEl>
                                              <p:pRg st="1" end="1"/>
                                            </p:txEl>
                                          </p:spTgt>
                                        </p:tgtEl>
                                        <p:attrNameLst>
                                          <p:attrName>ppt_h</p:attrName>
                                        </p:attrNameLst>
                                      </p:cBhvr>
                                      <p:tavLst>
                                        <p:tav tm="0">
                                          <p:val>
                                            <p:strVal val="#ppt_h"/>
                                          </p:val>
                                        </p:tav>
                                        <p:tav tm="100000">
                                          <p:val>
                                            <p:strVal val="#ppt_h"/>
                                          </p:val>
                                        </p:tav>
                                      </p:tavLst>
                                    </p:anim>
                                    <p:animEffect transition="in" filter="fade">
                                      <p:cBhvr>
                                        <p:cTn id="16" dur="1000"/>
                                        <p:tgtEl>
                                          <p:spTgt spid="3">
                                            <p:txEl>
                                              <p:pRg st="1" end="1"/>
                                            </p:txEl>
                                          </p:spTgt>
                                        </p:tgtEl>
                                      </p:cBhvr>
                                    </p:animEffect>
                                  </p:childTnLst>
                                </p:cTn>
                              </p:par>
                            </p:childTnLst>
                          </p:cTn>
                        </p:par>
                      </p:childTnLst>
                    </p:cTn>
                  </p:par>
                  <p:par>
                    <p:cTn id="17" fill="hold">
                      <p:stCondLst>
                        <p:cond delay="indefinite"/>
                      </p:stCondLst>
                      <p:childTnLst>
                        <p:par>
                          <p:cTn id="18" fill="hold">
                            <p:stCondLst>
                              <p:cond delay="0"/>
                            </p:stCondLst>
                            <p:childTnLst>
                              <p:par>
                                <p:cTn id="19" presetID="55" presetClass="entr" presetSubtype="0" fill="hold" grpId="0" nodeType="clickEffect">
                                  <p:stCondLst>
                                    <p:cond delay="0"/>
                                  </p:stCondLst>
                                  <p:childTnLst>
                                    <p:set>
                                      <p:cBhvr>
                                        <p:cTn id="20" dur="1" fill="hold">
                                          <p:stCondLst>
                                            <p:cond delay="0"/>
                                          </p:stCondLst>
                                        </p:cTn>
                                        <p:tgtEl>
                                          <p:spTgt spid="3">
                                            <p:txEl>
                                              <p:pRg st="2" end="2"/>
                                            </p:txEl>
                                          </p:spTgt>
                                        </p:tgtEl>
                                        <p:attrNameLst>
                                          <p:attrName>style.visibility</p:attrName>
                                        </p:attrNameLst>
                                      </p:cBhvr>
                                      <p:to>
                                        <p:strVal val="visible"/>
                                      </p:to>
                                    </p:set>
                                    <p:anim calcmode="lin" valueType="num">
                                      <p:cBhvr>
                                        <p:cTn id="21" dur="1000" fill="hold"/>
                                        <p:tgtEl>
                                          <p:spTgt spid="3">
                                            <p:txEl>
                                              <p:pRg st="2" end="2"/>
                                            </p:txEl>
                                          </p:spTgt>
                                        </p:tgtEl>
                                        <p:attrNameLst>
                                          <p:attrName>ppt_w</p:attrName>
                                        </p:attrNameLst>
                                      </p:cBhvr>
                                      <p:tavLst>
                                        <p:tav tm="0">
                                          <p:val>
                                            <p:strVal val="#ppt_w*0.70"/>
                                          </p:val>
                                        </p:tav>
                                        <p:tav tm="100000">
                                          <p:val>
                                            <p:strVal val="#ppt_w"/>
                                          </p:val>
                                        </p:tav>
                                      </p:tavLst>
                                    </p:anim>
                                    <p:anim calcmode="lin" valueType="num">
                                      <p:cBhvr>
                                        <p:cTn id="22" dur="1000" fill="hold"/>
                                        <p:tgtEl>
                                          <p:spTgt spid="3">
                                            <p:txEl>
                                              <p:pRg st="2" end="2"/>
                                            </p:txEl>
                                          </p:spTgt>
                                        </p:tgtEl>
                                        <p:attrNameLst>
                                          <p:attrName>ppt_h</p:attrName>
                                        </p:attrNameLst>
                                      </p:cBhvr>
                                      <p:tavLst>
                                        <p:tav tm="0">
                                          <p:val>
                                            <p:strVal val="#ppt_h"/>
                                          </p:val>
                                        </p:tav>
                                        <p:tav tm="100000">
                                          <p:val>
                                            <p:strVal val="#ppt_h"/>
                                          </p:val>
                                        </p:tav>
                                      </p:tavLst>
                                    </p:anim>
                                    <p:animEffect transition="in" filter="fade">
                                      <p:cBhvr>
                                        <p:cTn id="23" dur="1000"/>
                                        <p:tgtEl>
                                          <p:spTgt spid="3">
                                            <p:txEl>
                                              <p:pRg st="2" end="2"/>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p:bldLst>
  </p:timing>
</p:sld>
</file>

<file path=ppt/slides/slide9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4754" name="标题 1"/>
          <p:cNvSpPr>
            <a:spLocks noGrp="1"/>
          </p:cNvSpPr>
          <p:nvPr>
            <p:ph type="title"/>
          </p:nvPr>
        </p:nvSpPr>
        <p:spPr/>
        <p:txBody>
          <a:bodyPr/>
          <a:lstStyle/>
          <a:p>
            <a:r>
              <a:rPr lang="zh-CN" altLang="en-US" smtClean="0"/>
              <a:t>个人隐私保护很难</a:t>
            </a:r>
          </a:p>
        </p:txBody>
      </p:sp>
      <p:sp>
        <p:nvSpPr>
          <p:cNvPr id="74755" name="内容占位符 2"/>
          <p:cNvSpPr>
            <a:spLocks noGrp="1"/>
          </p:cNvSpPr>
          <p:nvPr>
            <p:ph idx="1"/>
          </p:nvPr>
        </p:nvSpPr>
        <p:spPr/>
        <p:txBody>
          <a:bodyPr/>
          <a:lstStyle/>
          <a:p>
            <a:pPr>
              <a:lnSpc>
                <a:spcPct val="150000"/>
              </a:lnSpc>
            </a:pPr>
            <a:r>
              <a:rPr lang="zh-CN" altLang="en-US" smtClean="0"/>
              <a:t>木桶效应：个人互联网账户众多，难以做到所有账户彻底安全</a:t>
            </a:r>
            <a:endParaRPr lang="en-US" altLang="zh-CN" smtClean="0"/>
          </a:p>
          <a:p>
            <a:pPr>
              <a:lnSpc>
                <a:spcPct val="150000"/>
              </a:lnSpc>
            </a:pPr>
            <a:endParaRPr lang="zh-CN" altLang="en-US" smtClean="0"/>
          </a:p>
        </p:txBody>
      </p:sp>
    </p:spTree>
  </p:cSld>
  <p:clrMapOvr>
    <a:masterClrMapping/>
  </p:clrMapOvr>
  <p:timing>
    <p:tnLst>
      <p:par>
        <p:cTn id="1" dur="indefinite" restart="never" nodeType="tmRoot"/>
      </p:par>
    </p:tnLst>
  </p:timing>
</p:sld>
</file>

<file path=ppt/slides/slide9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5779" name="Rectangle 2"/>
          <p:cNvSpPr>
            <a:spLocks noGrp="1" noChangeArrowheads="1"/>
          </p:cNvSpPr>
          <p:nvPr>
            <p:ph type="title"/>
          </p:nvPr>
        </p:nvSpPr>
        <p:spPr>
          <a:xfrm>
            <a:off x="2339975" y="2565400"/>
            <a:ext cx="4906963" cy="1143000"/>
          </a:xfrm>
          <a:noFill/>
        </p:spPr>
        <p:txBody>
          <a:bodyPr/>
          <a:lstStyle/>
          <a:p>
            <a:pPr eaLnBrk="1" hangingPunct="1"/>
            <a:r>
              <a:rPr lang="zh-CN" altLang="en-US" dirty="0">
                <a:solidFill>
                  <a:srgbClr val="FF0000"/>
                </a:solidFill>
              </a:rPr>
              <a:t>六</a:t>
            </a:r>
            <a:r>
              <a:rPr lang="zh-CN" altLang="en-US" dirty="0" smtClean="0">
                <a:solidFill>
                  <a:srgbClr val="FF0000"/>
                </a:solidFill>
              </a:rPr>
              <a:t>、</a:t>
            </a:r>
            <a:r>
              <a:rPr lang="zh-CN" altLang="en-US" dirty="0">
                <a:solidFill>
                  <a:srgbClr val="FF0000"/>
                </a:solidFill>
              </a:rPr>
              <a:t>开源情报收集 </a:t>
            </a:r>
            <a:endParaRPr lang="en-US" altLang="zh-CN" dirty="0">
              <a:solidFill>
                <a:srgbClr val="FF0000"/>
              </a:solidFill>
            </a:endParaRPr>
          </a:p>
        </p:txBody>
      </p:sp>
    </p:spTree>
    <p:extLst>
      <p:ext uri="{BB962C8B-B14F-4D97-AF65-F5344CB8AC3E}">
        <p14:creationId xmlns:p14="http://schemas.microsoft.com/office/powerpoint/2010/main" val="1000814445"/>
      </p:ext>
    </p:extLst>
  </p:cSld>
  <p:clrMapOvr>
    <a:masterClrMapping/>
  </p:clrMapOvr>
  <p:timing>
    <p:tnLst>
      <p:par>
        <p:cTn id="1" dur="indefinite" restart="never" nodeType="tmRoot"/>
      </p:par>
    </p:tnLst>
  </p:timing>
</p:sld>
</file>

<file path=ppt/slides/slide9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标题 2"/>
          <p:cNvSpPr>
            <a:spLocks noGrp="1"/>
          </p:cNvSpPr>
          <p:nvPr>
            <p:ph type="title"/>
          </p:nvPr>
        </p:nvSpPr>
        <p:spPr/>
        <p:txBody>
          <a:bodyPr/>
          <a:lstStyle/>
          <a:p>
            <a:r>
              <a:rPr lang="zh-CN" altLang="en-US" dirty="0"/>
              <a:t>开源情报收集</a:t>
            </a:r>
          </a:p>
        </p:txBody>
      </p:sp>
      <p:sp>
        <p:nvSpPr>
          <p:cNvPr id="2" name="内容占位符 1"/>
          <p:cNvSpPr>
            <a:spLocks noGrp="1"/>
          </p:cNvSpPr>
          <p:nvPr>
            <p:ph idx="1"/>
          </p:nvPr>
        </p:nvSpPr>
        <p:spPr>
          <a:xfrm>
            <a:off x="357809" y="1554163"/>
            <a:ext cx="8586166" cy="4114800"/>
          </a:xfrm>
        </p:spPr>
        <p:txBody>
          <a:bodyPr/>
          <a:lstStyle/>
          <a:p>
            <a:r>
              <a:rPr lang="zh-CN" altLang="en-US" sz="2800" dirty="0"/>
              <a:t>开源网络情报（</a:t>
            </a:r>
            <a:r>
              <a:rPr lang="en-US" altLang="zh-CN" sz="2800" dirty="0"/>
              <a:t>Open source intelligence </a:t>
            </a:r>
            <a:r>
              <a:rPr lang="zh-CN" altLang="en-US" sz="2800" dirty="0"/>
              <a:t>），简称</a:t>
            </a:r>
            <a:r>
              <a:rPr lang="en-US" altLang="zh-CN" sz="2800" dirty="0">
                <a:solidFill>
                  <a:srgbClr val="FF0000"/>
                </a:solidFill>
              </a:rPr>
              <a:t>OSINT</a:t>
            </a:r>
            <a:r>
              <a:rPr lang="zh-CN" altLang="en-US" sz="2800" dirty="0"/>
              <a:t>，是美国中央情报局（</a:t>
            </a:r>
            <a:r>
              <a:rPr lang="en-US" altLang="zh-CN" sz="2800" dirty="0"/>
              <a:t>CIA</a:t>
            </a:r>
            <a:r>
              <a:rPr lang="zh-CN" altLang="en-US" sz="2800" dirty="0"/>
              <a:t>）的一种情报搜集手段，从各种公开的信息资源中寻找和获取有价值的情报</a:t>
            </a:r>
            <a:r>
              <a:rPr lang="zh-CN" altLang="en-US" sz="2800" dirty="0" smtClean="0"/>
              <a:t>。</a:t>
            </a:r>
            <a:endParaRPr lang="en-US" altLang="zh-CN" sz="2800" dirty="0" smtClean="0"/>
          </a:p>
          <a:p>
            <a:r>
              <a:rPr lang="zh-CN" altLang="en-US" sz="2800" b="0" dirty="0"/>
              <a:t>美国国家情报总监（</a:t>
            </a:r>
            <a:r>
              <a:rPr lang="en-US" altLang="zh-CN" sz="2800" b="0" dirty="0"/>
              <a:t>U.S. Director of National Intelligence</a:t>
            </a:r>
            <a:r>
              <a:rPr lang="zh-CN" altLang="en-US" sz="2800" b="0" dirty="0"/>
              <a:t>）和美国国防部（</a:t>
            </a:r>
            <a:r>
              <a:rPr lang="en-US" altLang="zh-CN" sz="2800" b="0" dirty="0"/>
              <a:t>DoD</a:t>
            </a:r>
            <a:r>
              <a:rPr lang="zh-CN" altLang="en-US" sz="2800" b="0" dirty="0"/>
              <a:t>，</a:t>
            </a:r>
            <a:r>
              <a:rPr lang="en-US" altLang="zh-CN" sz="2800" b="0" dirty="0"/>
              <a:t>U.S. Department of Defense</a:t>
            </a:r>
            <a:r>
              <a:rPr lang="zh-CN" altLang="en-US" sz="2800" b="0" dirty="0"/>
              <a:t>）都定义</a:t>
            </a:r>
            <a:r>
              <a:rPr lang="en-US" altLang="zh-CN" sz="2800" b="0" dirty="0"/>
              <a:t>OSINT</a:t>
            </a:r>
            <a:r>
              <a:rPr lang="zh-CN" altLang="en-US" sz="2800" b="0" dirty="0"/>
              <a:t>为：</a:t>
            </a:r>
            <a:r>
              <a:rPr lang="zh-CN" altLang="en-US" sz="2800" b="0" dirty="0">
                <a:solidFill>
                  <a:srgbClr val="FF0000"/>
                </a:solidFill>
              </a:rPr>
              <a:t>面向适当用户，以其特定需求为目的，从可以</a:t>
            </a:r>
            <a:r>
              <a:rPr lang="zh-CN" altLang="en-US" sz="2800" b="0" dirty="0" smtClean="0">
                <a:solidFill>
                  <a:srgbClr val="FF0000"/>
                </a:solidFill>
              </a:rPr>
              <a:t>公开取得</a:t>
            </a:r>
            <a:r>
              <a:rPr lang="zh-CN" altLang="en-US" sz="2800" b="0" dirty="0">
                <a:solidFill>
                  <a:srgbClr val="FF0000"/>
                </a:solidFill>
              </a:rPr>
              <a:t>的信息中及时收集、</a:t>
            </a:r>
            <a:r>
              <a:rPr lang="zh-CN" altLang="en-US" sz="2800" b="0" dirty="0" smtClean="0">
                <a:solidFill>
                  <a:srgbClr val="FF0000"/>
                </a:solidFill>
              </a:rPr>
              <a:t>开发和</a:t>
            </a:r>
            <a:r>
              <a:rPr lang="zh-CN" altLang="en-US" sz="2800" b="0" dirty="0">
                <a:solidFill>
                  <a:srgbClr val="FF0000"/>
                </a:solidFill>
              </a:rPr>
              <a:t>传播</a:t>
            </a:r>
            <a:r>
              <a:rPr lang="zh-CN" altLang="en-US" sz="2800" b="0" dirty="0" smtClean="0">
                <a:solidFill>
                  <a:srgbClr val="FF0000"/>
                </a:solidFill>
              </a:rPr>
              <a:t>情报。</a:t>
            </a:r>
            <a:endParaRPr lang="en-US" altLang="zh-CN" sz="2800" b="0" dirty="0" smtClean="0">
              <a:solidFill>
                <a:srgbClr val="FF0000"/>
              </a:solidFill>
            </a:endParaRPr>
          </a:p>
          <a:p>
            <a:endParaRPr lang="zh-CN" altLang="en-US" sz="2400" dirty="0">
              <a:solidFill>
                <a:srgbClr val="FF0000"/>
              </a:solidFill>
            </a:endParaRPr>
          </a:p>
        </p:txBody>
      </p:sp>
    </p:spTree>
    <p:extLst>
      <p:ext uri="{BB962C8B-B14F-4D97-AF65-F5344CB8AC3E}">
        <p14:creationId xmlns:p14="http://schemas.microsoft.com/office/powerpoint/2010/main" val="193467856"/>
      </p:ext>
    </p:extLst>
  </p:cSld>
  <p:clrMapOvr>
    <a:masterClrMapping/>
  </p:clrMapOvr>
  <p:timing>
    <p:tnLst>
      <p:par>
        <p:cTn id="1" dur="indefinite" restart="never" nodeType="tmRoot"/>
      </p:par>
    </p:tnLst>
  </p:timing>
</p:sld>
</file>

<file path=ppt/slides/slide9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标题 2"/>
          <p:cNvSpPr>
            <a:spLocks noGrp="1"/>
          </p:cNvSpPr>
          <p:nvPr>
            <p:ph type="title"/>
          </p:nvPr>
        </p:nvSpPr>
        <p:spPr/>
        <p:txBody>
          <a:bodyPr/>
          <a:lstStyle/>
          <a:p>
            <a:r>
              <a:rPr lang="zh-CN" altLang="en-US" dirty="0"/>
              <a:t>开源情报收集</a:t>
            </a:r>
          </a:p>
        </p:txBody>
      </p:sp>
      <p:sp>
        <p:nvSpPr>
          <p:cNvPr id="2" name="内容占位符 1"/>
          <p:cNvSpPr>
            <a:spLocks noGrp="1"/>
          </p:cNvSpPr>
          <p:nvPr>
            <p:ph idx="1"/>
          </p:nvPr>
        </p:nvSpPr>
        <p:spPr>
          <a:xfrm>
            <a:off x="357809" y="1554163"/>
            <a:ext cx="8586166" cy="4114800"/>
          </a:xfrm>
        </p:spPr>
        <p:txBody>
          <a:bodyPr/>
          <a:lstStyle/>
          <a:p>
            <a:r>
              <a:rPr lang="zh-CN" altLang="en-US" sz="2800" dirty="0"/>
              <a:t>公开源情报工作开始于</a:t>
            </a:r>
            <a:r>
              <a:rPr lang="en-US" altLang="zh-CN" sz="2800" dirty="0"/>
              <a:t>1941</a:t>
            </a:r>
            <a:r>
              <a:rPr lang="zh-CN" altLang="en-US" sz="2800" dirty="0"/>
              <a:t>年，以美国外国广播监测处（</a:t>
            </a:r>
            <a:r>
              <a:rPr lang="en-US" altLang="zh-CN" sz="2800" dirty="0"/>
              <a:t>Foreign Broadcast Monitoring Service, FBMS</a:t>
            </a:r>
            <a:r>
              <a:rPr lang="zh-CN" altLang="en-US" sz="2800" dirty="0"/>
              <a:t>）创立为标 志。其发展过程实际上就是</a:t>
            </a:r>
            <a:r>
              <a:rPr lang="zh-CN" altLang="en-US" sz="2800" dirty="0">
                <a:solidFill>
                  <a:srgbClr val="FF0000"/>
                </a:solidFill>
              </a:rPr>
              <a:t>情报界观念的改变过程</a:t>
            </a:r>
            <a:r>
              <a:rPr lang="zh-CN" altLang="en-US" sz="2800" dirty="0"/>
              <a:t>，即注意力</a:t>
            </a:r>
            <a:r>
              <a:rPr lang="zh-CN" altLang="en-US" sz="2800" dirty="0">
                <a:solidFill>
                  <a:srgbClr val="FF0000"/>
                </a:solidFill>
              </a:rPr>
              <a:t>从秘密情报转向公开源情报</a:t>
            </a:r>
            <a:r>
              <a:rPr lang="zh-CN" altLang="en-US" sz="2800" dirty="0"/>
              <a:t>的过程。分析人员最初认为公开源 情报只能作为验证秘密情报的一种辅助用具。后来，随着其在海量信息供应、解析他国文化、链接信息碎片、掩护情报来源等多方面价值的体现，</a:t>
            </a:r>
            <a:r>
              <a:rPr lang="zh-CN" altLang="en-US" sz="2800" dirty="0">
                <a:solidFill>
                  <a:srgbClr val="FF0000"/>
                </a:solidFill>
              </a:rPr>
              <a:t>公开源情报逐步成为一项专门工作</a:t>
            </a:r>
            <a:r>
              <a:rPr lang="zh-CN" altLang="en-US" sz="2800" dirty="0"/>
              <a:t>。据美国中央情报局统计，</a:t>
            </a:r>
            <a:r>
              <a:rPr lang="en-US" altLang="zh-CN" sz="2800" dirty="0"/>
              <a:t>2007 </a:t>
            </a:r>
            <a:r>
              <a:rPr lang="zh-CN" altLang="en-US" sz="2800" dirty="0"/>
              <a:t>年的情报收集总数中超过 </a:t>
            </a:r>
            <a:r>
              <a:rPr lang="en-US" altLang="zh-CN" sz="2800" dirty="0"/>
              <a:t>80%</a:t>
            </a:r>
            <a:r>
              <a:rPr lang="zh-CN" altLang="en-US" sz="2800" dirty="0"/>
              <a:t>来 自公开源情报。</a:t>
            </a:r>
            <a:endParaRPr lang="zh-CN" altLang="en-US" sz="2400" dirty="0">
              <a:solidFill>
                <a:srgbClr val="FF0000"/>
              </a:solidFill>
            </a:endParaRPr>
          </a:p>
        </p:txBody>
      </p:sp>
    </p:spTree>
    <p:extLst>
      <p:ext uri="{BB962C8B-B14F-4D97-AF65-F5344CB8AC3E}">
        <p14:creationId xmlns:p14="http://schemas.microsoft.com/office/powerpoint/2010/main" val="960800502"/>
      </p:ext>
    </p:extLst>
  </p:cSld>
  <p:clrMapOvr>
    <a:masterClrMapping/>
  </p:clrMapOvr>
  <p:timing>
    <p:tnLst>
      <p:par>
        <p:cTn id="1" dur="indefinite" restart="never" nodeType="tmRoot"/>
      </p:par>
    </p:tnLst>
  </p:timing>
</p:sld>
</file>

<file path=ppt/slides/slide9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标题 2"/>
          <p:cNvSpPr>
            <a:spLocks noGrp="1"/>
          </p:cNvSpPr>
          <p:nvPr>
            <p:ph type="title"/>
          </p:nvPr>
        </p:nvSpPr>
        <p:spPr/>
        <p:txBody>
          <a:bodyPr/>
          <a:lstStyle/>
          <a:p>
            <a:r>
              <a:rPr lang="zh-CN" altLang="en-US" dirty="0"/>
              <a:t>开源情报收集</a:t>
            </a:r>
          </a:p>
        </p:txBody>
      </p:sp>
      <p:sp>
        <p:nvSpPr>
          <p:cNvPr id="2" name="内容占位符 1"/>
          <p:cNvSpPr>
            <a:spLocks noGrp="1"/>
          </p:cNvSpPr>
          <p:nvPr>
            <p:ph idx="1"/>
          </p:nvPr>
        </p:nvSpPr>
        <p:spPr>
          <a:xfrm>
            <a:off x="447261" y="1176475"/>
            <a:ext cx="8496713" cy="4114800"/>
          </a:xfrm>
        </p:spPr>
        <p:txBody>
          <a:bodyPr/>
          <a:lstStyle/>
          <a:p>
            <a:r>
              <a:rPr lang="zh-CN" altLang="en-US" sz="2000" dirty="0"/>
              <a:t>获取情报的公开渠道</a:t>
            </a:r>
            <a:endParaRPr lang="zh-CN" altLang="en-US" sz="2000" b="0" dirty="0"/>
          </a:p>
          <a:p>
            <a:r>
              <a:rPr lang="zh-CN" altLang="en-US" sz="2000" b="0" dirty="0"/>
              <a:t>■</a:t>
            </a:r>
            <a:r>
              <a:rPr lang="zh-CN" altLang="en-US" sz="2000" dirty="0"/>
              <a:t>媒体</a:t>
            </a:r>
            <a:r>
              <a:rPr lang="zh-CN" altLang="en-US" sz="2000" b="0" dirty="0"/>
              <a:t>：</a:t>
            </a:r>
            <a:r>
              <a:rPr lang="zh-CN" altLang="en-US" sz="2000" b="0" dirty="0" smtClean="0"/>
              <a:t>报纸、杂志、电台、电视节目、</a:t>
            </a:r>
            <a:r>
              <a:rPr lang="zh-CN" altLang="en-US" sz="2000" b="0" dirty="0"/>
              <a:t>基于计算机的</a:t>
            </a:r>
            <a:r>
              <a:rPr lang="zh-CN" altLang="en-US" sz="2000" b="0" dirty="0" smtClean="0"/>
              <a:t>信息</a:t>
            </a:r>
            <a:endParaRPr lang="zh-CN" altLang="en-US" sz="2000" b="0" dirty="0"/>
          </a:p>
          <a:p>
            <a:r>
              <a:rPr lang="zh-CN" altLang="en-US" sz="2000" b="0" dirty="0"/>
              <a:t>■</a:t>
            </a:r>
            <a:r>
              <a:rPr lang="zh-CN" altLang="en-US" sz="2000" dirty="0"/>
              <a:t>基于网络</a:t>
            </a:r>
            <a:r>
              <a:rPr lang="zh-CN" altLang="en-US" sz="2000" dirty="0" smtClean="0"/>
              <a:t>社区</a:t>
            </a:r>
            <a:r>
              <a:rPr lang="zh-CN" altLang="en-US" sz="2000" b="0" dirty="0" smtClean="0"/>
              <a:t>和</a:t>
            </a:r>
            <a:r>
              <a:rPr lang="zh-CN" altLang="en-US" sz="2000" dirty="0"/>
              <a:t>用户创造的</a:t>
            </a:r>
            <a:r>
              <a:rPr lang="zh-CN" altLang="en-US" sz="2000" dirty="0" smtClean="0"/>
              <a:t>内容</a:t>
            </a:r>
            <a:r>
              <a:rPr lang="zh-CN" altLang="en-US" sz="2000" b="0" dirty="0" smtClean="0"/>
              <a:t>：</a:t>
            </a:r>
            <a:r>
              <a:rPr lang="zh-CN" altLang="en-US" sz="2000" b="0" dirty="0"/>
              <a:t>社交</a:t>
            </a:r>
            <a:r>
              <a:rPr lang="zh-CN" altLang="en-US" sz="2000" b="0" dirty="0" smtClean="0"/>
              <a:t>站点、</a:t>
            </a:r>
            <a:r>
              <a:rPr lang="zh-CN" altLang="en-US" sz="2000" b="0" dirty="0"/>
              <a:t>视频分享</a:t>
            </a:r>
            <a:r>
              <a:rPr lang="zh-CN" altLang="en-US" sz="2000" b="0" dirty="0" smtClean="0"/>
              <a:t>站点、</a:t>
            </a:r>
            <a:r>
              <a:rPr lang="zh-CN" altLang="en-US" sz="2000" b="0" dirty="0"/>
              <a:t>维基</a:t>
            </a:r>
            <a:r>
              <a:rPr lang="zh-CN" altLang="en-US" sz="2000" b="0" dirty="0" smtClean="0"/>
              <a:t>百科、</a:t>
            </a:r>
            <a:r>
              <a:rPr lang="zh-CN" altLang="en-US" sz="2000" b="0" dirty="0"/>
              <a:t>博</a:t>
            </a:r>
            <a:r>
              <a:rPr lang="zh-CN" altLang="en-US" sz="2000" b="0" dirty="0" smtClean="0"/>
              <a:t>客、</a:t>
            </a:r>
            <a:r>
              <a:rPr lang="zh-CN" altLang="en-US" sz="2000" b="0" dirty="0"/>
              <a:t>通俗</a:t>
            </a:r>
            <a:r>
              <a:rPr lang="zh-CN" altLang="en-US" sz="2000" b="0" dirty="0" smtClean="0"/>
              <a:t>分类</a:t>
            </a:r>
            <a:endParaRPr lang="zh-CN" altLang="en-US" sz="2000" b="0" dirty="0"/>
          </a:p>
          <a:p>
            <a:r>
              <a:rPr lang="zh-CN" altLang="en-US" sz="2000" b="0" dirty="0"/>
              <a:t>■</a:t>
            </a:r>
            <a:r>
              <a:rPr lang="zh-CN" altLang="en-US" sz="2000" dirty="0"/>
              <a:t>公开</a:t>
            </a:r>
            <a:r>
              <a:rPr lang="zh-CN" altLang="en-US" sz="2000" dirty="0" smtClean="0"/>
              <a:t>数据</a:t>
            </a:r>
            <a:r>
              <a:rPr lang="zh-CN" altLang="en-US" sz="2000" b="0" dirty="0" smtClean="0"/>
              <a:t>：</a:t>
            </a:r>
            <a:r>
              <a:rPr lang="zh-CN" altLang="en-US" sz="2000" b="0" dirty="0"/>
              <a:t>政府</a:t>
            </a:r>
            <a:r>
              <a:rPr lang="zh-CN" altLang="en-US" sz="2000" b="0" dirty="0" smtClean="0"/>
              <a:t>报告、</a:t>
            </a:r>
            <a:r>
              <a:rPr lang="zh-CN" altLang="en-US" sz="2000" b="0" dirty="0"/>
              <a:t>官方</a:t>
            </a:r>
            <a:r>
              <a:rPr lang="zh-CN" altLang="en-US" sz="2000" b="0" dirty="0" smtClean="0"/>
              <a:t>数据如预算、</a:t>
            </a:r>
            <a:r>
              <a:rPr lang="zh-CN" altLang="en-US" sz="2000" b="0" dirty="0"/>
              <a:t>人口统计</a:t>
            </a:r>
            <a:r>
              <a:rPr lang="zh-CN" altLang="en-US" sz="2000" b="0" dirty="0" smtClean="0"/>
              <a:t>资料、听证会、</a:t>
            </a:r>
            <a:r>
              <a:rPr lang="zh-CN" altLang="en-US" sz="2000" b="0" dirty="0"/>
              <a:t>立法</a:t>
            </a:r>
            <a:r>
              <a:rPr lang="zh-CN" altLang="en-US" sz="2000" b="0" dirty="0" smtClean="0"/>
              <a:t>辩论、新闻发布会、演讲、</a:t>
            </a:r>
            <a:r>
              <a:rPr lang="zh-CN" altLang="en-US" sz="2000" b="0" dirty="0"/>
              <a:t>海洋和航空的安全</a:t>
            </a:r>
            <a:r>
              <a:rPr lang="zh-CN" altLang="en-US" sz="2000" b="0" dirty="0" smtClean="0"/>
              <a:t>警告、</a:t>
            </a:r>
            <a:r>
              <a:rPr lang="zh-CN" altLang="en-US" sz="2000" b="0" dirty="0"/>
              <a:t>环境影响</a:t>
            </a:r>
            <a:r>
              <a:rPr lang="zh-CN" altLang="en-US" sz="2000" b="0" dirty="0" smtClean="0"/>
              <a:t>图片、</a:t>
            </a:r>
            <a:r>
              <a:rPr lang="zh-CN" altLang="en-US" sz="2000" b="0" dirty="0"/>
              <a:t>合同</a:t>
            </a:r>
            <a:r>
              <a:rPr lang="zh-CN" altLang="en-US" sz="2000" b="0" dirty="0" smtClean="0"/>
              <a:t>签订</a:t>
            </a:r>
            <a:endParaRPr lang="zh-CN" altLang="en-US" sz="2000" b="0" dirty="0"/>
          </a:p>
          <a:p>
            <a:r>
              <a:rPr lang="zh-CN" altLang="en-US" sz="2000" b="0" dirty="0"/>
              <a:t>■</a:t>
            </a:r>
            <a:r>
              <a:rPr lang="zh-CN" altLang="en-US" sz="2000" dirty="0" smtClean="0"/>
              <a:t>观察</a:t>
            </a:r>
            <a:r>
              <a:rPr lang="zh-CN" altLang="en-US" sz="2000" b="0" dirty="0" smtClean="0"/>
              <a:t>和</a:t>
            </a:r>
            <a:r>
              <a:rPr lang="zh-CN" altLang="en-US" sz="2000" dirty="0" smtClean="0"/>
              <a:t>报告</a:t>
            </a:r>
            <a:endParaRPr lang="en-US" altLang="zh-CN" sz="2000" b="0" dirty="0" smtClean="0"/>
          </a:p>
          <a:p>
            <a:r>
              <a:rPr lang="zh-CN" altLang="en-US" sz="2000" b="0" dirty="0" smtClean="0"/>
              <a:t>■</a:t>
            </a:r>
            <a:r>
              <a:rPr lang="zh-CN" altLang="en-US" sz="2000" dirty="0" smtClean="0"/>
              <a:t>专家</a:t>
            </a:r>
            <a:r>
              <a:rPr lang="zh-CN" altLang="en-US" sz="2000" b="0" dirty="0" smtClean="0"/>
              <a:t>和</a:t>
            </a:r>
            <a:r>
              <a:rPr lang="zh-CN" altLang="en-US" sz="2000" dirty="0" smtClean="0"/>
              <a:t>学者</a:t>
            </a:r>
            <a:r>
              <a:rPr lang="zh-CN" altLang="en-US" sz="2000" b="0" dirty="0" smtClean="0"/>
              <a:t>：会议、研讨会、</a:t>
            </a:r>
            <a:r>
              <a:rPr lang="zh-CN" altLang="en-US" sz="2000" b="0" dirty="0"/>
              <a:t>专业</a:t>
            </a:r>
            <a:r>
              <a:rPr lang="zh-CN" altLang="en-US" sz="2000" b="0" dirty="0" smtClean="0"/>
              <a:t>组织、</a:t>
            </a:r>
            <a:r>
              <a:rPr lang="zh-CN" altLang="en-US" sz="2000" b="0" dirty="0"/>
              <a:t>学术</a:t>
            </a:r>
            <a:r>
              <a:rPr lang="zh-CN" altLang="en-US" sz="2000" b="0" dirty="0" smtClean="0"/>
              <a:t>论文</a:t>
            </a:r>
            <a:endParaRPr lang="en-US" altLang="zh-CN" sz="2000" b="0" dirty="0" smtClean="0"/>
          </a:p>
          <a:p>
            <a:r>
              <a:rPr lang="zh-CN" altLang="en-US" sz="2000" b="0" dirty="0" smtClean="0"/>
              <a:t>■</a:t>
            </a:r>
            <a:r>
              <a:rPr lang="zh-CN" altLang="en-US" sz="2000" dirty="0"/>
              <a:t>地理信息数据</a:t>
            </a:r>
            <a:r>
              <a:rPr lang="zh-CN" altLang="en-US" sz="2000" b="0" dirty="0"/>
              <a:t>：</a:t>
            </a:r>
            <a:r>
              <a:rPr lang="zh-CN" altLang="en-US" sz="2000" b="0" dirty="0" smtClean="0"/>
              <a:t>地图、地图集、地名录、</a:t>
            </a:r>
            <a:r>
              <a:rPr lang="zh-CN" altLang="en-US" sz="2000" b="0" dirty="0"/>
              <a:t>港口</a:t>
            </a:r>
            <a:r>
              <a:rPr lang="zh-CN" altLang="en-US" sz="2000" b="0" dirty="0" smtClean="0"/>
              <a:t>规划、</a:t>
            </a:r>
            <a:r>
              <a:rPr lang="zh-CN" altLang="en-US" sz="2000" b="0" dirty="0"/>
              <a:t>航空</a:t>
            </a:r>
            <a:r>
              <a:rPr lang="zh-CN" altLang="en-US" sz="2000" b="0" dirty="0" smtClean="0"/>
              <a:t>数据、</a:t>
            </a:r>
            <a:r>
              <a:rPr lang="zh-CN" altLang="en-US" sz="2000" b="0" dirty="0"/>
              <a:t>导航</a:t>
            </a:r>
            <a:r>
              <a:rPr lang="zh-CN" altLang="en-US" sz="2000" b="0" dirty="0" smtClean="0"/>
              <a:t>数据、</a:t>
            </a:r>
            <a:r>
              <a:rPr lang="zh-CN" altLang="en-US" sz="2000" b="0" dirty="0"/>
              <a:t>人类分布</a:t>
            </a:r>
            <a:r>
              <a:rPr lang="zh-CN" altLang="en-US" sz="2000" b="0" dirty="0" smtClean="0"/>
              <a:t>数据、</a:t>
            </a:r>
            <a:r>
              <a:rPr lang="zh-CN" altLang="en-US" sz="2000" b="0" dirty="0"/>
              <a:t>环境</a:t>
            </a:r>
            <a:r>
              <a:rPr lang="zh-CN" altLang="en-US" sz="2000" b="0" dirty="0" smtClean="0"/>
              <a:t>数据、</a:t>
            </a:r>
            <a:r>
              <a:rPr lang="zh-CN" altLang="en-US" sz="2000" b="0" dirty="0"/>
              <a:t>商业</a:t>
            </a:r>
            <a:r>
              <a:rPr lang="zh-CN" altLang="en-US" sz="2000" b="0" dirty="0" smtClean="0"/>
              <a:t>影像、激光雷达、地理名称、</a:t>
            </a:r>
            <a:r>
              <a:rPr lang="zh-CN" altLang="en-US" sz="2000" b="0" dirty="0"/>
              <a:t>地理</a:t>
            </a:r>
            <a:r>
              <a:rPr lang="zh-CN" altLang="en-US" sz="2000" b="0" dirty="0" smtClean="0"/>
              <a:t>特征、</a:t>
            </a:r>
            <a:r>
              <a:rPr lang="zh-CN" altLang="en-US" sz="2000" b="0" dirty="0"/>
              <a:t>城市</a:t>
            </a:r>
            <a:r>
              <a:rPr lang="zh-CN" altLang="en-US" sz="2000" b="0" dirty="0" smtClean="0"/>
              <a:t>地形、</a:t>
            </a:r>
            <a:r>
              <a:rPr lang="zh-CN" altLang="en-US" sz="2000" b="0" dirty="0"/>
              <a:t>空间数据</a:t>
            </a:r>
            <a:r>
              <a:rPr lang="zh-CN" altLang="en-US" sz="2000" b="0" dirty="0" smtClean="0"/>
              <a:t>库</a:t>
            </a:r>
            <a:endParaRPr lang="zh-CN" altLang="en-US" sz="2000" b="0" dirty="0"/>
          </a:p>
        </p:txBody>
      </p:sp>
    </p:spTree>
    <p:extLst>
      <p:ext uri="{BB962C8B-B14F-4D97-AF65-F5344CB8AC3E}">
        <p14:creationId xmlns:p14="http://schemas.microsoft.com/office/powerpoint/2010/main" val="3719482571"/>
      </p:ext>
    </p:extLst>
  </p:cSld>
  <p:clrMapOvr>
    <a:masterClrMapping/>
  </p:clrMapOvr>
  <p:timing>
    <p:tnLst>
      <p:par>
        <p:cTn id="1" dur="indefinite" restart="never" nodeType="tmRoot"/>
      </p:par>
    </p:tnLst>
  </p:timing>
</p:sld>
</file>

<file path=ppt/slides/slide9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标题 2"/>
          <p:cNvSpPr>
            <a:spLocks noGrp="1"/>
          </p:cNvSpPr>
          <p:nvPr>
            <p:ph type="title"/>
          </p:nvPr>
        </p:nvSpPr>
        <p:spPr/>
        <p:txBody>
          <a:bodyPr/>
          <a:lstStyle/>
          <a:p>
            <a:r>
              <a:rPr lang="zh-CN" altLang="en-US" dirty="0"/>
              <a:t>开源情报收集</a:t>
            </a:r>
          </a:p>
        </p:txBody>
      </p:sp>
      <p:pic>
        <p:nvPicPr>
          <p:cNvPr id="4" name="内容占位符 3"/>
          <p:cNvPicPr>
            <a:picLocks noGrp="1" noChangeAspect="1"/>
          </p:cNvPicPr>
          <p:nvPr>
            <p:ph idx="1"/>
          </p:nvPr>
        </p:nvPicPr>
        <p:blipFill>
          <a:blip r:embed="rId2">
            <a:extLst>
              <a:ext uri="{28A0092B-C50C-407E-A947-70E740481C1C}">
                <a14:useLocalDpi xmlns:a14="http://schemas.microsoft.com/office/drawing/2010/main" val="0"/>
              </a:ext>
            </a:extLst>
          </a:blip>
          <a:stretch>
            <a:fillRect/>
          </a:stretch>
        </p:blipFill>
        <p:spPr>
          <a:xfrm>
            <a:off x="4997759" y="-135421"/>
            <a:ext cx="3221901" cy="7029603"/>
          </a:xfrm>
        </p:spPr>
      </p:pic>
      <p:sp>
        <p:nvSpPr>
          <p:cNvPr id="5" name="矩形 4"/>
          <p:cNvSpPr/>
          <p:nvPr/>
        </p:nvSpPr>
        <p:spPr>
          <a:xfrm>
            <a:off x="907601" y="1246569"/>
            <a:ext cx="3671198" cy="369332"/>
          </a:xfrm>
          <a:prstGeom prst="rect">
            <a:avLst/>
          </a:prstGeom>
        </p:spPr>
        <p:txBody>
          <a:bodyPr wrap="none">
            <a:spAutoFit/>
          </a:bodyPr>
          <a:lstStyle/>
          <a:p>
            <a:r>
              <a:rPr lang="zh-CN" altLang="en-US" dirty="0"/>
              <a:t>https://osintframework.com/</a:t>
            </a:r>
          </a:p>
        </p:txBody>
      </p:sp>
      <p:pic>
        <p:nvPicPr>
          <p:cNvPr id="6" name="图片 5"/>
          <p:cNvPicPr>
            <a:picLocks noChangeAspect="1"/>
          </p:cNvPicPr>
          <p:nvPr/>
        </p:nvPicPr>
        <p:blipFill>
          <a:blip r:embed="rId3"/>
          <a:stretch>
            <a:fillRect/>
          </a:stretch>
        </p:blipFill>
        <p:spPr>
          <a:xfrm>
            <a:off x="1457155" y="3418181"/>
            <a:ext cx="3095625" cy="409575"/>
          </a:xfrm>
          <a:prstGeom prst="rect">
            <a:avLst/>
          </a:prstGeom>
        </p:spPr>
      </p:pic>
    </p:spTree>
    <p:extLst>
      <p:ext uri="{BB962C8B-B14F-4D97-AF65-F5344CB8AC3E}">
        <p14:creationId xmlns:p14="http://schemas.microsoft.com/office/powerpoint/2010/main" val="3022677757"/>
      </p:ext>
    </p:extLst>
  </p:cSld>
  <p:clrMapOvr>
    <a:masterClrMapping/>
  </p:clrMapOvr>
  <p:timing>
    <p:tnLst>
      <p:par>
        <p:cTn id="1" dur="indefinite" restart="never" nodeType="tmRoot"/>
      </p:par>
    </p:tnLst>
  </p:timing>
</p:sld>
</file>

<file path=ppt/slides/slide9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标题 2"/>
          <p:cNvSpPr>
            <a:spLocks noGrp="1"/>
          </p:cNvSpPr>
          <p:nvPr>
            <p:ph type="title"/>
          </p:nvPr>
        </p:nvSpPr>
        <p:spPr/>
        <p:txBody>
          <a:bodyPr/>
          <a:lstStyle/>
          <a:p>
            <a:r>
              <a:rPr lang="zh-CN" altLang="en-US" dirty="0"/>
              <a:t>开源情报收集</a:t>
            </a:r>
          </a:p>
        </p:txBody>
      </p:sp>
      <p:sp>
        <p:nvSpPr>
          <p:cNvPr id="2" name="内容占位符 1"/>
          <p:cNvSpPr>
            <a:spLocks noGrp="1"/>
          </p:cNvSpPr>
          <p:nvPr>
            <p:ph idx="1"/>
          </p:nvPr>
        </p:nvSpPr>
        <p:spPr/>
        <p:txBody>
          <a:bodyPr/>
          <a:lstStyle/>
          <a:p>
            <a:r>
              <a:rPr lang="zh-CN" altLang="en-US" dirty="0"/>
              <a:t>美国情报人员使用的部分开源情报（</a:t>
            </a:r>
            <a:r>
              <a:rPr lang="en-US" altLang="zh-CN" dirty="0"/>
              <a:t>OSINT</a:t>
            </a:r>
            <a:r>
              <a:rPr lang="zh-CN" altLang="en-US" dirty="0"/>
              <a:t>）工具</a:t>
            </a:r>
            <a:r>
              <a:rPr lang="zh-CN" altLang="en-US" dirty="0" smtClean="0"/>
              <a:t>展示</a:t>
            </a:r>
            <a:r>
              <a:rPr lang="en-US" altLang="zh-CN" dirty="0">
                <a:hlinkClick r:id="rId2"/>
              </a:rPr>
              <a:t>https://</a:t>
            </a:r>
            <a:r>
              <a:rPr lang="en-US" altLang="zh-CN" dirty="0" smtClean="0">
                <a:hlinkClick r:id="rId2"/>
              </a:rPr>
              <a:t>blog.csdn.net/blackorbird/article/details/104981184</a:t>
            </a:r>
            <a:endParaRPr lang="en-US" altLang="zh-CN" dirty="0" smtClean="0"/>
          </a:p>
          <a:p>
            <a:r>
              <a:rPr lang="zh-CN" altLang="en-US" dirty="0"/>
              <a:t>全球知名</a:t>
            </a:r>
            <a:r>
              <a:rPr lang="en-US" altLang="zh-CN" dirty="0"/>
              <a:t>25</a:t>
            </a:r>
            <a:r>
              <a:rPr lang="zh-CN" altLang="en-US" dirty="0"/>
              <a:t>种开源情报库</a:t>
            </a:r>
            <a:r>
              <a:rPr lang="zh-CN" altLang="en-US" dirty="0" smtClean="0"/>
              <a:t>汇总</a:t>
            </a:r>
          </a:p>
          <a:p>
            <a:pPr marL="0" indent="0">
              <a:buNone/>
            </a:pPr>
            <a:r>
              <a:rPr lang="en-US" altLang="zh-CN" dirty="0" smtClean="0">
                <a:hlinkClick r:id="rId3"/>
              </a:rPr>
              <a:t>https://www.sohu.com/a/414388251_488672</a:t>
            </a:r>
            <a:endParaRPr lang="en-US" altLang="zh-CN" dirty="0" smtClean="0"/>
          </a:p>
          <a:p>
            <a:r>
              <a:rPr lang="en-US" altLang="zh-CN" dirty="0"/>
              <a:t>8</a:t>
            </a:r>
            <a:r>
              <a:rPr lang="zh-CN" altLang="en-US" dirty="0"/>
              <a:t>种开源情报</a:t>
            </a:r>
            <a:r>
              <a:rPr lang="en-US" altLang="zh-CN" dirty="0"/>
              <a:t>(OSINT)</a:t>
            </a:r>
            <a:r>
              <a:rPr lang="zh-CN" altLang="en-US" dirty="0"/>
              <a:t>工具简介</a:t>
            </a:r>
          </a:p>
          <a:p>
            <a:pPr marL="0" indent="0">
              <a:buNone/>
            </a:pPr>
            <a:r>
              <a:rPr lang="en-US" altLang="zh-CN" dirty="0">
                <a:hlinkClick r:id="rId4"/>
              </a:rPr>
              <a:t>https://</a:t>
            </a:r>
            <a:r>
              <a:rPr lang="en-US" altLang="zh-CN" dirty="0" smtClean="0">
                <a:hlinkClick r:id="rId4"/>
              </a:rPr>
              <a:t>blog.csdn.net/whatday/article/details/107503762</a:t>
            </a:r>
            <a:endParaRPr lang="en-US" altLang="zh-CN" dirty="0" smtClean="0"/>
          </a:p>
          <a:p>
            <a:pPr marL="0" indent="0">
              <a:buNone/>
            </a:pPr>
            <a:r>
              <a:rPr lang="zh-CN" altLang="en-US" dirty="0"/>
              <a:t> </a:t>
            </a:r>
            <a:r>
              <a:rPr lang="en-US" altLang="zh-CN" sz="1600" dirty="0" smtClean="0"/>
              <a:t>https://www.huangpucn.com/info/56011.html</a:t>
            </a:r>
            <a:r>
              <a:rPr lang="zh-CN" altLang="en-US" sz="1600" dirty="0"/>
              <a:t>美国开源情报发展历程与中国开源情报现状</a:t>
            </a:r>
            <a:r>
              <a:rPr lang="en-US" altLang="zh-CN" sz="1600" dirty="0"/>
              <a:t>_</a:t>
            </a:r>
            <a:r>
              <a:rPr lang="zh-CN" altLang="en-US" sz="1600" dirty="0"/>
              <a:t>研究</a:t>
            </a:r>
          </a:p>
        </p:txBody>
      </p:sp>
    </p:spTree>
    <p:extLst>
      <p:ext uri="{BB962C8B-B14F-4D97-AF65-F5344CB8AC3E}">
        <p14:creationId xmlns:p14="http://schemas.microsoft.com/office/powerpoint/2010/main" val="1621080695"/>
      </p:ext>
    </p:extLst>
  </p:cSld>
  <p:clrMapOvr>
    <a:masterClrMapping/>
  </p:clrMapOvr>
  <p:timing>
    <p:tnLst>
      <p:par>
        <p:cTn id="1" dur="indefinite" restart="never" nodeType="tmRoot"/>
      </p:par>
    </p:tnLst>
  </p:timing>
</p:sld>
</file>

<file path=ppt/slides/slide9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标题 2"/>
          <p:cNvSpPr>
            <a:spLocks noGrp="1"/>
          </p:cNvSpPr>
          <p:nvPr>
            <p:ph type="title"/>
          </p:nvPr>
        </p:nvSpPr>
        <p:spPr/>
        <p:txBody>
          <a:bodyPr/>
          <a:lstStyle/>
          <a:p>
            <a:r>
              <a:rPr lang="zh-CN" altLang="en-US" dirty="0"/>
              <a:t>开源情报收集</a:t>
            </a:r>
          </a:p>
        </p:txBody>
      </p:sp>
      <p:sp>
        <p:nvSpPr>
          <p:cNvPr id="2" name="内容占位符 1"/>
          <p:cNvSpPr>
            <a:spLocks noGrp="1"/>
          </p:cNvSpPr>
          <p:nvPr>
            <p:ph idx="1"/>
          </p:nvPr>
        </p:nvSpPr>
        <p:spPr>
          <a:xfrm>
            <a:off x="566530" y="4745325"/>
            <a:ext cx="7944196" cy="1367240"/>
          </a:xfrm>
        </p:spPr>
        <p:txBody>
          <a:bodyPr/>
          <a:lstStyle/>
          <a:p>
            <a:pPr marL="0" indent="0">
              <a:buNone/>
            </a:pPr>
            <a:r>
              <a:rPr lang="zh-CN" altLang="en-US" sz="2000" dirty="0"/>
              <a:t>腾讯手机</a:t>
            </a:r>
            <a:r>
              <a:rPr lang="zh-CN" altLang="en-US" sz="2000" dirty="0" smtClean="0"/>
              <a:t>管家，</a:t>
            </a:r>
            <a:r>
              <a:rPr lang="zh-CN" altLang="en-US" sz="2000" b="0" dirty="0"/>
              <a:t>点击“应用安全”</a:t>
            </a:r>
            <a:r>
              <a:rPr lang="zh-CN" altLang="en-US" sz="2000" b="0" dirty="0" smtClean="0"/>
              <a:t>按钮，</a:t>
            </a:r>
            <a:r>
              <a:rPr lang="zh-CN" altLang="en-US" sz="2000" b="0" dirty="0"/>
              <a:t>点击“隐私风险检测”</a:t>
            </a:r>
            <a:r>
              <a:rPr lang="zh-CN" altLang="en-US" sz="2000" b="0" dirty="0" smtClean="0"/>
              <a:t>选项，</a:t>
            </a:r>
            <a:r>
              <a:rPr lang="zh-CN" altLang="en-US" sz="2000" b="0" dirty="0"/>
              <a:t>进入到“隐私保护中心”的</a:t>
            </a:r>
            <a:r>
              <a:rPr lang="zh-CN" altLang="en-US" sz="2000" b="0" dirty="0" smtClean="0"/>
              <a:t>界面，</a:t>
            </a:r>
            <a:r>
              <a:rPr lang="zh-CN" altLang="en-US" sz="2000" b="0" dirty="0"/>
              <a:t>然后再点击“账号泄露检测”按钮</a:t>
            </a:r>
            <a:r>
              <a:rPr lang="zh-CN" altLang="en-US" sz="2000" b="0" dirty="0" smtClean="0"/>
              <a:t>，</a:t>
            </a:r>
            <a:r>
              <a:rPr lang="zh-CN" altLang="en-US" sz="2000" b="0" dirty="0"/>
              <a:t>然后在输入框中输入我们的手机</a:t>
            </a:r>
            <a:r>
              <a:rPr lang="zh-CN" altLang="en-US" sz="2000" b="0" dirty="0" smtClean="0"/>
              <a:t>号码操作查询</a:t>
            </a:r>
            <a:endParaRPr lang="zh-CN" altLang="en-US" sz="2000" dirty="0"/>
          </a:p>
          <a:p>
            <a:pPr marL="0" indent="0">
              <a:buNone/>
            </a:pPr>
            <a:endParaRPr lang="zh-CN" altLang="en-US" dirty="0"/>
          </a:p>
          <a:p>
            <a:endParaRPr lang="zh-CN" altLang="en-US" dirty="0"/>
          </a:p>
        </p:txBody>
      </p:sp>
      <p:pic>
        <p:nvPicPr>
          <p:cNvPr id="4" name="图片 3"/>
          <p:cNvPicPr>
            <a:picLocks noChangeAspect="1"/>
          </p:cNvPicPr>
          <p:nvPr/>
        </p:nvPicPr>
        <p:blipFill>
          <a:blip r:embed="rId2"/>
          <a:stretch>
            <a:fillRect/>
          </a:stretch>
        </p:blipFill>
        <p:spPr>
          <a:xfrm>
            <a:off x="814293" y="1609784"/>
            <a:ext cx="5893904" cy="2627482"/>
          </a:xfrm>
          <a:prstGeom prst="rect">
            <a:avLst/>
          </a:prstGeom>
        </p:spPr>
      </p:pic>
      <p:sp>
        <p:nvSpPr>
          <p:cNvPr id="5" name="矩形 4"/>
          <p:cNvSpPr/>
          <p:nvPr/>
        </p:nvSpPr>
        <p:spPr>
          <a:xfrm>
            <a:off x="814293" y="1240452"/>
            <a:ext cx="3340979" cy="369332"/>
          </a:xfrm>
          <a:prstGeom prst="rect">
            <a:avLst/>
          </a:prstGeom>
        </p:spPr>
        <p:txBody>
          <a:bodyPr wrap="none">
            <a:spAutoFit/>
          </a:bodyPr>
          <a:lstStyle/>
          <a:p>
            <a:r>
              <a:rPr lang="zh-CN" altLang="en-US" dirty="0"/>
              <a:t>https://www.reg007.com/</a:t>
            </a:r>
          </a:p>
        </p:txBody>
      </p:sp>
    </p:spTree>
    <p:extLst>
      <p:ext uri="{BB962C8B-B14F-4D97-AF65-F5344CB8AC3E}">
        <p14:creationId xmlns:p14="http://schemas.microsoft.com/office/powerpoint/2010/main" val="623597940"/>
      </p:ext>
    </p:extLst>
  </p:cSld>
  <p:clrMapOvr>
    <a:masterClrMapping/>
  </p:clrMapOvr>
  <p:timing>
    <p:tnLst>
      <p:par>
        <p:cTn id="1" dur="indefinite" restart="never" nodeType="tmRoot"/>
      </p:par>
    </p:tnLst>
  </p:timing>
</p:sld>
</file>

<file path=ppt/slides/slide10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5779" name="Rectangle 2"/>
          <p:cNvSpPr>
            <a:spLocks noGrp="1" noChangeArrowheads="1"/>
          </p:cNvSpPr>
          <p:nvPr>
            <p:ph type="title"/>
          </p:nvPr>
        </p:nvSpPr>
        <p:spPr>
          <a:xfrm>
            <a:off x="2339975" y="2565400"/>
            <a:ext cx="4906963" cy="1143000"/>
          </a:xfrm>
          <a:noFill/>
        </p:spPr>
        <p:txBody>
          <a:bodyPr/>
          <a:lstStyle/>
          <a:p>
            <a:pPr eaLnBrk="1" hangingPunct="1"/>
            <a:r>
              <a:rPr lang="zh-CN" altLang="en-US" dirty="0" smtClean="0">
                <a:solidFill>
                  <a:srgbClr val="FF0000"/>
                </a:solidFill>
              </a:rPr>
              <a:t>七、其它侦察手段</a:t>
            </a:r>
            <a:endParaRPr lang="en-US" altLang="zh-CN" dirty="0" smtClean="0">
              <a:solidFill>
                <a:srgbClr val="FF0000"/>
              </a:solidFill>
            </a:endParaRPr>
          </a:p>
        </p:txBody>
      </p:sp>
    </p:spTree>
  </p:cSld>
  <p:clrMapOvr>
    <a:masterClrMapping/>
  </p:clrMapOvr>
  <p:timing>
    <p:tnLst>
      <p:par>
        <p:cTn id="1" dur="indefinite" restart="never" nodeType="tmRoot"/>
      </p:par>
    </p:tnLst>
  </p:timing>
</p:sld>
</file>

<file path=ppt/slides/slide10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6802" name="Rectangle 2"/>
          <p:cNvSpPr>
            <a:spLocks noGrp="1" noChangeArrowheads="1"/>
          </p:cNvSpPr>
          <p:nvPr>
            <p:ph type="title"/>
          </p:nvPr>
        </p:nvSpPr>
        <p:spPr/>
        <p:txBody>
          <a:bodyPr/>
          <a:lstStyle/>
          <a:p>
            <a:r>
              <a:rPr lang="zh-CN" altLang="en-US" smtClean="0"/>
              <a:t>社会工程学</a:t>
            </a:r>
          </a:p>
        </p:txBody>
      </p:sp>
      <p:sp>
        <p:nvSpPr>
          <p:cNvPr id="76803" name="Rectangle 3"/>
          <p:cNvSpPr>
            <a:spLocks noGrp="1" noChangeArrowheads="1"/>
          </p:cNvSpPr>
          <p:nvPr>
            <p:ph type="body" idx="1"/>
          </p:nvPr>
        </p:nvSpPr>
        <p:spPr>
          <a:xfrm>
            <a:off x="658813" y="1344613"/>
            <a:ext cx="7772400" cy="4114800"/>
          </a:xfrm>
        </p:spPr>
        <p:txBody>
          <a:bodyPr/>
          <a:lstStyle/>
          <a:p>
            <a:pPr>
              <a:lnSpc>
                <a:spcPct val="150000"/>
              </a:lnSpc>
            </a:pPr>
            <a:r>
              <a:rPr lang="zh-CN" altLang="en-US" sz="2800" dirty="0" smtClean="0"/>
              <a:t>一种通过对受害者心理弱点、本能反应、好奇心、信任、贪婪等心理陷阱进行诸如欺骗、伤害等危害手段取得自身利益的手法</a:t>
            </a:r>
          </a:p>
          <a:p>
            <a:pPr>
              <a:lnSpc>
                <a:spcPct val="150000"/>
              </a:lnSpc>
            </a:pPr>
            <a:r>
              <a:rPr lang="zh-CN" altLang="en-US" sz="2800" dirty="0" smtClean="0">
                <a:solidFill>
                  <a:srgbClr val="FF0000"/>
                </a:solidFill>
              </a:rPr>
              <a:t>社会工程学在实施前都是要完成很多相关的准备工作（信息搜集），这些工作甚至要比其本身还要更为繁重</a:t>
            </a:r>
            <a:r>
              <a:rPr lang="zh-CN" altLang="en-US" sz="2800" dirty="0" smtClean="0"/>
              <a:t>。</a:t>
            </a:r>
          </a:p>
          <a:p>
            <a:pPr>
              <a:lnSpc>
                <a:spcPct val="150000"/>
              </a:lnSpc>
            </a:pPr>
            <a:endParaRPr lang="zh-CN" altLang="en-US" sz="2800" dirty="0" smtClean="0"/>
          </a:p>
        </p:txBody>
      </p:sp>
    </p:spTree>
  </p:cSld>
  <p:clrMapOvr>
    <a:masterClrMapping/>
  </p:clrMapOvr>
  <p:timing>
    <p:tnLst>
      <p:par>
        <p:cTn id="1" dur="indefinite" restart="never" nodeType="tmRoot"/>
      </p:par>
    </p:tnLst>
  </p:timing>
</p:sld>
</file>

<file path=ppt/slides/slide10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7826" name="Rectangle 2"/>
          <p:cNvSpPr>
            <a:spLocks noGrp="1" noChangeArrowheads="1"/>
          </p:cNvSpPr>
          <p:nvPr>
            <p:ph type="title"/>
          </p:nvPr>
        </p:nvSpPr>
        <p:spPr/>
        <p:txBody>
          <a:bodyPr/>
          <a:lstStyle/>
          <a:p>
            <a:r>
              <a:rPr lang="zh-CN" altLang="en-US" smtClean="0"/>
              <a:t>成功的关键</a:t>
            </a:r>
          </a:p>
        </p:txBody>
      </p:sp>
      <p:sp>
        <p:nvSpPr>
          <p:cNvPr id="77827" name="Rectangle 3"/>
          <p:cNvSpPr>
            <a:spLocks noGrp="1" noChangeArrowheads="1"/>
          </p:cNvSpPr>
          <p:nvPr>
            <p:ph type="body" idx="1"/>
          </p:nvPr>
        </p:nvSpPr>
        <p:spPr>
          <a:xfrm>
            <a:off x="601663" y="1287463"/>
            <a:ext cx="7772400" cy="4799012"/>
          </a:xfrm>
        </p:spPr>
        <p:txBody>
          <a:bodyPr/>
          <a:lstStyle/>
          <a:p>
            <a:pPr>
              <a:lnSpc>
                <a:spcPts val="3365"/>
              </a:lnSpc>
            </a:pPr>
            <a:r>
              <a:rPr lang="zh-CN" altLang="en-US" sz="2800" dirty="0" smtClean="0"/>
              <a:t>社会工程学定位在计算机信息安全工作链路的一个最脆弱的环节上：人。</a:t>
            </a:r>
          </a:p>
          <a:p>
            <a:pPr lvl="1">
              <a:lnSpc>
                <a:spcPts val="3365"/>
              </a:lnSpc>
            </a:pPr>
            <a:r>
              <a:rPr lang="zh-CN" altLang="en-US" sz="2400" dirty="0" smtClean="0"/>
              <a:t>我们经常讲：最安全的计算机就是已经拔去了插头（网络接口）的那一台（“物理隔离”）。</a:t>
            </a:r>
          </a:p>
          <a:p>
            <a:pPr lvl="1">
              <a:lnSpc>
                <a:spcPts val="3365"/>
              </a:lnSpc>
            </a:pPr>
            <a:r>
              <a:rPr lang="zh-CN" altLang="en-US" sz="2400" dirty="0" smtClean="0"/>
              <a:t>但是，你可以去说服某人（使用者）把这台非正常工作状态下的、容易受到攻击的有漏洞的机器连上网络并启动提供日常的服务。</a:t>
            </a:r>
          </a:p>
          <a:p>
            <a:pPr lvl="1">
              <a:lnSpc>
                <a:spcPts val="3365"/>
              </a:lnSpc>
            </a:pPr>
            <a:r>
              <a:rPr lang="zh-CN" altLang="en-US" sz="2400" dirty="0" smtClean="0"/>
              <a:t>无论是在物理上还是在虚拟的电子信息上，任何一个可以访问系统某个部分（某种服务）的人都有可能构成潜在的安全风险与威胁。  </a:t>
            </a:r>
          </a:p>
        </p:txBody>
      </p:sp>
    </p:spTree>
  </p:cSld>
  <p:clrMapOvr>
    <a:masterClrMapping/>
  </p:clrMapOvr>
  <p:timing>
    <p:tnLst>
      <p:par>
        <p:cTn id="1" dur="indefinite" restart="never" nodeType="tmRoot"/>
      </p:par>
    </p:tnLst>
  </p:timing>
</p:sld>
</file>

<file path=ppt/slides/slide10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8850" name="Rectangle 2"/>
          <p:cNvSpPr>
            <a:spLocks noGrp="1" noChangeArrowheads="1"/>
          </p:cNvSpPr>
          <p:nvPr>
            <p:ph type="title"/>
          </p:nvPr>
        </p:nvSpPr>
        <p:spPr/>
        <p:txBody>
          <a:bodyPr/>
          <a:lstStyle/>
          <a:p>
            <a:r>
              <a:rPr lang="zh-CN" altLang="en-US" smtClean="0"/>
              <a:t>常见形式（</a:t>
            </a:r>
            <a:r>
              <a:rPr lang="en-US" altLang="zh-CN" smtClean="0"/>
              <a:t>1</a:t>
            </a:r>
            <a:r>
              <a:rPr lang="zh-CN" altLang="en-US" smtClean="0"/>
              <a:t>）</a:t>
            </a:r>
          </a:p>
        </p:txBody>
      </p:sp>
      <p:sp>
        <p:nvSpPr>
          <p:cNvPr id="78851" name="Rectangle 3"/>
          <p:cNvSpPr>
            <a:spLocks noGrp="1" noChangeArrowheads="1"/>
          </p:cNvSpPr>
          <p:nvPr>
            <p:ph type="body" idx="1"/>
          </p:nvPr>
        </p:nvSpPr>
        <p:spPr>
          <a:xfrm>
            <a:off x="544512" y="1230313"/>
            <a:ext cx="8072713" cy="5256212"/>
          </a:xfrm>
        </p:spPr>
        <p:txBody>
          <a:bodyPr/>
          <a:lstStyle/>
          <a:p>
            <a:pPr marL="609600" indent="-609600">
              <a:lnSpc>
                <a:spcPts val="3300"/>
              </a:lnSpc>
              <a:buClr>
                <a:schemeClr val="tx1"/>
              </a:buClr>
              <a:buSzPct val="100000"/>
              <a:buFontTx/>
              <a:buAutoNum type="circleNumDbPlain"/>
            </a:pPr>
            <a:r>
              <a:rPr lang="zh-CN" altLang="en-US" sz="2400" dirty="0" smtClean="0"/>
              <a:t>环境渗透 </a:t>
            </a:r>
          </a:p>
          <a:p>
            <a:pPr marL="990600" lvl="1" indent="-533400">
              <a:lnSpc>
                <a:spcPts val="3300"/>
              </a:lnSpc>
            </a:pPr>
            <a:r>
              <a:rPr lang="zh-CN" altLang="en-US" sz="2000" dirty="0" smtClean="0"/>
              <a:t>为了获得所需要的情报或敏感信息，对特定的环境进行渗透是常规手段之一。攻击者大多采取各种手段进入目标内部，然后利用各种便利条件进行观察或窃听，得到自己所需的信息；或者与相关人员进行侧面沟通，逐步取得信任，从而获取情报。 </a:t>
            </a:r>
          </a:p>
          <a:p>
            <a:pPr marL="609600" indent="-609600">
              <a:lnSpc>
                <a:spcPts val="3300"/>
              </a:lnSpc>
              <a:buClr>
                <a:schemeClr val="tx1"/>
              </a:buClr>
              <a:buSzPct val="100000"/>
              <a:buFontTx/>
              <a:buAutoNum type="circleNumDbPlain"/>
            </a:pPr>
            <a:r>
              <a:rPr lang="zh-CN" altLang="en-US" sz="2400" dirty="0" smtClean="0"/>
              <a:t>身份伪造 </a:t>
            </a:r>
          </a:p>
          <a:p>
            <a:pPr marL="990600" lvl="1" indent="-533400">
              <a:lnSpc>
                <a:spcPts val="3300"/>
              </a:lnSpc>
            </a:pPr>
            <a:r>
              <a:rPr lang="zh-CN" altLang="en-US" sz="2000" dirty="0" smtClean="0"/>
              <a:t>指攻击者利用各种手段隐藏真实身份，以一种目标信任的身份出现来达到获取情报的目的。攻击者大多以能够自由出入目标内部的身份出现，获取情报和信 息；或者采取更高明的手段，例如：伪造身份证、</a:t>
            </a:r>
            <a:r>
              <a:rPr lang="en-US" altLang="zh-CN" sz="2000" dirty="0" smtClean="0"/>
              <a:t>ID</a:t>
            </a:r>
            <a:r>
              <a:rPr lang="zh-CN" altLang="en-US" sz="2000" dirty="0" smtClean="0"/>
              <a:t>卡等，在没有专业人士或系统检测的情况下，要识别其真伪是有一定难度的。 </a:t>
            </a:r>
          </a:p>
          <a:p>
            <a:pPr marL="609600" indent="-609600">
              <a:lnSpc>
                <a:spcPts val="3300"/>
              </a:lnSpc>
              <a:buFontTx/>
              <a:buChar char="–"/>
            </a:pPr>
            <a:endParaRPr lang="zh-CN" altLang="en-US" sz="2000" dirty="0" smtClean="0"/>
          </a:p>
        </p:txBody>
      </p:sp>
    </p:spTree>
  </p:cSld>
  <p:clrMapOvr>
    <a:masterClrMapping/>
  </p:clrMapOvr>
  <p:timing>
    <p:tnLst>
      <p:par>
        <p:cTn id="1" dur="indefinite" restart="never" nodeType="tmRoot"/>
      </p:par>
    </p:tnLst>
  </p:timing>
</p:sld>
</file>

<file path=ppt/slides/slide10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9874" name="Rectangle 2"/>
          <p:cNvSpPr>
            <a:spLocks noGrp="1" noChangeArrowheads="1"/>
          </p:cNvSpPr>
          <p:nvPr>
            <p:ph type="title"/>
          </p:nvPr>
        </p:nvSpPr>
        <p:spPr/>
        <p:txBody>
          <a:bodyPr/>
          <a:lstStyle/>
          <a:p>
            <a:r>
              <a:rPr lang="zh-CN" altLang="en-US" smtClean="0"/>
              <a:t>常见形式（</a:t>
            </a:r>
            <a:r>
              <a:rPr lang="en-US" altLang="zh-CN" smtClean="0"/>
              <a:t>2</a:t>
            </a:r>
            <a:r>
              <a:rPr lang="zh-CN" altLang="en-US" smtClean="0"/>
              <a:t>）</a:t>
            </a:r>
          </a:p>
        </p:txBody>
      </p:sp>
      <p:sp>
        <p:nvSpPr>
          <p:cNvPr id="79875" name="Rectangle 3"/>
          <p:cNvSpPr>
            <a:spLocks noGrp="1" noChangeArrowheads="1"/>
          </p:cNvSpPr>
          <p:nvPr>
            <p:ph type="body" idx="1"/>
          </p:nvPr>
        </p:nvSpPr>
        <p:spPr>
          <a:xfrm>
            <a:off x="554038" y="1201738"/>
            <a:ext cx="7772400" cy="5046662"/>
          </a:xfrm>
        </p:spPr>
        <p:txBody>
          <a:bodyPr/>
          <a:lstStyle/>
          <a:p>
            <a:pPr marL="609600" indent="-609600">
              <a:lnSpc>
                <a:spcPts val="3200"/>
              </a:lnSpc>
              <a:buClr>
                <a:schemeClr val="tx1"/>
              </a:buClr>
              <a:buSzPct val="100000"/>
              <a:buFontTx/>
              <a:buAutoNum type="circleNumDbPlain" startAt="3"/>
            </a:pPr>
            <a:r>
              <a:rPr lang="zh-CN" altLang="en-US" sz="2400" dirty="0" smtClean="0"/>
              <a:t>冒名电话 </a:t>
            </a:r>
          </a:p>
          <a:p>
            <a:pPr marL="990600" lvl="1" indent="-533400">
              <a:lnSpc>
                <a:spcPts val="3200"/>
              </a:lnSpc>
            </a:pPr>
            <a:r>
              <a:rPr lang="zh-CN" altLang="en-US" sz="2000" dirty="0" smtClean="0"/>
              <a:t>攻击者冒名亲戚、朋友、同学、同事、上司、下属、高级官员、知名人士等通过电话从目标处获取信息。相对来说，冒名上司或高级官员容易一些，因为迫于一种压力，目标就算有所怀疑也不敢加以追究。利用设备转换或者模拟</a:t>
            </a:r>
            <a:r>
              <a:rPr lang="en-US" altLang="zh-CN" sz="2000" dirty="0" smtClean="0"/>
              <a:t>“</a:t>
            </a:r>
            <a:r>
              <a:rPr lang="zh-CN" altLang="en-US" sz="2000" dirty="0" smtClean="0"/>
              <a:t>正常</a:t>
            </a:r>
            <a:r>
              <a:rPr lang="en-US" altLang="zh-CN" sz="2000" dirty="0" smtClean="0"/>
              <a:t>”</a:t>
            </a:r>
            <a:r>
              <a:rPr lang="zh-CN" altLang="en-US" sz="2000" dirty="0" smtClean="0"/>
              <a:t>上司或者 其他人的声音来进行电话欺骗其成功率更高 </a:t>
            </a:r>
          </a:p>
          <a:p>
            <a:pPr marL="609600" indent="-609600">
              <a:lnSpc>
                <a:spcPts val="3200"/>
              </a:lnSpc>
              <a:buClr>
                <a:schemeClr val="tx1"/>
              </a:buClr>
              <a:buSzPct val="100000"/>
              <a:buFontTx/>
              <a:buAutoNum type="circleNumDbPlain" startAt="3"/>
            </a:pPr>
            <a:r>
              <a:rPr lang="zh-CN" altLang="en-US" sz="2400" dirty="0" smtClean="0"/>
              <a:t>信件伪造 </a:t>
            </a:r>
          </a:p>
          <a:p>
            <a:pPr marL="990600" lvl="1" indent="-533400">
              <a:lnSpc>
                <a:spcPts val="3200"/>
              </a:lnSpc>
            </a:pPr>
            <a:r>
              <a:rPr lang="zh-CN" altLang="en-US" sz="2000" dirty="0" smtClean="0"/>
              <a:t>随着计算机应用的普及，在很多场合动笔写信已被计算机所取代，于是信件伪造变得容易起来。例如伪造</a:t>
            </a:r>
            <a:r>
              <a:rPr lang="en-US" altLang="zh-CN" sz="2000" dirty="0" smtClean="0"/>
              <a:t>"</a:t>
            </a:r>
            <a:r>
              <a:rPr lang="zh-CN" altLang="en-US" sz="2000" dirty="0" smtClean="0"/>
              <a:t>中奖</a:t>
            </a:r>
            <a:r>
              <a:rPr lang="en-US" altLang="zh-CN" sz="2000" dirty="0" smtClean="0"/>
              <a:t>"</a:t>
            </a:r>
            <a:r>
              <a:rPr lang="zh-CN" altLang="en-US" sz="2000" dirty="0" smtClean="0"/>
              <a:t>信件，</a:t>
            </a:r>
            <a:r>
              <a:rPr lang="en-US" altLang="zh-CN" sz="2000" dirty="0" smtClean="0"/>
              <a:t>"</a:t>
            </a:r>
            <a:r>
              <a:rPr lang="zh-CN" altLang="en-US" sz="2000" dirty="0" smtClean="0"/>
              <a:t>被授予某某荣誉</a:t>
            </a:r>
            <a:r>
              <a:rPr lang="en-US" altLang="zh-CN" sz="2000" dirty="0" smtClean="0"/>
              <a:t>"</a:t>
            </a:r>
            <a:r>
              <a:rPr lang="zh-CN" altLang="en-US" sz="2000" dirty="0" smtClean="0"/>
              <a:t>信件，伪造</a:t>
            </a:r>
            <a:r>
              <a:rPr lang="en-US" altLang="zh-CN" sz="2000" dirty="0" smtClean="0"/>
              <a:t>"</a:t>
            </a:r>
            <a:r>
              <a:rPr lang="zh-CN" altLang="en-US" sz="2000" dirty="0" smtClean="0"/>
              <a:t>邀请参加大型活动</a:t>
            </a:r>
            <a:r>
              <a:rPr lang="en-US" altLang="zh-CN" sz="2000" dirty="0" smtClean="0"/>
              <a:t>"</a:t>
            </a:r>
            <a:r>
              <a:rPr lang="zh-CN" altLang="en-US" sz="2000" dirty="0" smtClean="0"/>
              <a:t>信件，但都需要缴纳相关费用和填写详细的个人信息，或伪造</a:t>
            </a:r>
            <a:r>
              <a:rPr lang="en-US" altLang="zh-CN" sz="2000" dirty="0" smtClean="0"/>
              <a:t>"</a:t>
            </a:r>
            <a:r>
              <a:rPr lang="zh-CN" altLang="en-US" sz="2000" dirty="0" smtClean="0"/>
              <a:t>敲诈勒索</a:t>
            </a:r>
            <a:r>
              <a:rPr lang="en-US" altLang="zh-CN" sz="2000" dirty="0" smtClean="0"/>
              <a:t>"</a:t>
            </a:r>
            <a:r>
              <a:rPr lang="zh-CN" altLang="en-US" sz="2000" dirty="0" smtClean="0"/>
              <a:t>信件以骗取钱财或情报等等。 </a:t>
            </a:r>
            <a:endParaRPr lang="zh-CN" altLang="en-US" sz="1800" dirty="0" smtClean="0"/>
          </a:p>
        </p:txBody>
      </p:sp>
    </p:spTree>
  </p:cSld>
  <p:clrMapOvr>
    <a:masterClrMapping/>
  </p:clrMapOvr>
  <p:timing>
    <p:tnLst>
      <p:par>
        <p:cTn id="1" dur="indefinite" restart="never" nodeType="tmRoot"/>
      </p:par>
    </p:tnLst>
  </p:timing>
</p:sld>
</file>

<file path=ppt/slides/slide10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0898" name="Rectangle 2"/>
          <p:cNvSpPr>
            <a:spLocks noGrp="1" noChangeArrowheads="1"/>
          </p:cNvSpPr>
          <p:nvPr>
            <p:ph type="title"/>
          </p:nvPr>
        </p:nvSpPr>
        <p:spPr/>
        <p:txBody>
          <a:bodyPr/>
          <a:lstStyle/>
          <a:p>
            <a:r>
              <a:rPr lang="zh-CN" altLang="en-US" smtClean="0"/>
              <a:t>常见形式（</a:t>
            </a:r>
            <a:r>
              <a:rPr lang="en-US" altLang="zh-CN" smtClean="0"/>
              <a:t>3</a:t>
            </a:r>
            <a:r>
              <a:rPr lang="zh-CN" altLang="en-US" smtClean="0"/>
              <a:t>）</a:t>
            </a:r>
          </a:p>
        </p:txBody>
      </p:sp>
      <p:sp>
        <p:nvSpPr>
          <p:cNvPr id="80899" name="Rectangle 3"/>
          <p:cNvSpPr>
            <a:spLocks noGrp="1" noChangeArrowheads="1"/>
          </p:cNvSpPr>
          <p:nvPr>
            <p:ph type="body" idx="1"/>
          </p:nvPr>
        </p:nvSpPr>
        <p:spPr>
          <a:xfrm>
            <a:off x="649288" y="1392238"/>
            <a:ext cx="7772400" cy="4114800"/>
          </a:xfrm>
        </p:spPr>
        <p:txBody>
          <a:bodyPr/>
          <a:lstStyle/>
          <a:p>
            <a:pPr marL="609600" indent="-609600">
              <a:lnSpc>
                <a:spcPts val="3100"/>
              </a:lnSpc>
              <a:buClr>
                <a:schemeClr val="tx1"/>
              </a:buClr>
              <a:buSzPct val="100000"/>
              <a:buFontTx/>
              <a:buAutoNum type="circleNumDbPlain" startAt="5"/>
            </a:pPr>
            <a:r>
              <a:rPr lang="zh-CN" altLang="en-US" sz="2000" dirty="0" smtClean="0"/>
              <a:t>个体配合 </a:t>
            </a:r>
          </a:p>
          <a:p>
            <a:pPr marL="990600" lvl="1" indent="-533400">
              <a:lnSpc>
                <a:spcPts val="3100"/>
              </a:lnSpc>
            </a:pPr>
            <a:r>
              <a:rPr lang="zh-CN" altLang="en-US" sz="1800" dirty="0" smtClean="0"/>
              <a:t>要求目标内部人员与攻击者达成某种一致，为攻击提供各种便利条件。个人的说服力是使某人配合或顺 从攻击者意图的一种有力手段，特别是当目标的利益与攻击者的利益没有冲突，甚至与攻击者的利益一致时，这种手段就会非常有效。如果目标内部人员已经心存不 满甚至有了报复的念头，那么配合就很容易达成，他（她）甚至会成为攻击者的助手，帮助攻击者获得意想不到的情报或数据。  </a:t>
            </a:r>
          </a:p>
        </p:txBody>
      </p:sp>
    </p:spTree>
  </p:cSld>
  <p:clrMapOvr>
    <a:masterClrMapping/>
  </p:clrMapOvr>
  <p:timing>
    <p:tnLst>
      <p:par>
        <p:cTn id="1" dur="indefinite" restart="never" nodeType="tmRoot"/>
      </p:par>
    </p:tnLst>
  </p:timing>
</p:sld>
</file>

<file path=ppt/slides/slide10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1922" name="Rectangle 2"/>
          <p:cNvSpPr>
            <a:spLocks noGrp="1" noChangeArrowheads="1"/>
          </p:cNvSpPr>
          <p:nvPr>
            <p:ph type="title"/>
          </p:nvPr>
        </p:nvSpPr>
        <p:spPr/>
        <p:txBody>
          <a:bodyPr/>
          <a:lstStyle/>
          <a:p>
            <a:r>
              <a:rPr lang="zh-CN" altLang="en-US" smtClean="0"/>
              <a:t>常用技巧（</a:t>
            </a:r>
            <a:r>
              <a:rPr lang="en-US" altLang="zh-CN" smtClean="0"/>
              <a:t>1</a:t>
            </a:r>
            <a:r>
              <a:rPr lang="zh-CN" altLang="en-US" smtClean="0"/>
              <a:t>）</a:t>
            </a:r>
          </a:p>
        </p:txBody>
      </p:sp>
      <p:sp>
        <p:nvSpPr>
          <p:cNvPr id="81923" name="Rectangle 3"/>
          <p:cNvSpPr>
            <a:spLocks noGrp="1" noChangeArrowheads="1"/>
          </p:cNvSpPr>
          <p:nvPr>
            <p:ph type="body" idx="1"/>
          </p:nvPr>
        </p:nvSpPr>
        <p:spPr>
          <a:xfrm>
            <a:off x="658813" y="1420813"/>
            <a:ext cx="7772400" cy="4114800"/>
          </a:xfrm>
        </p:spPr>
        <p:txBody>
          <a:bodyPr/>
          <a:lstStyle/>
          <a:p>
            <a:pPr marL="609600" indent="-609600">
              <a:lnSpc>
                <a:spcPts val="3200"/>
              </a:lnSpc>
              <a:buClr>
                <a:schemeClr val="tx1"/>
              </a:buClr>
              <a:buSzPct val="100000"/>
              <a:buFontTx/>
              <a:buAutoNum type="circleNumDbPlain"/>
            </a:pPr>
            <a:r>
              <a:rPr lang="zh-CN" altLang="en-US" sz="2400" dirty="0" smtClean="0"/>
              <a:t>十度分隔法</a:t>
            </a:r>
          </a:p>
          <a:p>
            <a:pPr marL="990600" lvl="1" indent="-533400">
              <a:lnSpc>
                <a:spcPts val="3200"/>
              </a:lnSpc>
              <a:buClr>
                <a:schemeClr val="tx1"/>
              </a:buClr>
              <a:buFont typeface="Wingdings" panose="05000000000000000000" pitchFamily="2" charset="2"/>
              <a:buChar char="Ø"/>
            </a:pPr>
            <a:r>
              <a:rPr lang="zh-CN" altLang="en-US" sz="2000" dirty="0" smtClean="0"/>
              <a:t>利用电话进行欺诈的首要任务就是要让他的攻击对象相信</a:t>
            </a:r>
            <a:r>
              <a:rPr lang="en-US" altLang="zh-CN" sz="2000" dirty="0" smtClean="0"/>
              <a:t>,</a:t>
            </a:r>
            <a:r>
              <a:rPr lang="zh-CN" altLang="en-US" sz="2000" dirty="0" smtClean="0"/>
              <a:t>他要么是</a:t>
            </a:r>
            <a:r>
              <a:rPr lang="en-US" altLang="zh-CN" sz="2000" dirty="0" smtClean="0"/>
              <a:t>1)</a:t>
            </a:r>
            <a:r>
              <a:rPr lang="zh-CN" altLang="en-US" sz="2000" dirty="0" smtClean="0"/>
              <a:t>一位同事</a:t>
            </a:r>
            <a:r>
              <a:rPr lang="en-US" altLang="zh-CN" sz="2000" dirty="0" smtClean="0"/>
              <a:t>,</a:t>
            </a:r>
            <a:r>
              <a:rPr lang="zh-CN" altLang="en-US" sz="2000" dirty="0" smtClean="0"/>
              <a:t>要么是</a:t>
            </a:r>
            <a:r>
              <a:rPr lang="en-US" altLang="zh-CN" sz="2000" dirty="0" smtClean="0"/>
              <a:t>2)</a:t>
            </a:r>
            <a:r>
              <a:rPr lang="zh-CN" altLang="en-US" sz="2000" dirty="0" smtClean="0"/>
              <a:t>一位可信赖的专家</a:t>
            </a:r>
            <a:r>
              <a:rPr lang="en-US" altLang="zh-CN" sz="2000" dirty="0" smtClean="0"/>
              <a:t>(</a:t>
            </a:r>
            <a:r>
              <a:rPr lang="zh-CN" altLang="en-US" sz="2000" dirty="0" smtClean="0"/>
              <a:t>比如执法人员或者审核 人员</a:t>
            </a:r>
            <a:r>
              <a:rPr lang="en-US" altLang="zh-CN" sz="2000" dirty="0" smtClean="0"/>
              <a:t>)</a:t>
            </a:r>
            <a:r>
              <a:rPr lang="zh-CN" altLang="en-US" sz="2000" dirty="0" smtClean="0"/>
              <a:t>。但如果他的目标是要从员工</a:t>
            </a:r>
            <a:r>
              <a:rPr lang="en-US" altLang="zh-CN" sz="2000" dirty="0" smtClean="0"/>
              <a:t>X</a:t>
            </a:r>
            <a:r>
              <a:rPr lang="zh-CN" altLang="en-US" sz="2000" dirty="0" smtClean="0"/>
              <a:t>处获取信息的话</a:t>
            </a:r>
            <a:r>
              <a:rPr lang="en-US" altLang="zh-CN" sz="2000" dirty="0" smtClean="0"/>
              <a:t>,</a:t>
            </a:r>
            <a:r>
              <a:rPr lang="zh-CN" altLang="en-US" sz="2000" dirty="0" smtClean="0"/>
              <a:t>那么他的第一个电话或者第一封邮件并不会直接打给或发给</a:t>
            </a:r>
            <a:r>
              <a:rPr lang="en-US" altLang="zh-CN" sz="2000" dirty="0" smtClean="0"/>
              <a:t>X </a:t>
            </a:r>
          </a:p>
          <a:p>
            <a:pPr marL="609600" indent="-609600">
              <a:lnSpc>
                <a:spcPts val="3200"/>
              </a:lnSpc>
              <a:buClr>
                <a:schemeClr val="tx1"/>
              </a:buClr>
              <a:buSzPct val="100000"/>
              <a:buFontTx/>
              <a:buAutoNum type="circleNumDbPlain"/>
            </a:pPr>
            <a:r>
              <a:rPr lang="zh-CN" altLang="en-US" sz="2400" dirty="0" smtClean="0"/>
              <a:t>学会说行话</a:t>
            </a:r>
          </a:p>
          <a:p>
            <a:pPr marL="990600" lvl="1" indent="-533400">
              <a:lnSpc>
                <a:spcPts val="3200"/>
              </a:lnSpc>
              <a:buClr>
                <a:schemeClr val="tx1"/>
              </a:buClr>
              <a:buFont typeface="Wingdings" panose="05000000000000000000" pitchFamily="2" charset="2"/>
              <a:buChar char="Ø"/>
            </a:pPr>
            <a:r>
              <a:rPr lang="zh-CN" altLang="en-US" sz="2000" dirty="0" smtClean="0"/>
              <a:t>每个行业都有自己的缩写术语</a:t>
            </a:r>
            <a:r>
              <a:rPr lang="en-US" altLang="zh-CN" sz="2000" dirty="0" smtClean="0"/>
              <a:t>.</a:t>
            </a:r>
            <a:r>
              <a:rPr lang="zh-CN" altLang="en-US" sz="2000" dirty="0" smtClean="0"/>
              <a:t>而社会工程学黑客就会研究你所在行业的术语</a:t>
            </a:r>
            <a:r>
              <a:rPr lang="en-US" altLang="zh-CN" sz="2000" dirty="0" smtClean="0"/>
              <a:t>,</a:t>
            </a:r>
            <a:r>
              <a:rPr lang="zh-CN" altLang="en-US" sz="2000" dirty="0" smtClean="0"/>
              <a:t>以便能够在与你接触时卖弄这些术语</a:t>
            </a:r>
            <a:r>
              <a:rPr lang="en-US" altLang="zh-CN" sz="2000" dirty="0" smtClean="0"/>
              <a:t>,</a:t>
            </a:r>
            <a:r>
              <a:rPr lang="zh-CN" altLang="en-US" sz="2000" dirty="0" smtClean="0"/>
              <a:t>以博得好感</a:t>
            </a:r>
            <a:r>
              <a:rPr lang="en-US" altLang="zh-CN" sz="2000" dirty="0" smtClean="0"/>
              <a:t>. </a:t>
            </a:r>
          </a:p>
        </p:txBody>
      </p:sp>
    </p:spTree>
  </p:cSld>
  <p:clrMapOvr>
    <a:masterClrMapping/>
  </p:clrMapOvr>
  <p:timing>
    <p:tnLst>
      <p:par>
        <p:cTn id="1" dur="indefinite" restart="never" nodeType="tmRoot"/>
      </p:par>
    </p:tnLst>
  </p:timing>
</p:sld>
</file>

<file path=ppt/slides/slide10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2946" name="Rectangle 2"/>
          <p:cNvSpPr>
            <a:spLocks noGrp="1" noChangeArrowheads="1"/>
          </p:cNvSpPr>
          <p:nvPr>
            <p:ph type="title"/>
          </p:nvPr>
        </p:nvSpPr>
        <p:spPr/>
        <p:txBody>
          <a:bodyPr/>
          <a:lstStyle/>
          <a:p>
            <a:r>
              <a:rPr lang="zh-CN" altLang="en-US" smtClean="0"/>
              <a:t>常用技巧（</a:t>
            </a:r>
            <a:r>
              <a:rPr lang="en-US" altLang="zh-CN" smtClean="0"/>
              <a:t>2</a:t>
            </a:r>
            <a:r>
              <a:rPr lang="zh-CN" altLang="en-US" smtClean="0"/>
              <a:t>）</a:t>
            </a:r>
          </a:p>
        </p:txBody>
      </p:sp>
      <p:sp>
        <p:nvSpPr>
          <p:cNvPr id="82947" name="Rectangle 3"/>
          <p:cNvSpPr>
            <a:spLocks noGrp="1" noChangeArrowheads="1"/>
          </p:cNvSpPr>
          <p:nvPr>
            <p:ph type="body" idx="1"/>
          </p:nvPr>
        </p:nvSpPr>
        <p:spPr/>
        <p:txBody>
          <a:bodyPr/>
          <a:lstStyle/>
          <a:p>
            <a:pPr marL="609600" indent="-609600">
              <a:lnSpc>
                <a:spcPts val="3300"/>
              </a:lnSpc>
              <a:buClr>
                <a:schemeClr val="tx1"/>
              </a:buClr>
              <a:buSzPct val="100000"/>
              <a:buFontTx/>
              <a:buAutoNum type="circleNumDbPlain" startAt="3"/>
            </a:pPr>
            <a:r>
              <a:rPr lang="zh-CN" altLang="en-US" dirty="0" smtClean="0"/>
              <a:t>电话号码欺诈</a:t>
            </a:r>
          </a:p>
          <a:p>
            <a:pPr marL="990600" lvl="1" indent="-533400">
              <a:lnSpc>
                <a:spcPts val="3300"/>
              </a:lnSpc>
              <a:buClr>
                <a:schemeClr val="tx1"/>
              </a:buClr>
              <a:buFont typeface="Wingdings" panose="05000000000000000000" pitchFamily="2" charset="2"/>
              <a:buChar char="Ø"/>
            </a:pPr>
            <a:r>
              <a:rPr lang="zh-CN" altLang="en-US" dirty="0" smtClean="0"/>
              <a:t>在目标被叫者的来电显示屏上显示一个和主叫号码不一样的号码</a:t>
            </a:r>
            <a:r>
              <a:rPr lang="en-US" altLang="zh-CN" dirty="0" smtClean="0"/>
              <a:t>,</a:t>
            </a:r>
            <a:r>
              <a:rPr lang="zh-CN" altLang="en-US" dirty="0" smtClean="0"/>
              <a:t>如：你家里或单位内部的号码</a:t>
            </a:r>
          </a:p>
          <a:p>
            <a:pPr marL="609600" indent="-609600">
              <a:lnSpc>
                <a:spcPts val="3300"/>
              </a:lnSpc>
              <a:buClr>
                <a:schemeClr val="tx1"/>
              </a:buClr>
              <a:buSzPct val="100000"/>
              <a:buFontTx/>
              <a:buAutoNum type="circleNumDbPlain" startAt="3"/>
            </a:pPr>
            <a:r>
              <a:rPr lang="zh-CN" altLang="en-US" dirty="0" smtClean="0"/>
              <a:t>利用坏消息</a:t>
            </a:r>
          </a:p>
          <a:p>
            <a:pPr marL="990600" lvl="1" indent="-533400">
              <a:lnSpc>
                <a:spcPts val="3300"/>
              </a:lnSpc>
              <a:buClr>
                <a:schemeClr val="tx1"/>
              </a:buClr>
              <a:buFont typeface="Wingdings" panose="05000000000000000000" pitchFamily="2" charset="2"/>
              <a:buChar char="Ø"/>
            </a:pPr>
            <a:r>
              <a:rPr lang="zh-CN" altLang="en-US" dirty="0" smtClean="0"/>
              <a:t>只要报纸上已刊登什么坏消息或网络案例预警，坏分子们就会利用其来发送社会工程学式的垃圾邮件、网络钓鱼或其它类型的邮件 </a:t>
            </a:r>
          </a:p>
        </p:txBody>
      </p:sp>
    </p:spTree>
  </p:cSld>
  <p:clrMapOvr>
    <a:masterClrMapping/>
  </p:clrMapOvr>
  <p:timing>
    <p:tnLst>
      <p:par>
        <p:cTn id="1" dur="indefinite" restart="never" nodeType="tmRoot"/>
      </p:par>
    </p:tnLst>
  </p:timing>
</p:sld>
</file>

<file path=ppt/slides/slide10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3970" name="Rectangle 2"/>
          <p:cNvSpPr>
            <a:spLocks noGrp="1" noChangeArrowheads="1"/>
          </p:cNvSpPr>
          <p:nvPr>
            <p:ph type="title"/>
          </p:nvPr>
        </p:nvSpPr>
        <p:spPr/>
        <p:txBody>
          <a:bodyPr/>
          <a:lstStyle/>
          <a:p>
            <a:r>
              <a:rPr lang="zh-CN" altLang="en-US" smtClean="0"/>
              <a:t>常用技巧（</a:t>
            </a:r>
            <a:r>
              <a:rPr lang="en-US" altLang="zh-CN" smtClean="0"/>
              <a:t>3</a:t>
            </a:r>
            <a:r>
              <a:rPr lang="zh-CN" altLang="en-US" smtClean="0"/>
              <a:t>）</a:t>
            </a:r>
          </a:p>
        </p:txBody>
      </p:sp>
      <p:sp>
        <p:nvSpPr>
          <p:cNvPr id="83971" name="Rectangle 3"/>
          <p:cNvSpPr>
            <a:spLocks noGrp="1" noChangeArrowheads="1"/>
          </p:cNvSpPr>
          <p:nvPr>
            <p:ph type="body" idx="1"/>
          </p:nvPr>
        </p:nvSpPr>
        <p:spPr>
          <a:xfrm>
            <a:off x="658813" y="1392238"/>
            <a:ext cx="7772400" cy="4114800"/>
          </a:xfrm>
        </p:spPr>
        <p:txBody>
          <a:bodyPr/>
          <a:lstStyle/>
          <a:p>
            <a:pPr marL="609600" indent="-609600">
              <a:buClr>
                <a:schemeClr val="tx1"/>
              </a:buClr>
              <a:buSzPct val="100000"/>
              <a:buFontTx/>
              <a:buAutoNum type="circleNumDbPlain" startAt="5"/>
            </a:pPr>
            <a:r>
              <a:rPr lang="zh-CN" altLang="en-US" sz="2400" dirty="0" smtClean="0"/>
              <a:t>利用网民对社交网站的信任</a:t>
            </a:r>
          </a:p>
          <a:p>
            <a:pPr marL="990600" lvl="1" indent="-533400">
              <a:buClr>
                <a:schemeClr val="tx1"/>
              </a:buClr>
              <a:buFont typeface="Wingdings" panose="05000000000000000000" pitchFamily="2" charset="2"/>
              <a:buChar char="Ø"/>
            </a:pPr>
            <a:r>
              <a:rPr lang="en-US" altLang="zh-CN" sz="2000" dirty="0" err="1" smtClean="0"/>
              <a:t>Facebook</a:t>
            </a:r>
            <a:r>
              <a:rPr lang="zh-CN" altLang="en-US" sz="2000" dirty="0" smtClean="0"/>
              <a:t>、</a:t>
            </a:r>
            <a:r>
              <a:rPr lang="en-US" altLang="zh-CN" sz="2000" dirty="0" smtClean="0"/>
              <a:t>MySpace</a:t>
            </a:r>
            <a:r>
              <a:rPr lang="zh-CN" altLang="en-US" sz="2000" dirty="0" smtClean="0"/>
              <a:t>和</a:t>
            </a:r>
            <a:r>
              <a:rPr lang="en-US" altLang="zh-CN" sz="2000" dirty="0" smtClean="0"/>
              <a:t>LinkedIn</a:t>
            </a:r>
            <a:r>
              <a:rPr lang="zh-CN" altLang="en-US" sz="2000" dirty="0" smtClean="0"/>
              <a:t>都是非常受欢迎的社交网站</a:t>
            </a:r>
            <a:r>
              <a:rPr lang="en-US" altLang="zh-CN" sz="2000" dirty="0" smtClean="0"/>
              <a:t>.</a:t>
            </a:r>
            <a:r>
              <a:rPr lang="zh-CN" altLang="en-US" sz="2000" dirty="0" smtClean="0"/>
              <a:t>很多人对这些网站十分信任，假冒这些网站给网民发邮件，如“本站正在进行维护</a:t>
            </a:r>
            <a:r>
              <a:rPr lang="en-US" altLang="zh-CN" sz="2000" dirty="0" smtClean="0"/>
              <a:t>,</a:t>
            </a:r>
            <a:r>
              <a:rPr lang="zh-CN" altLang="en-US" sz="2000" dirty="0" smtClean="0"/>
              <a:t>请在此输入信息以便升级之用 ”</a:t>
            </a:r>
          </a:p>
          <a:p>
            <a:pPr marL="609600" indent="-609600">
              <a:buClr>
                <a:schemeClr val="tx1"/>
              </a:buClr>
              <a:buSzPct val="100000"/>
              <a:buFontTx/>
              <a:buAutoNum type="circleNumDbPlain" startAt="5"/>
            </a:pPr>
            <a:r>
              <a:rPr lang="zh-CN" altLang="en-US" sz="2400" dirty="0" smtClean="0"/>
              <a:t>输入错误捕获法</a:t>
            </a:r>
          </a:p>
          <a:p>
            <a:pPr marL="990600" lvl="1" indent="-533400">
              <a:buClr>
                <a:schemeClr val="tx1"/>
              </a:buClr>
              <a:buFont typeface="Wingdings" panose="05000000000000000000" pitchFamily="2" charset="2"/>
              <a:buChar char="Ø"/>
            </a:pPr>
            <a:r>
              <a:rPr lang="zh-CN" altLang="en-US" sz="2000" dirty="0" smtClean="0"/>
              <a:t>利用人们在输入网址时的错误来实施攻击，如当你输入一个网址时</a:t>
            </a:r>
            <a:r>
              <a:rPr lang="en-US" altLang="zh-CN" sz="2000" dirty="0" smtClean="0"/>
              <a:t>,</a:t>
            </a:r>
            <a:r>
              <a:rPr lang="zh-CN" altLang="en-US" sz="2000" dirty="0" smtClean="0"/>
              <a:t>常常会敲错一两个字母</a:t>
            </a:r>
            <a:r>
              <a:rPr lang="en-US" altLang="zh-CN" sz="2000" dirty="0" smtClean="0"/>
              <a:t>,</a:t>
            </a:r>
            <a:r>
              <a:rPr lang="zh-CN" altLang="en-US" sz="2000" dirty="0" smtClean="0"/>
              <a:t>结果转眼间你就会被链接到其他网站上去</a:t>
            </a:r>
            <a:r>
              <a:rPr lang="en-US" altLang="zh-CN" sz="2000" dirty="0" smtClean="0"/>
              <a:t>,</a:t>
            </a:r>
            <a:r>
              <a:rPr lang="zh-CN" altLang="en-US" sz="2000" dirty="0" smtClean="0"/>
              <a:t>产生了意想不到的结果。攻击者研究透了各种常见的拼写错误</a:t>
            </a:r>
            <a:r>
              <a:rPr lang="en-US" altLang="zh-CN" sz="2000" dirty="0" smtClean="0"/>
              <a:t>,</a:t>
            </a:r>
            <a:r>
              <a:rPr lang="zh-CN" altLang="en-US" sz="2000" dirty="0" smtClean="0"/>
              <a:t>而他们的网站地址就常常使用这些可能拼错的字母来做域名。</a:t>
            </a:r>
          </a:p>
        </p:txBody>
      </p:sp>
    </p:spTree>
  </p:cSld>
  <p:clrMapOvr>
    <a:masterClrMapping/>
  </p:clrMapOvr>
  <p:timing>
    <p:tnLst>
      <p:par>
        <p:cTn id="1" dur="indefinite" restart="never" nodeType="tmRoot"/>
      </p:par>
    </p:tnLst>
  </p:timing>
</p:sld>
</file>

<file path=ppt/slides/slide10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4994" name="Rectangle 2"/>
          <p:cNvSpPr>
            <a:spLocks noGrp="1" noChangeArrowheads="1"/>
          </p:cNvSpPr>
          <p:nvPr>
            <p:ph type="title"/>
          </p:nvPr>
        </p:nvSpPr>
        <p:spPr/>
        <p:txBody>
          <a:bodyPr/>
          <a:lstStyle/>
          <a:p>
            <a:r>
              <a:rPr lang="zh-CN" altLang="en-US" smtClean="0"/>
              <a:t>由贪吃引发的血案 </a:t>
            </a:r>
          </a:p>
        </p:txBody>
      </p:sp>
      <p:sp>
        <p:nvSpPr>
          <p:cNvPr id="84995" name="Rectangle 3"/>
          <p:cNvSpPr>
            <a:spLocks noGrp="1" noChangeArrowheads="1"/>
          </p:cNvSpPr>
          <p:nvPr>
            <p:ph type="body" idx="1"/>
          </p:nvPr>
        </p:nvSpPr>
        <p:spPr>
          <a:xfrm>
            <a:off x="649288" y="1296988"/>
            <a:ext cx="7772400" cy="4951412"/>
          </a:xfrm>
        </p:spPr>
        <p:txBody>
          <a:bodyPr/>
          <a:lstStyle/>
          <a:p>
            <a:pPr>
              <a:lnSpc>
                <a:spcPts val="3200"/>
              </a:lnSpc>
            </a:pPr>
            <a:r>
              <a:rPr lang="en-US" altLang="zh-CN" sz="2000" dirty="0" smtClean="0"/>
              <a:t>2011</a:t>
            </a:r>
            <a:r>
              <a:rPr lang="zh-CN" altLang="en-US" sz="2000" dirty="0" smtClean="0"/>
              <a:t>年</a:t>
            </a:r>
            <a:r>
              <a:rPr lang="en-US" altLang="zh-CN" sz="2000" dirty="0" smtClean="0"/>
              <a:t>1</a:t>
            </a:r>
            <a:r>
              <a:rPr lang="zh-CN" altLang="en-US" sz="2000" dirty="0" smtClean="0"/>
              <a:t>月的一天下午，一通陌生电话打到“满座网”的前台，带去了令人开心的消息</a:t>
            </a:r>
            <a:r>
              <a:rPr lang="en-US" altLang="zh-CN" sz="2000" dirty="0" smtClean="0"/>
              <a:t>—</a:t>
            </a:r>
            <a:r>
              <a:rPr lang="zh-CN" altLang="en-US" sz="2000" dirty="0" smtClean="0"/>
              <a:t>这家“新开张的礼品公司”希望让满座网的全体员工试吃它的巧克力产品。但是，免费巧克力需要凭一条内含电子券的手机短信获取，因此它需要得到满座网的通讯录。 前台小姐表示很乐意帮这个忙。几分钟后，拨打这通电话的人便轻松得到了这家在中国销售规模位列 前五名的团购网站所有员工的联系方式。</a:t>
            </a:r>
            <a:endParaRPr lang="en-US" altLang="zh-CN" sz="2000" dirty="0" smtClean="0"/>
          </a:p>
          <a:p>
            <a:pPr>
              <a:lnSpc>
                <a:spcPts val="3200"/>
              </a:lnSpc>
            </a:pPr>
            <a:r>
              <a:rPr lang="zh-CN" altLang="en-US" sz="2000" dirty="0" smtClean="0"/>
              <a:t>后来，感到事有蹊跷的满座网</a:t>
            </a:r>
            <a:r>
              <a:rPr lang="en-US" altLang="zh-CN" sz="2000" dirty="0" smtClean="0"/>
              <a:t>COO</a:t>
            </a:r>
            <a:r>
              <a:rPr lang="zh-CN" altLang="en-US" sz="2000" dirty="0" smtClean="0"/>
              <a:t>王珂回拨了该号码，结果令他很震惊</a:t>
            </a:r>
            <a:r>
              <a:rPr lang="en-US" altLang="zh-CN" sz="2000" dirty="0" smtClean="0"/>
              <a:t>—</a:t>
            </a:r>
            <a:r>
              <a:rPr lang="zh-CN" altLang="en-US" sz="2000" dirty="0" smtClean="0"/>
              <a:t>这并不是什么礼品公司，而是国际知名人力资源 公司万宝盛华的中国总部。“谁都知道，万宝盛华是受雇于</a:t>
            </a:r>
            <a:r>
              <a:rPr lang="en-US" altLang="zh-CN" sz="2000" dirty="0" err="1" smtClean="0"/>
              <a:t>Groupon</a:t>
            </a:r>
            <a:r>
              <a:rPr lang="zh-CN" altLang="en-US" sz="2000" dirty="0" smtClean="0"/>
              <a:t>的。”王珂说，他感到原本还有些像是隔空喊话的</a:t>
            </a:r>
            <a:r>
              <a:rPr lang="en-US" altLang="zh-CN" sz="2000" dirty="0" err="1" smtClean="0"/>
              <a:t>Groupon</a:t>
            </a:r>
            <a:r>
              <a:rPr lang="zh-CN" altLang="en-US" sz="2000" dirty="0" smtClean="0"/>
              <a:t>入华之事，一下子逼到了眼前。 </a:t>
            </a:r>
          </a:p>
        </p:txBody>
      </p:sp>
    </p:spTree>
  </p:cSld>
  <p:clrMapOvr>
    <a:masterClrMapping/>
  </p:clrMapOvr>
  <p:timing>
    <p:tnLst>
      <p:par>
        <p:cTn id="1" dur="indefinite" restart="never" nodeType="tmRoot"/>
      </p:par>
    </p:tnLst>
  </p:timing>
</p:sld>
</file>

<file path=ppt/slides/slide1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6018" name="标题 1"/>
          <p:cNvSpPr>
            <a:spLocks noGrp="1"/>
          </p:cNvSpPr>
          <p:nvPr>
            <p:ph type="title"/>
          </p:nvPr>
        </p:nvSpPr>
        <p:spPr/>
        <p:txBody>
          <a:bodyPr/>
          <a:lstStyle/>
          <a:p>
            <a:r>
              <a:rPr lang="en-US" altLang="zh-CN" smtClean="0"/>
              <a:t>Web</a:t>
            </a:r>
            <a:r>
              <a:rPr lang="zh-CN" altLang="en-US" smtClean="0"/>
              <a:t>网站查询</a:t>
            </a:r>
          </a:p>
        </p:txBody>
      </p:sp>
      <p:sp>
        <p:nvSpPr>
          <p:cNvPr id="3" name="内容占位符 2"/>
          <p:cNvSpPr>
            <a:spLocks noGrp="1"/>
          </p:cNvSpPr>
          <p:nvPr>
            <p:ph idx="1"/>
          </p:nvPr>
        </p:nvSpPr>
        <p:spPr>
          <a:xfrm>
            <a:off x="658813" y="1287463"/>
            <a:ext cx="7772400" cy="4722812"/>
          </a:xfrm>
        </p:spPr>
        <p:txBody>
          <a:bodyPr/>
          <a:lstStyle/>
          <a:p>
            <a:r>
              <a:rPr lang="en-US" altLang="zh-CN" sz="2400" dirty="0" smtClean="0"/>
              <a:t>Web</a:t>
            </a:r>
            <a:r>
              <a:rPr lang="zh-CN" altLang="en-US" sz="2400" dirty="0" smtClean="0"/>
              <a:t>站点通常会包含其组织机构的详尽信息，比如组织结构、员工名单、日程安排等。有经验的攻击者一般会仔细浏览目标对象的</a:t>
            </a:r>
            <a:r>
              <a:rPr lang="en-US" altLang="zh-CN" sz="2400" dirty="0" smtClean="0"/>
              <a:t>Web</a:t>
            </a:r>
            <a:r>
              <a:rPr lang="zh-CN" altLang="en-US" sz="2400" dirty="0" smtClean="0"/>
              <a:t>站点，查找自己感兴趣的信息。</a:t>
            </a:r>
            <a:endParaRPr lang="en-US" altLang="zh-CN" sz="2400" dirty="0" smtClean="0"/>
          </a:p>
          <a:p>
            <a:pPr lvl="1"/>
            <a:r>
              <a:rPr lang="zh-CN" altLang="en-US" sz="2400" dirty="0" smtClean="0"/>
              <a:t>站点架构。</a:t>
            </a:r>
            <a:endParaRPr lang="en-US" altLang="zh-CN" sz="2400" dirty="0" smtClean="0"/>
          </a:p>
          <a:p>
            <a:pPr lvl="1"/>
            <a:r>
              <a:rPr lang="zh-CN" altLang="en-US" sz="2400" dirty="0" smtClean="0"/>
              <a:t>联系方式。企业员工的电话号码、邮箱地址、家庭住址等信息对于社会工程学非常有用。</a:t>
            </a:r>
            <a:endParaRPr lang="en-US" altLang="zh-CN" sz="2400" dirty="0" smtClean="0"/>
          </a:p>
          <a:p>
            <a:pPr lvl="1"/>
            <a:r>
              <a:rPr lang="zh-CN" altLang="en-US" sz="2400" dirty="0" smtClean="0"/>
              <a:t>招聘信息。招聘信息往往会暴露公司需要哪方面的人才。比如需要招聘一名</a:t>
            </a:r>
            <a:r>
              <a:rPr lang="en-US" altLang="zh-CN" sz="2400" dirty="0" smtClean="0"/>
              <a:t>Oracle</a:t>
            </a:r>
            <a:r>
              <a:rPr lang="zh-CN" altLang="en-US" sz="2400" dirty="0" smtClean="0"/>
              <a:t>数据库管理员，则说明公司内部运行的数据库肯定有</a:t>
            </a:r>
            <a:r>
              <a:rPr lang="en-US" altLang="zh-CN" sz="2400" dirty="0" smtClean="0"/>
              <a:t>Oracle</a:t>
            </a:r>
            <a:r>
              <a:rPr lang="zh-CN" altLang="en-US" sz="2400" dirty="0" smtClean="0"/>
              <a:t>数据库。</a:t>
            </a:r>
            <a:endParaRPr lang="en-US" altLang="zh-CN" sz="2400" dirty="0" smtClean="0"/>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55" presetClass="entr" presetSubtype="0" fill="hold" grpId="0" nodeType="with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 calcmode="lin" valueType="num">
                                      <p:cBhvr>
                                        <p:cTn id="7" dur="1000" fill="hold"/>
                                        <p:tgtEl>
                                          <p:spTgt spid="3">
                                            <p:txEl>
                                              <p:pRg st="0" end="0"/>
                                            </p:txEl>
                                          </p:spTgt>
                                        </p:tgtEl>
                                        <p:attrNameLst>
                                          <p:attrName>ppt_w</p:attrName>
                                        </p:attrNameLst>
                                      </p:cBhvr>
                                      <p:tavLst>
                                        <p:tav tm="0">
                                          <p:val>
                                            <p:strVal val="#ppt_w*0.70"/>
                                          </p:val>
                                        </p:tav>
                                        <p:tav tm="100000">
                                          <p:val>
                                            <p:strVal val="#ppt_w"/>
                                          </p:val>
                                        </p:tav>
                                      </p:tavLst>
                                    </p:anim>
                                    <p:anim calcmode="lin" valueType="num">
                                      <p:cBhvr>
                                        <p:cTn id="8" dur="1000" fill="hold"/>
                                        <p:tgtEl>
                                          <p:spTgt spid="3">
                                            <p:txEl>
                                              <p:pRg st="0" end="0"/>
                                            </p:txEl>
                                          </p:spTgt>
                                        </p:tgtEl>
                                        <p:attrNameLst>
                                          <p:attrName>ppt_h</p:attrName>
                                        </p:attrNameLst>
                                      </p:cBhvr>
                                      <p:tavLst>
                                        <p:tav tm="0">
                                          <p:val>
                                            <p:strVal val="#ppt_h"/>
                                          </p:val>
                                        </p:tav>
                                        <p:tav tm="100000">
                                          <p:val>
                                            <p:strVal val="#ppt_h"/>
                                          </p:val>
                                        </p:tav>
                                      </p:tavLst>
                                    </p:anim>
                                    <p:animEffect transition="in" filter="fade">
                                      <p:cBhvr>
                                        <p:cTn id="9" dur="1000"/>
                                        <p:tgtEl>
                                          <p:spTgt spid="3">
                                            <p:txEl>
                                              <p:pRg st="0" end="0"/>
                                            </p:txEl>
                                          </p:spTgt>
                                        </p:tgtEl>
                                      </p:cBhvr>
                                    </p:animEffect>
                                  </p:childTnLst>
                                </p:cTn>
                              </p:par>
                            </p:childTnLst>
                          </p:cTn>
                        </p:par>
                      </p:childTnLst>
                    </p:cTn>
                  </p:par>
                  <p:par>
                    <p:cTn id="10" fill="hold">
                      <p:stCondLst>
                        <p:cond delay="indefinite"/>
                      </p:stCondLst>
                      <p:childTnLst>
                        <p:par>
                          <p:cTn id="11" fill="hold">
                            <p:stCondLst>
                              <p:cond delay="0"/>
                            </p:stCondLst>
                            <p:childTnLst>
                              <p:par>
                                <p:cTn id="12" presetID="55" presetClass="entr" presetSubtype="0" fill="hold" grpId="0" nodeType="clickEffect">
                                  <p:stCondLst>
                                    <p:cond delay="0"/>
                                  </p:stCondLst>
                                  <p:childTnLst>
                                    <p:set>
                                      <p:cBhvr>
                                        <p:cTn id="13" dur="1" fill="hold">
                                          <p:stCondLst>
                                            <p:cond delay="0"/>
                                          </p:stCondLst>
                                        </p:cTn>
                                        <p:tgtEl>
                                          <p:spTgt spid="3">
                                            <p:txEl>
                                              <p:pRg st="1" end="1"/>
                                            </p:txEl>
                                          </p:spTgt>
                                        </p:tgtEl>
                                        <p:attrNameLst>
                                          <p:attrName>style.visibility</p:attrName>
                                        </p:attrNameLst>
                                      </p:cBhvr>
                                      <p:to>
                                        <p:strVal val="visible"/>
                                      </p:to>
                                    </p:set>
                                    <p:anim calcmode="lin" valueType="num">
                                      <p:cBhvr>
                                        <p:cTn id="14" dur="1000" fill="hold"/>
                                        <p:tgtEl>
                                          <p:spTgt spid="3">
                                            <p:txEl>
                                              <p:pRg st="1" end="1"/>
                                            </p:txEl>
                                          </p:spTgt>
                                        </p:tgtEl>
                                        <p:attrNameLst>
                                          <p:attrName>ppt_w</p:attrName>
                                        </p:attrNameLst>
                                      </p:cBhvr>
                                      <p:tavLst>
                                        <p:tav tm="0">
                                          <p:val>
                                            <p:strVal val="#ppt_w*0.70"/>
                                          </p:val>
                                        </p:tav>
                                        <p:tav tm="100000">
                                          <p:val>
                                            <p:strVal val="#ppt_w"/>
                                          </p:val>
                                        </p:tav>
                                      </p:tavLst>
                                    </p:anim>
                                    <p:anim calcmode="lin" valueType="num">
                                      <p:cBhvr>
                                        <p:cTn id="15" dur="1000" fill="hold"/>
                                        <p:tgtEl>
                                          <p:spTgt spid="3">
                                            <p:txEl>
                                              <p:pRg st="1" end="1"/>
                                            </p:txEl>
                                          </p:spTgt>
                                        </p:tgtEl>
                                        <p:attrNameLst>
                                          <p:attrName>ppt_h</p:attrName>
                                        </p:attrNameLst>
                                      </p:cBhvr>
                                      <p:tavLst>
                                        <p:tav tm="0">
                                          <p:val>
                                            <p:strVal val="#ppt_h"/>
                                          </p:val>
                                        </p:tav>
                                        <p:tav tm="100000">
                                          <p:val>
                                            <p:strVal val="#ppt_h"/>
                                          </p:val>
                                        </p:tav>
                                      </p:tavLst>
                                    </p:anim>
                                    <p:animEffect transition="in" filter="fade">
                                      <p:cBhvr>
                                        <p:cTn id="16" dur="1000"/>
                                        <p:tgtEl>
                                          <p:spTgt spid="3">
                                            <p:txEl>
                                              <p:pRg st="1" end="1"/>
                                            </p:txEl>
                                          </p:spTgt>
                                        </p:tgtEl>
                                      </p:cBhvr>
                                    </p:animEffect>
                                  </p:childTnLst>
                                </p:cTn>
                              </p:par>
                            </p:childTnLst>
                          </p:cTn>
                        </p:par>
                      </p:childTnLst>
                    </p:cTn>
                  </p:par>
                  <p:par>
                    <p:cTn id="17" fill="hold">
                      <p:stCondLst>
                        <p:cond delay="indefinite"/>
                      </p:stCondLst>
                      <p:childTnLst>
                        <p:par>
                          <p:cTn id="18" fill="hold">
                            <p:stCondLst>
                              <p:cond delay="0"/>
                            </p:stCondLst>
                            <p:childTnLst>
                              <p:par>
                                <p:cTn id="19" presetID="55" presetClass="entr" presetSubtype="0" fill="hold" grpId="0" nodeType="clickEffect">
                                  <p:stCondLst>
                                    <p:cond delay="0"/>
                                  </p:stCondLst>
                                  <p:childTnLst>
                                    <p:set>
                                      <p:cBhvr>
                                        <p:cTn id="20" dur="1" fill="hold">
                                          <p:stCondLst>
                                            <p:cond delay="0"/>
                                          </p:stCondLst>
                                        </p:cTn>
                                        <p:tgtEl>
                                          <p:spTgt spid="3">
                                            <p:txEl>
                                              <p:pRg st="2" end="2"/>
                                            </p:txEl>
                                          </p:spTgt>
                                        </p:tgtEl>
                                        <p:attrNameLst>
                                          <p:attrName>style.visibility</p:attrName>
                                        </p:attrNameLst>
                                      </p:cBhvr>
                                      <p:to>
                                        <p:strVal val="visible"/>
                                      </p:to>
                                    </p:set>
                                    <p:anim calcmode="lin" valueType="num">
                                      <p:cBhvr>
                                        <p:cTn id="21" dur="1000" fill="hold"/>
                                        <p:tgtEl>
                                          <p:spTgt spid="3">
                                            <p:txEl>
                                              <p:pRg st="2" end="2"/>
                                            </p:txEl>
                                          </p:spTgt>
                                        </p:tgtEl>
                                        <p:attrNameLst>
                                          <p:attrName>ppt_w</p:attrName>
                                        </p:attrNameLst>
                                      </p:cBhvr>
                                      <p:tavLst>
                                        <p:tav tm="0">
                                          <p:val>
                                            <p:strVal val="#ppt_w*0.70"/>
                                          </p:val>
                                        </p:tav>
                                        <p:tav tm="100000">
                                          <p:val>
                                            <p:strVal val="#ppt_w"/>
                                          </p:val>
                                        </p:tav>
                                      </p:tavLst>
                                    </p:anim>
                                    <p:anim calcmode="lin" valueType="num">
                                      <p:cBhvr>
                                        <p:cTn id="22" dur="1000" fill="hold"/>
                                        <p:tgtEl>
                                          <p:spTgt spid="3">
                                            <p:txEl>
                                              <p:pRg st="2" end="2"/>
                                            </p:txEl>
                                          </p:spTgt>
                                        </p:tgtEl>
                                        <p:attrNameLst>
                                          <p:attrName>ppt_h</p:attrName>
                                        </p:attrNameLst>
                                      </p:cBhvr>
                                      <p:tavLst>
                                        <p:tav tm="0">
                                          <p:val>
                                            <p:strVal val="#ppt_h"/>
                                          </p:val>
                                        </p:tav>
                                        <p:tav tm="100000">
                                          <p:val>
                                            <p:strVal val="#ppt_h"/>
                                          </p:val>
                                        </p:tav>
                                      </p:tavLst>
                                    </p:anim>
                                    <p:animEffect transition="in" filter="fade">
                                      <p:cBhvr>
                                        <p:cTn id="23" dur="1000"/>
                                        <p:tgtEl>
                                          <p:spTgt spid="3">
                                            <p:txEl>
                                              <p:pRg st="2" end="2"/>
                                            </p:txEl>
                                          </p:spTgt>
                                        </p:tgtEl>
                                      </p:cBhvr>
                                    </p:animEffect>
                                  </p:childTnLst>
                                </p:cTn>
                              </p:par>
                            </p:childTnLst>
                          </p:cTn>
                        </p:par>
                      </p:childTnLst>
                    </p:cTn>
                  </p:par>
                  <p:par>
                    <p:cTn id="24" fill="hold">
                      <p:stCondLst>
                        <p:cond delay="indefinite"/>
                      </p:stCondLst>
                      <p:childTnLst>
                        <p:par>
                          <p:cTn id="25" fill="hold">
                            <p:stCondLst>
                              <p:cond delay="0"/>
                            </p:stCondLst>
                            <p:childTnLst>
                              <p:par>
                                <p:cTn id="26" presetID="55" presetClass="entr" presetSubtype="0" fill="hold" grpId="0" nodeType="clickEffect">
                                  <p:stCondLst>
                                    <p:cond delay="0"/>
                                  </p:stCondLst>
                                  <p:childTnLst>
                                    <p:set>
                                      <p:cBhvr>
                                        <p:cTn id="27" dur="1" fill="hold">
                                          <p:stCondLst>
                                            <p:cond delay="0"/>
                                          </p:stCondLst>
                                        </p:cTn>
                                        <p:tgtEl>
                                          <p:spTgt spid="3">
                                            <p:txEl>
                                              <p:pRg st="3" end="3"/>
                                            </p:txEl>
                                          </p:spTgt>
                                        </p:tgtEl>
                                        <p:attrNameLst>
                                          <p:attrName>style.visibility</p:attrName>
                                        </p:attrNameLst>
                                      </p:cBhvr>
                                      <p:to>
                                        <p:strVal val="visible"/>
                                      </p:to>
                                    </p:set>
                                    <p:anim calcmode="lin" valueType="num">
                                      <p:cBhvr>
                                        <p:cTn id="28" dur="1000" fill="hold"/>
                                        <p:tgtEl>
                                          <p:spTgt spid="3">
                                            <p:txEl>
                                              <p:pRg st="3" end="3"/>
                                            </p:txEl>
                                          </p:spTgt>
                                        </p:tgtEl>
                                        <p:attrNameLst>
                                          <p:attrName>ppt_w</p:attrName>
                                        </p:attrNameLst>
                                      </p:cBhvr>
                                      <p:tavLst>
                                        <p:tav tm="0">
                                          <p:val>
                                            <p:strVal val="#ppt_w*0.70"/>
                                          </p:val>
                                        </p:tav>
                                        <p:tav tm="100000">
                                          <p:val>
                                            <p:strVal val="#ppt_w"/>
                                          </p:val>
                                        </p:tav>
                                      </p:tavLst>
                                    </p:anim>
                                    <p:anim calcmode="lin" valueType="num">
                                      <p:cBhvr>
                                        <p:cTn id="29" dur="1000" fill="hold"/>
                                        <p:tgtEl>
                                          <p:spTgt spid="3">
                                            <p:txEl>
                                              <p:pRg st="3" end="3"/>
                                            </p:txEl>
                                          </p:spTgt>
                                        </p:tgtEl>
                                        <p:attrNameLst>
                                          <p:attrName>ppt_h</p:attrName>
                                        </p:attrNameLst>
                                      </p:cBhvr>
                                      <p:tavLst>
                                        <p:tav tm="0">
                                          <p:val>
                                            <p:strVal val="#ppt_h"/>
                                          </p:val>
                                        </p:tav>
                                        <p:tav tm="100000">
                                          <p:val>
                                            <p:strVal val="#ppt_h"/>
                                          </p:val>
                                        </p:tav>
                                      </p:tavLst>
                                    </p:anim>
                                    <p:animEffect transition="in" filter="fade">
                                      <p:cBhvr>
                                        <p:cTn id="30" dur="1000"/>
                                        <p:tgtEl>
                                          <p:spTgt spid="3">
                                            <p:txEl>
                                              <p:pRg st="3" end="3"/>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p:bldLst>
  </p:timing>
</p:sld>
</file>

<file path=ppt/slides/slide1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7042" name="标题 1"/>
          <p:cNvSpPr>
            <a:spLocks noGrp="1"/>
          </p:cNvSpPr>
          <p:nvPr>
            <p:ph type="title"/>
          </p:nvPr>
        </p:nvSpPr>
        <p:spPr/>
        <p:txBody>
          <a:bodyPr/>
          <a:lstStyle/>
          <a:p>
            <a:r>
              <a:rPr lang="en-US" altLang="zh-CN" smtClean="0"/>
              <a:t>Web</a:t>
            </a:r>
            <a:r>
              <a:rPr lang="zh-CN" altLang="en-US" smtClean="0"/>
              <a:t>网站查询</a:t>
            </a:r>
          </a:p>
        </p:txBody>
      </p:sp>
      <p:sp>
        <p:nvSpPr>
          <p:cNvPr id="3" name="内容占位符 2"/>
          <p:cNvSpPr>
            <a:spLocks noGrp="1"/>
          </p:cNvSpPr>
          <p:nvPr>
            <p:ph idx="1"/>
          </p:nvPr>
        </p:nvSpPr>
        <p:spPr>
          <a:xfrm>
            <a:off x="620713" y="1325562"/>
            <a:ext cx="7772400" cy="4979987"/>
          </a:xfrm>
        </p:spPr>
        <p:txBody>
          <a:bodyPr/>
          <a:lstStyle/>
          <a:p>
            <a:r>
              <a:rPr lang="en-US" altLang="zh-CN" sz="2400" dirty="0" smtClean="0"/>
              <a:t>Web</a:t>
            </a:r>
            <a:r>
              <a:rPr lang="zh-CN" altLang="en-US" sz="2400" dirty="0" smtClean="0"/>
              <a:t>站点通常会包含其组织机构的详尽信息，比如组织结构、员工名单、日程安排等。有经验的攻击者一般会仔细浏览目标对象的</a:t>
            </a:r>
            <a:r>
              <a:rPr lang="en-US" altLang="zh-CN" sz="2400" dirty="0" smtClean="0"/>
              <a:t>Web</a:t>
            </a:r>
            <a:r>
              <a:rPr lang="zh-CN" altLang="en-US" sz="2400" dirty="0" smtClean="0"/>
              <a:t>站点，查找自己感兴趣的信息。</a:t>
            </a:r>
            <a:endParaRPr lang="en-US" altLang="zh-CN" sz="2400" dirty="0" smtClean="0"/>
          </a:p>
          <a:p>
            <a:pPr lvl="1"/>
            <a:r>
              <a:rPr lang="zh-CN" altLang="en-US" sz="2400" dirty="0" smtClean="0"/>
              <a:t>公司文化。大多数机构的</a:t>
            </a:r>
            <a:r>
              <a:rPr lang="en-US" altLang="zh-CN" sz="2400" dirty="0" smtClean="0"/>
              <a:t>Web</a:t>
            </a:r>
            <a:r>
              <a:rPr lang="zh-CN" altLang="en-US" sz="2400" dirty="0" smtClean="0"/>
              <a:t>站点常常会披露机构的组织结构、会议安排、重要公告、工作日程、工作地点、产品资料等等，这些都可以用来进行社会工程学攻击。</a:t>
            </a:r>
            <a:endParaRPr lang="en-US" altLang="zh-CN" sz="2400" dirty="0" smtClean="0"/>
          </a:p>
          <a:p>
            <a:pPr lvl="1"/>
            <a:r>
              <a:rPr lang="zh-CN" altLang="en-US" sz="2400" dirty="0" smtClean="0"/>
              <a:t>商业伙伴。可以了解公司的业务关系，对于公司的某些敏感信息很可能从其安全管理薄弱的合作伙伴那里取得。</a:t>
            </a: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55" presetClass="entr" presetSubtype="0" fill="hold" grpId="0" nodeType="with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 calcmode="lin" valueType="num">
                                      <p:cBhvr>
                                        <p:cTn id="7" dur="1000" fill="hold"/>
                                        <p:tgtEl>
                                          <p:spTgt spid="3">
                                            <p:txEl>
                                              <p:pRg st="0" end="0"/>
                                            </p:txEl>
                                          </p:spTgt>
                                        </p:tgtEl>
                                        <p:attrNameLst>
                                          <p:attrName>ppt_w</p:attrName>
                                        </p:attrNameLst>
                                      </p:cBhvr>
                                      <p:tavLst>
                                        <p:tav tm="0">
                                          <p:val>
                                            <p:strVal val="#ppt_w*0.70"/>
                                          </p:val>
                                        </p:tav>
                                        <p:tav tm="100000">
                                          <p:val>
                                            <p:strVal val="#ppt_w"/>
                                          </p:val>
                                        </p:tav>
                                      </p:tavLst>
                                    </p:anim>
                                    <p:anim calcmode="lin" valueType="num">
                                      <p:cBhvr>
                                        <p:cTn id="8" dur="1000" fill="hold"/>
                                        <p:tgtEl>
                                          <p:spTgt spid="3">
                                            <p:txEl>
                                              <p:pRg st="0" end="0"/>
                                            </p:txEl>
                                          </p:spTgt>
                                        </p:tgtEl>
                                        <p:attrNameLst>
                                          <p:attrName>ppt_h</p:attrName>
                                        </p:attrNameLst>
                                      </p:cBhvr>
                                      <p:tavLst>
                                        <p:tav tm="0">
                                          <p:val>
                                            <p:strVal val="#ppt_h"/>
                                          </p:val>
                                        </p:tav>
                                        <p:tav tm="100000">
                                          <p:val>
                                            <p:strVal val="#ppt_h"/>
                                          </p:val>
                                        </p:tav>
                                      </p:tavLst>
                                    </p:anim>
                                    <p:animEffect transition="in" filter="fade">
                                      <p:cBhvr>
                                        <p:cTn id="9" dur="1000"/>
                                        <p:tgtEl>
                                          <p:spTgt spid="3">
                                            <p:txEl>
                                              <p:pRg st="0" end="0"/>
                                            </p:txEl>
                                          </p:spTgt>
                                        </p:tgtEl>
                                      </p:cBhvr>
                                    </p:animEffect>
                                  </p:childTnLst>
                                </p:cTn>
                              </p:par>
                            </p:childTnLst>
                          </p:cTn>
                        </p:par>
                      </p:childTnLst>
                    </p:cTn>
                  </p:par>
                  <p:par>
                    <p:cTn id="10" fill="hold">
                      <p:stCondLst>
                        <p:cond delay="indefinite"/>
                      </p:stCondLst>
                      <p:childTnLst>
                        <p:par>
                          <p:cTn id="11" fill="hold">
                            <p:stCondLst>
                              <p:cond delay="0"/>
                            </p:stCondLst>
                            <p:childTnLst>
                              <p:par>
                                <p:cTn id="12" presetID="55" presetClass="entr" presetSubtype="0" fill="hold" grpId="0" nodeType="clickEffect">
                                  <p:stCondLst>
                                    <p:cond delay="0"/>
                                  </p:stCondLst>
                                  <p:childTnLst>
                                    <p:set>
                                      <p:cBhvr>
                                        <p:cTn id="13" dur="1" fill="hold">
                                          <p:stCondLst>
                                            <p:cond delay="0"/>
                                          </p:stCondLst>
                                        </p:cTn>
                                        <p:tgtEl>
                                          <p:spTgt spid="3">
                                            <p:txEl>
                                              <p:pRg st="1" end="1"/>
                                            </p:txEl>
                                          </p:spTgt>
                                        </p:tgtEl>
                                        <p:attrNameLst>
                                          <p:attrName>style.visibility</p:attrName>
                                        </p:attrNameLst>
                                      </p:cBhvr>
                                      <p:to>
                                        <p:strVal val="visible"/>
                                      </p:to>
                                    </p:set>
                                    <p:anim calcmode="lin" valueType="num">
                                      <p:cBhvr>
                                        <p:cTn id="14" dur="1000" fill="hold"/>
                                        <p:tgtEl>
                                          <p:spTgt spid="3">
                                            <p:txEl>
                                              <p:pRg st="1" end="1"/>
                                            </p:txEl>
                                          </p:spTgt>
                                        </p:tgtEl>
                                        <p:attrNameLst>
                                          <p:attrName>ppt_w</p:attrName>
                                        </p:attrNameLst>
                                      </p:cBhvr>
                                      <p:tavLst>
                                        <p:tav tm="0">
                                          <p:val>
                                            <p:strVal val="#ppt_w*0.70"/>
                                          </p:val>
                                        </p:tav>
                                        <p:tav tm="100000">
                                          <p:val>
                                            <p:strVal val="#ppt_w"/>
                                          </p:val>
                                        </p:tav>
                                      </p:tavLst>
                                    </p:anim>
                                    <p:anim calcmode="lin" valueType="num">
                                      <p:cBhvr>
                                        <p:cTn id="15" dur="1000" fill="hold"/>
                                        <p:tgtEl>
                                          <p:spTgt spid="3">
                                            <p:txEl>
                                              <p:pRg st="1" end="1"/>
                                            </p:txEl>
                                          </p:spTgt>
                                        </p:tgtEl>
                                        <p:attrNameLst>
                                          <p:attrName>ppt_h</p:attrName>
                                        </p:attrNameLst>
                                      </p:cBhvr>
                                      <p:tavLst>
                                        <p:tav tm="0">
                                          <p:val>
                                            <p:strVal val="#ppt_h"/>
                                          </p:val>
                                        </p:tav>
                                        <p:tav tm="100000">
                                          <p:val>
                                            <p:strVal val="#ppt_h"/>
                                          </p:val>
                                        </p:tav>
                                      </p:tavLst>
                                    </p:anim>
                                    <p:animEffect transition="in" filter="fade">
                                      <p:cBhvr>
                                        <p:cTn id="16" dur="1000"/>
                                        <p:tgtEl>
                                          <p:spTgt spid="3">
                                            <p:txEl>
                                              <p:pRg st="1" end="1"/>
                                            </p:txEl>
                                          </p:spTgt>
                                        </p:tgtEl>
                                      </p:cBhvr>
                                    </p:animEffect>
                                  </p:childTnLst>
                                </p:cTn>
                              </p:par>
                            </p:childTnLst>
                          </p:cTn>
                        </p:par>
                      </p:childTnLst>
                    </p:cTn>
                  </p:par>
                  <p:par>
                    <p:cTn id="17" fill="hold">
                      <p:stCondLst>
                        <p:cond delay="indefinite"/>
                      </p:stCondLst>
                      <p:childTnLst>
                        <p:par>
                          <p:cTn id="18" fill="hold">
                            <p:stCondLst>
                              <p:cond delay="0"/>
                            </p:stCondLst>
                            <p:childTnLst>
                              <p:par>
                                <p:cTn id="19" presetID="55" presetClass="entr" presetSubtype="0" fill="hold" grpId="0" nodeType="clickEffect">
                                  <p:stCondLst>
                                    <p:cond delay="0"/>
                                  </p:stCondLst>
                                  <p:childTnLst>
                                    <p:set>
                                      <p:cBhvr>
                                        <p:cTn id="20" dur="1" fill="hold">
                                          <p:stCondLst>
                                            <p:cond delay="0"/>
                                          </p:stCondLst>
                                        </p:cTn>
                                        <p:tgtEl>
                                          <p:spTgt spid="3">
                                            <p:txEl>
                                              <p:pRg st="2" end="2"/>
                                            </p:txEl>
                                          </p:spTgt>
                                        </p:tgtEl>
                                        <p:attrNameLst>
                                          <p:attrName>style.visibility</p:attrName>
                                        </p:attrNameLst>
                                      </p:cBhvr>
                                      <p:to>
                                        <p:strVal val="visible"/>
                                      </p:to>
                                    </p:set>
                                    <p:anim calcmode="lin" valueType="num">
                                      <p:cBhvr>
                                        <p:cTn id="21" dur="1000" fill="hold"/>
                                        <p:tgtEl>
                                          <p:spTgt spid="3">
                                            <p:txEl>
                                              <p:pRg st="2" end="2"/>
                                            </p:txEl>
                                          </p:spTgt>
                                        </p:tgtEl>
                                        <p:attrNameLst>
                                          <p:attrName>ppt_w</p:attrName>
                                        </p:attrNameLst>
                                      </p:cBhvr>
                                      <p:tavLst>
                                        <p:tav tm="0">
                                          <p:val>
                                            <p:strVal val="#ppt_w*0.70"/>
                                          </p:val>
                                        </p:tav>
                                        <p:tav tm="100000">
                                          <p:val>
                                            <p:strVal val="#ppt_w"/>
                                          </p:val>
                                        </p:tav>
                                      </p:tavLst>
                                    </p:anim>
                                    <p:anim calcmode="lin" valueType="num">
                                      <p:cBhvr>
                                        <p:cTn id="22" dur="1000" fill="hold"/>
                                        <p:tgtEl>
                                          <p:spTgt spid="3">
                                            <p:txEl>
                                              <p:pRg st="2" end="2"/>
                                            </p:txEl>
                                          </p:spTgt>
                                        </p:tgtEl>
                                        <p:attrNameLst>
                                          <p:attrName>ppt_h</p:attrName>
                                        </p:attrNameLst>
                                      </p:cBhvr>
                                      <p:tavLst>
                                        <p:tav tm="0">
                                          <p:val>
                                            <p:strVal val="#ppt_h"/>
                                          </p:val>
                                        </p:tav>
                                        <p:tav tm="100000">
                                          <p:val>
                                            <p:strVal val="#ppt_h"/>
                                          </p:val>
                                        </p:tav>
                                      </p:tavLst>
                                    </p:anim>
                                    <p:animEffect transition="in" filter="fade">
                                      <p:cBhvr>
                                        <p:cTn id="23" dur="1000"/>
                                        <p:tgtEl>
                                          <p:spTgt spid="3">
                                            <p:txEl>
                                              <p:pRg st="2" end="2"/>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p:bldLst>
  </p:timing>
</p:sld>
</file>

<file path=ppt/slides/slide1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8066" name="标题 1"/>
          <p:cNvSpPr>
            <a:spLocks noGrp="1"/>
          </p:cNvSpPr>
          <p:nvPr>
            <p:ph type="title"/>
          </p:nvPr>
        </p:nvSpPr>
        <p:spPr/>
        <p:txBody>
          <a:bodyPr/>
          <a:lstStyle/>
          <a:p>
            <a:r>
              <a:rPr lang="en-US" altLang="zh-CN" smtClean="0"/>
              <a:t>Web</a:t>
            </a:r>
            <a:r>
              <a:rPr lang="zh-CN" altLang="en-US" smtClean="0"/>
              <a:t>网站查询</a:t>
            </a:r>
          </a:p>
        </p:txBody>
      </p:sp>
      <p:sp>
        <p:nvSpPr>
          <p:cNvPr id="3" name="内容占位符 2"/>
          <p:cNvSpPr>
            <a:spLocks noGrp="1"/>
          </p:cNvSpPr>
          <p:nvPr>
            <p:ph idx="1"/>
          </p:nvPr>
        </p:nvSpPr>
        <p:spPr>
          <a:xfrm>
            <a:off x="696913" y="1458913"/>
            <a:ext cx="7772400" cy="4114800"/>
          </a:xfrm>
        </p:spPr>
        <p:txBody>
          <a:bodyPr/>
          <a:lstStyle/>
          <a:p>
            <a:r>
              <a:rPr lang="en-US" altLang="zh-CN" sz="2800" dirty="0" smtClean="0"/>
              <a:t>Web</a:t>
            </a:r>
            <a:r>
              <a:rPr lang="zh-CN" altLang="en-US" sz="2800" dirty="0" smtClean="0"/>
              <a:t>站点通常会包含其组织机构的详尽信息，比如组织结构、员工名单、日程安排等。有经验的攻击者一般会仔细浏览目标对象的</a:t>
            </a:r>
            <a:r>
              <a:rPr lang="en-US" altLang="zh-CN" sz="2800" dirty="0" smtClean="0"/>
              <a:t>Web</a:t>
            </a:r>
            <a:r>
              <a:rPr lang="zh-CN" altLang="en-US" sz="2800" dirty="0" smtClean="0"/>
              <a:t>站点，查找自己感兴趣的信息。</a:t>
            </a:r>
            <a:endParaRPr lang="en-US" altLang="zh-CN" sz="2800" dirty="0" smtClean="0"/>
          </a:p>
          <a:p>
            <a:pPr lvl="1"/>
            <a:r>
              <a:rPr lang="zh-CN" altLang="en-US" dirty="0" smtClean="0">
                <a:solidFill>
                  <a:srgbClr val="FF0000"/>
                </a:solidFill>
              </a:rPr>
              <a:t>新闻信息</a:t>
            </a:r>
            <a:r>
              <a:rPr lang="zh-CN" altLang="en-US" dirty="0" smtClean="0"/>
              <a:t>。</a:t>
            </a: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55" presetClass="entr" presetSubtype="0" fill="hold" grpId="0" nodeType="with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 calcmode="lin" valueType="num">
                                      <p:cBhvr>
                                        <p:cTn id="7" dur="1000" fill="hold"/>
                                        <p:tgtEl>
                                          <p:spTgt spid="3">
                                            <p:txEl>
                                              <p:pRg st="0" end="0"/>
                                            </p:txEl>
                                          </p:spTgt>
                                        </p:tgtEl>
                                        <p:attrNameLst>
                                          <p:attrName>ppt_w</p:attrName>
                                        </p:attrNameLst>
                                      </p:cBhvr>
                                      <p:tavLst>
                                        <p:tav tm="0">
                                          <p:val>
                                            <p:strVal val="#ppt_w*0.70"/>
                                          </p:val>
                                        </p:tav>
                                        <p:tav tm="100000">
                                          <p:val>
                                            <p:strVal val="#ppt_w"/>
                                          </p:val>
                                        </p:tav>
                                      </p:tavLst>
                                    </p:anim>
                                    <p:anim calcmode="lin" valueType="num">
                                      <p:cBhvr>
                                        <p:cTn id="8" dur="1000" fill="hold"/>
                                        <p:tgtEl>
                                          <p:spTgt spid="3">
                                            <p:txEl>
                                              <p:pRg st="0" end="0"/>
                                            </p:txEl>
                                          </p:spTgt>
                                        </p:tgtEl>
                                        <p:attrNameLst>
                                          <p:attrName>ppt_h</p:attrName>
                                        </p:attrNameLst>
                                      </p:cBhvr>
                                      <p:tavLst>
                                        <p:tav tm="0">
                                          <p:val>
                                            <p:strVal val="#ppt_h"/>
                                          </p:val>
                                        </p:tav>
                                        <p:tav tm="100000">
                                          <p:val>
                                            <p:strVal val="#ppt_h"/>
                                          </p:val>
                                        </p:tav>
                                      </p:tavLst>
                                    </p:anim>
                                    <p:animEffect transition="in" filter="fade">
                                      <p:cBhvr>
                                        <p:cTn id="9" dur="1000"/>
                                        <p:tgtEl>
                                          <p:spTgt spid="3">
                                            <p:txEl>
                                              <p:pRg st="0" end="0"/>
                                            </p:txEl>
                                          </p:spTgt>
                                        </p:tgtEl>
                                      </p:cBhvr>
                                    </p:animEffect>
                                  </p:childTnLst>
                                </p:cTn>
                              </p:par>
                            </p:childTnLst>
                          </p:cTn>
                        </p:par>
                      </p:childTnLst>
                    </p:cTn>
                  </p:par>
                  <p:par>
                    <p:cTn id="10" fill="hold">
                      <p:stCondLst>
                        <p:cond delay="indefinite"/>
                      </p:stCondLst>
                      <p:childTnLst>
                        <p:par>
                          <p:cTn id="11" fill="hold">
                            <p:stCondLst>
                              <p:cond delay="0"/>
                            </p:stCondLst>
                            <p:childTnLst>
                              <p:par>
                                <p:cTn id="12" presetID="55" presetClass="entr" presetSubtype="0" fill="hold" grpId="0" nodeType="clickEffect">
                                  <p:stCondLst>
                                    <p:cond delay="0"/>
                                  </p:stCondLst>
                                  <p:childTnLst>
                                    <p:set>
                                      <p:cBhvr>
                                        <p:cTn id="13" dur="1" fill="hold">
                                          <p:stCondLst>
                                            <p:cond delay="0"/>
                                          </p:stCondLst>
                                        </p:cTn>
                                        <p:tgtEl>
                                          <p:spTgt spid="3">
                                            <p:txEl>
                                              <p:pRg st="1" end="1"/>
                                            </p:txEl>
                                          </p:spTgt>
                                        </p:tgtEl>
                                        <p:attrNameLst>
                                          <p:attrName>style.visibility</p:attrName>
                                        </p:attrNameLst>
                                      </p:cBhvr>
                                      <p:to>
                                        <p:strVal val="visible"/>
                                      </p:to>
                                    </p:set>
                                    <p:anim calcmode="lin" valueType="num">
                                      <p:cBhvr>
                                        <p:cTn id="14" dur="1000" fill="hold"/>
                                        <p:tgtEl>
                                          <p:spTgt spid="3">
                                            <p:txEl>
                                              <p:pRg st="1" end="1"/>
                                            </p:txEl>
                                          </p:spTgt>
                                        </p:tgtEl>
                                        <p:attrNameLst>
                                          <p:attrName>ppt_w</p:attrName>
                                        </p:attrNameLst>
                                      </p:cBhvr>
                                      <p:tavLst>
                                        <p:tav tm="0">
                                          <p:val>
                                            <p:strVal val="#ppt_w*0.70"/>
                                          </p:val>
                                        </p:tav>
                                        <p:tav tm="100000">
                                          <p:val>
                                            <p:strVal val="#ppt_w"/>
                                          </p:val>
                                        </p:tav>
                                      </p:tavLst>
                                    </p:anim>
                                    <p:anim calcmode="lin" valueType="num">
                                      <p:cBhvr>
                                        <p:cTn id="15" dur="1000" fill="hold"/>
                                        <p:tgtEl>
                                          <p:spTgt spid="3">
                                            <p:txEl>
                                              <p:pRg st="1" end="1"/>
                                            </p:txEl>
                                          </p:spTgt>
                                        </p:tgtEl>
                                        <p:attrNameLst>
                                          <p:attrName>ppt_h</p:attrName>
                                        </p:attrNameLst>
                                      </p:cBhvr>
                                      <p:tavLst>
                                        <p:tav tm="0">
                                          <p:val>
                                            <p:strVal val="#ppt_h"/>
                                          </p:val>
                                        </p:tav>
                                        <p:tav tm="100000">
                                          <p:val>
                                            <p:strVal val="#ppt_h"/>
                                          </p:val>
                                        </p:tav>
                                      </p:tavLst>
                                    </p:anim>
                                    <p:animEffect transition="in" filter="fade">
                                      <p:cBhvr>
                                        <p:cTn id="16" dur="1000"/>
                                        <p:tgtEl>
                                          <p:spTgt spid="3">
                                            <p:txEl>
                                              <p:pRg st="1" end="1"/>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p:bldLst>
  </p:timing>
</p:sld>
</file>

<file path=ppt/slides/slide1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9090" name="标题 1"/>
          <p:cNvSpPr>
            <a:spLocks noGrp="1"/>
          </p:cNvSpPr>
          <p:nvPr>
            <p:ph type="title"/>
          </p:nvPr>
        </p:nvSpPr>
        <p:spPr/>
        <p:txBody>
          <a:bodyPr/>
          <a:lstStyle/>
          <a:p>
            <a:r>
              <a:rPr lang="zh-CN" altLang="en-US" smtClean="0"/>
              <a:t>情报来源</a:t>
            </a:r>
          </a:p>
        </p:txBody>
      </p:sp>
      <p:sp>
        <p:nvSpPr>
          <p:cNvPr id="89091" name="内容占位符 2"/>
          <p:cNvSpPr>
            <a:spLocks noGrp="1"/>
          </p:cNvSpPr>
          <p:nvPr>
            <p:ph idx="1"/>
          </p:nvPr>
        </p:nvSpPr>
        <p:spPr/>
        <p:txBody>
          <a:bodyPr/>
          <a:lstStyle/>
          <a:p>
            <a:r>
              <a:rPr lang="zh-CN" altLang="en-US" smtClean="0"/>
              <a:t>地方报纸：关于三部的历史沿革的文章</a:t>
            </a:r>
          </a:p>
        </p:txBody>
      </p:sp>
      <p:pic>
        <p:nvPicPr>
          <p:cNvPr id="1026" name="Picture 2"/>
          <p:cNvPicPr>
            <a:picLocks noChangeAspect="1" noChangeArrowheads="1"/>
          </p:cNvPicPr>
          <p:nvPr/>
        </p:nvPicPr>
        <p:blipFill>
          <a:blip r:embed="rId2" cstate="print"/>
          <a:srcRect/>
          <a:stretch>
            <a:fillRect/>
          </a:stretch>
        </p:blipFill>
        <p:spPr bwMode="auto">
          <a:xfrm>
            <a:off x="0" y="1255713"/>
            <a:ext cx="8945563" cy="5092700"/>
          </a:xfrm>
          <a:prstGeom prst="rect">
            <a:avLst/>
          </a:prstGeom>
          <a:noFill/>
          <a:ln w="9525">
            <a:noFill/>
            <a:miter lim="800000"/>
            <a:headEnd/>
            <a:tailEnd/>
          </a:ln>
        </p:spPr>
      </p:pic>
    </p:spTree>
  </p:cSld>
  <p:clrMapOvr>
    <a:masterClrMapping/>
  </p:clrMapOvr>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nodeType="clickEffect">
                                  <p:stCondLst>
                                    <p:cond delay="0"/>
                                  </p:stCondLst>
                                  <p:childTnLst>
                                    <p:set>
                                      <p:cBhvr>
                                        <p:cTn id="6" dur="1" fill="hold">
                                          <p:stCondLst>
                                            <p:cond delay="0"/>
                                          </p:stCondLst>
                                        </p:cTn>
                                        <p:tgtEl>
                                          <p:spTgt spid="1026"/>
                                        </p:tgtEl>
                                        <p:attrNameLst>
                                          <p:attrName>style.visibility</p:attrName>
                                        </p:attrNameLst>
                                      </p:cBhvr>
                                      <p:to>
                                        <p:strVal val="visible"/>
                                      </p:to>
                                    </p:set>
                                    <p:anim calcmode="lin" valueType="num">
                                      <p:cBhvr additive="base">
                                        <p:cTn id="7" dur="500" fill="hold"/>
                                        <p:tgtEl>
                                          <p:spTgt spid="1026"/>
                                        </p:tgtEl>
                                        <p:attrNameLst>
                                          <p:attrName>ppt_x</p:attrName>
                                        </p:attrNameLst>
                                      </p:cBhvr>
                                      <p:tavLst>
                                        <p:tav tm="0">
                                          <p:val>
                                            <p:strVal val="#ppt_x"/>
                                          </p:val>
                                        </p:tav>
                                        <p:tav tm="100000">
                                          <p:val>
                                            <p:strVal val="#ppt_x"/>
                                          </p:val>
                                        </p:tav>
                                      </p:tavLst>
                                    </p:anim>
                                    <p:anim calcmode="lin" valueType="num">
                                      <p:cBhvr additive="base">
                                        <p:cTn id="8" dur="500" fill="hold"/>
                                        <p:tgtEl>
                                          <p:spTgt spid="1026"/>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0114" name="标题 1"/>
          <p:cNvSpPr>
            <a:spLocks noGrp="1"/>
          </p:cNvSpPr>
          <p:nvPr>
            <p:ph type="title"/>
          </p:nvPr>
        </p:nvSpPr>
        <p:spPr/>
        <p:txBody>
          <a:bodyPr/>
          <a:lstStyle/>
          <a:p>
            <a:r>
              <a:rPr lang="zh-CN" altLang="en-US" smtClean="0"/>
              <a:t>情报来源</a:t>
            </a:r>
          </a:p>
        </p:txBody>
      </p:sp>
      <p:sp>
        <p:nvSpPr>
          <p:cNvPr id="90115" name="内容占位符 2"/>
          <p:cNvSpPr>
            <a:spLocks noGrp="1"/>
          </p:cNvSpPr>
          <p:nvPr>
            <p:ph idx="1"/>
          </p:nvPr>
        </p:nvSpPr>
        <p:spPr/>
        <p:txBody>
          <a:bodyPr/>
          <a:lstStyle/>
          <a:p>
            <a:r>
              <a:rPr lang="zh-CN" altLang="en-US" smtClean="0"/>
              <a:t>解放军报和中国军网的相关报道</a:t>
            </a:r>
          </a:p>
        </p:txBody>
      </p:sp>
      <p:pic>
        <p:nvPicPr>
          <p:cNvPr id="4098" name="Picture 2"/>
          <p:cNvPicPr>
            <a:picLocks noChangeAspect="1" noChangeArrowheads="1"/>
          </p:cNvPicPr>
          <p:nvPr/>
        </p:nvPicPr>
        <p:blipFill>
          <a:blip r:embed="rId2" cstate="print"/>
          <a:srcRect/>
          <a:stretch>
            <a:fillRect/>
          </a:stretch>
        </p:blipFill>
        <p:spPr bwMode="auto">
          <a:xfrm>
            <a:off x="0" y="1362075"/>
            <a:ext cx="9144000" cy="5495925"/>
          </a:xfrm>
          <a:prstGeom prst="rect">
            <a:avLst/>
          </a:prstGeom>
          <a:noFill/>
          <a:ln w="9525">
            <a:noFill/>
            <a:miter lim="800000"/>
            <a:headEnd/>
            <a:tailEnd/>
          </a:ln>
        </p:spPr>
      </p:pic>
      <p:pic>
        <p:nvPicPr>
          <p:cNvPr id="4099" name="Picture 3"/>
          <p:cNvPicPr>
            <a:picLocks noChangeAspect="1" noChangeArrowheads="1"/>
          </p:cNvPicPr>
          <p:nvPr/>
        </p:nvPicPr>
        <p:blipFill>
          <a:blip r:embed="rId3" cstate="print"/>
          <a:srcRect/>
          <a:stretch>
            <a:fillRect/>
          </a:stretch>
        </p:blipFill>
        <p:spPr bwMode="auto">
          <a:xfrm>
            <a:off x="293688" y="1101725"/>
            <a:ext cx="8850312" cy="5727700"/>
          </a:xfrm>
          <a:prstGeom prst="rect">
            <a:avLst/>
          </a:prstGeom>
          <a:noFill/>
          <a:ln w="9525">
            <a:noFill/>
            <a:miter lim="800000"/>
            <a:headEnd/>
            <a:tailEnd/>
          </a:ln>
        </p:spPr>
      </p:pic>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nodeType="clickEffect">
                                  <p:stCondLst>
                                    <p:cond delay="0"/>
                                  </p:stCondLst>
                                  <p:childTnLst>
                                    <p:set>
                                      <p:cBhvr>
                                        <p:cTn id="6" dur="1" fill="hold">
                                          <p:stCondLst>
                                            <p:cond delay="0"/>
                                          </p:stCondLst>
                                        </p:cTn>
                                        <p:tgtEl>
                                          <p:spTgt spid="4098"/>
                                        </p:tgtEl>
                                        <p:attrNameLst>
                                          <p:attrName>style.visibility</p:attrName>
                                        </p:attrNameLst>
                                      </p:cBhvr>
                                      <p:to>
                                        <p:strVal val="visible"/>
                                      </p:to>
                                    </p:set>
                                    <p:anim calcmode="lin" valueType="num">
                                      <p:cBhvr additive="base">
                                        <p:cTn id="7" dur="500" fill="hold"/>
                                        <p:tgtEl>
                                          <p:spTgt spid="4098"/>
                                        </p:tgtEl>
                                        <p:attrNameLst>
                                          <p:attrName>ppt_x</p:attrName>
                                        </p:attrNameLst>
                                      </p:cBhvr>
                                      <p:tavLst>
                                        <p:tav tm="0">
                                          <p:val>
                                            <p:strVal val="#ppt_x"/>
                                          </p:val>
                                        </p:tav>
                                        <p:tav tm="100000">
                                          <p:val>
                                            <p:strVal val="#ppt_x"/>
                                          </p:val>
                                        </p:tav>
                                      </p:tavLst>
                                    </p:anim>
                                    <p:anim calcmode="lin" valueType="num">
                                      <p:cBhvr additive="base">
                                        <p:cTn id="8" dur="500" fill="hold"/>
                                        <p:tgtEl>
                                          <p:spTgt spid="4098"/>
                                        </p:tgtEl>
                                        <p:attrNameLst>
                                          <p:attrName>ppt_y</p:attrName>
                                        </p:attrNameLst>
                                      </p:cBhvr>
                                      <p:tavLst>
                                        <p:tav tm="0">
                                          <p:val>
                                            <p:strVal val="1+#ppt_h/2"/>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2" presetClass="entr" presetSubtype="4" fill="hold" nodeType="clickEffect">
                                  <p:stCondLst>
                                    <p:cond delay="0"/>
                                  </p:stCondLst>
                                  <p:childTnLst>
                                    <p:set>
                                      <p:cBhvr>
                                        <p:cTn id="12" dur="1" fill="hold">
                                          <p:stCondLst>
                                            <p:cond delay="0"/>
                                          </p:stCondLst>
                                        </p:cTn>
                                        <p:tgtEl>
                                          <p:spTgt spid="4099"/>
                                        </p:tgtEl>
                                        <p:attrNameLst>
                                          <p:attrName>style.visibility</p:attrName>
                                        </p:attrNameLst>
                                      </p:cBhvr>
                                      <p:to>
                                        <p:strVal val="visible"/>
                                      </p:to>
                                    </p:set>
                                    <p:anim calcmode="lin" valueType="num">
                                      <p:cBhvr additive="base">
                                        <p:cTn id="13" dur="500" fill="hold"/>
                                        <p:tgtEl>
                                          <p:spTgt spid="4099"/>
                                        </p:tgtEl>
                                        <p:attrNameLst>
                                          <p:attrName>ppt_x</p:attrName>
                                        </p:attrNameLst>
                                      </p:cBhvr>
                                      <p:tavLst>
                                        <p:tav tm="0">
                                          <p:val>
                                            <p:strVal val="#ppt_x"/>
                                          </p:val>
                                        </p:tav>
                                        <p:tav tm="100000">
                                          <p:val>
                                            <p:strVal val="#ppt_x"/>
                                          </p:val>
                                        </p:tav>
                                      </p:tavLst>
                                    </p:anim>
                                    <p:anim calcmode="lin" valueType="num">
                                      <p:cBhvr additive="base">
                                        <p:cTn id="14" dur="500" fill="hold"/>
                                        <p:tgtEl>
                                          <p:spTgt spid="4099"/>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2162" name="标题 1"/>
          <p:cNvSpPr>
            <a:spLocks noGrp="1"/>
          </p:cNvSpPr>
          <p:nvPr>
            <p:ph type="title"/>
          </p:nvPr>
        </p:nvSpPr>
        <p:spPr/>
        <p:txBody>
          <a:bodyPr/>
          <a:lstStyle/>
          <a:p>
            <a:r>
              <a:rPr lang="zh-CN" altLang="en-US" smtClean="0"/>
              <a:t>情报来源</a:t>
            </a:r>
          </a:p>
        </p:txBody>
      </p:sp>
      <p:sp>
        <p:nvSpPr>
          <p:cNvPr id="92163" name="内容占位符 2"/>
          <p:cNvSpPr>
            <a:spLocks noGrp="1"/>
          </p:cNvSpPr>
          <p:nvPr>
            <p:ph idx="1"/>
          </p:nvPr>
        </p:nvSpPr>
        <p:spPr/>
        <p:txBody>
          <a:bodyPr/>
          <a:lstStyle/>
          <a:p>
            <a:r>
              <a:rPr lang="zh-CN" altLang="en-US" smtClean="0"/>
              <a:t>地方政府网站新闻</a:t>
            </a:r>
            <a:endParaRPr lang="en-US" altLang="zh-CN" smtClean="0"/>
          </a:p>
          <a:p>
            <a:pPr lvl="1"/>
            <a:r>
              <a:rPr lang="zh-CN" altLang="en-US" smtClean="0"/>
              <a:t>部队领导参与地方活动，新闻标题泄露身份</a:t>
            </a:r>
            <a:endParaRPr lang="en-US" altLang="zh-CN" smtClean="0"/>
          </a:p>
          <a:p>
            <a:pPr lvl="1"/>
            <a:r>
              <a:rPr lang="zh-CN" altLang="en-US" smtClean="0"/>
              <a:t>根据同一地方不同时间出现的领导推断该单位领导层的变迁</a:t>
            </a:r>
          </a:p>
        </p:txBody>
      </p:sp>
      <p:pic>
        <p:nvPicPr>
          <p:cNvPr id="3074" name="Picture 2"/>
          <p:cNvPicPr>
            <a:picLocks noChangeAspect="1" noChangeArrowheads="1"/>
          </p:cNvPicPr>
          <p:nvPr/>
        </p:nvPicPr>
        <p:blipFill>
          <a:blip r:embed="rId2" cstate="print"/>
          <a:srcRect/>
          <a:stretch>
            <a:fillRect/>
          </a:stretch>
        </p:blipFill>
        <p:spPr bwMode="auto">
          <a:xfrm>
            <a:off x="0" y="1227138"/>
            <a:ext cx="8975725" cy="5257800"/>
          </a:xfrm>
          <a:prstGeom prst="rect">
            <a:avLst/>
          </a:prstGeom>
          <a:noFill/>
          <a:ln w="9525">
            <a:noFill/>
            <a:miter lim="800000"/>
            <a:headEnd/>
            <a:tailEnd/>
          </a:ln>
        </p:spPr>
      </p:pic>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nodeType="clickEffect">
                                  <p:stCondLst>
                                    <p:cond delay="0"/>
                                  </p:stCondLst>
                                  <p:childTnLst>
                                    <p:set>
                                      <p:cBhvr>
                                        <p:cTn id="6" dur="1" fill="hold">
                                          <p:stCondLst>
                                            <p:cond delay="0"/>
                                          </p:stCondLst>
                                        </p:cTn>
                                        <p:tgtEl>
                                          <p:spTgt spid="3074"/>
                                        </p:tgtEl>
                                        <p:attrNameLst>
                                          <p:attrName>style.visibility</p:attrName>
                                        </p:attrNameLst>
                                      </p:cBhvr>
                                      <p:to>
                                        <p:strVal val="visible"/>
                                      </p:to>
                                    </p:set>
                                    <p:anim calcmode="lin" valueType="num">
                                      <p:cBhvr additive="base">
                                        <p:cTn id="7" dur="500" fill="hold"/>
                                        <p:tgtEl>
                                          <p:spTgt spid="3074"/>
                                        </p:tgtEl>
                                        <p:attrNameLst>
                                          <p:attrName>ppt_x</p:attrName>
                                        </p:attrNameLst>
                                      </p:cBhvr>
                                      <p:tavLst>
                                        <p:tav tm="0">
                                          <p:val>
                                            <p:strVal val="#ppt_x"/>
                                          </p:val>
                                        </p:tav>
                                        <p:tav tm="100000">
                                          <p:val>
                                            <p:strVal val="#ppt_x"/>
                                          </p:val>
                                        </p:tav>
                                      </p:tavLst>
                                    </p:anim>
                                    <p:anim calcmode="lin" valueType="num">
                                      <p:cBhvr additive="base">
                                        <p:cTn id="8" dur="500" fill="hold"/>
                                        <p:tgtEl>
                                          <p:spTgt spid="3074"/>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3186" name="标题 1"/>
          <p:cNvSpPr>
            <a:spLocks noGrp="1"/>
          </p:cNvSpPr>
          <p:nvPr>
            <p:ph type="title"/>
          </p:nvPr>
        </p:nvSpPr>
        <p:spPr/>
        <p:txBody>
          <a:bodyPr/>
          <a:lstStyle/>
          <a:p>
            <a:r>
              <a:rPr lang="zh-CN" altLang="en-US" smtClean="0"/>
              <a:t>情报来源</a:t>
            </a:r>
          </a:p>
        </p:txBody>
      </p:sp>
      <p:sp>
        <p:nvSpPr>
          <p:cNvPr id="93187" name="内容占位符 2"/>
          <p:cNvSpPr>
            <a:spLocks noGrp="1"/>
          </p:cNvSpPr>
          <p:nvPr>
            <p:ph idx="1"/>
          </p:nvPr>
        </p:nvSpPr>
        <p:spPr/>
        <p:txBody>
          <a:bodyPr/>
          <a:lstStyle/>
          <a:p>
            <a:r>
              <a:rPr lang="zh-CN" altLang="en-US" smtClean="0"/>
              <a:t>地方政府网站新闻：</a:t>
            </a:r>
            <a:endParaRPr lang="en-US" altLang="zh-CN" smtClean="0"/>
          </a:p>
          <a:p>
            <a:pPr>
              <a:buFont typeface="Wingdings" panose="05000000000000000000" pitchFamily="2" charset="2"/>
              <a:buNone/>
            </a:pPr>
            <a:r>
              <a:rPr lang="en-US" altLang="zh-CN" smtClean="0"/>
              <a:t>	</a:t>
            </a:r>
            <a:r>
              <a:rPr lang="zh-CN" altLang="en-US" smtClean="0"/>
              <a:t>地方领导慰问走访部队，按时节规律出现</a:t>
            </a:r>
          </a:p>
        </p:txBody>
      </p:sp>
      <p:pic>
        <p:nvPicPr>
          <p:cNvPr id="5122" name="Picture 2"/>
          <p:cNvPicPr>
            <a:picLocks noChangeAspect="1" noChangeArrowheads="1"/>
          </p:cNvPicPr>
          <p:nvPr/>
        </p:nvPicPr>
        <p:blipFill>
          <a:blip r:embed="rId2" cstate="print"/>
          <a:srcRect/>
          <a:stretch>
            <a:fillRect/>
          </a:stretch>
        </p:blipFill>
        <p:spPr bwMode="auto">
          <a:xfrm>
            <a:off x="273050" y="1212850"/>
            <a:ext cx="8870950" cy="5167313"/>
          </a:xfrm>
          <a:prstGeom prst="rect">
            <a:avLst/>
          </a:prstGeom>
          <a:noFill/>
          <a:ln w="9525">
            <a:noFill/>
            <a:miter lim="800000"/>
            <a:headEnd/>
            <a:tailEnd/>
          </a:ln>
        </p:spPr>
      </p:pic>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nodeType="clickEffect">
                                  <p:stCondLst>
                                    <p:cond delay="0"/>
                                  </p:stCondLst>
                                  <p:childTnLst>
                                    <p:set>
                                      <p:cBhvr>
                                        <p:cTn id="6" dur="1" fill="hold">
                                          <p:stCondLst>
                                            <p:cond delay="0"/>
                                          </p:stCondLst>
                                        </p:cTn>
                                        <p:tgtEl>
                                          <p:spTgt spid="5122"/>
                                        </p:tgtEl>
                                        <p:attrNameLst>
                                          <p:attrName>style.visibility</p:attrName>
                                        </p:attrNameLst>
                                      </p:cBhvr>
                                      <p:to>
                                        <p:strVal val="visible"/>
                                      </p:to>
                                    </p:set>
                                    <p:anim calcmode="lin" valueType="num">
                                      <p:cBhvr additive="base">
                                        <p:cTn id="7" dur="500" fill="hold"/>
                                        <p:tgtEl>
                                          <p:spTgt spid="5122"/>
                                        </p:tgtEl>
                                        <p:attrNameLst>
                                          <p:attrName>ppt_x</p:attrName>
                                        </p:attrNameLst>
                                      </p:cBhvr>
                                      <p:tavLst>
                                        <p:tav tm="0">
                                          <p:val>
                                            <p:strVal val="#ppt_x"/>
                                          </p:val>
                                        </p:tav>
                                        <p:tav tm="100000">
                                          <p:val>
                                            <p:strVal val="#ppt_x"/>
                                          </p:val>
                                        </p:tav>
                                      </p:tavLst>
                                    </p:anim>
                                    <p:anim calcmode="lin" valueType="num">
                                      <p:cBhvr additive="base">
                                        <p:cTn id="8" dur="500" fill="hold"/>
                                        <p:tgtEl>
                                          <p:spTgt spid="5122"/>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4210" name="标题 1"/>
          <p:cNvSpPr>
            <a:spLocks noGrp="1"/>
          </p:cNvSpPr>
          <p:nvPr>
            <p:ph type="title"/>
          </p:nvPr>
        </p:nvSpPr>
        <p:spPr/>
        <p:txBody>
          <a:bodyPr/>
          <a:lstStyle/>
          <a:p>
            <a:r>
              <a:rPr lang="zh-CN" altLang="en-US" smtClean="0"/>
              <a:t>情报来源</a:t>
            </a:r>
          </a:p>
        </p:txBody>
      </p:sp>
      <p:sp>
        <p:nvSpPr>
          <p:cNvPr id="94211" name="内容占位符 2"/>
          <p:cNvSpPr>
            <a:spLocks noGrp="1"/>
          </p:cNvSpPr>
          <p:nvPr>
            <p:ph idx="1"/>
          </p:nvPr>
        </p:nvSpPr>
        <p:spPr/>
        <p:txBody>
          <a:bodyPr/>
          <a:lstStyle/>
          <a:p>
            <a:r>
              <a:rPr lang="zh-CN" altLang="en-US" smtClean="0"/>
              <a:t>地方高校发布新闻涵盖部队信息</a:t>
            </a:r>
          </a:p>
        </p:txBody>
      </p:sp>
      <p:pic>
        <p:nvPicPr>
          <p:cNvPr id="6146" name="Picture 2"/>
          <p:cNvPicPr>
            <a:picLocks noChangeAspect="1" noChangeArrowheads="1"/>
          </p:cNvPicPr>
          <p:nvPr/>
        </p:nvPicPr>
        <p:blipFill>
          <a:blip r:embed="rId2" cstate="print"/>
          <a:srcRect/>
          <a:stretch>
            <a:fillRect/>
          </a:stretch>
        </p:blipFill>
        <p:spPr bwMode="auto">
          <a:xfrm>
            <a:off x="0" y="2270125"/>
            <a:ext cx="9144000" cy="2317750"/>
          </a:xfrm>
          <a:prstGeom prst="rect">
            <a:avLst/>
          </a:prstGeom>
          <a:noFill/>
          <a:ln w="9525">
            <a:noFill/>
            <a:miter lim="800000"/>
            <a:headEnd/>
            <a:tailEnd/>
          </a:ln>
        </p:spPr>
      </p:pic>
      <p:pic>
        <p:nvPicPr>
          <p:cNvPr id="6147" name="Picture 3"/>
          <p:cNvPicPr>
            <a:picLocks noChangeAspect="1" noChangeArrowheads="1"/>
          </p:cNvPicPr>
          <p:nvPr/>
        </p:nvPicPr>
        <p:blipFill>
          <a:blip r:embed="rId3" cstate="print"/>
          <a:srcRect/>
          <a:stretch>
            <a:fillRect/>
          </a:stretch>
        </p:blipFill>
        <p:spPr bwMode="auto">
          <a:xfrm>
            <a:off x="0" y="1312863"/>
            <a:ext cx="9077325" cy="5167312"/>
          </a:xfrm>
          <a:prstGeom prst="rect">
            <a:avLst/>
          </a:prstGeom>
          <a:noFill/>
          <a:ln w="9525">
            <a:noFill/>
            <a:miter lim="800000"/>
            <a:headEnd/>
            <a:tailEnd/>
          </a:ln>
        </p:spPr>
      </p:pic>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nodeType="clickEffect">
                                  <p:stCondLst>
                                    <p:cond delay="0"/>
                                  </p:stCondLst>
                                  <p:childTnLst>
                                    <p:set>
                                      <p:cBhvr>
                                        <p:cTn id="6" dur="1" fill="hold">
                                          <p:stCondLst>
                                            <p:cond delay="0"/>
                                          </p:stCondLst>
                                        </p:cTn>
                                        <p:tgtEl>
                                          <p:spTgt spid="6146"/>
                                        </p:tgtEl>
                                        <p:attrNameLst>
                                          <p:attrName>style.visibility</p:attrName>
                                        </p:attrNameLst>
                                      </p:cBhvr>
                                      <p:to>
                                        <p:strVal val="visible"/>
                                      </p:to>
                                    </p:set>
                                    <p:anim calcmode="lin" valueType="num">
                                      <p:cBhvr additive="base">
                                        <p:cTn id="7" dur="500" fill="hold"/>
                                        <p:tgtEl>
                                          <p:spTgt spid="6146"/>
                                        </p:tgtEl>
                                        <p:attrNameLst>
                                          <p:attrName>ppt_x</p:attrName>
                                        </p:attrNameLst>
                                      </p:cBhvr>
                                      <p:tavLst>
                                        <p:tav tm="0">
                                          <p:val>
                                            <p:strVal val="#ppt_x"/>
                                          </p:val>
                                        </p:tav>
                                        <p:tav tm="100000">
                                          <p:val>
                                            <p:strVal val="#ppt_x"/>
                                          </p:val>
                                        </p:tav>
                                      </p:tavLst>
                                    </p:anim>
                                    <p:anim calcmode="lin" valueType="num">
                                      <p:cBhvr additive="base">
                                        <p:cTn id="8" dur="500" fill="hold"/>
                                        <p:tgtEl>
                                          <p:spTgt spid="6146"/>
                                        </p:tgtEl>
                                        <p:attrNameLst>
                                          <p:attrName>ppt_y</p:attrName>
                                        </p:attrNameLst>
                                      </p:cBhvr>
                                      <p:tavLst>
                                        <p:tav tm="0">
                                          <p:val>
                                            <p:strVal val="1+#ppt_h/2"/>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2" presetClass="entr" presetSubtype="4" fill="hold" nodeType="clickEffect">
                                  <p:stCondLst>
                                    <p:cond delay="0"/>
                                  </p:stCondLst>
                                  <p:childTnLst>
                                    <p:set>
                                      <p:cBhvr>
                                        <p:cTn id="12" dur="1" fill="hold">
                                          <p:stCondLst>
                                            <p:cond delay="0"/>
                                          </p:stCondLst>
                                        </p:cTn>
                                        <p:tgtEl>
                                          <p:spTgt spid="6147"/>
                                        </p:tgtEl>
                                        <p:attrNameLst>
                                          <p:attrName>style.visibility</p:attrName>
                                        </p:attrNameLst>
                                      </p:cBhvr>
                                      <p:to>
                                        <p:strVal val="visible"/>
                                      </p:to>
                                    </p:set>
                                    <p:anim calcmode="lin" valueType="num">
                                      <p:cBhvr additive="base">
                                        <p:cTn id="13" dur="500" fill="hold"/>
                                        <p:tgtEl>
                                          <p:spTgt spid="6147"/>
                                        </p:tgtEl>
                                        <p:attrNameLst>
                                          <p:attrName>ppt_x</p:attrName>
                                        </p:attrNameLst>
                                      </p:cBhvr>
                                      <p:tavLst>
                                        <p:tav tm="0">
                                          <p:val>
                                            <p:strVal val="#ppt_x"/>
                                          </p:val>
                                        </p:tav>
                                        <p:tav tm="100000">
                                          <p:val>
                                            <p:strVal val="#ppt_x"/>
                                          </p:val>
                                        </p:tav>
                                      </p:tavLst>
                                    </p:anim>
                                    <p:anim calcmode="lin" valueType="num">
                                      <p:cBhvr additive="base">
                                        <p:cTn id="14" dur="500" fill="hold"/>
                                        <p:tgtEl>
                                          <p:spTgt spid="6147"/>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5234" name="标题 1"/>
          <p:cNvSpPr>
            <a:spLocks noGrp="1"/>
          </p:cNvSpPr>
          <p:nvPr>
            <p:ph type="title"/>
          </p:nvPr>
        </p:nvSpPr>
        <p:spPr/>
        <p:txBody>
          <a:bodyPr/>
          <a:lstStyle/>
          <a:p>
            <a:r>
              <a:rPr lang="zh-CN" altLang="en-US" smtClean="0"/>
              <a:t>情报来源</a:t>
            </a:r>
          </a:p>
        </p:txBody>
      </p:sp>
      <p:sp>
        <p:nvSpPr>
          <p:cNvPr id="95235" name="内容占位符 2"/>
          <p:cNvSpPr>
            <a:spLocks noGrp="1"/>
          </p:cNvSpPr>
          <p:nvPr>
            <p:ph idx="1"/>
          </p:nvPr>
        </p:nvSpPr>
        <p:spPr/>
        <p:txBody>
          <a:bodyPr/>
          <a:lstStyle/>
          <a:p>
            <a:r>
              <a:rPr lang="zh-CN" altLang="en-US" smtClean="0"/>
              <a:t>学术期刊：</a:t>
            </a:r>
            <a:endParaRPr lang="en-US" altLang="zh-CN" smtClean="0"/>
          </a:p>
          <a:p>
            <a:pPr lvl="1"/>
            <a:r>
              <a:rPr lang="zh-CN" altLang="en-US" smtClean="0"/>
              <a:t>通过署名单位番号</a:t>
            </a:r>
            <a:r>
              <a:rPr lang="en-US" altLang="zh-CN" smtClean="0"/>
              <a:t>+</a:t>
            </a:r>
            <a:r>
              <a:rPr lang="zh-CN" altLang="en-US" smtClean="0"/>
              <a:t>研究内容来推断该单位的研究内容和现状</a:t>
            </a:r>
          </a:p>
        </p:txBody>
      </p:sp>
      <p:pic>
        <p:nvPicPr>
          <p:cNvPr id="7170" name="Picture 2"/>
          <p:cNvPicPr>
            <a:picLocks noChangeAspect="1" noChangeArrowheads="1"/>
          </p:cNvPicPr>
          <p:nvPr/>
        </p:nvPicPr>
        <p:blipFill>
          <a:blip r:embed="rId2" cstate="print"/>
          <a:srcRect/>
          <a:stretch>
            <a:fillRect/>
          </a:stretch>
        </p:blipFill>
        <p:spPr bwMode="auto">
          <a:xfrm>
            <a:off x="0" y="1222375"/>
            <a:ext cx="9144000" cy="5194300"/>
          </a:xfrm>
          <a:prstGeom prst="rect">
            <a:avLst/>
          </a:prstGeom>
          <a:noFill/>
          <a:ln w="9525">
            <a:noFill/>
            <a:miter lim="800000"/>
            <a:headEnd/>
            <a:tailEnd/>
          </a:ln>
        </p:spPr>
      </p:pic>
      <p:pic>
        <p:nvPicPr>
          <p:cNvPr id="7171" name="Picture 3"/>
          <p:cNvPicPr>
            <a:picLocks noChangeAspect="1" noChangeArrowheads="1"/>
          </p:cNvPicPr>
          <p:nvPr/>
        </p:nvPicPr>
        <p:blipFill>
          <a:blip r:embed="rId3" cstate="print"/>
          <a:srcRect/>
          <a:stretch>
            <a:fillRect/>
          </a:stretch>
        </p:blipFill>
        <p:spPr bwMode="auto">
          <a:xfrm>
            <a:off x="0" y="2084388"/>
            <a:ext cx="9144000" cy="3733800"/>
          </a:xfrm>
          <a:prstGeom prst="rect">
            <a:avLst/>
          </a:prstGeom>
          <a:noFill/>
          <a:ln w="9525">
            <a:noFill/>
            <a:miter lim="800000"/>
            <a:headEnd/>
            <a:tailEnd/>
          </a:ln>
        </p:spPr>
      </p:pic>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nodeType="clickEffect">
                                  <p:stCondLst>
                                    <p:cond delay="0"/>
                                  </p:stCondLst>
                                  <p:childTnLst>
                                    <p:set>
                                      <p:cBhvr>
                                        <p:cTn id="6" dur="1" fill="hold">
                                          <p:stCondLst>
                                            <p:cond delay="0"/>
                                          </p:stCondLst>
                                        </p:cTn>
                                        <p:tgtEl>
                                          <p:spTgt spid="7170"/>
                                        </p:tgtEl>
                                        <p:attrNameLst>
                                          <p:attrName>style.visibility</p:attrName>
                                        </p:attrNameLst>
                                      </p:cBhvr>
                                      <p:to>
                                        <p:strVal val="visible"/>
                                      </p:to>
                                    </p:set>
                                    <p:anim calcmode="lin" valueType="num">
                                      <p:cBhvr additive="base">
                                        <p:cTn id="7" dur="500" fill="hold"/>
                                        <p:tgtEl>
                                          <p:spTgt spid="7170"/>
                                        </p:tgtEl>
                                        <p:attrNameLst>
                                          <p:attrName>ppt_x</p:attrName>
                                        </p:attrNameLst>
                                      </p:cBhvr>
                                      <p:tavLst>
                                        <p:tav tm="0">
                                          <p:val>
                                            <p:strVal val="#ppt_x"/>
                                          </p:val>
                                        </p:tav>
                                        <p:tav tm="100000">
                                          <p:val>
                                            <p:strVal val="#ppt_x"/>
                                          </p:val>
                                        </p:tav>
                                      </p:tavLst>
                                    </p:anim>
                                    <p:anim calcmode="lin" valueType="num">
                                      <p:cBhvr additive="base">
                                        <p:cTn id="8" dur="500" fill="hold"/>
                                        <p:tgtEl>
                                          <p:spTgt spid="7170"/>
                                        </p:tgtEl>
                                        <p:attrNameLst>
                                          <p:attrName>ppt_y</p:attrName>
                                        </p:attrNameLst>
                                      </p:cBhvr>
                                      <p:tavLst>
                                        <p:tav tm="0">
                                          <p:val>
                                            <p:strVal val="1+#ppt_h/2"/>
                                          </p:val>
                                        </p:tav>
                                        <p:tav tm="100000">
                                          <p:val>
                                            <p:strVal val="#ppt_y"/>
                                          </p:val>
                                        </p:tav>
                                      </p:tavLst>
                                    </p:anim>
                                  </p:childTnLst>
                                  <p:subTnLst>
                                    <p:set>
                                      <p:cBhvr override="childStyle">
                                        <p:cTn dur="1" fill="hold" display="0" masterRel="nextClick" afterEffect="1"/>
                                        <p:tgtEl>
                                          <p:spTgt spid="7170"/>
                                        </p:tgtEl>
                                        <p:attrNameLst>
                                          <p:attrName>style.visibility</p:attrName>
                                        </p:attrNameLst>
                                      </p:cBhvr>
                                      <p:to>
                                        <p:strVal val="hidden"/>
                                      </p:to>
                                    </p:set>
                                  </p:subTnLst>
                                </p:cTn>
                              </p:par>
                            </p:childTnLst>
                          </p:cTn>
                        </p:par>
                      </p:childTnLst>
                    </p:cTn>
                  </p:par>
                  <p:par>
                    <p:cTn id="9" fill="hold">
                      <p:stCondLst>
                        <p:cond delay="indefinite"/>
                      </p:stCondLst>
                      <p:childTnLst>
                        <p:par>
                          <p:cTn id="10" fill="hold">
                            <p:stCondLst>
                              <p:cond delay="0"/>
                            </p:stCondLst>
                            <p:childTnLst>
                              <p:par>
                                <p:cTn id="11" presetID="2" presetClass="entr" presetSubtype="4" fill="hold" nodeType="clickEffect">
                                  <p:stCondLst>
                                    <p:cond delay="0"/>
                                  </p:stCondLst>
                                  <p:childTnLst>
                                    <p:set>
                                      <p:cBhvr>
                                        <p:cTn id="12" dur="1" fill="hold">
                                          <p:stCondLst>
                                            <p:cond delay="0"/>
                                          </p:stCondLst>
                                        </p:cTn>
                                        <p:tgtEl>
                                          <p:spTgt spid="7171"/>
                                        </p:tgtEl>
                                        <p:attrNameLst>
                                          <p:attrName>style.visibility</p:attrName>
                                        </p:attrNameLst>
                                      </p:cBhvr>
                                      <p:to>
                                        <p:strVal val="visible"/>
                                      </p:to>
                                    </p:set>
                                    <p:anim calcmode="lin" valueType="num">
                                      <p:cBhvr additive="base">
                                        <p:cTn id="13" dur="500" fill="hold"/>
                                        <p:tgtEl>
                                          <p:spTgt spid="7171"/>
                                        </p:tgtEl>
                                        <p:attrNameLst>
                                          <p:attrName>ppt_x</p:attrName>
                                        </p:attrNameLst>
                                      </p:cBhvr>
                                      <p:tavLst>
                                        <p:tav tm="0">
                                          <p:val>
                                            <p:strVal val="#ppt_x"/>
                                          </p:val>
                                        </p:tav>
                                        <p:tav tm="100000">
                                          <p:val>
                                            <p:strVal val="#ppt_x"/>
                                          </p:val>
                                        </p:tav>
                                      </p:tavLst>
                                    </p:anim>
                                    <p:anim calcmode="lin" valueType="num">
                                      <p:cBhvr additive="base">
                                        <p:cTn id="14" dur="500" fill="hold"/>
                                        <p:tgtEl>
                                          <p:spTgt spid="7171"/>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6259" name="Rectangle 2"/>
          <p:cNvSpPr>
            <a:spLocks noGrp="1" noChangeArrowheads="1"/>
          </p:cNvSpPr>
          <p:nvPr>
            <p:ph type="title"/>
          </p:nvPr>
        </p:nvSpPr>
        <p:spPr/>
        <p:txBody>
          <a:bodyPr/>
          <a:lstStyle/>
          <a:p>
            <a:pPr eaLnBrk="1" hangingPunct="1"/>
            <a:r>
              <a:rPr lang="zh-CN" altLang="en-US" smtClean="0"/>
              <a:t>其它非技术侦察手段</a:t>
            </a:r>
            <a:endParaRPr lang="en-US" altLang="zh-CN" smtClean="0"/>
          </a:p>
        </p:txBody>
      </p:sp>
      <p:sp>
        <p:nvSpPr>
          <p:cNvPr id="440323" name="Rectangle 3"/>
          <p:cNvSpPr>
            <a:spLocks noGrp="1" noChangeArrowheads="1"/>
          </p:cNvSpPr>
          <p:nvPr>
            <p:ph type="body" idx="1"/>
          </p:nvPr>
        </p:nvSpPr>
        <p:spPr>
          <a:xfrm>
            <a:off x="668338" y="1420813"/>
            <a:ext cx="7772400" cy="4114800"/>
          </a:xfrm>
        </p:spPr>
        <p:txBody>
          <a:bodyPr/>
          <a:lstStyle/>
          <a:p>
            <a:pPr eaLnBrk="1" hangingPunct="1"/>
            <a:r>
              <a:rPr lang="zh-CN" altLang="en-US" sz="2800" dirty="0" smtClean="0">
                <a:solidFill>
                  <a:srgbClr val="0000FF"/>
                </a:solidFill>
              </a:rPr>
              <a:t>直接混进组织内部</a:t>
            </a:r>
            <a:r>
              <a:rPr lang="zh-CN" altLang="en-US" sz="2800" dirty="0" smtClean="0"/>
              <a:t>：直接混入组织内部，获取与目标公司相关的敏感信息或放置恶意软件，或者窃走</a:t>
            </a:r>
            <a:r>
              <a:rPr lang="en-US" altLang="zh-CN" sz="2800" dirty="0" smtClean="0"/>
              <a:t>U</a:t>
            </a:r>
            <a:r>
              <a:rPr lang="zh-CN" altLang="en-US" sz="2800" dirty="0" smtClean="0"/>
              <a:t>盘、硬盘甚至是整台存放敏感数据的计算机。</a:t>
            </a:r>
          </a:p>
          <a:p>
            <a:pPr eaLnBrk="1" hangingPunct="1"/>
            <a:r>
              <a:rPr lang="zh-CN" altLang="en-US" sz="2800" dirty="0" smtClean="0">
                <a:solidFill>
                  <a:srgbClr val="0000FF"/>
                </a:solidFill>
              </a:rPr>
              <a:t>垃圾搜寻</a:t>
            </a:r>
            <a:r>
              <a:rPr lang="zh-CN" altLang="en-US" sz="2800" dirty="0" smtClean="0"/>
              <a:t>：即在一个组织的垃圾桶里仔细搜寻、查找敏感信息。包括寻找包含敏感数据的废纸、</a:t>
            </a:r>
            <a:r>
              <a:rPr lang="en-US" altLang="zh-CN" sz="2800" dirty="0" smtClean="0"/>
              <a:t>CD/DVD</a:t>
            </a:r>
            <a:r>
              <a:rPr lang="zh-CN" altLang="en-US" sz="2800" dirty="0" smtClean="0"/>
              <a:t>、软盘</a:t>
            </a:r>
            <a:r>
              <a:rPr lang="en-US" altLang="zh-CN" sz="2800" dirty="0" smtClean="0"/>
              <a:t>/</a:t>
            </a:r>
            <a:r>
              <a:rPr lang="zh-CN" altLang="en-US" sz="2800" dirty="0" smtClean="0"/>
              <a:t>硬盘等。</a:t>
            </a: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nodeType="clickEffect">
                                  <p:stCondLst>
                                    <p:cond delay="0"/>
                                  </p:stCondLst>
                                  <p:childTnLst>
                                    <p:set>
                                      <p:cBhvr>
                                        <p:cTn id="6" dur="1" fill="hold">
                                          <p:stCondLst>
                                            <p:cond delay="0"/>
                                          </p:stCondLst>
                                        </p:cTn>
                                        <p:tgtEl>
                                          <p:spTgt spid="440323">
                                            <p:txEl>
                                              <p:pRg st="0" end="0"/>
                                            </p:txEl>
                                          </p:spTgt>
                                        </p:tgtEl>
                                        <p:attrNameLst>
                                          <p:attrName>style.visibility</p:attrName>
                                        </p:attrNameLst>
                                      </p:cBhvr>
                                      <p:to>
                                        <p:strVal val="visible"/>
                                      </p:to>
                                    </p:set>
                                    <p:anim calcmode="lin" valueType="num">
                                      <p:cBhvr additive="base">
                                        <p:cTn id="7" dur="500" fill="hold"/>
                                        <p:tgtEl>
                                          <p:spTgt spid="440323">
                                            <p:txEl>
                                              <p:pRg st="0" end="0"/>
                                            </p:txEl>
                                          </p:spTgt>
                                        </p:tgtEl>
                                        <p:attrNameLst>
                                          <p:attrName>ppt_x</p:attrName>
                                        </p:attrNameLst>
                                      </p:cBhvr>
                                      <p:tavLst>
                                        <p:tav tm="0">
                                          <p:val>
                                            <p:strVal val="#ppt_x"/>
                                          </p:val>
                                        </p:tav>
                                        <p:tav tm="100000">
                                          <p:val>
                                            <p:strVal val="#ppt_x"/>
                                          </p:val>
                                        </p:tav>
                                      </p:tavLst>
                                    </p:anim>
                                    <p:anim calcmode="lin" valueType="num">
                                      <p:cBhvr additive="base">
                                        <p:cTn id="8" dur="500" fill="hold"/>
                                        <p:tgtEl>
                                          <p:spTgt spid="440323">
                                            <p:txEl>
                                              <p:pRg st="0" end="0"/>
                                            </p:txEl>
                                          </p:spTgt>
                                        </p:tgtEl>
                                        <p:attrNameLst>
                                          <p:attrName>ppt_y</p:attrName>
                                        </p:attrNameLst>
                                      </p:cBhvr>
                                      <p:tavLst>
                                        <p:tav tm="0">
                                          <p:val>
                                            <p:strVal val="1+#ppt_h/2"/>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2" presetClass="entr" presetSubtype="4" fill="hold" nodeType="clickEffect">
                                  <p:stCondLst>
                                    <p:cond delay="0"/>
                                  </p:stCondLst>
                                  <p:childTnLst>
                                    <p:set>
                                      <p:cBhvr>
                                        <p:cTn id="12" dur="1" fill="hold">
                                          <p:stCondLst>
                                            <p:cond delay="0"/>
                                          </p:stCondLst>
                                        </p:cTn>
                                        <p:tgtEl>
                                          <p:spTgt spid="440323">
                                            <p:txEl>
                                              <p:pRg st="1" end="1"/>
                                            </p:txEl>
                                          </p:spTgt>
                                        </p:tgtEl>
                                        <p:attrNameLst>
                                          <p:attrName>style.visibility</p:attrName>
                                        </p:attrNameLst>
                                      </p:cBhvr>
                                      <p:to>
                                        <p:strVal val="visible"/>
                                      </p:to>
                                    </p:set>
                                    <p:anim calcmode="lin" valueType="num">
                                      <p:cBhvr additive="base">
                                        <p:cTn id="13" dur="500" fill="hold"/>
                                        <p:tgtEl>
                                          <p:spTgt spid="440323">
                                            <p:txEl>
                                              <p:pRg st="1" end="1"/>
                                            </p:txEl>
                                          </p:spTgt>
                                        </p:tgtEl>
                                        <p:attrNameLst>
                                          <p:attrName>ppt_x</p:attrName>
                                        </p:attrNameLst>
                                      </p:cBhvr>
                                      <p:tavLst>
                                        <p:tav tm="0">
                                          <p:val>
                                            <p:strVal val="#ppt_x"/>
                                          </p:val>
                                        </p:tav>
                                        <p:tav tm="100000">
                                          <p:val>
                                            <p:strVal val="#ppt_x"/>
                                          </p:val>
                                        </p:tav>
                                      </p:tavLst>
                                    </p:anim>
                                    <p:anim calcmode="lin" valueType="num">
                                      <p:cBhvr additive="base">
                                        <p:cTn id="14" dur="500" fill="hold"/>
                                        <p:tgtEl>
                                          <p:spTgt spid="440323">
                                            <p:txEl>
                                              <p:pRg st="1" end="1"/>
                                            </p:txEl>
                                          </p:spTgt>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7283" name="Rectangle 2"/>
          <p:cNvSpPr>
            <a:spLocks noGrp="1" noChangeArrowheads="1"/>
          </p:cNvSpPr>
          <p:nvPr>
            <p:ph type="title"/>
          </p:nvPr>
        </p:nvSpPr>
        <p:spPr/>
        <p:txBody>
          <a:bodyPr/>
          <a:lstStyle/>
          <a:p>
            <a:pPr eaLnBrk="1" hangingPunct="1"/>
            <a:r>
              <a:rPr lang="zh-CN" altLang="en-US" smtClean="0"/>
              <a:t>小 结</a:t>
            </a:r>
          </a:p>
        </p:txBody>
      </p:sp>
      <p:sp>
        <p:nvSpPr>
          <p:cNvPr id="419845" name="Rectangle 5"/>
          <p:cNvSpPr>
            <a:spLocks noChangeArrowheads="1"/>
          </p:cNvSpPr>
          <p:nvPr/>
        </p:nvSpPr>
        <p:spPr bwMode="auto">
          <a:xfrm>
            <a:off x="107950" y="3213100"/>
            <a:ext cx="1727200" cy="647700"/>
          </a:xfrm>
          <a:prstGeom prst="rect">
            <a:avLst/>
          </a:prstGeom>
          <a:solidFill>
            <a:srgbClr val="CCFFCC"/>
          </a:solidFill>
          <a:ln w="9525">
            <a:solidFill>
              <a:srgbClr val="000000"/>
            </a:solidFill>
            <a:miter lim="800000"/>
          </a:ln>
          <a:effectLst>
            <a:outerShdw dist="35921" dir="2700000" algn="ctr" rotWithShape="0">
              <a:schemeClr val="bg2"/>
            </a:outerShdw>
          </a:effectLst>
        </p:spPr>
        <p:txBody>
          <a:bodyPr wrap="none" anchor="ctr"/>
          <a:lstStyle/>
          <a:p>
            <a:pPr algn="ctr">
              <a:defRPr/>
            </a:pPr>
            <a:r>
              <a:rPr lang="zh-CN" altLang="en-US" b="1">
                <a:solidFill>
                  <a:srgbClr val="000000"/>
                </a:solidFill>
                <a:latin typeface="Times New Roman" panose="02020603050405020304" pitchFamily="18" charset="0"/>
              </a:rPr>
              <a:t>注册机构查询  </a:t>
            </a:r>
          </a:p>
        </p:txBody>
      </p:sp>
      <p:sp>
        <p:nvSpPr>
          <p:cNvPr id="419846" name="Rectangle 6"/>
          <p:cNvSpPr>
            <a:spLocks noChangeArrowheads="1"/>
          </p:cNvSpPr>
          <p:nvPr/>
        </p:nvSpPr>
        <p:spPr bwMode="auto">
          <a:xfrm>
            <a:off x="2627313" y="3213100"/>
            <a:ext cx="1584325" cy="647700"/>
          </a:xfrm>
          <a:prstGeom prst="rect">
            <a:avLst/>
          </a:prstGeom>
          <a:solidFill>
            <a:srgbClr val="CCFFCC"/>
          </a:solidFill>
          <a:ln w="9525">
            <a:solidFill>
              <a:srgbClr val="000000"/>
            </a:solidFill>
            <a:miter lim="800000"/>
          </a:ln>
          <a:effectLst>
            <a:outerShdw dist="35921" dir="2700000" algn="ctr" rotWithShape="0">
              <a:schemeClr val="bg2"/>
            </a:outerShdw>
          </a:effectLst>
        </p:spPr>
        <p:txBody>
          <a:bodyPr wrap="none" anchor="ctr"/>
          <a:lstStyle/>
          <a:p>
            <a:pPr algn="ctr">
              <a:defRPr/>
            </a:pPr>
            <a:r>
              <a:rPr lang="zh-CN" altLang="en-US" b="1">
                <a:solidFill>
                  <a:srgbClr val="000000"/>
                </a:solidFill>
                <a:latin typeface="Times New Roman" panose="02020603050405020304" pitchFamily="18" charset="0"/>
              </a:rPr>
              <a:t>注册资料查询 </a:t>
            </a:r>
          </a:p>
        </p:txBody>
      </p:sp>
      <p:sp>
        <p:nvSpPr>
          <p:cNvPr id="419847" name="Rectangle 7"/>
          <p:cNvSpPr>
            <a:spLocks noChangeArrowheads="1"/>
          </p:cNvSpPr>
          <p:nvPr/>
        </p:nvSpPr>
        <p:spPr bwMode="auto">
          <a:xfrm>
            <a:off x="4859338" y="1916113"/>
            <a:ext cx="1441450" cy="647700"/>
          </a:xfrm>
          <a:prstGeom prst="rect">
            <a:avLst/>
          </a:prstGeom>
          <a:solidFill>
            <a:srgbClr val="CCFFCC"/>
          </a:solidFill>
          <a:ln w="9525">
            <a:solidFill>
              <a:srgbClr val="000000"/>
            </a:solidFill>
            <a:miter lim="800000"/>
          </a:ln>
          <a:effectLst>
            <a:outerShdw dist="35921" dir="2700000" algn="ctr" rotWithShape="0">
              <a:schemeClr val="bg2"/>
            </a:outerShdw>
          </a:effectLst>
        </p:spPr>
        <p:txBody>
          <a:bodyPr wrap="none" anchor="ctr"/>
          <a:lstStyle/>
          <a:p>
            <a:pPr algn="ctr">
              <a:defRPr/>
            </a:pPr>
            <a:r>
              <a:rPr lang="zh-CN" altLang="en-US" b="1">
                <a:solidFill>
                  <a:srgbClr val="000000"/>
                </a:solidFill>
                <a:latin typeface="Times New Roman" panose="02020603050405020304" pitchFamily="18" charset="0"/>
              </a:rPr>
              <a:t>社会工程学</a:t>
            </a:r>
            <a:r>
              <a:rPr lang="en-US" altLang="zh-CN" b="1">
                <a:solidFill>
                  <a:srgbClr val="000000"/>
                </a:solidFill>
                <a:latin typeface="Times New Roman" panose="02020603050405020304" pitchFamily="18" charset="0"/>
              </a:rPr>
              <a:t> </a:t>
            </a:r>
          </a:p>
        </p:txBody>
      </p:sp>
      <p:sp>
        <p:nvSpPr>
          <p:cNvPr id="419848" name="Rectangle 8"/>
          <p:cNvSpPr>
            <a:spLocks noChangeArrowheads="1"/>
          </p:cNvSpPr>
          <p:nvPr/>
        </p:nvSpPr>
        <p:spPr bwMode="auto">
          <a:xfrm>
            <a:off x="4860925" y="3213100"/>
            <a:ext cx="1439863" cy="647700"/>
          </a:xfrm>
          <a:prstGeom prst="rect">
            <a:avLst/>
          </a:prstGeom>
          <a:solidFill>
            <a:srgbClr val="CCFFCC"/>
          </a:solidFill>
          <a:ln w="9525">
            <a:solidFill>
              <a:srgbClr val="000000"/>
            </a:solidFill>
            <a:miter lim="800000"/>
          </a:ln>
          <a:effectLst>
            <a:outerShdw dist="35921" dir="2700000" algn="ctr" rotWithShape="0">
              <a:schemeClr val="bg2"/>
            </a:outerShdw>
          </a:effectLst>
        </p:spPr>
        <p:txBody>
          <a:bodyPr wrap="none" anchor="ctr"/>
          <a:lstStyle/>
          <a:p>
            <a:pPr algn="ctr">
              <a:defRPr/>
            </a:pPr>
            <a:r>
              <a:rPr lang="en-US" altLang="zh-CN" b="1">
                <a:solidFill>
                  <a:srgbClr val="000000"/>
                </a:solidFill>
                <a:latin typeface="Times New Roman" panose="02020603050405020304" pitchFamily="18" charset="0"/>
              </a:rPr>
              <a:t>DNS</a:t>
            </a:r>
            <a:r>
              <a:rPr lang="zh-CN" altLang="en-US" b="1">
                <a:solidFill>
                  <a:srgbClr val="000000"/>
                </a:solidFill>
                <a:latin typeface="Times New Roman" panose="02020603050405020304" pitchFamily="18" charset="0"/>
              </a:rPr>
              <a:t>查询 </a:t>
            </a:r>
            <a:endParaRPr lang="en-US" altLang="zh-CN" b="1">
              <a:solidFill>
                <a:srgbClr val="000000"/>
              </a:solidFill>
              <a:latin typeface="Times New Roman" panose="02020603050405020304" pitchFamily="18" charset="0"/>
            </a:endParaRPr>
          </a:p>
        </p:txBody>
      </p:sp>
      <p:sp>
        <p:nvSpPr>
          <p:cNvPr id="419849" name="Rectangle 9"/>
          <p:cNvSpPr>
            <a:spLocks noChangeArrowheads="1"/>
          </p:cNvSpPr>
          <p:nvPr/>
        </p:nvSpPr>
        <p:spPr bwMode="auto">
          <a:xfrm>
            <a:off x="4859338" y="4365625"/>
            <a:ext cx="1441450" cy="647700"/>
          </a:xfrm>
          <a:prstGeom prst="rect">
            <a:avLst/>
          </a:prstGeom>
          <a:solidFill>
            <a:srgbClr val="CCFFCC"/>
          </a:solidFill>
          <a:ln w="9525">
            <a:solidFill>
              <a:srgbClr val="000000"/>
            </a:solidFill>
            <a:miter lim="800000"/>
          </a:ln>
          <a:effectLst>
            <a:outerShdw dist="35921" dir="2700000" algn="ctr" rotWithShape="0">
              <a:schemeClr val="bg2"/>
            </a:outerShdw>
          </a:effectLst>
        </p:spPr>
        <p:txBody>
          <a:bodyPr wrap="none" anchor="ctr"/>
          <a:lstStyle/>
          <a:p>
            <a:pPr algn="ctr">
              <a:defRPr/>
            </a:pPr>
            <a:r>
              <a:rPr lang="zh-CN" altLang="en-US" b="1">
                <a:solidFill>
                  <a:srgbClr val="000000"/>
                </a:solidFill>
                <a:latin typeface="Times New Roman" panose="02020603050405020304" pitchFamily="18" charset="0"/>
              </a:rPr>
              <a:t>垃圾收集</a:t>
            </a:r>
            <a:r>
              <a:rPr lang="en-US" altLang="zh-CN" b="1">
                <a:solidFill>
                  <a:srgbClr val="000000"/>
                </a:solidFill>
                <a:latin typeface="Times New Roman" panose="02020603050405020304" pitchFamily="18" charset="0"/>
              </a:rPr>
              <a:t> </a:t>
            </a:r>
          </a:p>
        </p:txBody>
      </p:sp>
      <p:sp>
        <p:nvSpPr>
          <p:cNvPr id="419868" name="AutoShape 28"/>
          <p:cNvSpPr>
            <a:spLocks noChangeArrowheads="1"/>
          </p:cNvSpPr>
          <p:nvPr/>
        </p:nvSpPr>
        <p:spPr bwMode="auto">
          <a:xfrm>
            <a:off x="561975" y="1773238"/>
            <a:ext cx="1778000" cy="1000125"/>
          </a:xfrm>
          <a:prstGeom prst="wedgeRectCallout">
            <a:avLst>
              <a:gd name="adj1" fmla="val -25625"/>
              <a:gd name="adj2" fmla="val 89681"/>
            </a:avLst>
          </a:prstGeom>
          <a:solidFill>
            <a:srgbClr val="99CCFF">
              <a:alpha val="50195"/>
            </a:srgbClr>
          </a:solidFill>
          <a:ln w="9525">
            <a:solidFill>
              <a:schemeClr val="tx1"/>
            </a:solidFill>
            <a:miter lim="800000"/>
          </a:ln>
        </p:spPr>
        <p:txBody>
          <a:bodyPr lIns="73025" tIns="36512" rIns="73025" bIns="36512" anchor="ctr" anchorCtr="1"/>
          <a:lstStyle/>
          <a:p>
            <a:pPr eaLnBrk="0" hangingPunct="0"/>
            <a:r>
              <a:rPr lang="zh-CN" altLang="en-US" b="1">
                <a:solidFill>
                  <a:srgbClr val="0000FF"/>
                </a:solidFill>
                <a:ea typeface="宋体" panose="02010600030101010101" pitchFamily="2" charset="-122"/>
              </a:rPr>
              <a:t>查询目标系统在</a:t>
            </a:r>
            <a:r>
              <a:rPr lang="en-US" altLang="zh-CN" b="1">
                <a:solidFill>
                  <a:srgbClr val="0000FF"/>
                </a:solidFill>
                <a:ea typeface="宋体" panose="02010600030101010101" pitchFamily="2" charset="-122"/>
              </a:rPr>
              <a:t>Internet</a:t>
            </a:r>
            <a:r>
              <a:rPr lang="zh-CN" altLang="en-US" b="1">
                <a:solidFill>
                  <a:srgbClr val="0000FF"/>
                </a:solidFill>
                <a:ea typeface="宋体" panose="02010600030101010101" pitchFamily="2" charset="-122"/>
              </a:rPr>
              <a:t>上的注册机构地址</a:t>
            </a:r>
          </a:p>
        </p:txBody>
      </p:sp>
      <p:sp>
        <p:nvSpPr>
          <p:cNvPr id="419872" name="AutoShape 32"/>
          <p:cNvSpPr>
            <a:spLocks noChangeArrowheads="1"/>
          </p:cNvSpPr>
          <p:nvPr/>
        </p:nvSpPr>
        <p:spPr bwMode="auto">
          <a:xfrm>
            <a:off x="2339975" y="4581525"/>
            <a:ext cx="2305050" cy="1584325"/>
          </a:xfrm>
          <a:prstGeom prst="wedgeRectCallout">
            <a:avLst>
              <a:gd name="adj1" fmla="val -13019"/>
              <a:gd name="adj2" fmla="val -95792"/>
            </a:avLst>
          </a:prstGeom>
          <a:solidFill>
            <a:srgbClr val="99CCFF">
              <a:alpha val="50195"/>
            </a:srgbClr>
          </a:solidFill>
          <a:ln w="9525">
            <a:solidFill>
              <a:schemeClr val="tx1"/>
            </a:solidFill>
            <a:miter lim="800000"/>
          </a:ln>
        </p:spPr>
        <p:txBody>
          <a:bodyPr lIns="73025" tIns="36512" rIns="73025" bIns="36512" anchor="ctr"/>
          <a:lstStyle/>
          <a:p>
            <a:pPr eaLnBrk="0" hangingPunct="0"/>
            <a:r>
              <a:rPr lang="zh-CN" altLang="en-US" b="1">
                <a:solidFill>
                  <a:srgbClr val="0000FF"/>
                </a:solidFill>
                <a:ea typeface="宋体" panose="02010600030101010101" pitchFamily="2" charset="-122"/>
              </a:rPr>
              <a:t>在注册机构的</a:t>
            </a:r>
            <a:r>
              <a:rPr lang="en-US" altLang="zh-CN" b="1">
                <a:solidFill>
                  <a:srgbClr val="0000FF"/>
                </a:solidFill>
                <a:ea typeface="宋体" panose="02010600030101010101" pitchFamily="2" charset="-122"/>
              </a:rPr>
              <a:t>whois</a:t>
            </a:r>
            <a:r>
              <a:rPr lang="zh-CN" altLang="en-US" b="1">
                <a:solidFill>
                  <a:srgbClr val="0000FF"/>
                </a:solidFill>
                <a:ea typeface="宋体" panose="02010600030101010101" pitchFamily="2" charset="-122"/>
              </a:rPr>
              <a:t>库中查询目标系统的详细注册信息</a:t>
            </a:r>
            <a:r>
              <a:rPr lang="en-US" altLang="zh-CN" b="1">
                <a:solidFill>
                  <a:srgbClr val="0000FF"/>
                </a:solidFill>
                <a:ea typeface="宋体" panose="02010600030101010101" pitchFamily="2" charset="-122"/>
              </a:rPr>
              <a:t>: </a:t>
            </a:r>
            <a:r>
              <a:rPr lang="zh-CN" altLang="en-US" b="1">
                <a:solidFill>
                  <a:srgbClr val="0000FF"/>
                </a:solidFill>
                <a:ea typeface="宋体" panose="02010600030101010101" pitchFamily="2" charset="-122"/>
              </a:rPr>
              <a:t>联系人、域名服务器、</a:t>
            </a:r>
            <a:r>
              <a:rPr lang="en-US" altLang="zh-CN" b="1">
                <a:solidFill>
                  <a:srgbClr val="0000FF"/>
                </a:solidFill>
                <a:ea typeface="宋体" panose="02010600030101010101" pitchFamily="2" charset="-122"/>
              </a:rPr>
              <a:t>IP</a:t>
            </a:r>
            <a:r>
              <a:rPr lang="zh-CN" altLang="en-US" b="1">
                <a:solidFill>
                  <a:srgbClr val="0000FF"/>
                </a:solidFill>
                <a:ea typeface="宋体" panose="02010600030101010101" pitchFamily="2" charset="-122"/>
              </a:rPr>
              <a:t>地址段等</a:t>
            </a:r>
          </a:p>
        </p:txBody>
      </p:sp>
      <p:sp>
        <p:nvSpPr>
          <p:cNvPr id="419876" name="Rectangle 36"/>
          <p:cNvSpPr>
            <a:spLocks noChangeArrowheads="1"/>
          </p:cNvSpPr>
          <p:nvPr/>
        </p:nvSpPr>
        <p:spPr bwMode="auto">
          <a:xfrm>
            <a:off x="7092950" y="3213100"/>
            <a:ext cx="1582738" cy="647700"/>
          </a:xfrm>
          <a:prstGeom prst="rect">
            <a:avLst/>
          </a:prstGeom>
          <a:solidFill>
            <a:srgbClr val="CCFFCC"/>
          </a:solidFill>
          <a:ln w="9525">
            <a:solidFill>
              <a:srgbClr val="000000"/>
            </a:solidFill>
            <a:miter lim="800000"/>
          </a:ln>
          <a:effectLst>
            <a:outerShdw dist="35921" dir="2700000" algn="ctr" rotWithShape="0">
              <a:schemeClr val="bg2"/>
            </a:outerShdw>
          </a:effectLst>
        </p:spPr>
        <p:txBody>
          <a:bodyPr wrap="none" anchor="ctr"/>
          <a:lstStyle/>
          <a:p>
            <a:pPr algn="ctr">
              <a:defRPr/>
            </a:pPr>
            <a:r>
              <a:rPr lang="zh-CN" altLang="en-US" b="1">
                <a:solidFill>
                  <a:srgbClr val="000000"/>
                </a:solidFill>
                <a:latin typeface="Times New Roman" panose="02020603050405020304" pitchFamily="18" charset="0"/>
              </a:rPr>
              <a:t>拓扑分析 </a:t>
            </a:r>
            <a:r>
              <a:rPr lang="en-US" altLang="zh-CN" b="1">
                <a:solidFill>
                  <a:srgbClr val="000000"/>
                </a:solidFill>
                <a:latin typeface="Times New Roman" panose="02020603050405020304" pitchFamily="18" charset="0"/>
              </a:rPr>
              <a:t> </a:t>
            </a:r>
          </a:p>
        </p:txBody>
      </p:sp>
      <p:cxnSp>
        <p:nvCxnSpPr>
          <p:cNvPr id="419878" name="AutoShape 38"/>
          <p:cNvCxnSpPr>
            <a:cxnSpLocks noChangeShapeType="1"/>
            <a:stCxn id="419845" idx="3"/>
            <a:endCxn id="419846" idx="1"/>
          </p:cNvCxnSpPr>
          <p:nvPr/>
        </p:nvCxnSpPr>
        <p:spPr bwMode="auto">
          <a:xfrm>
            <a:off x="1835150" y="3536950"/>
            <a:ext cx="792163" cy="0"/>
          </a:xfrm>
          <a:prstGeom prst="straightConnector1">
            <a:avLst/>
          </a:prstGeom>
          <a:noFill/>
          <a:ln w="22225">
            <a:solidFill>
              <a:srgbClr val="000000"/>
            </a:solidFill>
            <a:round/>
            <a:tailEnd type="triangle" w="med" len="med"/>
          </a:ln>
        </p:spPr>
      </p:cxnSp>
      <p:cxnSp>
        <p:nvCxnSpPr>
          <p:cNvPr id="419879" name="AutoShape 39"/>
          <p:cNvCxnSpPr>
            <a:cxnSpLocks noChangeShapeType="1"/>
            <a:stCxn id="419846" idx="3"/>
            <a:endCxn id="419848" idx="1"/>
          </p:cNvCxnSpPr>
          <p:nvPr/>
        </p:nvCxnSpPr>
        <p:spPr bwMode="auto">
          <a:xfrm>
            <a:off x="4211638" y="3536950"/>
            <a:ext cx="649287" cy="0"/>
          </a:xfrm>
          <a:prstGeom prst="straightConnector1">
            <a:avLst/>
          </a:prstGeom>
          <a:noFill/>
          <a:ln w="22225">
            <a:solidFill>
              <a:srgbClr val="000000"/>
            </a:solidFill>
            <a:round/>
            <a:tailEnd type="triangle" w="med" len="med"/>
          </a:ln>
        </p:spPr>
      </p:cxnSp>
      <p:cxnSp>
        <p:nvCxnSpPr>
          <p:cNvPr id="419880" name="AutoShape 40"/>
          <p:cNvCxnSpPr>
            <a:cxnSpLocks noChangeShapeType="1"/>
            <a:stCxn id="419846" idx="3"/>
            <a:endCxn id="419847" idx="1"/>
          </p:cNvCxnSpPr>
          <p:nvPr/>
        </p:nvCxnSpPr>
        <p:spPr bwMode="auto">
          <a:xfrm flipV="1">
            <a:off x="4211638" y="2239963"/>
            <a:ext cx="647700" cy="1296987"/>
          </a:xfrm>
          <a:prstGeom prst="straightConnector1">
            <a:avLst/>
          </a:prstGeom>
          <a:noFill/>
          <a:ln w="22225">
            <a:solidFill>
              <a:srgbClr val="000000"/>
            </a:solidFill>
            <a:round/>
            <a:tailEnd type="triangle" w="med" len="med"/>
          </a:ln>
        </p:spPr>
      </p:cxnSp>
      <p:cxnSp>
        <p:nvCxnSpPr>
          <p:cNvPr id="419881" name="AutoShape 41"/>
          <p:cNvCxnSpPr>
            <a:cxnSpLocks noChangeShapeType="1"/>
            <a:stCxn id="419846" idx="3"/>
            <a:endCxn id="419849" idx="1"/>
          </p:cNvCxnSpPr>
          <p:nvPr/>
        </p:nvCxnSpPr>
        <p:spPr bwMode="auto">
          <a:xfrm>
            <a:off x="4211638" y="3536950"/>
            <a:ext cx="647700" cy="1152525"/>
          </a:xfrm>
          <a:prstGeom prst="straightConnector1">
            <a:avLst/>
          </a:prstGeom>
          <a:noFill/>
          <a:ln w="22225">
            <a:solidFill>
              <a:srgbClr val="000000"/>
            </a:solidFill>
            <a:round/>
            <a:tailEnd type="triangle" w="med" len="med"/>
          </a:ln>
        </p:spPr>
      </p:cxnSp>
      <p:sp>
        <p:nvSpPr>
          <p:cNvPr id="419882" name="Text Box 42"/>
          <p:cNvSpPr txBox="1">
            <a:spLocks noChangeArrowheads="1"/>
          </p:cNvSpPr>
          <p:nvPr/>
        </p:nvSpPr>
        <p:spPr bwMode="auto">
          <a:xfrm>
            <a:off x="4859338" y="5157788"/>
            <a:ext cx="692150" cy="396875"/>
          </a:xfrm>
          <a:prstGeom prst="rect">
            <a:avLst/>
          </a:prstGeom>
          <a:noFill/>
          <a:ln w="22225">
            <a:noFill/>
            <a:miter lim="800000"/>
          </a:ln>
        </p:spPr>
        <p:txBody>
          <a:bodyPr wrap="none">
            <a:spAutoFit/>
          </a:bodyPr>
          <a:lstStyle/>
          <a:p>
            <a:r>
              <a:rPr lang="en-US" altLang="zh-CN" sz="2000" b="1">
                <a:solidFill>
                  <a:srgbClr val="000000"/>
                </a:solidFill>
                <a:ea typeface="宋体" panose="02010600030101010101" pitchFamily="2" charset="-122"/>
              </a:rPr>
              <a:t>……</a:t>
            </a:r>
          </a:p>
        </p:txBody>
      </p:sp>
      <p:cxnSp>
        <p:nvCxnSpPr>
          <p:cNvPr id="419883" name="AutoShape 43"/>
          <p:cNvCxnSpPr>
            <a:cxnSpLocks noChangeShapeType="1"/>
            <a:stCxn id="419848" idx="3"/>
            <a:endCxn id="419876" idx="1"/>
          </p:cNvCxnSpPr>
          <p:nvPr/>
        </p:nvCxnSpPr>
        <p:spPr bwMode="auto">
          <a:xfrm>
            <a:off x="6300788" y="3536950"/>
            <a:ext cx="792162" cy="0"/>
          </a:xfrm>
          <a:prstGeom prst="straightConnector1">
            <a:avLst/>
          </a:prstGeom>
          <a:noFill/>
          <a:ln w="22225">
            <a:solidFill>
              <a:srgbClr val="000000"/>
            </a:solidFill>
            <a:round/>
            <a:tailEnd type="triangle" w="med" len="med"/>
          </a:ln>
        </p:spPr>
      </p:cxnSp>
      <p:sp>
        <p:nvSpPr>
          <p:cNvPr id="419884" name="AutoShape 44"/>
          <p:cNvSpPr>
            <a:spLocks noChangeArrowheads="1"/>
          </p:cNvSpPr>
          <p:nvPr/>
        </p:nvSpPr>
        <p:spPr bwMode="auto">
          <a:xfrm>
            <a:off x="2843213" y="989013"/>
            <a:ext cx="2016125" cy="927100"/>
          </a:xfrm>
          <a:prstGeom prst="wedgeRectCallout">
            <a:avLst>
              <a:gd name="adj1" fmla="val 45199"/>
              <a:gd name="adj2" fmla="val 81505"/>
            </a:avLst>
          </a:prstGeom>
          <a:solidFill>
            <a:srgbClr val="99CCFF">
              <a:alpha val="50195"/>
            </a:srgbClr>
          </a:solidFill>
          <a:ln w="9525">
            <a:solidFill>
              <a:schemeClr val="tx1"/>
            </a:solidFill>
            <a:miter lim="800000"/>
          </a:ln>
        </p:spPr>
        <p:txBody>
          <a:bodyPr lIns="73025" tIns="36512" rIns="73025" bIns="36512" anchor="ctr" anchorCtr="1"/>
          <a:lstStyle/>
          <a:p>
            <a:pPr algn="ctr" eaLnBrk="0" hangingPunct="0"/>
            <a:r>
              <a:rPr lang="zh-CN" altLang="en-US" b="1">
                <a:solidFill>
                  <a:srgbClr val="0000FF"/>
                </a:solidFill>
                <a:ea typeface="宋体" panose="02010600030101010101" pitchFamily="2" charset="-122"/>
              </a:rPr>
              <a:t>利用注册资料中的电话号码、邮件地址等一切可用信息</a:t>
            </a:r>
          </a:p>
        </p:txBody>
      </p:sp>
      <p:sp>
        <p:nvSpPr>
          <p:cNvPr id="419885" name="AutoShape 45"/>
          <p:cNvSpPr>
            <a:spLocks noChangeArrowheads="1"/>
          </p:cNvSpPr>
          <p:nvPr/>
        </p:nvSpPr>
        <p:spPr bwMode="auto">
          <a:xfrm>
            <a:off x="6659563" y="2068513"/>
            <a:ext cx="1584325" cy="1000125"/>
          </a:xfrm>
          <a:prstGeom prst="wedgeRectCallout">
            <a:avLst>
              <a:gd name="adj1" fmla="val -92986"/>
              <a:gd name="adj2" fmla="val 57301"/>
            </a:avLst>
          </a:prstGeom>
          <a:solidFill>
            <a:srgbClr val="99CCFF">
              <a:alpha val="50195"/>
            </a:srgbClr>
          </a:solidFill>
          <a:ln w="9525">
            <a:solidFill>
              <a:schemeClr val="tx1"/>
            </a:solidFill>
            <a:miter lim="800000"/>
          </a:ln>
        </p:spPr>
        <p:txBody>
          <a:bodyPr lIns="73025" tIns="36512" rIns="73025" bIns="36512" anchor="ctr" anchorCtr="1"/>
          <a:lstStyle/>
          <a:p>
            <a:pPr eaLnBrk="0" hangingPunct="0"/>
            <a:r>
              <a:rPr lang="zh-CN" altLang="en-US" b="1">
                <a:solidFill>
                  <a:srgbClr val="0000FF"/>
                </a:solidFill>
                <a:ea typeface="宋体" panose="02010600030101010101" pitchFamily="2" charset="-122"/>
              </a:rPr>
              <a:t>利用注册资料中的</a:t>
            </a:r>
            <a:r>
              <a:rPr lang="en-US" altLang="zh-CN" b="1">
                <a:solidFill>
                  <a:srgbClr val="0000FF"/>
                </a:solidFill>
                <a:ea typeface="宋体" panose="02010600030101010101" pitchFamily="2" charset="-122"/>
              </a:rPr>
              <a:t>DNS</a:t>
            </a:r>
            <a:r>
              <a:rPr lang="zh-CN" altLang="en-US" b="1">
                <a:solidFill>
                  <a:srgbClr val="0000FF"/>
                </a:solidFill>
                <a:ea typeface="宋体" panose="02010600030101010101" pitchFamily="2" charset="-122"/>
              </a:rPr>
              <a:t>服务器等信息</a:t>
            </a:r>
            <a:endParaRPr lang="en-US" altLang="zh-CN" b="1">
              <a:solidFill>
                <a:srgbClr val="0000FF"/>
              </a:solidFill>
              <a:ea typeface="宋体" panose="02010600030101010101" pitchFamily="2" charset="-122"/>
            </a:endParaRPr>
          </a:p>
        </p:txBody>
      </p:sp>
      <p:sp>
        <p:nvSpPr>
          <p:cNvPr id="419886" name="AutoShape 46"/>
          <p:cNvSpPr>
            <a:spLocks noChangeArrowheads="1"/>
          </p:cNvSpPr>
          <p:nvPr/>
        </p:nvSpPr>
        <p:spPr bwMode="auto">
          <a:xfrm>
            <a:off x="5651500" y="5300663"/>
            <a:ext cx="1873250" cy="1000125"/>
          </a:xfrm>
          <a:prstGeom prst="wedgeRectCallout">
            <a:avLst>
              <a:gd name="adj1" fmla="val -27968"/>
              <a:gd name="adj2" fmla="val -77935"/>
            </a:avLst>
          </a:prstGeom>
          <a:solidFill>
            <a:srgbClr val="99CCFF">
              <a:alpha val="50195"/>
            </a:srgbClr>
          </a:solidFill>
          <a:ln w="9525">
            <a:solidFill>
              <a:schemeClr val="tx1"/>
            </a:solidFill>
            <a:miter lim="800000"/>
          </a:ln>
        </p:spPr>
        <p:txBody>
          <a:bodyPr lIns="73025" tIns="36512" rIns="73025" bIns="36512" anchor="ctr" anchorCtr="1"/>
          <a:lstStyle/>
          <a:p>
            <a:pPr algn="ctr" eaLnBrk="0" hangingPunct="0"/>
            <a:r>
              <a:rPr lang="zh-CN" altLang="en-US" b="1">
                <a:solidFill>
                  <a:srgbClr val="0000FF"/>
                </a:solidFill>
                <a:ea typeface="宋体" panose="02010600030101010101" pitchFamily="2" charset="-122"/>
              </a:rPr>
              <a:t>利用注册资料中的公司地址信息</a:t>
            </a:r>
          </a:p>
        </p:txBody>
      </p:sp>
      <p:sp>
        <p:nvSpPr>
          <p:cNvPr id="419887" name="Rectangle 47"/>
          <p:cNvSpPr>
            <a:spLocks noChangeArrowheads="1"/>
          </p:cNvSpPr>
          <p:nvPr/>
        </p:nvSpPr>
        <p:spPr bwMode="auto">
          <a:xfrm>
            <a:off x="107950" y="4221163"/>
            <a:ext cx="1727200" cy="647700"/>
          </a:xfrm>
          <a:prstGeom prst="rect">
            <a:avLst/>
          </a:prstGeom>
          <a:solidFill>
            <a:srgbClr val="CCFFCC"/>
          </a:solidFill>
          <a:ln w="9525">
            <a:solidFill>
              <a:srgbClr val="000000"/>
            </a:solidFill>
            <a:miter lim="800000"/>
          </a:ln>
          <a:effectLst>
            <a:outerShdw dist="35921" dir="2700000" algn="ctr" rotWithShape="0">
              <a:schemeClr val="bg2"/>
            </a:outerShdw>
          </a:effectLst>
        </p:spPr>
        <p:txBody>
          <a:bodyPr wrap="none" anchor="ctr"/>
          <a:lstStyle/>
          <a:p>
            <a:pPr algn="ctr">
              <a:defRPr/>
            </a:pPr>
            <a:r>
              <a:rPr lang="zh-CN" altLang="en-US" b="1">
                <a:solidFill>
                  <a:srgbClr val="000000"/>
                </a:solidFill>
                <a:latin typeface="Times New Roman" panose="02020603050405020304" pitchFamily="18" charset="0"/>
              </a:rPr>
              <a:t>通用资料查询  </a:t>
            </a:r>
          </a:p>
        </p:txBody>
      </p:sp>
      <p:sp>
        <p:nvSpPr>
          <p:cNvPr id="419888" name="AutoShape 48"/>
          <p:cNvSpPr>
            <a:spLocks noChangeArrowheads="1"/>
          </p:cNvSpPr>
          <p:nvPr/>
        </p:nvSpPr>
        <p:spPr bwMode="auto">
          <a:xfrm>
            <a:off x="179388" y="5300663"/>
            <a:ext cx="1873250" cy="712787"/>
          </a:xfrm>
          <a:prstGeom prst="wedgeRectCallout">
            <a:avLst>
              <a:gd name="adj1" fmla="val -16694"/>
              <a:gd name="adj2" fmla="val -107014"/>
            </a:avLst>
          </a:prstGeom>
          <a:solidFill>
            <a:srgbClr val="99CCFF">
              <a:alpha val="50195"/>
            </a:srgbClr>
          </a:solidFill>
          <a:ln w="9525">
            <a:solidFill>
              <a:schemeClr val="tx1"/>
            </a:solidFill>
            <a:miter lim="800000"/>
          </a:ln>
        </p:spPr>
        <p:txBody>
          <a:bodyPr lIns="73025" tIns="36512" rIns="73025" bIns="36512" anchor="ctr" anchorCtr="1"/>
          <a:lstStyle/>
          <a:p>
            <a:pPr eaLnBrk="0" hangingPunct="0"/>
            <a:r>
              <a:rPr lang="en-US" altLang="zh-CN" b="1">
                <a:solidFill>
                  <a:srgbClr val="0000FF"/>
                </a:solidFill>
                <a:ea typeface="宋体" panose="02010600030101010101" pitchFamily="2" charset="-122"/>
              </a:rPr>
              <a:t>Google</a:t>
            </a:r>
            <a:r>
              <a:rPr lang="zh-CN" altLang="en-US" b="1">
                <a:solidFill>
                  <a:srgbClr val="0000FF"/>
                </a:solidFill>
                <a:ea typeface="宋体" panose="02010600030101010101" pitchFamily="2" charset="-122"/>
              </a:rPr>
              <a:t>、</a:t>
            </a:r>
            <a:r>
              <a:rPr lang="en-US" altLang="zh-CN" b="1">
                <a:solidFill>
                  <a:srgbClr val="0000FF"/>
                </a:solidFill>
                <a:ea typeface="宋体" panose="02010600030101010101" pitchFamily="2" charset="-122"/>
              </a:rPr>
              <a:t>Baidu</a:t>
            </a:r>
            <a:r>
              <a:rPr lang="zh-CN" altLang="en-US" b="1">
                <a:solidFill>
                  <a:srgbClr val="0000FF"/>
                </a:solidFill>
                <a:ea typeface="宋体" panose="02010600030101010101" pitchFamily="2" charset="-122"/>
              </a:rPr>
              <a:t>、</a:t>
            </a:r>
            <a:r>
              <a:rPr lang="en-US" altLang="zh-CN" b="1">
                <a:solidFill>
                  <a:srgbClr val="0000FF"/>
                </a:solidFill>
                <a:ea typeface="宋体" panose="02010600030101010101" pitchFamily="2" charset="-122"/>
              </a:rPr>
              <a:t>Yahoo</a:t>
            </a:r>
            <a:r>
              <a:rPr lang="zh-CN" altLang="en-US" b="1">
                <a:solidFill>
                  <a:srgbClr val="0000FF"/>
                </a:solidFill>
                <a:ea typeface="宋体" panose="02010600030101010101" pitchFamily="2" charset="-122"/>
              </a:rPr>
              <a:t>、搜狗</a:t>
            </a: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2" presetClass="entr" presetSubtype="8" fill="hold" grpId="0" nodeType="clickEffect">
                                  <p:stCondLst>
                                    <p:cond delay="0"/>
                                  </p:stCondLst>
                                  <p:childTnLst>
                                    <p:set>
                                      <p:cBhvr>
                                        <p:cTn id="6" dur="1" fill="hold">
                                          <p:stCondLst>
                                            <p:cond delay="0"/>
                                          </p:stCondLst>
                                        </p:cTn>
                                        <p:tgtEl>
                                          <p:spTgt spid="419845"/>
                                        </p:tgtEl>
                                        <p:attrNameLst>
                                          <p:attrName>style.visibility</p:attrName>
                                        </p:attrNameLst>
                                      </p:cBhvr>
                                      <p:to>
                                        <p:strVal val="visible"/>
                                      </p:to>
                                    </p:set>
                                    <p:animEffect transition="in" filter="slide(fromLeft)">
                                      <p:cBhvr>
                                        <p:cTn id="7" dur="500"/>
                                        <p:tgtEl>
                                          <p:spTgt spid="419845"/>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grpId="0" nodeType="clickEffect">
                                  <p:stCondLst>
                                    <p:cond delay="0"/>
                                  </p:stCondLst>
                                  <p:childTnLst>
                                    <p:set>
                                      <p:cBhvr>
                                        <p:cTn id="11" dur="1" fill="hold">
                                          <p:stCondLst>
                                            <p:cond delay="0"/>
                                          </p:stCondLst>
                                        </p:cTn>
                                        <p:tgtEl>
                                          <p:spTgt spid="419868"/>
                                        </p:tgtEl>
                                        <p:attrNameLst>
                                          <p:attrName>style.visibility</p:attrName>
                                        </p:attrNameLst>
                                      </p:cBhvr>
                                      <p:to>
                                        <p:strVal val="visible"/>
                                      </p:to>
                                    </p:set>
                                    <p:animEffect transition="in" filter="fade">
                                      <p:cBhvr>
                                        <p:cTn id="12" dur="2000"/>
                                        <p:tgtEl>
                                          <p:spTgt spid="419868"/>
                                        </p:tgtEl>
                                      </p:cBhvr>
                                    </p:animEffect>
                                  </p:childTnLst>
                                </p:cTn>
                              </p:par>
                            </p:childTnLst>
                          </p:cTn>
                        </p:par>
                      </p:childTnLst>
                    </p:cTn>
                  </p:par>
                  <p:par>
                    <p:cTn id="13" fill="hold">
                      <p:stCondLst>
                        <p:cond delay="indefinite"/>
                      </p:stCondLst>
                      <p:childTnLst>
                        <p:par>
                          <p:cTn id="14" fill="hold">
                            <p:stCondLst>
                              <p:cond delay="0"/>
                            </p:stCondLst>
                            <p:childTnLst>
                              <p:par>
                                <p:cTn id="15" presetID="12" presetClass="entr" presetSubtype="8" fill="hold" nodeType="clickEffect">
                                  <p:stCondLst>
                                    <p:cond delay="0"/>
                                  </p:stCondLst>
                                  <p:childTnLst>
                                    <p:set>
                                      <p:cBhvr>
                                        <p:cTn id="16" dur="1" fill="hold">
                                          <p:stCondLst>
                                            <p:cond delay="0"/>
                                          </p:stCondLst>
                                        </p:cTn>
                                        <p:tgtEl>
                                          <p:spTgt spid="419878"/>
                                        </p:tgtEl>
                                        <p:attrNameLst>
                                          <p:attrName>style.visibility</p:attrName>
                                        </p:attrNameLst>
                                      </p:cBhvr>
                                      <p:to>
                                        <p:strVal val="visible"/>
                                      </p:to>
                                    </p:set>
                                    <p:animEffect transition="in" filter="slide(fromLeft)">
                                      <p:cBhvr>
                                        <p:cTn id="17" dur="500"/>
                                        <p:tgtEl>
                                          <p:spTgt spid="419878"/>
                                        </p:tgtEl>
                                      </p:cBhvr>
                                    </p:animEffect>
                                  </p:childTnLst>
                                </p:cTn>
                              </p:par>
                              <p:par>
                                <p:cTn id="18" presetID="12" presetClass="entr" presetSubtype="8" fill="hold" grpId="0" nodeType="withEffect">
                                  <p:stCondLst>
                                    <p:cond delay="0"/>
                                  </p:stCondLst>
                                  <p:childTnLst>
                                    <p:set>
                                      <p:cBhvr>
                                        <p:cTn id="19" dur="1" fill="hold">
                                          <p:stCondLst>
                                            <p:cond delay="0"/>
                                          </p:stCondLst>
                                        </p:cTn>
                                        <p:tgtEl>
                                          <p:spTgt spid="419846"/>
                                        </p:tgtEl>
                                        <p:attrNameLst>
                                          <p:attrName>style.visibility</p:attrName>
                                        </p:attrNameLst>
                                      </p:cBhvr>
                                      <p:to>
                                        <p:strVal val="visible"/>
                                      </p:to>
                                    </p:set>
                                    <p:animEffect transition="in" filter="slide(fromLeft)">
                                      <p:cBhvr>
                                        <p:cTn id="20" dur="500"/>
                                        <p:tgtEl>
                                          <p:spTgt spid="419846"/>
                                        </p:tgtEl>
                                      </p:cBhvr>
                                    </p:animEffect>
                                  </p:childTnLst>
                                </p:cTn>
                              </p:par>
                            </p:childTnLst>
                          </p:cTn>
                        </p:par>
                      </p:childTnLst>
                    </p:cTn>
                  </p:par>
                  <p:par>
                    <p:cTn id="21" fill="hold">
                      <p:stCondLst>
                        <p:cond delay="indefinite"/>
                      </p:stCondLst>
                      <p:childTnLst>
                        <p:par>
                          <p:cTn id="22" fill="hold">
                            <p:stCondLst>
                              <p:cond delay="0"/>
                            </p:stCondLst>
                            <p:childTnLst>
                              <p:par>
                                <p:cTn id="23" presetID="10" presetClass="entr" presetSubtype="0" fill="hold" grpId="0" nodeType="clickEffect">
                                  <p:stCondLst>
                                    <p:cond delay="0"/>
                                  </p:stCondLst>
                                  <p:childTnLst>
                                    <p:set>
                                      <p:cBhvr>
                                        <p:cTn id="24" dur="1" fill="hold">
                                          <p:stCondLst>
                                            <p:cond delay="0"/>
                                          </p:stCondLst>
                                        </p:cTn>
                                        <p:tgtEl>
                                          <p:spTgt spid="419872"/>
                                        </p:tgtEl>
                                        <p:attrNameLst>
                                          <p:attrName>style.visibility</p:attrName>
                                        </p:attrNameLst>
                                      </p:cBhvr>
                                      <p:to>
                                        <p:strVal val="visible"/>
                                      </p:to>
                                    </p:set>
                                    <p:animEffect transition="in" filter="fade">
                                      <p:cBhvr>
                                        <p:cTn id="25" dur="2000"/>
                                        <p:tgtEl>
                                          <p:spTgt spid="419872"/>
                                        </p:tgtEl>
                                      </p:cBhvr>
                                    </p:animEffect>
                                  </p:childTnLst>
                                </p:cTn>
                              </p:par>
                            </p:childTnLst>
                          </p:cTn>
                        </p:par>
                      </p:childTnLst>
                    </p:cTn>
                  </p:par>
                  <p:par>
                    <p:cTn id="26" fill="hold">
                      <p:stCondLst>
                        <p:cond delay="indefinite"/>
                      </p:stCondLst>
                      <p:childTnLst>
                        <p:par>
                          <p:cTn id="27" fill="hold">
                            <p:stCondLst>
                              <p:cond delay="0"/>
                            </p:stCondLst>
                            <p:childTnLst>
                              <p:par>
                                <p:cTn id="28" presetID="12" presetClass="entr" presetSubtype="8" fill="hold" nodeType="clickEffect">
                                  <p:stCondLst>
                                    <p:cond delay="0"/>
                                  </p:stCondLst>
                                  <p:childTnLst>
                                    <p:set>
                                      <p:cBhvr>
                                        <p:cTn id="29" dur="1" fill="hold">
                                          <p:stCondLst>
                                            <p:cond delay="0"/>
                                          </p:stCondLst>
                                        </p:cTn>
                                        <p:tgtEl>
                                          <p:spTgt spid="419880"/>
                                        </p:tgtEl>
                                        <p:attrNameLst>
                                          <p:attrName>style.visibility</p:attrName>
                                        </p:attrNameLst>
                                      </p:cBhvr>
                                      <p:to>
                                        <p:strVal val="visible"/>
                                      </p:to>
                                    </p:set>
                                    <p:animEffect transition="in" filter="slide(fromLeft)">
                                      <p:cBhvr>
                                        <p:cTn id="30" dur="500"/>
                                        <p:tgtEl>
                                          <p:spTgt spid="419880"/>
                                        </p:tgtEl>
                                      </p:cBhvr>
                                    </p:animEffect>
                                  </p:childTnLst>
                                </p:cTn>
                              </p:par>
                              <p:par>
                                <p:cTn id="31" presetID="12" presetClass="entr" presetSubtype="8" fill="hold" grpId="0" nodeType="withEffect">
                                  <p:stCondLst>
                                    <p:cond delay="0"/>
                                  </p:stCondLst>
                                  <p:childTnLst>
                                    <p:set>
                                      <p:cBhvr>
                                        <p:cTn id="32" dur="1" fill="hold">
                                          <p:stCondLst>
                                            <p:cond delay="0"/>
                                          </p:stCondLst>
                                        </p:cTn>
                                        <p:tgtEl>
                                          <p:spTgt spid="419847"/>
                                        </p:tgtEl>
                                        <p:attrNameLst>
                                          <p:attrName>style.visibility</p:attrName>
                                        </p:attrNameLst>
                                      </p:cBhvr>
                                      <p:to>
                                        <p:strVal val="visible"/>
                                      </p:to>
                                    </p:set>
                                    <p:animEffect transition="in" filter="slide(fromLeft)">
                                      <p:cBhvr>
                                        <p:cTn id="33" dur="500"/>
                                        <p:tgtEl>
                                          <p:spTgt spid="419847"/>
                                        </p:tgtEl>
                                      </p:cBhvr>
                                    </p:animEffect>
                                  </p:childTnLst>
                                </p:cTn>
                              </p:par>
                            </p:childTnLst>
                          </p:cTn>
                        </p:par>
                      </p:childTnLst>
                    </p:cTn>
                  </p:par>
                  <p:par>
                    <p:cTn id="34" fill="hold">
                      <p:stCondLst>
                        <p:cond delay="indefinite"/>
                      </p:stCondLst>
                      <p:childTnLst>
                        <p:par>
                          <p:cTn id="35" fill="hold">
                            <p:stCondLst>
                              <p:cond delay="0"/>
                            </p:stCondLst>
                            <p:childTnLst>
                              <p:par>
                                <p:cTn id="36" presetID="10" presetClass="entr" presetSubtype="0" fill="hold" grpId="0" nodeType="clickEffect">
                                  <p:stCondLst>
                                    <p:cond delay="0"/>
                                  </p:stCondLst>
                                  <p:childTnLst>
                                    <p:set>
                                      <p:cBhvr>
                                        <p:cTn id="37" dur="1" fill="hold">
                                          <p:stCondLst>
                                            <p:cond delay="0"/>
                                          </p:stCondLst>
                                        </p:cTn>
                                        <p:tgtEl>
                                          <p:spTgt spid="419884"/>
                                        </p:tgtEl>
                                        <p:attrNameLst>
                                          <p:attrName>style.visibility</p:attrName>
                                        </p:attrNameLst>
                                      </p:cBhvr>
                                      <p:to>
                                        <p:strVal val="visible"/>
                                      </p:to>
                                    </p:set>
                                    <p:animEffect transition="in" filter="fade">
                                      <p:cBhvr>
                                        <p:cTn id="38" dur="2000"/>
                                        <p:tgtEl>
                                          <p:spTgt spid="419884"/>
                                        </p:tgtEl>
                                      </p:cBhvr>
                                    </p:animEffect>
                                  </p:childTnLst>
                                </p:cTn>
                              </p:par>
                            </p:childTnLst>
                          </p:cTn>
                        </p:par>
                      </p:childTnLst>
                    </p:cTn>
                  </p:par>
                  <p:par>
                    <p:cTn id="39" fill="hold">
                      <p:stCondLst>
                        <p:cond delay="indefinite"/>
                      </p:stCondLst>
                      <p:childTnLst>
                        <p:par>
                          <p:cTn id="40" fill="hold">
                            <p:stCondLst>
                              <p:cond delay="0"/>
                            </p:stCondLst>
                            <p:childTnLst>
                              <p:par>
                                <p:cTn id="41" presetID="12" presetClass="entr" presetSubtype="8" fill="hold" nodeType="clickEffect">
                                  <p:stCondLst>
                                    <p:cond delay="0"/>
                                  </p:stCondLst>
                                  <p:childTnLst>
                                    <p:set>
                                      <p:cBhvr>
                                        <p:cTn id="42" dur="1" fill="hold">
                                          <p:stCondLst>
                                            <p:cond delay="0"/>
                                          </p:stCondLst>
                                        </p:cTn>
                                        <p:tgtEl>
                                          <p:spTgt spid="419879"/>
                                        </p:tgtEl>
                                        <p:attrNameLst>
                                          <p:attrName>style.visibility</p:attrName>
                                        </p:attrNameLst>
                                      </p:cBhvr>
                                      <p:to>
                                        <p:strVal val="visible"/>
                                      </p:to>
                                    </p:set>
                                    <p:animEffect transition="in" filter="slide(fromLeft)">
                                      <p:cBhvr>
                                        <p:cTn id="43" dur="500"/>
                                        <p:tgtEl>
                                          <p:spTgt spid="419879"/>
                                        </p:tgtEl>
                                      </p:cBhvr>
                                    </p:animEffect>
                                  </p:childTnLst>
                                </p:cTn>
                              </p:par>
                              <p:par>
                                <p:cTn id="44" presetID="12" presetClass="entr" presetSubtype="8" fill="hold" grpId="0" nodeType="withEffect">
                                  <p:stCondLst>
                                    <p:cond delay="0"/>
                                  </p:stCondLst>
                                  <p:childTnLst>
                                    <p:set>
                                      <p:cBhvr>
                                        <p:cTn id="45" dur="1" fill="hold">
                                          <p:stCondLst>
                                            <p:cond delay="0"/>
                                          </p:stCondLst>
                                        </p:cTn>
                                        <p:tgtEl>
                                          <p:spTgt spid="419848"/>
                                        </p:tgtEl>
                                        <p:attrNameLst>
                                          <p:attrName>style.visibility</p:attrName>
                                        </p:attrNameLst>
                                      </p:cBhvr>
                                      <p:to>
                                        <p:strVal val="visible"/>
                                      </p:to>
                                    </p:set>
                                    <p:animEffect transition="in" filter="slide(fromLeft)">
                                      <p:cBhvr>
                                        <p:cTn id="46" dur="500"/>
                                        <p:tgtEl>
                                          <p:spTgt spid="419848"/>
                                        </p:tgtEl>
                                      </p:cBhvr>
                                    </p:animEffect>
                                  </p:childTnLst>
                                </p:cTn>
                              </p:par>
                            </p:childTnLst>
                          </p:cTn>
                        </p:par>
                      </p:childTnLst>
                    </p:cTn>
                  </p:par>
                  <p:par>
                    <p:cTn id="47" fill="hold">
                      <p:stCondLst>
                        <p:cond delay="indefinite"/>
                      </p:stCondLst>
                      <p:childTnLst>
                        <p:par>
                          <p:cTn id="48" fill="hold">
                            <p:stCondLst>
                              <p:cond delay="0"/>
                            </p:stCondLst>
                            <p:childTnLst>
                              <p:par>
                                <p:cTn id="49" presetID="10" presetClass="entr" presetSubtype="0" fill="hold" grpId="0" nodeType="clickEffect">
                                  <p:stCondLst>
                                    <p:cond delay="0"/>
                                  </p:stCondLst>
                                  <p:childTnLst>
                                    <p:set>
                                      <p:cBhvr>
                                        <p:cTn id="50" dur="1" fill="hold">
                                          <p:stCondLst>
                                            <p:cond delay="0"/>
                                          </p:stCondLst>
                                        </p:cTn>
                                        <p:tgtEl>
                                          <p:spTgt spid="419885"/>
                                        </p:tgtEl>
                                        <p:attrNameLst>
                                          <p:attrName>style.visibility</p:attrName>
                                        </p:attrNameLst>
                                      </p:cBhvr>
                                      <p:to>
                                        <p:strVal val="visible"/>
                                      </p:to>
                                    </p:set>
                                    <p:animEffect transition="in" filter="fade">
                                      <p:cBhvr>
                                        <p:cTn id="51" dur="2000"/>
                                        <p:tgtEl>
                                          <p:spTgt spid="419885"/>
                                        </p:tgtEl>
                                      </p:cBhvr>
                                    </p:animEffect>
                                  </p:childTnLst>
                                </p:cTn>
                              </p:par>
                            </p:childTnLst>
                          </p:cTn>
                        </p:par>
                      </p:childTnLst>
                    </p:cTn>
                  </p:par>
                  <p:par>
                    <p:cTn id="52" fill="hold">
                      <p:stCondLst>
                        <p:cond delay="indefinite"/>
                      </p:stCondLst>
                      <p:childTnLst>
                        <p:par>
                          <p:cTn id="53" fill="hold">
                            <p:stCondLst>
                              <p:cond delay="0"/>
                            </p:stCondLst>
                            <p:childTnLst>
                              <p:par>
                                <p:cTn id="54" presetID="12" presetClass="entr" presetSubtype="8" fill="hold" nodeType="clickEffect">
                                  <p:stCondLst>
                                    <p:cond delay="0"/>
                                  </p:stCondLst>
                                  <p:childTnLst>
                                    <p:set>
                                      <p:cBhvr>
                                        <p:cTn id="55" dur="1" fill="hold">
                                          <p:stCondLst>
                                            <p:cond delay="0"/>
                                          </p:stCondLst>
                                        </p:cTn>
                                        <p:tgtEl>
                                          <p:spTgt spid="419881"/>
                                        </p:tgtEl>
                                        <p:attrNameLst>
                                          <p:attrName>style.visibility</p:attrName>
                                        </p:attrNameLst>
                                      </p:cBhvr>
                                      <p:to>
                                        <p:strVal val="visible"/>
                                      </p:to>
                                    </p:set>
                                    <p:animEffect transition="in" filter="slide(fromLeft)">
                                      <p:cBhvr>
                                        <p:cTn id="56" dur="500"/>
                                        <p:tgtEl>
                                          <p:spTgt spid="419881"/>
                                        </p:tgtEl>
                                      </p:cBhvr>
                                    </p:animEffect>
                                  </p:childTnLst>
                                </p:cTn>
                              </p:par>
                              <p:par>
                                <p:cTn id="57" presetID="12" presetClass="entr" presetSubtype="8" fill="hold" grpId="0" nodeType="withEffect">
                                  <p:stCondLst>
                                    <p:cond delay="0"/>
                                  </p:stCondLst>
                                  <p:childTnLst>
                                    <p:set>
                                      <p:cBhvr>
                                        <p:cTn id="58" dur="1" fill="hold">
                                          <p:stCondLst>
                                            <p:cond delay="0"/>
                                          </p:stCondLst>
                                        </p:cTn>
                                        <p:tgtEl>
                                          <p:spTgt spid="419849"/>
                                        </p:tgtEl>
                                        <p:attrNameLst>
                                          <p:attrName>style.visibility</p:attrName>
                                        </p:attrNameLst>
                                      </p:cBhvr>
                                      <p:to>
                                        <p:strVal val="visible"/>
                                      </p:to>
                                    </p:set>
                                    <p:animEffect transition="in" filter="slide(fromLeft)">
                                      <p:cBhvr>
                                        <p:cTn id="59" dur="500"/>
                                        <p:tgtEl>
                                          <p:spTgt spid="419849"/>
                                        </p:tgtEl>
                                      </p:cBhvr>
                                    </p:animEffect>
                                  </p:childTnLst>
                                </p:cTn>
                              </p:par>
                            </p:childTnLst>
                          </p:cTn>
                        </p:par>
                      </p:childTnLst>
                    </p:cTn>
                  </p:par>
                  <p:par>
                    <p:cTn id="60" fill="hold">
                      <p:stCondLst>
                        <p:cond delay="indefinite"/>
                      </p:stCondLst>
                      <p:childTnLst>
                        <p:par>
                          <p:cTn id="61" fill="hold">
                            <p:stCondLst>
                              <p:cond delay="0"/>
                            </p:stCondLst>
                            <p:childTnLst>
                              <p:par>
                                <p:cTn id="62" presetID="10" presetClass="entr" presetSubtype="0" fill="hold" grpId="0" nodeType="clickEffect">
                                  <p:stCondLst>
                                    <p:cond delay="0"/>
                                  </p:stCondLst>
                                  <p:childTnLst>
                                    <p:set>
                                      <p:cBhvr>
                                        <p:cTn id="63" dur="1" fill="hold">
                                          <p:stCondLst>
                                            <p:cond delay="0"/>
                                          </p:stCondLst>
                                        </p:cTn>
                                        <p:tgtEl>
                                          <p:spTgt spid="419886"/>
                                        </p:tgtEl>
                                        <p:attrNameLst>
                                          <p:attrName>style.visibility</p:attrName>
                                        </p:attrNameLst>
                                      </p:cBhvr>
                                      <p:to>
                                        <p:strVal val="visible"/>
                                      </p:to>
                                    </p:set>
                                    <p:animEffect transition="in" filter="fade">
                                      <p:cBhvr>
                                        <p:cTn id="64" dur="2000"/>
                                        <p:tgtEl>
                                          <p:spTgt spid="419886"/>
                                        </p:tgtEl>
                                      </p:cBhvr>
                                    </p:animEffect>
                                  </p:childTnLst>
                                </p:cTn>
                              </p:par>
                            </p:childTnLst>
                          </p:cTn>
                        </p:par>
                      </p:childTnLst>
                    </p:cTn>
                  </p:par>
                  <p:par>
                    <p:cTn id="65" fill="hold">
                      <p:stCondLst>
                        <p:cond delay="indefinite"/>
                      </p:stCondLst>
                      <p:childTnLst>
                        <p:par>
                          <p:cTn id="66" fill="hold">
                            <p:stCondLst>
                              <p:cond delay="0"/>
                            </p:stCondLst>
                            <p:childTnLst>
                              <p:par>
                                <p:cTn id="67" presetID="12" presetClass="entr" presetSubtype="8" fill="hold" grpId="0" nodeType="clickEffect">
                                  <p:stCondLst>
                                    <p:cond delay="0"/>
                                  </p:stCondLst>
                                  <p:childTnLst>
                                    <p:set>
                                      <p:cBhvr>
                                        <p:cTn id="68" dur="1" fill="hold">
                                          <p:stCondLst>
                                            <p:cond delay="0"/>
                                          </p:stCondLst>
                                        </p:cTn>
                                        <p:tgtEl>
                                          <p:spTgt spid="419882"/>
                                        </p:tgtEl>
                                        <p:attrNameLst>
                                          <p:attrName>style.visibility</p:attrName>
                                        </p:attrNameLst>
                                      </p:cBhvr>
                                      <p:to>
                                        <p:strVal val="visible"/>
                                      </p:to>
                                    </p:set>
                                    <p:animEffect transition="in" filter="slide(fromLeft)">
                                      <p:cBhvr>
                                        <p:cTn id="69" dur="500"/>
                                        <p:tgtEl>
                                          <p:spTgt spid="419882"/>
                                        </p:tgtEl>
                                      </p:cBhvr>
                                    </p:animEffect>
                                  </p:childTnLst>
                                </p:cTn>
                              </p:par>
                            </p:childTnLst>
                          </p:cTn>
                        </p:par>
                      </p:childTnLst>
                    </p:cTn>
                  </p:par>
                  <p:par>
                    <p:cTn id="70" fill="hold">
                      <p:stCondLst>
                        <p:cond delay="indefinite"/>
                      </p:stCondLst>
                      <p:childTnLst>
                        <p:par>
                          <p:cTn id="71" fill="hold">
                            <p:stCondLst>
                              <p:cond delay="0"/>
                            </p:stCondLst>
                            <p:childTnLst>
                              <p:par>
                                <p:cTn id="72" presetID="12" presetClass="entr" presetSubtype="8" fill="hold" grpId="0" nodeType="clickEffect">
                                  <p:stCondLst>
                                    <p:cond delay="0"/>
                                  </p:stCondLst>
                                  <p:childTnLst>
                                    <p:set>
                                      <p:cBhvr>
                                        <p:cTn id="73" dur="1" fill="hold">
                                          <p:stCondLst>
                                            <p:cond delay="0"/>
                                          </p:stCondLst>
                                        </p:cTn>
                                        <p:tgtEl>
                                          <p:spTgt spid="419876"/>
                                        </p:tgtEl>
                                        <p:attrNameLst>
                                          <p:attrName>style.visibility</p:attrName>
                                        </p:attrNameLst>
                                      </p:cBhvr>
                                      <p:to>
                                        <p:strVal val="visible"/>
                                      </p:to>
                                    </p:set>
                                    <p:animEffect transition="in" filter="slide(fromLeft)">
                                      <p:cBhvr>
                                        <p:cTn id="74" dur="500"/>
                                        <p:tgtEl>
                                          <p:spTgt spid="419876"/>
                                        </p:tgtEl>
                                      </p:cBhvr>
                                    </p:animEffect>
                                  </p:childTnLst>
                                </p:cTn>
                              </p:par>
                              <p:par>
                                <p:cTn id="75" presetID="12" presetClass="entr" presetSubtype="8" fill="hold" nodeType="withEffect">
                                  <p:stCondLst>
                                    <p:cond delay="0"/>
                                  </p:stCondLst>
                                  <p:childTnLst>
                                    <p:set>
                                      <p:cBhvr>
                                        <p:cTn id="76" dur="1" fill="hold">
                                          <p:stCondLst>
                                            <p:cond delay="0"/>
                                          </p:stCondLst>
                                        </p:cTn>
                                        <p:tgtEl>
                                          <p:spTgt spid="419883"/>
                                        </p:tgtEl>
                                        <p:attrNameLst>
                                          <p:attrName>style.visibility</p:attrName>
                                        </p:attrNameLst>
                                      </p:cBhvr>
                                      <p:to>
                                        <p:strVal val="visible"/>
                                      </p:to>
                                    </p:set>
                                    <p:animEffect transition="in" filter="slide(fromLeft)">
                                      <p:cBhvr>
                                        <p:cTn id="77" dur="500"/>
                                        <p:tgtEl>
                                          <p:spTgt spid="419883"/>
                                        </p:tgtEl>
                                      </p:cBhvr>
                                    </p:animEffect>
                                  </p:childTnLst>
                                </p:cTn>
                              </p:par>
                            </p:childTnLst>
                          </p:cTn>
                        </p:par>
                      </p:childTnLst>
                    </p:cTn>
                  </p:par>
                  <p:par>
                    <p:cTn id="78" fill="hold">
                      <p:stCondLst>
                        <p:cond delay="indefinite"/>
                      </p:stCondLst>
                      <p:childTnLst>
                        <p:par>
                          <p:cTn id="79" fill="hold">
                            <p:stCondLst>
                              <p:cond delay="0"/>
                            </p:stCondLst>
                            <p:childTnLst>
                              <p:par>
                                <p:cTn id="80" presetID="12" presetClass="entr" presetSubtype="8" fill="hold" grpId="0" nodeType="clickEffect">
                                  <p:stCondLst>
                                    <p:cond delay="0"/>
                                  </p:stCondLst>
                                  <p:childTnLst>
                                    <p:set>
                                      <p:cBhvr>
                                        <p:cTn id="81" dur="1" fill="hold">
                                          <p:stCondLst>
                                            <p:cond delay="0"/>
                                          </p:stCondLst>
                                        </p:cTn>
                                        <p:tgtEl>
                                          <p:spTgt spid="419887"/>
                                        </p:tgtEl>
                                        <p:attrNameLst>
                                          <p:attrName>style.visibility</p:attrName>
                                        </p:attrNameLst>
                                      </p:cBhvr>
                                      <p:to>
                                        <p:strVal val="visible"/>
                                      </p:to>
                                    </p:set>
                                    <p:animEffect transition="in" filter="slide(fromLeft)">
                                      <p:cBhvr>
                                        <p:cTn id="82" dur="500"/>
                                        <p:tgtEl>
                                          <p:spTgt spid="419887"/>
                                        </p:tgtEl>
                                      </p:cBhvr>
                                    </p:animEffect>
                                  </p:childTnLst>
                                </p:cTn>
                              </p:par>
                            </p:childTnLst>
                          </p:cTn>
                        </p:par>
                      </p:childTnLst>
                    </p:cTn>
                  </p:par>
                  <p:par>
                    <p:cTn id="83" fill="hold">
                      <p:stCondLst>
                        <p:cond delay="indefinite"/>
                      </p:stCondLst>
                      <p:childTnLst>
                        <p:par>
                          <p:cTn id="84" fill="hold">
                            <p:stCondLst>
                              <p:cond delay="0"/>
                            </p:stCondLst>
                            <p:childTnLst>
                              <p:par>
                                <p:cTn id="85" presetID="10" presetClass="entr" presetSubtype="0" fill="hold" grpId="0" nodeType="clickEffect">
                                  <p:stCondLst>
                                    <p:cond delay="0"/>
                                  </p:stCondLst>
                                  <p:childTnLst>
                                    <p:set>
                                      <p:cBhvr>
                                        <p:cTn id="86" dur="1" fill="hold">
                                          <p:stCondLst>
                                            <p:cond delay="0"/>
                                          </p:stCondLst>
                                        </p:cTn>
                                        <p:tgtEl>
                                          <p:spTgt spid="419888"/>
                                        </p:tgtEl>
                                        <p:attrNameLst>
                                          <p:attrName>style.visibility</p:attrName>
                                        </p:attrNameLst>
                                      </p:cBhvr>
                                      <p:to>
                                        <p:strVal val="visible"/>
                                      </p:to>
                                    </p:set>
                                    <p:animEffect transition="in" filter="fade">
                                      <p:cBhvr>
                                        <p:cTn id="87" dur="2000"/>
                                        <p:tgtEl>
                                          <p:spTgt spid="419888"/>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19845" grpId="0" animBg="1"/>
      <p:bldP spid="419846" grpId="0" animBg="1"/>
      <p:bldP spid="419847" grpId="0" animBg="1"/>
      <p:bldP spid="419848" grpId="0" animBg="1"/>
      <p:bldP spid="419849" grpId="0" animBg="1"/>
      <p:bldP spid="419868" grpId="0" animBg="1"/>
      <p:bldP spid="419872" grpId="0" animBg="1"/>
      <p:bldP spid="419876" grpId="0" animBg="1"/>
      <p:bldP spid="419882" grpId="0"/>
      <p:bldP spid="419884" grpId="0" animBg="1"/>
      <p:bldP spid="419885" grpId="0" animBg="1"/>
      <p:bldP spid="419886" grpId="0" animBg="1"/>
      <p:bldP spid="419887" grpId="0" animBg="1"/>
      <p:bldP spid="419888" grpId="0" animBg="1"/>
    </p:bldLst>
  </p:timing>
</p:sld>
</file>

<file path=ppt/slides/slide1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8307" name="Rectangle 2"/>
          <p:cNvSpPr>
            <a:spLocks noGrp="1" noChangeArrowheads="1"/>
          </p:cNvSpPr>
          <p:nvPr>
            <p:ph type="title"/>
          </p:nvPr>
        </p:nvSpPr>
        <p:spPr/>
        <p:txBody>
          <a:bodyPr/>
          <a:lstStyle/>
          <a:p>
            <a:pPr eaLnBrk="1" hangingPunct="1"/>
            <a:r>
              <a:rPr lang="zh-CN" altLang="en-US" sz="4400" smtClean="0"/>
              <a:t>内容提要</a:t>
            </a:r>
            <a:endParaRPr lang="en-US" altLang="zh-CN" sz="2800" smtClean="0">
              <a:solidFill>
                <a:schemeClr val="accent1"/>
              </a:solidFill>
            </a:endParaRPr>
          </a:p>
        </p:txBody>
      </p:sp>
      <p:grpSp>
        <p:nvGrpSpPr>
          <p:cNvPr id="2" name="Group 41"/>
          <p:cNvGrpSpPr/>
          <p:nvPr/>
        </p:nvGrpSpPr>
        <p:grpSpPr bwMode="auto">
          <a:xfrm>
            <a:off x="1828800" y="1643063"/>
            <a:ext cx="5622925" cy="817562"/>
            <a:chOff x="1152" y="1596"/>
            <a:chExt cx="3542" cy="515"/>
          </a:xfrm>
        </p:grpSpPr>
        <p:grpSp>
          <p:nvGrpSpPr>
            <p:cNvPr id="3" name="Group 42"/>
            <p:cNvGrpSpPr/>
            <p:nvPr/>
          </p:nvGrpSpPr>
          <p:grpSpPr bwMode="auto">
            <a:xfrm>
              <a:off x="1152" y="1692"/>
              <a:ext cx="480" cy="419"/>
              <a:chOff x="3174" y="2656"/>
              <a:chExt cx="1549" cy="1351"/>
            </a:xfrm>
          </p:grpSpPr>
          <p:sp>
            <p:nvSpPr>
              <p:cNvPr id="98328" name="AutoShape 43"/>
              <p:cNvSpPr>
                <a:spLocks noChangeArrowheads="1"/>
              </p:cNvSpPr>
              <p:nvPr/>
            </p:nvSpPr>
            <p:spPr bwMode="gray">
              <a:xfrm>
                <a:off x="3187" y="2679"/>
                <a:ext cx="1536" cy="1328"/>
              </a:xfrm>
              <a:prstGeom prst="hexagon">
                <a:avLst>
                  <a:gd name="adj" fmla="val 28916"/>
                  <a:gd name="vf" fmla="val 115470"/>
                </a:avLst>
              </a:prstGeom>
              <a:solidFill>
                <a:srgbClr val="808080"/>
              </a:solidFill>
              <a:ln w="9525">
                <a:noFill/>
                <a:miter lim="800000"/>
              </a:ln>
            </p:spPr>
            <p:txBody>
              <a:bodyPr wrap="none" anchor="ctr"/>
              <a:lstStyle/>
              <a:p>
                <a:endParaRPr lang="zh-CN" altLang="en-US"/>
              </a:p>
            </p:txBody>
          </p:sp>
          <p:sp>
            <p:nvSpPr>
              <p:cNvPr id="98329" name="AutoShape 44"/>
              <p:cNvSpPr>
                <a:spLocks noChangeArrowheads="1"/>
              </p:cNvSpPr>
              <p:nvPr/>
            </p:nvSpPr>
            <p:spPr bwMode="gray">
              <a:xfrm>
                <a:off x="3174" y="2656"/>
                <a:ext cx="1536" cy="1328"/>
              </a:xfrm>
              <a:prstGeom prst="hexagon">
                <a:avLst>
                  <a:gd name="adj" fmla="val 28916"/>
                  <a:gd name="vf" fmla="val 115470"/>
                </a:avLst>
              </a:prstGeom>
              <a:gradFill rotWithShape="1">
                <a:gsLst>
                  <a:gs pos="0">
                    <a:srgbClr val="E6E6E6"/>
                  </a:gs>
                  <a:gs pos="7500">
                    <a:srgbClr val="7D8496"/>
                  </a:gs>
                  <a:gs pos="26500">
                    <a:srgbClr val="E6E6E6"/>
                  </a:gs>
                  <a:gs pos="34000">
                    <a:srgbClr val="7D8496"/>
                  </a:gs>
                  <a:gs pos="46500">
                    <a:srgbClr val="E6E6E6"/>
                  </a:gs>
                  <a:gs pos="50000">
                    <a:srgbClr val="FFFFFF"/>
                  </a:gs>
                  <a:gs pos="53500">
                    <a:srgbClr val="E6E6E6"/>
                  </a:gs>
                  <a:gs pos="66000">
                    <a:srgbClr val="7D8496"/>
                  </a:gs>
                  <a:gs pos="73500">
                    <a:srgbClr val="E6E6E6"/>
                  </a:gs>
                  <a:gs pos="92500">
                    <a:srgbClr val="7D8496"/>
                  </a:gs>
                  <a:gs pos="100000">
                    <a:srgbClr val="E6E6E6"/>
                  </a:gs>
                </a:gsLst>
                <a:lin ang="2700000" scaled="1"/>
              </a:gradFill>
              <a:ln w="9525">
                <a:solidFill>
                  <a:srgbClr val="C0C0C0"/>
                </a:solidFill>
                <a:miter lim="800000"/>
              </a:ln>
            </p:spPr>
            <p:txBody>
              <a:bodyPr wrap="none" anchor="ctr"/>
              <a:lstStyle/>
              <a:p>
                <a:endParaRPr lang="zh-CN" altLang="en-US"/>
              </a:p>
            </p:txBody>
          </p:sp>
          <p:sp>
            <p:nvSpPr>
              <p:cNvPr id="354349" name="AutoShape 45"/>
              <p:cNvSpPr>
                <a:spLocks noChangeArrowheads="1"/>
              </p:cNvSpPr>
              <p:nvPr/>
            </p:nvSpPr>
            <p:spPr bwMode="gray">
              <a:xfrm>
                <a:off x="3264" y="2737"/>
                <a:ext cx="1349" cy="1167"/>
              </a:xfrm>
              <a:prstGeom prst="hexagon">
                <a:avLst>
                  <a:gd name="adj" fmla="val 28896"/>
                  <a:gd name="vf" fmla="val 115470"/>
                </a:avLst>
              </a:prstGeom>
              <a:gradFill rotWithShape="1">
                <a:gsLst>
                  <a:gs pos="0">
                    <a:schemeClr val="accent1">
                      <a:gamma/>
                      <a:shade val="46275"/>
                      <a:invGamma/>
                    </a:schemeClr>
                  </a:gs>
                  <a:gs pos="100000">
                    <a:schemeClr val="accent1"/>
                  </a:gs>
                </a:gsLst>
                <a:lin ang="2700000" scaled="1"/>
              </a:gradFill>
              <a:ln w="9525">
                <a:solidFill>
                  <a:schemeClr val="tx1"/>
                </a:solidFill>
                <a:miter lim="800000"/>
              </a:ln>
              <a:effectLst/>
            </p:spPr>
            <p:txBody>
              <a:bodyPr wrap="none" anchor="ctr"/>
              <a:lstStyle/>
              <a:p>
                <a:pPr>
                  <a:defRPr/>
                </a:pPr>
                <a:endParaRPr lang="zh-CN" altLang="en-US">
                  <a:ea typeface="+mn-ea"/>
                </a:endParaRPr>
              </a:p>
            </p:txBody>
          </p:sp>
        </p:grpSp>
        <p:sp>
          <p:nvSpPr>
            <p:cNvPr id="98325" name="Line 46"/>
            <p:cNvSpPr>
              <a:spLocks noChangeShapeType="1"/>
            </p:cNvSpPr>
            <p:nvPr/>
          </p:nvSpPr>
          <p:spPr bwMode="auto">
            <a:xfrm>
              <a:off x="1536" y="2076"/>
              <a:ext cx="3024" cy="0"/>
            </a:xfrm>
            <a:prstGeom prst="line">
              <a:avLst/>
            </a:prstGeom>
            <a:noFill/>
            <a:ln w="25400">
              <a:solidFill>
                <a:srgbClr val="C0C0C0"/>
              </a:solidFill>
              <a:prstDash val="sysDot"/>
              <a:round/>
              <a:tailEnd type="oval" w="med" len="med"/>
            </a:ln>
          </p:spPr>
          <p:txBody>
            <a:bodyPr wrap="none" anchor="ctr"/>
            <a:lstStyle/>
            <a:p>
              <a:endParaRPr lang="zh-CN" altLang="en-US"/>
            </a:p>
          </p:txBody>
        </p:sp>
        <p:sp>
          <p:nvSpPr>
            <p:cNvPr id="98326" name="Text Box 47"/>
            <p:cNvSpPr txBox="1">
              <a:spLocks noChangeArrowheads="1"/>
            </p:cNvSpPr>
            <p:nvPr/>
          </p:nvSpPr>
          <p:spPr bwMode="auto">
            <a:xfrm>
              <a:off x="1701" y="1596"/>
              <a:ext cx="2993" cy="442"/>
            </a:xfrm>
            <a:prstGeom prst="rect">
              <a:avLst/>
            </a:prstGeom>
            <a:noFill/>
            <a:ln w="9525" algn="ctr">
              <a:noFill/>
              <a:miter lim="800000"/>
            </a:ln>
          </p:spPr>
          <p:txBody>
            <a:bodyPr>
              <a:spAutoFit/>
            </a:bodyPr>
            <a:lstStyle/>
            <a:p>
              <a:pPr eaLnBrk="0" hangingPunct="0"/>
              <a:r>
                <a:rPr lang="zh-CN" altLang="en-US" sz="4000" b="1">
                  <a:solidFill>
                    <a:srgbClr val="000000"/>
                  </a:solidFill>
                  <a:ea typeface="隶书" panose="02010509060101010101" pitchFamily="49" charset="-122"/>
                </a:rPr>
                <a:t>网络侦察方法步骤</a:t>
              </a:r>
            </a:p>
          </p:txBody>
        </p:sp>
        <p:sp>
          <p:nvSpPr>
            <p:cNvPr id="98327" name="Text Box 48"/>
            <p:cNvSpPr txBox="1">
              <a:spLocks noChangeArrowheads="1"/>
            </p:cNvSpPr>
            <p:nvPr/>
          </p:nvSpPr>
          <p:spPr bwMode="gray">
            <a:xfrm>
              <a:off x="1276" y="1754"/>
              <a:ext cx="224" cy="291"/>
            </a:xfrm>
            <a:prstGeom prst="rect">
              <a:avLst/>
            </a:prstGeom>
            <a:noFill/>
            <a:ln w="9525" algn="ctr">
              <a:noFill/>
              <a:miter lim="800000"/>
            </a:ln>
          </p:spPr>
          <p:txBody>
            <a:bodyPr wrap="none">
              <a:spAutoFit/>
            </a:bodyPr>
            <a:lstStyle/>
            <a:p>
              <a:pPr algn="ctr" eaLnBrk="0" hangingPunct="0"/>
              <a:r>
                <a:rPr lang="en-US" altLang="zh-CN" sz="2400" b="1">
                  <a:solidFill>
                    <a:schemeClr val="bg1"/>
                  </a:solidFill>
                  <a:ea typeface="宋体" panose="02010600030101010101" pitchFamily="2" charset="-122"/>
                </a:rPr>
                <a:t>1</a:t>
              </a:r>
            </a:p>
          </p:txBody>
        </p:sp>
      </p:grpSp>
      <p:grpSp>
        <p:nvGrpSpPr>
          <p:cNvPr id="4" name="Group 49"/>
          <p:cNvGrpSpPr/>
          <p:nvPr/>
        </p:nvGrpSpPr>
        <p:grpSpPr bwMode="auto">
          <a:xfrm>
            <a:off x="1828800" y="3295650"/>
            <a:ext cx="762000" cy="665163"/>
            <a:chOff x="1110" y="2656"/>
            <a:chExt cx="1549" cy="1351"/>
          </a:xfrm>
        </p:grpSpPr>
        <p:sp>
          <p:nvSpPr>
            <p:cNvPr id="98321" name="AutoShape 50"/>
            <p:cNvSpPr>
              <a:spLocks noChangeArrowheads="1"/>
            </p:cNvSpPr>
            <p:nvPr/>
          </p:nvSpPr>
          <p:spPr bwMode="gray">
            <a:xfrm>
              <a:off x="1123" y="2679"/>
              <a:ext cx="1536" cy="1328"/>
            </a:xfrm>
            <a:prstGeom prst="hexagon">
              <a:avLst>
                <a:gd name="adj" fmla="val 28916"/>
                <a:gd name="vf" fmla="val 115470"/>
              </a:avLst>
            </a:prstGeom>
            <a:solidFill>
              <a:srgbClr val="808080"/>
            </a:solidFill>
            <a:ln w="9525">
              <a:noFill/>
              <a:miter lim="800000"/>
            </a:ln>
          </p:spPr>
          <p:txBody>
            <a:bodyPr wrap="none" anchor="ctr"/>
            <a:lstStyle/>
            <a:p>
              <a:endParaRPr lang="zh-CN" altLang="en-US"/>
            </a:p>
          </p:txBody>
        </p:sp>
        <p:sp>
          <p:nvSpPr>
            <p:cNvPr id="98322" name="AutoShape 51"/>
            <p:cNvSpPr>
              <a:spLocks noChangeArrowheads="1"/>
            </p:cNvSpPr>
            <p:nvPr/>
          </p:nvSpPr>
          <p:spPr bwMode="gray">
            <a:xfrm>
              <a:off x="1110" y="2656"/>
              <a:ext cx="1536" cy="1328"/>
            </a:xfrm>
            <a:prstGeom prst="hexagon">
              <a:avLst>
                <a:gd name="adj" fmla="val 28916"/>
                <a:gd name="vf" fmla="val 115470"/>
              </a:avLst>
            </a:prstGeom>
            <a:gradFill rotWithShape="1">
              <a:gsLst>
                <a:gs pos="0">
                  <a:srgbClr val="E6E6E6"/>
                </a:gs>
                <a:gs pos="7500">
                  <a:srgbClr val="7D8496"/>
                </a:gs>
                <a:gs pos="26500">
                  <a:srgbClr val="E6E6E6"/>
                </a:gs>
                <a:gs pos="34000">
                  <a:srgbClr val="7D8496"/>
                </a:gs>
                <a:gs pos="46500">
                  <a:srgbClr val="E6E6E6"/>
                </a:gs>
                <a:gs pos="50000">
                  <a:srgbClr val="FFFFFF"/>
                </a:gs>
                <a:gs pos="53500">
                  <a:srgbClr val="E6E6E6"/>
                </a:gs>
                <a:gs pos="66000">
                  <a:srgbClr val="7D8496"/>
                </a:gs>
                <a:gs pos="73500">
                  <a:srgbClr val="E6E6E6"/>
                </a:gs>
                <a:gs pos="92500">
                  <a:srgbClr val="7D8496"/>
                </a:gs>
                <a:gs pos="100000">
                  <a:srgbClr val="E6E6E6"/>
                </a:gs>
              </a:gsLst>
              <a:lin ang="2700000" scaled="1"/>
            </a:gradFill>
            <a:ln w="9525">
              <a:solidFill>
                <a:srgbClr val="C0C0C0"/>
              </a:solidFill>
              <a:miter lim="800000"/>
            </a:ln>
          </p:spPr>
          <p:txBody>
            <a:bodyPr wrap="none" anchor="ctr"/>
            <a:lstStyle/>
            <a:p>
              <a:endParaRPr lang="zh-CN" altLang="en-US"/>
            </a:p>
          </p:txBody>
        </p:sp>
        <p:sp>
          <p:nvSpPr>
            <p:cNvPr id="354356" name="AutoShape 52"/>
            <p:cNvSpPr>
              <a:spLocks noChangeArrowheads="1"/>
            </p:cNvSpPr>
            <p:nvPr/>
          </p:nvSpPr>
          <p:spPr bwMode="gray">
            <a:xfrm>
              <a:off x="1200" y="2737"/>
              <a:ext cx="1349" cy="1167"/>
            </a:xfrm>
            <a:prstGeom prst="hexagon">
              <a:avLst>
                <a:gd name="adj" fmla="val 28896"/>
                <a:gd name="vf" fmla="val 115470"/>
              </a:avLst>
            </a:prstGeom>
            <a:gradFill rotWithShape="1">
              <a:gsLst>
                <a:gs pos="0">
                  <a:schemeClr val="hlink">
                    <a:gamma/>
                    <a:shade val="46275"/>
                    <a:invGamma/>
                  </a:schemeClr>
                </a:gs>
                <a:gs pos="100000">
                  <a:schemeClr val="hlink"/>
                </a:gs>
              </a:gsLst>
              <a:lin ang="2700000" scaled="1"/>
            </a:gradFill>
            <a:ln w="9525">
              <a:solidFill>
                <a:schemeClr val="tx1"/>
              </a:solidFill>
              <a:miter lim="800000"/>
            </a:ln>
            <a:effectLst/>
          </p:spPr>
          <p:txBody>
            <a:bodyPr wrap="none" anchor="ctr"/>
            <a:lstStyle/>
            <a:p>
              <a:pPr>
                <a:defRPr/>
              </a:pPr>
              <a:endParaRPr lang="zh-CN" altLang="en-US">
                <a:ea typeface="+mn-ea"/>
              </a:endParaRPr>
            </a:p>
          </p:txBody>
        </p:sp>
      </p:grpSp>
      <p:sp>
        <p:nvSpPr>
          <p:cNvPr id="98310" name="Line 53"/>
          <p:cNvSpPr>
            <a:spLocks noChangeShapeType="1"/>
          </p:cNvSpPr>
          <p:nvPr/>
        </p:nvSpPr>
        <p:spPr bwMode="auto">
          <a:xfrm>
            <a:off x="2438400" y="3905250"/>
            <a:ext cx="4800600" cy="0"/>
          </a:xfrm>
          <a:prstGeom prst="line">
            <a:avLst/>
          </a:prstGeom>
          <a:noFill/>
          <a:ln w="25400">
            <a:solidFill>
              <a:srgbClr val="C0C0C0"/>
            </a:solidFill>
            <a:prstDash val="sysDot"/>
            <a:round/>
            <a:tailEnd type="oval" w="med" len="med"/>
          </a:ln>
        </p:spPr>
        <p:txBody>
          <a:bodyPr wrap="none" anchor="ctr"/>
          <a:lstStyle/>
          <a:p>
            <a:endParaRPr lang="zh-CN" altLang="en-US"/>
          </a:p>
        </p:txBody>
      </p:sp>
      <p:sp>
        <p:nvSpPr>
          <p:cNvPr id="98311" name="Text Box 54"/>
          <p:cNvSpPr txBox="1">
            <a:spLocks noChangeArrowheads="1"/>
          </p:cNvSpPr>
          <p:nvPr/>
        </p:nvSpPr>
        <p:spPr bwMode="auto">
          <a:xfrm>
            <a:off x="2700338" y="3143250"/>
            <a:ext cx="4535487" cy="701675"/>
          </a:xfrm>
          <a:prstGeom prst="rect">
            <a:avLst/>
          </a:prstGeom>
          <a:solidFill>
            <a:srgbClr val="FF6600"/>
          </a:solidFill>
          <a:ln w="9525" algn="ctr">
            <a:noFill/>
            <a:miter lim="800000"/>
          </a:ln>
        </p:spPr>
        <p:txBody>
          <a:bodyPr>
            <a:spAutoFit/>
          </a:bodyPr>
          <a:lstStyle/>
          <a:p>
            <a:pPr eaLnBrk="0" hangingPunct="0"/>
            <a:r>
              <a:rPr lang="zh-CN" altLang="en-US" sz="4000" b="1">
                <a:solidFill>
                  <a:srgbClr val="000000"/>
                </a:solidFill>
                <a:ea typeface="隶书" panose="02010509060101010101" pitchFamily="49" charset="-122"/>
              </a:rPr>
              <a:t>多用途侦察工具</a:t>
            </a:r>
            <a:endParaRPr lang="en-US" altLang="zh-CN" sz="4000" b="1">
              <a:solidFill>
                <a:srgbClr val="000000"/>
              </a:solidFill>
              <a:ea typeface="隶书" panose="02010509060101010101" pitchFamily="49" charset="-122"/>
            </a:endParaRPr>
          </a:p>
        </p:txBody>
      </p:sp>
      <p:sp>
        <p:nvSpPr>
          <p:cNvPr id="98312" name="Text Box 55"/>
          <p:cNvSpPr txBox="1">
            <a:spLocks noChangeArrowheads="1"/>
          </p:cNvSpPr>
          <p:nvPr/>
        </p:nvSpPr>
        <p:spPr bwMode="gray">
          <a:xfrm>
            <a:off x="2025650" y="3394075"/>
            <a:ext cx="355600" cy="461963"/>
          </a:xfrm>
          <a:prstGeom prst="rect">
            <a:avLst/>
          </a:prstGeom>
          <a:noFill/>
          <a:ln w="9525" algn="ctr">
            <a:noFill/>
            <a:miter lim="800000"/>
          </a:ln>
        </p:spPr>
        <p:txBody>
          <a:bodyPr wrap="none">
            <a:spAutoFit/>
          </a:bodyPr>
          <a:lstStyle/>
          <a:p>
            <a:pPr algn="ctr" eaLnBrk="0" hangingPunct="0"/>
            <a:r>
              <a:rPr lang="en-US" altLang="zh-CN" sz="2400" b="1">
                <a:solidFill>
                  <a:schemeClr val="bg1"/>
                </a:solidFill>
                <a:ea typeface="宋体" panose="02010600030101010101" pitchFamily="2" charset="-122"/>
              </a:rPr>
              <a:t>2</a:t>
            </a:r>
          </a:p>
        </p:txBody>
      </p:sp>
      <p:grpSp>
        <p:nvGrpSpPr>
          <p:cNvPr id="5" name="Group 56"/>
          <p:cNvGrpSpPr/>
          <p:nvPr/>
        </p:nvGrpSpPr>
        <p:grpSpPr bwMode="auto">
          <a:xfrm>
            <a:off x="1828800" y="4611688"/>
            <a:ext cx="5410200" cy="817562"/>
            <a:chOff x="1152" y="2824"/>
            <a:chExt cx="3408" cy="515"/>
          </a:xfrm>
        </p:grpSpPr>
        <p:grpSp>
          <p:nvGrpSpPr>
            <p:cNvPr id="6" name="Group 57"/>
            <p:cNvGrpSpPr/>
            <p:nvPr/>
          </p:nvGrpSpPr>
          <p:grpSpPr bwMode="auto">
            <a:xfrm>
              <a:off x="1152" y="2920"/>
              <a:ext cx="480" cy="419"/>
              <a:chOff x="3174" y="2656"/>
              <a:chExt cx="1549" cy="1351"/>
            </a:xfrm>
          </p:grpSpPr>
          <p:sp>
            <p:nvSpPr>
              <p:cNvPr id="98318" name="AutoShape 58"/>
              <p:cNvSpPr>
                <a:spLocks noChangeArrowheads="1"/>
              </p:cNvSpPr>
              <p:nvPr/>
            </p:nvSpPr>
            <p:spPr bwMode="gray">
              <a:xfrm>
                <a:off x="3187" y="2679"/>
                <a:ext cx="1536" cy="1328"/>
              </a:xfrm>
              <a:prstGeom prst="hexagon">
                <a:avLst>
                  <a:gd name="adj" fmla="val 28916"/>
                  <a:gd name="vf" fmla="val 115470"/>
                </a:avLst>
              </a:prstGeom>
              <a:solidFill>
                <a:srgbClr val="808080"/>
              </a:solidFill>
              <a:ln w="9525">
                <a:noFill/>
                <a:miter lim="800000"/>
              </a:ln>
            </p:spPr>
            <p:txBody>
              <a:bodyPr wrap="none" anchor="ctr"/>
              <a:lstStyle/>
              <a:p>
                <a:endParaRPr lang="zh-CN" altLang="en-US"/>
              </a:p>
            </p:txBody>
          </p:sp>
          <p:sp>
            <p:nvSpPr>
              <p:cNvPr id="98319" name="AutoShape 59"/>
              <p:cNvSpPr>
                <a:spLocks noChangeArrowheads="1"/>
              </p:cNvSpPr>
              <p:nvPr/>
            </p:nvSpPr>
            <p:spPr bwMode="gray">
              <a:xfrm>
                <a:off x="3174" y="2656"/>
                <a:ext cx="1536" cy="1328"/>
              </a:xfrm>
              <a:prstGeom prst="hexagon">
                <a:avLst>
                  <a:gd name="adj" fmla="val 28916"/>
                  <a:gd name="vf" fmla="val 115470"/>
                </a:avLst>
              </a:prstGeom>
              <a:gradFill rotWithShape="1">
                <a:gsLst>
                  <a:gs pos="0">
                    <a:srgbClr val="E6E6E6"/>
                  </a:gs>
                  <a:gs pos="7500">
                    <a:srgbClr val="7D8496"/>
                  </a:gs>
                  <a:gs pos="26500">
                    <a:srgbClr val="E6E6E6"/>
                  </a:gs>
                  <a:gs pos="34000">
                    <a:srgbClr val="7D8496"/>
                  </a:gs>
                  <a:gs pos="46500">
                    <a:srgbClr val="E6E6E6"/>
                  </a:gs>
                  <a:gs pos="50000">
                    <a:srgbClr val="FFFFFF"/>
                  </a:gs>
                  <a:gs pos="53500">
                    <a:srgbClr val="E6E6E6"/>
                  </a:gs>
                  <a:gs pos="66000">
                    <a:srgbClr val="7D8496"/>
                  </a:gs>
                  <a:gs pos="73500">
                    <a:srgbClr val="E6E6E6"/>
                  </a:gs>
                  <a:gs pos="92500">
                    <a:srgbClr val="7D8496"/>
                  </a:gs>
                  <a:gs pos="100000">
                    <a:srgbClr val="E6E6E6"/>
                  </a:gs>
                </a:gsLst>
                <a:lin ang="2700000" scaled="1"/>
              </a:gradFill>
              <a:ln w="9525">
                <a:solidFill>
                  <a:srgbClr val="C0C0C0"/>
                </a:solidFill>
                <a:miter lim="800000"/>
              </a:ln>
            </p:spPr>
            <p:txBody>
              <a:bodyPr wrap="none" anchor="ctr"/>
              <a:lstStyle/>
              <a:p>
                <a:endParaRPr lang="zh-CN" altLang="en-US"/>
              </a:p>
            </p:txBody>
          </p:sp>
          <p:sp>
            <p:nvSpPr>
              <p:cNvPr id="354364" name="AutoShape 60"/>
              <p:cNvSpPr>
                <a:spLocks noChangeArrowheads="1"/>
              </p:cNvSpPr>
              <p:nvPr/>
            </p:nvSpPr>
            <p:spPr bwMode="gray">
              <a:xfrm>
                <a:off x="3264" y="2737"/>
                <a:ext cx="1349" cy="1167"/>
              </a:xfrm>
              <a:prstGeom prst="hexagon">
                <a:avLst>
                  <a:gd name="adj" fmla="val 28896"/>
                  <a:gd name="vf" fmla="val 115470"/>
                </a:avLst>
              </a:prstGeom>
              <a:gradFill rotWithShape="1">
                <a:gsLst>
                  <a:gs pos="0">
                    <a:schemeClr val="accent1">
                      <a:gamma/>
                      <a:shade val="46275"/>
                      <a:invGamma/>
                    </a:schemeClr>
                  </a:gs>
                  <a:gs pos="100000">
                    <a:schemeClr val="accent1"/>
                  </a:gs>
                </a:gsLst>
                <a:lin ang="2700000" scaled="1"/>
              </a:gradFill>
              <a:ln w="9525">
                <a:solidFill>
                  <a:schemeClr val="tx1"/>
                </a:solidFill>
                <a:miter lim="800000"/>
              </a:ln>
              <a:effectLst/>
            </p:spPr>
            <p:txBody>
              <a:bodyPr wrap="none" anchor="ctr"/>
              <a:lstStyle/>
              <a:p>
                <a:pPr>
                  <a:defRPr/>
                </a:pPr>
                <a:endParaRPr lang="zh-CN" altLang="en-US">
                  <a:ea typeface="+mn-ea"/>
                </a:endParaRPr>
              </a:p>
            </p:txBody>
          </p:sp>
        </p:grpSp>
        <p:sp>
          <p:nvSpPr>
            <p:cNvPr id="98315" name="Line 61"/>
            <p:cNvSpPr>
              <a:spLocks noChangeShapeType="1"/>
            </p:cNvSpPr>
            <p:nvPr/>
          </p:nvSpPr>
          <p:spPr bwMode="auto">
            <a:xfrm>
              <a:off x="1536" y="3304"/>
              <a:ext cx="3024" cy="0"/>
            </a:xfrm>
            <a:prstGeom prst="line">
              <a:avLst/>
            </a:prstGeom>
            <a:noFill/>
            <a:ln w="25400">
              <a:solidFill>
                <a:srgbClr val="C0C0C0"/>
              </a:solidFill>
              <a:prstDash val="sysDot"/>
              <a:round/>
              <a:tailEnd type="oval" w="med" len="med"/>
            </a:ln>
          </p:spPr>
          <p:txBody>
            <a:bodyPr wrap="none" anchor="ctr"/>
            <a:lstStyle/>
            <a:p>
              <a:endParaRPr lang="zh-CN" altLang="en-US"/>
            </a:p>
          </p:txBody>
        </p:sp>
        <p:sp>
          <p:nvSpPr>
            <p:cNvPr id="98316" name="Text Box 62"/>
            <p:cNvSpPr txBox="1">
              <a:spLocks noChangeArrowheads="1"/>
            </p:cNvSpPr>
            <p:nvPr/>
          </p:nvSpPr>
          <p:spPr bwMode="auto">
            <a:xfrm>
              <a:off x="1701" y="2824"/>
              <a:ext cx="2812" cy="442"/>
            </a:xfrm>
            <a:prstGeom prst="rect">
              <a:avLst/>
            </a:prstGeom>
            <a:noFill/>
            <a:ln w="9525" algn="ctr">
              <a:noFill/>
              <a:miter lim="800000"/>
            </a:ln>
          </p:spPr>
          <p:txBody>
            <a:bodyPr>
              <a:spAutoFit/>
            </a:bodyPr>
            <a:lstStyle/>
            <a:p>
              <a:pPr eaLnBrk="0" hangingPunct="0"/>
              <a:r>
                <a:rPr lang="zh-CN" altLang="en-US" sz="4000" b="1">
                  <a:solidFill>
                    <a:srgbClr val="000000"/>
                  </a:solidFill>
                  <a:ea typeface="隶书" panose="02010509060101010101" pitchFamily="49" charset="-122"/>
                </a:rPr>
                <a:t>网络侦察防御</a:t>
              </a:r>
            </a:p>
          </p:txBody>
        </p:sp>
        <p:sp>
          <p:nvSpPr>
            <p:cNvPr id="98317" name="Text Box 63"/>
            <p:cNvSpPr txBox="1">
              <a:spLocks noChangeArrowheads="1"/>
            </p:cNvSpPr>
            <p:nvPr/>
          </p:nvSpPr>
          <p:spPr bwMode="gray">
            <a:xfrm>
              <a:off x="1276" y="2982"/>
              <a:ext cx="224" cy="291"/>
            </a:xfrm>
            <a:prstGeom prst="rect">
              <a:avLst/>
            </a:prstGeom>
            <a:noFill/>
            <a:ln w="9525" algn="ctr">
              <a:noFill/>
              <a:miter lim="800000"/>
            </a:ln>
          </p:spPr>
          <p:txBody>
            <a:bodyPr wrap="none">
              <a:spAutoFit/>
            </a:bodyPr>
            <a:lstStyle/>
            <a:p>
              <a:pPr algn="ctr" eaLnBrk="0" hangingPunct="0"/>
              <a:r>
                <a:rPr lang="en-US" altLang="zh-CN" sz="2400" b="1">
                  <a:solidFill>
                    <a:schemeClr val="bg1"/>
                  </a:solidFill>
                  <a:ea typeface="宋体" panose="02010600030101010101" pitchFamily="2" charset="-122"/>
                </a:rPr>
                <a:t>3</a:t>
              </a:r>
            </a:p>
          </p:txBody>
        </p:sp>
      </p:grpSp>
    </p:spTree>
  </p:cSld>
  <p:clrMapOvr>
    <a:masterClrMapping/>
  </p:clrMapOvr>
  <p:timing>
    <p:tnLst>
      <p:par>
        <p:cTn id="1" dur="indefinite" restart="never" nodeType="tmRoot"/>
      </p:par>
    </p:tnLst>
  </p:timing>
</p:sld>
</file>

<file path=ppt/slides/slide1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9331" name="Rectangle 2"/>
          <p:cNvSpPr>
            <a:spLocks noGrp="1" noChangeArrowheads="1"/>
          </p:cNvSpPr>
          <p:nvPr>
            <p:ph type="title"/>
          </p:nvPr>
        </p:nvSpPr>
        <p:spPr/>
        <p:txBody>
          <a:bodyPr/>
          <a:lstStyle/>
          <a:p>
            <a:pPr eaLnBrk="1" hangingPunct="1"/>
            <a:r>
              <a:rPr lang="zh-CN" altLang="en-US" dirty="0" smtClean="0"/>
              <a:t>侦察工具</a:t>
            </a:r>
            <a:endParaRPr lang="en-US" altLang="zh-CN" dirty="0" smtClean="0"/>
          </a:p>
        </p:txBody>
      </p:sp>
      <p:sp>
        <p:nvSpPr>
          <p:cNvPr id="386051" name="Rectangle 3"/>
          <p:cNvSpPr>
            <a:spLocks noGrp="1" noChangeArrowheads="1"/>
          </p:cNvSpPr>
          <p:nvPr>
            <p:ph type="body" idx="1"/>
          </p:nvPr>
        </p:nvSpPr>
        <p:spPr>
          <a:xfrm>
            <a:off x="438150" y="1314450"/>
            <a:ext cx="8229600" cy="5000625"/>
          </a:xfrm>
        </p:spPr>
        <p:txBody>
          <a:bodyPr/>
          <a:lstStyle/>
          <a:p>
            <a:pPr eaLnBrk="1" hangingPunct="1"/>
            <a:r>
              <a:rPr lang="zh-CN" altLang="en-US" dirty="0"/>
              <a:t>略</a:t>
            </a:r>
            <a:endParaRPr lang="zh-CN" altLang="en-US" dirty="0" smtClean="0"/>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nodeType="clickEffect">
                                  <p:stCondLst>
                                    <p:cond delay="0"/>
                                  </p:stCondLst>
                                  <p:childTnLst>
                                    <p:set>
                                      <p:cBhvr>
                                        <p:cTn id="6" dur="1" fill="hold">
                                          <p:stCondLst>
                                            <p:cond delay="0"/>
                                          </p:stCondLst>
                                        </p:cTn>
                                        <p:tgtEl>
                                          <p:spTgt spid="386051">
                                            <p:txEl>
                                              <p:pRg st="0" end="0"/>
                                            </p:txEl>
                                          </p:spTgt>
                                        </p:tgtEl>
                                        <p:attrNameLst>
                                          <p:attrName>style.visibility</p:attrName>
                                        </p:attrNameLst>
                                      </p:cBhvr>
                                      <p:to>
                                        <p:strVal val="visible"/>
                                      </p:to>
                                    </p:set>
                                    <p:anim calcmode="lin" valueType="num">
                                      <p:cBhvr additive="base">
                                        <p:cTn id="7" dur="500" fill="hold"/>
                                        <p:tgtEl>
                                          <p:spTgt spid="386051">
                                            <p:txEl>
                                              <p:pRg st="0" end="0"/>
                                            </p:txEl>
                                          </p:spTgt>
                                        </p:tgtEl>
                                        <p:attrNameLst>
                                          <p:attrName>ppt_x</p:attrName>
                                        </p:attrNameLst>
                                      </p:cBhvr>
                                      <p:tavLst>
                                        <p:tav tm="0">
                                          <p:val>
                                            <p:strVal val="#ppt_x"/>
                                          </p:val>
                                        </p:tav>
                                        <p:tav tm="100000">
                                          <p:val>
                                            <p:strVal val="#ppt_x"/>
                                          </p:val>
                                        </p:tav>
                                      </p:tavLst>
                                    </p:anim>
                                    <p:anim calcmode="lin" valueType="num">
                                      <p:cBhvr additive="base">
                                        <p:cTn id="8" dur="500" fill="hold"/>
                                        <p:tgtEl>
                                          <p:spTgt spid="386051">
                                            <p:txEl>
                                              <p:pRg st="0" end="0"/>
                                            </p:txEl>
                                          </p:spTgt>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2403" name="Rectangle 2"/>
          <p:cNvSpPr>
            <a:spLocks noGrp="1" noChangeArrowheads="1"/>
          </p:cNvSpPr>
          <p:nvPr>
            <p:ph type="title"/>
          </p:nvPr>
        </p:nvSpPr>
        <p:spPr/>
        <p:txBody>
          <a:bodyPr/>
          <a:lstStyle/>
          <a:p>
            <a:pPr eaLnBrk="1" hangingPunct="1"/>
            <a:r>
              <a:rPr lang="zh-CN" altLang="en-US" sz="4400" smtClean="0"/>
              <a:t>内容提要</a:t>
            </a:r>
            <a:endParaRPr lang="en-US" altLang="zh-CN" sz="2800" smtClean="0">
              <a:solidFill>
                <a:schemeClr val="accent1"/>
              </a:solidFill>
            </a:endParaRPr>
          </a:p>
        </p:txBody>
      </p:sp>
      <p:grpSp>
        <p:nvGrpSpPr>
          <p:cNvPr id="2" name="Group 41"/>
          <p:cNvGrpSpPr/>
          <p:nvPr/>
        </p:nvGrpSpPr>
        <p:grpSpPr bwMode="auto">
          <a:xfrm>
            <a:off x="2044700" y="1785938"/>
            <a:ext cx="5622925" cy="817562"/>
            <a:chOff x="1152" y="1596"/>
            <a:chExt cx="3542" cy="515"/>
          </a:xfrm>
        </p:grpSpPr>
        <p:grpSp>
          <p:nvGrpSpPr>
            <p:cNvPr id="3" name="Group 42"/>
            <p:cNvGrpSpPr/>
            <p:nvPr/>
          </p:nvGrpSpPr>
          <p:grpSpPr bwMode="auto">
            <a:xfrm>
              <a:off x="1152" y="1692"/>
              <a:ext cx="480" cy="419"/>
              <a:chOff x="3174" y="2656"/>
              <a:chExt cx="1549" cy="1351"/>
            </a:xfrm>
          </p:grpSpPr>
          <p:sp>
            <p:nvSpPr>
              <p:cNvPr id="102424" name="AutoShape 43"/>
              <p:cNvSpPr>
                <a:spLocks noChangeArrowheads="1"/>
              </p:cNvSpPr>
              <p:nvPr/>
            </p:nvSpPr>
            <p:spPr bwMode="gray">
              <a:xfrm>
                <a:off x="3187" y="2679"/>
                <a:ext cx="1536" cy="1328"/>
              </a:xfrm>
              <a:prstGeom prst="hexagon">
                <a:avLst>
                  <a:gd name="adj" fmla="val 28916"/>
                  <a:gd name="vf" fmla="val 115470"/>
                </a:avLst>
              </a:prstGeom>
              <a:solidFill>
                <a:srgbClr val="808080"/>
              </a:solidFill>
              <a:ln w="9525">
                <a:noFill/>
                <a:miter lim="800000"/>
              </a:ln>
            </p:spPr>
            <p:txBody>
              <a:bodyPr wrap="none" anchor="ctr"/>
              <a:lstStyle/>
              <a:p>
                <a:endParaRPr lang="zh-CN" altLang="en-US"/>
              </a:p>
            </p:txBody>
          </p:sp>
          <p:sp>
            <p:nvSpPr>
              <p:cNvPr id="102425" name="AutoShape 44"/>
              <p:cNvSpPr>
                <a:spLocks noChangeArrowheads="1"/>
              </p:cNvSpPr>
              <p:nvPr/>
            </p:nvSpPr>
            <p:spPr bwMode="gray">
              <a:xfrm>
                <a:off x="3174" y="2656"/>
                <a:ext cx="1536" cy="1328"/>
              </a:xfrm>
              <a:prstGeom prst="hexagon">
                <a:avLst>
                  <a:gd name="adj" fmla="val 28916"/>
                  <a:gd name="vf" fmla="val 115470"/>
                </a:avLst>
              </a:prstGeom>
              <a:gradFill rotWithShape="1">
                <a:gsLst>
                  <a:gs pos="0">
                    <a:srgbClr val="E6E6E6"/>
                  </a:gs>
                  <a:gs pos="7500">
                    <a:srgbClr val="7D8496"/>
                  </a:gs>
                  <a:gs pos="26500">
                    <a:srgbClr val="E6E6E6"/>
                  </a:gs>
                  <a:gs pos="34000">
                    <a:srgbClr val="7D8496"/>
                  </a:gs>
                  <a:gs pos="46500">
                    <a:srgbClr val="E6E6E6"/>
                  </a:gs>
                  <a:gs pos="50000">
                    <a:srgbClr val="FFFFFF"/>
                  </a:gs>
                  <a:gs pos="53500">
                    <a:srgbClr val="E6E6E6"/>
                  </a:gs>
                  <a:gs pos="66000">
                    <a:srgbClr val="7D8496"/>
                  </a:gs>
                  <a:gs pos="73500">
                    <a:srgbClr val="E6E6E6"/>
                  </a:gs>
                  <a:gs pos="92500">
                    <a:srgbClr val="7D8496"/>
                  </a:gs>
                  <a:gs pos="100000">
                    <a:srgbClr val="E6E6E6"/>
                  </a:gs>
                </a:gsLst>
                <a:lin ang="2700000" scaled="1"/>
              </a:gradFill>
              <a:ln w="9525">
                <a:solidFill>
                  <a:srgbClr val="C0C0C0"/>
                </a:solidFill>
                <a:miter lim="800000"/>
              </a:ln>
            </p:spPr>
            <p:txBody>
              <a:bodyPr wrap="none" anchor="ctr"/>
              <a:lstStyle/>
              <a:p>
                <a:endParaRPr lang="zh-CN" altLang="en-US"/>
              </a:p>
            </p:txBody>
          </p:sp>
          <p:sp>
            <p:nvSpPr>
              <p:cNvPr id="355373" name="AutoShape 45"/>
              <p:cNvSpPr>
                <a:spLocks noChangeArrowheads="1"/>
              </p:cNvSpPr>
              <p:nvPr/>
            </p:nvSpPr>
            <p:spPr bwMode="gray">
              <a:xfrm>
                <a:off x="3264" y="2737"/>
                <a:ext cx="1349" cy="1167"/>
              </a:xfrm>
              <a:prstGeom prst="hexagon">
                <a:avLst>
                  <a:gd name="adj" fmla="val 28896"/>
                  <a:gd name="vf" fmla="val 115470"/>
                </a:avLst>
              </a:prstGeom>
              <a:gradFill rotWithShape="1">
                <a:gsLst>
                  <a:gs pos="0">
                    <a:schemeClr val="accent1">
                      <a:gamma/>
                      <a:shade val="46275"/>
                      <a:invGamma/>
                    </a:schemeClr>
                  </a:gs>
                  <a:gs pos="100000">
                    <a:schemeClr val="accent1"/>
                  </a:gs>
                </a:gsLst>
                <a:lin ang="2700000" scaled="1"/>
              </a:gradFill>
              <a:ln w="9525">
                <a:solidFill>
                  <a:schemeClr val="tx1"/>
                </a:solidFill>
                <a:miter lim="800000"/>
              </a:ln>
              <a:effectLst/>
            </p:spPr>
            <p:txBody>
              <a:bodyPr wrap="none" anchor="ctr"/>
              <a:lstStyle/>
              <a:p>
                <a:pPr>
                  <a:defRPr/>
                </a:pPr>
                <a:endParaRPr lang="zh-CN" altLang="en-US">
                  <a:ea typeface="+mn-ea"/>
                </a:endParaRPr>
              </a:p>
            </p:txBody>
          </p:sp>
        </p:grpSp>
        <p:sp>
          <p:nvSpPr>
            <p:cNvPr id="102421" name="Line 46"/>
            <p:cNvSpPr>
              <a:spLocks noChangeShapeType="1"/>
            </p:cNvSpPr>
            <p:nvPr/>
          </p:nvSpPr>
          <p:spPr bwMode="auto">
            <a:xfrm>
              <a:off x="1536" y="2076"/>
              <a:ext cx="3024" cy="0"/>
            </a:xfrm>
            <a:prstGeom prst="line">
              <a:avLst/>
            </a:prstGeom>
            <a:noFill/>
            <a:ln w="25400">
              <a:solidFill>
                <a:srgbClr val="C0C0C0"/>
              </a:solidFill>
              <a:prstDash val="sysDot"/>
              <a:round/>
              <a:tailEnd type="oval" w="med" len="med"/>
            </a:ln>
          </p:spPr>
          <p:txBody>
            <a:bodyPr wrap="none" anchor="ctr"/>
            <a:lstStyle/>
            <a:p>
              <a:endParaRPr lang="zh-CN" altLang="en-US"/>
            </a:p>
          </p:txBody>
        </p:sp>
        <p:sp>
          <p:nvSpPr>
            <p:cNvPr id="102422" name="Text Box 47"/>
            <p:cNvSpPr txBox="1">
              <a:spLocks noChangeArrowheads="1"/>
            </p:cNvSpPr>
            <p:nvPr/>
          </p:nvSpPr>
          <p:spPr bwMode="auto">
            <a:xfrm>
              <a:off x="1701" y="1596"/>
              <a:ext cx="2993" cy="442"/>
            </a:xfrm>
            <a:prstGeom prst="rect">
              <a:avLst/>
            </a:prstGeom>
            <a:noFill/>
            <a:ln w="9525" algn="ctr">
              <a:noFill/>
              <a:miter lim="800000"/>
            </a:ln>
          </p:spPr>
          <p:txBody>
            <a:bodyPr>
              <a:spAutoFit/>
            </a:bodyPr>
            <a:lstStyle/>
            <a:p>
              <a:pPr eaLnBrk="0" hangingPunct="0"/>
              <a:r>
                <a:rPr lang="zh-CN" altLang="en-US" sz="4000" b="1">
                  <a:solidFill>
                    <a:srgbClr val="000000"/>
                  </a:solidFill>
                  <a:ea typeface="隶书" panose="02010509060101010101" pitchFamily="49" charset="-122"/>
                </a:rPr>
                <a:t>网络侦察方法步骤</a:t>
              </a:r>
            </a:p>
          </p:txBody>
        </p:sp>
        <p:sp>
          <p:nvSpPr>
            <p:cNvPr id="102423" name="Text Box 48"/>
            <p:cNvSpPr txBox="1">
              <a:spLocks noChangeArrowheads="1"/>
            </p:cNvSpPr>
            <p:nvPr/>
          </p:nvSpPr>
          <p:spPr bwMode="gray">
            <a:xfrm>
              <a:off x="1276" y="1754"/>
              <a:ext cx="224" cy="291"/>
            </a:xfrm>
            <a:prstGeom prst="rect">
              <a:avLst/>
            </a:prstGeom>
            <a:noFill/>
            <a:ln w="9525" algn="ctr">
              <a:noFill/>
              <a:miter lim="800000"/>
            </a:ln>
          </p:spPr>
          <p:txBody>
            <a:bodyPr wrap="none">
              <a:spAutoFit/>
            </a:bodyPr>
            <a:lstStyle/>
            <a:p>
              <a:pPr algn="ctr" eaLnBrk="0" hangingPunct="0"/>
              <a:r>
                <a:rPr lang="en-US" altLang="zh-CN" sz="2400" b="1">
                  <a:solidFill>
                    <a:schemeClr val="bg1"/>
                  </a:solidFill>
                  <a:ea typeface="宋体" panose="02010600030101010101" pitchFamily="2" charset="-122"/>
                </a:rPr>
                <a:t>1</a:t>
              </a:r>
            </a:p>
          </p:txBody>
        </p:sp>
      </p:grpSp>
      <p:grpSp>
        <p:nvGrpSpPr>
          <p:cNvPr id="4" name="Group 49"/>
          <p:cNvGrpSpPr/>
          <p:nvPr/>
        </p:nvGrpSpPr>
        <p:grpSpPr bwMode="auto">
          <a:xfrm>
            <a:off x="2044700" y="3214688"/>
            <a:ext cx="5838825" cy="817562"/>
            <a:chOff x="1152" y="2203"/>
            <a:chExt cx="3678" cy="515"/>
          </a:xfrm>
        </p:grpSpPr>
        <p:grpSp>
          <p:nvGrpSpPr>
            <p:cNvPr id="5" name="Group 50"/>
            <p:cNvGrpSpPr/>
            <p:nvPr/>
          </p:nvGrpSpPr>
          <p:grpSpPr bwMode="auto">
            <a:xfrm>
              <a:off x="1152" y="2299"/>
              <a:ext cx="480" cy="419"/>
              <a:chOff x="1110" y="2656"/>
              <a:chExt cx="1549" cy="1351"/>
            </a:xfrm>
          </p:grpSpPr>
          <p:sp>
            <p:nvSpPr>
              <p:cNvPr id="102417" name="AutoShape 51"/>
              <p:cNvSpPr>
                <a:spLocks noChangeArrowheads="1"/>
              </p:cNvSpPr>
              <p:nvPr/>
            </p:nvSpPr>
            <p:spPr bwMode="gray">
              <a:xfrm>
                <a:off x="1123" y="2679"/>
                <a:ext cx="1536" cy="1328"/>
              </a:xfrm>
              <a:prstGeom prst="hexagon">
                <a:avLst>
                  <a:gd name="adj" fmla="val 28916"/>
                  <a:gd name="vf" fmla="val 115470"/>
                </a:avLst>
              </a:prstGeom>
              <a:solidFill>
                <a:srgbClr val="808080"/>
              </a:solidFill>
              <a:ln w="9525">
                <a:noFill/>
                <a:miter lim="800000"/>
              </a:ln>
            </p:spPr>
            <p:txBody>
              <a:bodyPr wrap="none" anchor="ctr"/>
              <a:lstStyle/>
              <a:p>
                <a:endParaRPr lang="zh-CN" altLang="en-US"/>
              </a:p>
            </p:txBody>
          </p:sp>
          <p:sp>
            <p:nvSpPr>
              <p:cNvPr id="102418" name="AutoShape 52"/>
              <p:cNvSpPr>
                <a:spLocks noChangeArrowheads="1"/>
              </p:cNvSpPr>
              <p:nvPr/>
            </p:nvSpPr>
            <p:spPr bwMode="gray">
              <a:xfrm>
                <a:off x="1110" y="2656"/>
                <a:ext cx="1536" cy="1328"/>
              </a:xfrm>
              <a:prstGeom prst="hexagon">
                <a:avLst>
                  <a:gd name="adj" fmla="val 28916"/>
                  <a:gd name="vf" fmla="val 115470"/>
                </a:avLst>
              </a:prstGeom>
              <a:gradFill rotWithShape="1">
                <a:gsLst>
                  <a:gs pos="0">
                    <a:srgbClr val="E6E6E6"/>
                  </a:gs>
                  <a:gs pos="7500">
                    <a:srgbClr val="7D8496"/>
                  </a:gs>
                  <a:gs pos="26500">
                    <a:srgbClr val="E6E6E6"/>
                  </a:gs>
                  <a:gs pos="34000">
                    <a:srgbClr val="7D8496"/>
                  </a:gs>
                  <a:gs pos="46500">
                    <a:srgbClr val="E6E6E6"/>
                  </a:gs>
                  <a:gs pos="50000">
                    <a:srgbClr val="FFFFFF"/>
                  </a:gs>
                  <a:gs pos="53500">
                    <a:srgbClr val="E6E6E6"/>
                  </a:gs>
                  <a:gs pos="66000">
                    <a:srgbClr val="7D8496"/>
                  </a:gs>
                  <a:gs pos="73500">
                    <a:srgbClr val="E6E6E6"/>
                  </a:gs>
                  <a:gs pos="92500">
                    <a:srgbClr val="7D8496"/>
                  </a:gs>
                  <a:gs pos="100000">
                    <a:srgbClr val="E6E6E6"/>
                  </a:gs>
                </a:gsLst>
                <a:lin ang="2700000" scaled="1"/>
              </a:gradFill>
              <a:ln w="9525">
                <a:solidFill>
                  <a:srgbClr val="C0C0C0"/>
                </a:solidFill>
                <a:miter lim="800000"/>
              </a:ln>
            </p:spPr>
            <p:txBody>
              <a:bodyPr wrap="none" anchor="ctr"/>
              <a:lstStyle/>
              <a:p>
                <a:endParaRPr lang="zh-CN" altLang="en-US"/>
              </a:p>
            </p:txBody>
          </p:sp>
          <p:sp>
            <p:nvSpPr>
              <p:cNvPr id="355381" name="AutoShape 53"/>
              <p:cNvSpPr>
                <a:spLocks noChangeArrowheads="1"/>
              </p:cNvSpPr>
              <p:nvPr/>
            </p:nvSpPr>
            <p:spPr bwMode="gray">
              <a:xfrm>
                <a:off x="1200" y="2737"/>
                <a:ext cx="1349" cy="1167"/>
              </a:xfrm>
              <a:prstGeom prst="hexagon">
                <a:avLst>
                  <a:gd name="adj" fmla="val 28896"/>
                  <a:gd name="vf" fmla="val 115470"/>
                </a:avLst>
              </a:prstGeom>
              <a:gradFill rotWithShape="1">
                <a:gsLst>
                  <a:gs pos="0">
                    <a:schemeClr val="hlink">
                      <a:gamma/>
                      <a:shade val="46275"/>
                      <a:invGamma/>
                    </a:schemeClr>
                  </a:gs>
                  <a:gs pos="100000">
                    <a:schemeClr val="hlink"/>
                  </a:gs>
                </a:gsLst>
                <a:lin ang="2700000" scaled="1"/>
              </a:gradFill>
              <a:ln w="9525">
                <a:solidFill>
                  <a:schemeClr val="tx1"/>
                </a:solidFill>
                <a:miter lim="800000"/>
              </a:ln>
              <a:effectLst/>
            </p:spPr>
            <p:txBody>
              <a:bodyPr wrap="none" anchor="ctr"/>
              <a:lstStyle/>
              <a:p>
                <a:pPr>
                  <a:defRPr/>
                </a:pPr>
                <a:endParaRPr lang="zh-CN" altLang="en-US">
                  <a:ea typeface="+mn-ea"/>
                </a:endParaRPr>
              </a:p>
            </p:txBody>
          </p:sp>
        </p:grpSp>
        <p:sp>
          <p:nvSpPr>
            <p:cNvPr id="102414" name="Line 54"/>
            <p:cNvSpPr>
              <a:spLocks noChangeShapeType="1"/>
            </p:cNvSpPr>
            <p:nvPr/>
          </p:nvSpPr>
          <p:spPr bwMode="auto">
            <a:xfrm>
              <a:off x="1536" y="2683"/>
              <a:ext cx="3024" cy="0"/>
            </a:xfrm>
            <a:prstGeom prst="line">
              <a:avLst/>
            </a:prstGeom>
            <a:noFill/>
            <a:ln w="25400">
              <a:solidFill>
                <a:srgbClr val="C0C0C0"/>
              </a:solidFill>
              <a:prstDash val="sysDot"/>
              <a:round/>
              <a:tailEnd type="oval" w="med" len="med"/>
            </a:ln>
          </p:spPr>
          <p:txBody>
            <a:bodyPr wrap="none" anchor="ctr"/>
            <a:lstStyle/>
            <a:p>
              <a:endParaRPr lang="zh-CN" altLang="en-US"/>
            </a:p>
          </p:txBody>
        </p:sp>
        <p:sp>
          <p:nvSpPr>
            <p:cNvPr id="102415" name="Text Box 55"/>
            <p:cNvSpPr txBox="1">
              <a:spLocks noChangeArrowheads="1"/>
            </p:cNvSpPr>
            <p:nvPr/>
          </p:nvSpPr>
          <p:spPr bwMode="auto">
            <a:xfrm>
              <a:off x="1701" y="2203"/>
              <a:ext cx="3129" cy="442"/>
            </a:xfrm>
            <a:prstGeom prst="rect">
              <a:avLst/>
            </a:prstGeom>
            <a:noFill/>
            <a:ln w="9525" algn="ctr">
              <a:noFill/>
              <a:miter lim="800000"/>
            </a:ln>
          </p:spPr>
          <p:txBody>
            <a:bodyPr>
              <a:spAutoFit/>
            </a:bodyPr>
            <a:lstStyle/>
            <a:p>
              <a:pPr eaLnBrk="0" hangingPunct="0"/>
              <a:r>
                <a:rPr lang="zh-CN" altLang="en-US" sz="4000" b="1">
                  <a:solidFill>
                    <a:srgbClr val="000000"/>
                  </a:solidFill>
                  <a:ea typeface="隶书" panose="02010509060101010101" pitchFamily="49" charset="-122"/>
                </a:rPr>
                <a:t>多用途侦察工具</a:t>
              </a:r>
              <a:endParaRPr lang="en-US" altLang="zh-CN" sz="4000" b="1">
                <a:solidFill>
                  <a:srgbClr val="000000"/>
                </a:solidFill>
                <a:ea typeface="隶书" panose="02010509060101010101" pitchFamily="49" charset="-122"/>
              </a:endParaRPr>
            </a:p>
          </p:txBody>
        </p:sp>
        <p:sp>
          <p:nvSpPr>
            <p:cNvPr id="102416" name="Text Box 56"/>
            <p:cNvSpPr txBox="1">
              <a:spLocks noChangeArrowheads="1"/>
            </p:cNvSpPr>
            <p:nvPr/>
          </p:nvSpPr>
          <p:spPr bwMode="gray">
            <a:xfrm>
              <a:off x="1276" y="2361"/>
              <a:ext cx="224" cy="291"/>
            </a:xfrm>
            <a:prstGeom prst="rect">
              <a:avLst/>
            </a:prstGeom>
            <a:noFill/>
            <a:ln w="9525" algn="ctr">
              <a:noFill/>
              <a:miter lim="800000"/>
            </a:ln>
          </p:spPr>
          <p:txBody>
            <a:bodyPr wrap="none">
              <a:spAutoFit/>
            </a:bodyPr>
            <a:lstStyle/>
            <a:p>
              <a:pPr algn="ctr" eaLnBrk="0" hangingPunct="0"/>
              <a:r>
                <a:rPr lang="en-US" altLang="zh-CN" sz="2400" b="1">
                  <a:solidFill>
                    <a:schemeClr val="bg1"/>
                  </a:solidFill>
                  <a:ea typeface="宋体" panose="02010600030101010101" pitchFamily="2" charset="-122"/>
                </a:rPr>
                <a:t>2</a:t>
              </a:r>
            </a:p>
          </p:txBody>
        </p:sp>
      </p:grpSp>
      <p:grpSp>
        <p:nvGrpSpPr>
          <p:cNvPr id="6" name="Group 57"/>
          <p:cNvGrpSpPr/>
          <p:nvPr/>
        </p:nvGrpSpPr>
        <p:grpSpPr bwMode="auto">
          <a:xfrm>
            <a:off x="2044700" y="4851400"/>
            <a:ext cx="762000" cy="665163"/>
            <a:chOff x="3174" y="2656"/>
            <a:chExt cx="1549" cy="1351"/>
          </a:xfrm>
        </p:grpSpPr>
        <p:sp>
          <p:nvSpPr>
            <p:cNvPr id="102410" name="AutoShape 58"/>
            <p:cNvSpPr>
              <a:spLocks noChangeArrowheads="1"/>
            </p:cNvSpPr>
            <p:nvPr/>
          </p:nvSpPr>
          <p:spPr bwMode="gray">
            <a:xfrm>
              <a:off x="3187" y="2679"/>
              <a:ext cx="1536" cy="1328"/>
            </a:xfrm>
            <a:prstGeom prst="hexagon">
              <a:avLst>
                <a:gd name="adj" fmla="val 28916"/>
                <a:gd name="vf" fmla="val 115470"/>
              </a:avLst>
            </a:prstGeom>
            <a:solidFill>
              <a:srgbClr val="808080"/>
            </a:solidFill>
            <a:ln w="9525">
              <a:noFill/>
              <a:miter lim="800000"/>
            </a:ln>
          </p:spPr>
          <p:txBody>
            <a:bodyPr wrap="none" anchor="ctr"/>
            <a:lstStyle/>
            <a:p>
              <a:endParaRPr lang="zh-CN" altLang="en-US"/>
            </a:p>
          </p:txBody>
        </p:sp>
        <p:sp>
          <p:nvSpPr>
            <p:cNvPr id="102411" name="AutoShape 59"/>
            <p:cNvSpPr>
              <a:spLocks noChangeArrowheads="1"/>
            </p:cNvSpPr>
            <p:nvPr/>
          </p:nvSpPr>
          <p:spPr bwMode="gray">
            <a:xfrm>
              <a:off x="3174" y="2656"/>
              <a:ext cx="1536" cy="1328"/>
            </a:xfrm>
            <a:prstGeom prst="hexagon">
              <a:avLst>
                <a:gd name="adj" fmla="val 28916"/>
                <a:gd name="vf" fmla="val 115470"/>
              </a:avLst>
            </a:prstGeom>
            <a:gradFill rotWithShape="1">
              <a:gsLst>
                <a:gs pos="0">
                  <a:srgbClr val="E6E6E6"/>
                </a:gs>
                <a:gs pos="7500">
                  <a:srgbClr val="7D8496"/>
                </a:gs>
                <a:gs pos="26500">
                  <a:srgbClr val="E6E6E6"/>
                </a:gs>
                <a:gs pos="34000">
                  <a:srgbClr val="7D8496"/>
                </a:gs>
                <a:gs pos="46500">
                  <a:srgbClr val="E6E6E6"/>
                </a:gs>
                <a:gs pos="50000">
                  <a:srgbClr val="FFFFFF"/>
                </a:gs>
                <a:gs pos="53500">
                  <a:srgbClr val="E6E6E6"/>
                </a:gs>
                <a:gs pos="66000">
                  <a:srgbClr val="7D8496"/>
                </a:gs>
                <a:gs pos="73500">
                  <a:srgbClr val="E6E6E6"/>
                </a:gs>
                <a:gs pos="92500">
                  <a:srgbClr val="7D8496"/>
                </a:gs>
                <a:gs pos="100000">
                  <a:srgbClr val="E6E6E6"/>
                </a:gs>
              </a:gsLst>
              <a:lin ang="2700000" scaled="1"/>
            </a:gradFill>
            <a:ln w="9525">
              <a:solidFill>
                <a:srgbClr val="C0C0C0"/>
              </a:solidFill>
              <a:miter lim="800000"/>
            </a:ln>
          </p:spPr>
          <p:txBody>
            <a:bodyPr wrap="none" anchor="ctr"/>
            <a:lstStyle/>
            <a:p>
              <a:endParaRPr lang="zh-CN" altLang="en-US"/>
            </a:p>
          </p:txBody>
        </p:sp>
        <p:sp>
          <p:nvSpPr>
            <p:cNvPr id="355388" name="AutoShape 60"/>
            <p:cNvSpPr>
              <a:spLocks noChangeArrowheads="1"/>
            </p:cNvSpPr>
            <p:nvPr/>
          </p:nvSpPr>
          <p:spPr bwMode="gray">
            <a:xfrm>
              <a:off x="3264" y="2737"/>
              <a:ext cx="1349" cy="1167"/>
            </a:xfrm>
            <a:prstGeom prst="hexagon">
              <a:avLst>
                <a:gd name="adj" fmla="val 28896"/>
                <a:gd name="vf" fmla="val 115470"/>
              </a:avLst>
            </a:prstGeom>
            <a:gradFill rotWithShape="1">
              <a:gsLst>
                <a:gs pos="0">
                  <a:schemeClr val="accent1">
                    <a:gamma/>
                    <a:shade val="46275"/>
                    <a:invGamma/>
                  </a:schemeClr>
                </a:gs>
                <a:gs pos="100000">
                  <a:schemeClr val="accent1"/>
                </a:gs>
              </a:gsLst>
              <a:lin ang="2700000" scaled="1"/>
            </a:gradFill>
            <a:ln w="9525">
              <a:solidFill>
                <a:schemeClr val="tx1"/>
              </a:solidFill>
              <a:miter lim="800000"/>
            </a:ln>
            <a:effectLst/>
          </p:spPr>
          <p:txBody>
            <a:bodyPr wrap="none" anchor="ctr"/>
            <a:lstStyle/>
            <a:p>
              <a:pPr>
                <a:defRPr/>
              </a:pPr>
              <a:endParaRPr lang="zh-CN" altLang="en-US">
                <a:ea typeface="+mn-ea"/>
              </a:endParaRPr>
            </a:p>
          </p:txBody>
        </p:sp>
      </p:grpSp>
      <p:sp>
        <p:nvSpPr>
          <p:cNvPr id="102407" name="Line 61"/>
          <p:cNvSpPr>
            <a:spLocks noChangeShapeType="1"/>
          </p:cNvSpPr>
          <p:nvPr/>
        </p:nvSpPr>
        <p:spPr bwMode="auto">
          <a:xfrm>
            <a:off x="2654300" y="5461000"/>
            <a:ext cx="4800600" cy="0"/>
          </a:xfrm>
          <a:prstGeom prst="line">
            <a:avLst/>
          </a:prstGeom>
          <a:noFill/>
          <a:ln w="25400">
            <a:solidFill>
              <a:srgbClr val="C0C0C0"/>
            </a:solidFill>
            <a:prstDash val="sysDot"/>
            <a:round/>
            <a:tailEnd type="oval" w="med" len="med"/>
          </a:ln>
        </p:spPr>
        <p:txBody>
          <a:bodyPr wrap="none" anchor="ctr"/>
          <a:lstStyle/>
          <a:p>
            <a:endParaRPr lang="zh-CN" altLang="en-US"/>
          </a:p>
        </p:txBody>
      </p:sp>
      <p:sp>
        <p:nvSpPr>
          <p:cNvPr id="102408" name="Text Box 62"/>
          <p:cNvSpPr txBox="1">
            <a:spLocks noChangeArrowheads="1"/>
          </p:cNvSpPr>
          <p:nvPr/>
        </p:nvSpPr>
        <p:spPr bwMode="auto">
          <a:xfrm>
            <a:off x="2916238" y="4699000"/>
            <a:ext cx="4535487" cy="701675"/>
          </a:xfrm>
          <a:prstGeom prst="rect">
            <a:avLst/>
          </a:prstGeom>
          <a:solidFill>
            <a:srgbClr val="FF6600"/>
          </a:solidFill>
          <a:ln w="9525" algn="ctr">
            <a:noFill/>
            <a:miter lim="800000"/>
          </a:ln>
        </p:spPr>
        <p:txBody>
          <a:bodyPr>
            <a:spAutoFit/>
          </a:bodyPr>
          <a:lstStyle/>
          <a:p>
            <a:pPr eaLnBrk="0" hangingPunct="0"/>
            <a:r>
              <a:rPr lang="zh-CN" altLang="en-US" sz="4000" b="1">
                <a:solidFill>
                  <a:srgbClr val="000000"/>
                </a:solidFill>
                <a:ea typeface="隶书" panose="02010509060101010101" pitchFamily="49" charset="-122"/>
              </a:rPr>
              <a:t>网络侦察防御</a:t>
            </a:r>
          </a:p>
        </p:txBody>
      </p:sp>
      <p:sp>
        <p:nvSpPr>
          <p:cNvPr id="102409" name="Text Box 63"/>
          <p:cNvSpPr txBox="1">
            <a:spLocks noChangeArrowheads="1"/>
          </p:cNvSpPr>
          <p:nvPr/>
        </p:nvSpPr>
        <p:spPr bwMode="gray">
          <a:xfrm>
            <a:off x="2241550" y="4949825"/>
            <a:ext cx="355600" cy="461963"/>
          </a:xfrm>
          <a:prstGeom prst="rect">
            <a:avLst/>
          </a:prstGeom>
          <a:noFill/>
          <a:ln w="9525" algn="ctr">
            <a:noFill/>
            <a:miter lim="800000"/>
          </a:ln>
        </p:spPr>
        <p:txBody>
          <a:bodyPr wrap="none">
            <a:spAutoFit/>
          </a:bodyPr>
          <a:lstStyle/>
          <a:p>
            <a:pPr algn="ctr" eaLnBrk="0" hangingPunct="0"/>
            <a:r>
              <a:rPr lang="en-US" altLang="zh-CN" sz="2400" b="1">
                <a:solidFill>
                  <a:schemeClr val="bg1"/>
                </a:solidFill>
                <a:ea typeface="宋体" panose="02010600030101010101" pitchFamily="2" charset="-122"/>
              </a:rPr>
              <a:t>3</a:t>
            </a:r>
          </a:p>
        </p:txBody>
      </p:sp>
    </p:spTree>
  </p:cSld>
  <p:clrMapOvr>
    <a:masterClrMapping/>
  </p:clrMapOvr>
  <p:timing>
    <p:tnLst>
      <p:par>
        <p:cTn id="1" dur="indefinite" restart="never" nodeType="tmRoot"/>
      </p:par>
    </p:tnLst>
  </p:timing>
</p:sld>
</file>

<file path=ppt/slides/slide1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3427" name="Rectangle 2"/>
          <p:cNvSpPr>
            <a:spLocks noGrp="1" noChangeArrowheads="1"/>
          </p:cNvSpPr>
          <p:nvPr>
            <p:ph type="title"/>
          </p:nvPr>
        </p:nvSpPr>
        <p:spPr>
          <a:xfrm>
            <a:off x="1095375" y="225425"/>
            <a:ext cx="7667625" cy="792163"/>
          </a:xfrm>
        </p:spPr>
        <p:txBody>
          <a:bodyPr/>
          <a:lstStyle/>
          <a:p>
            <a:pPr eaLnBrk="1" hangingPunct="1"/>
            <a:r>
              <a:rPr lang="en-US" altLang="zh-CN" sz="3600" smtClean="0"/>
              <a:t>(</a:t>
            </a:r>
            <a:r>
              <a:rPr lang="zh-CN" altLang="en-US" sz="3600" smtClean="0"/>
              <a:t>一</a:t>
            </a:r>
            <a:r>
              <a:rPr lang="en-US" altLang="zh-CN" sz="3600" smtClean="0"/>
              <a:t>)</a:t>
            </a:r>
            <a:r>
              <a:rPr lang="zh-CN" altLang="en-US" sz="3600" smtClean="0"/>
              <a:t>防御搜索引擎和基于</a:t>
            </a:r>
            <a:r>
              <a:rPr lang="en-US" altLang="zh-CN" sz="3600" smtClean="0">
                <a:latin typeface="Times New Roman" panose="02020603050405020304" pitchFamily="18" charset="0"/>
              </a:rPr>
              <a:t>Web</a:t>
            </a:r>
            <a:r>
              <a:rPr lang="zh-CN" altLang="en-US" sz="3600" smtClean="0"/>
              <a:t>的侦察 </a:t>
            </a:r>
          </a:p>
        </p:txBody>
      </p:sp>
      <p:sp>
        <p:nvSpPr>
          <p:cNvPr id="352259" name="Rectangle 3"/>
          <p:cNvSpPr>
            <a:spLocks noGrp="1" noChangeArrowheads="1"/>
          </p:cNvSpPr>
          <p:nvPr>
            <p:ph type="body" idx="1"/>
          </p:nvPr>
        </p:nvSpPr>
        <p:spPr>
          <a:xfrm>
            <a:off x="677863" y="1382713"/>
            <a:ext cx="7772400" cy="4114800"/>
          </a:xfrm>
        </p:spPr>
        <p:txBody>
          <a:bodyPr/>
          <a:lstStyle/>
          <a:p>
            <a:pPr eaLnBrk="1" hangingPunct="1"/>
            <a:r>
              <a:rPr lang="zh-CN" altLang="en-US" sz="2800" dirty="0" smtClean="0"/>
              <a:t>对于自己的</a:t>
            </a:r>
            <a:r>
              <a:rPr lang="en-US" altLang="zh-CN" sz="2800" dirty="0" smtClean="0"/>
              <a:t>Web</a:t>
            </a:r>
            <a:r>
              <a:rPr lang="zh-CN" altLang="en-US" sz="2800" dirty="0" smtClean="0"/>
              <a:t>服务器，建立信息披露策略。不要在</a:t>
            </a:r>
            <a:r>
              <a:rPr lang="en-US" altLang="zh-CN" sz="2800" dirty="0" smtClean="0"/>
              <a:t>Web</a:t>
            </a:r>
            <a:r>
              <a:rPr lang="zh-CN" altLang="en-US" sz="2800" dirty="0" smtClean="0"/>
              <a:t>站点上放置敏感的客户数据或其它信息；</a:t>
            </a:r>
          </a:p>
          <a:p>
            <a:pPr eaLnBrk="1" hangingPunct="1"/>
            <a:r>
              <a:rPr lang="zh-CN" altLang="en-US" sz="2800" dirty="0" smtClean="0"/>
              <a:t>组织必须有具体的措施要求如何使用新闻组和邮件列表：必须要求职工不得在新闻组和邮件列表这样的公共渠道上发布系统配置、商业计划和其它敏感话题信息；</a:t>
            </a:r>
          </a:p>
          <a:p>
            <a:pPr eaLnBrk="1" hangingPunct="1"/>
            <a:r>
              <a:rPr lang="zh-CN" altLang="en-US" sz="2800" dirty="0" smtClean="0"/>
              <a:t>如果发现</a:t>
            </a:r>
            <a:r>
              <a:rPr lang="en-US" altLang="zh-CN" sz="2800" dirty="0" smtClean="0"/>
              <a:t>Google</a:t>
            </a:r>
            <a:r>
              <a:rPr lang="zh-CN" altLang="en-US" sz="2800" dirty="0" smtClean="0"/>
              <a:t>对一个不期望公开的</a:t>
            </a:r>
            <a:r>
              <a:rPr lang="en-US" altLang="zh-CN" sz="2800" dirty="0" smtClean="0"/>
              <a:t>URL</a:t>
            </a:r>
            <a:r>
              <a:rPr lang="zh-CN" altLang="en-US" sz="2800" dirty="0" smtClean="0"/>
              <a:t>或页面进行了索引，可以要求</a:t>
            </a:r>
            <a:r>
              <a:rPr lang="en-US" altLang="zh-CN" sz="2800" dirty="0" smtClean="0"/>
              <a:t>Google</a:t>
            </a:r>
            <a:r>
              <a:rPr lang="zh-CN" altLang="en-US" sz="2800" dirty="0" smtClean="0"/>
              <a:t>把它们移出。</a:t>
            </a:r>
            <a:endParaRPr lang="en-US" altLang="zh-CN" sz="2800" dirty="0" smtClean="0"/>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nodeType="clickEffect">
                                  <p:stCondLst>
                                    <p:cond delay="0"/>
                                  </p:stCondLst>
                                  <p:childTnLst>
                                    <p:set>
                                      <p:cBhvr>
                                        <p:cTn id="6" dur="1" fill="hold">
                                          <p:stCondLst>
                                            <p:cond delay="0"/>
                                          </p:stCondLst>
                                        </p:cTn>
                                        <p:tgtEl>
                                          <p:spTgt spid="352259">
                                            <p:txEl>
                                              <p:pRg st="0" end="0"/>
                                            </p:txEl>
                                          </p:spTgt>
                                        </p:tgtEl>
                                        <p:attrNameLst>
                                          <p:attrName>style.visibility</p:attrName>
                                        </p:attrNameLst>
                                      </p:cBhvr>
                                      <p:to>
                                        <p:strVal val="visible"/>
                                      </p:to>
                                    </p:set>
                                    <p:anim calcmode="lin" valueType="num">
                                      <p:cBhvr additive="base">
                                        <p:cTn id="7" dur="500" fill="hold"/>
                                        <p:tgtEl>
                                          <p:spTgt spid="352259">
                                            <p:txEl>
                                              <p:pRg st="0" end="0"/>
                                            </p:txEl>
                                          </p:spTgt>
                                        </p:tgtEl>
                                        <p:attrNameLst>
                                          <p:attrName>ppt_x</p:attrName>
                                        </p:attrNameLst>
                                      </p:cBhvr>
                                      <p:tavLst>
                                        <p:tav tm="0">
                                          <p:val>
                                            <p:strVal val="#ppt_x"/>
                                          </p:val>
                                        </p:tav>
                                        <p:tav tm="100000">
                                          <p:val>
                                            <p:strVal val="#ppt_x"/>
                                          </p:val>
                                        </p:tav>
                                      </p:tavLst>
                                    </p:anim>
                                    <p:anim calcmode="lin" valueType="num">
                                      <p:cBhvr additive="base">
                                        <p:cTn id="8" dur="500" fill="hold"/>
                                        <p:tgtEl>
                                          <p:spTgt spid="352259">
                                            <p:txEl>
                                              <p:pRg st="0" end="0"/>
                                            </p:txEl>
                                          </p:spTgt>
                                        </p:tgtEl>
                                        <p:attrNameLst>
                                          <p:attrName>ppt_y</p:attrName>
                                        </p:attrNameLst>
                                      </p:cBhvr>
                                      <p:tavLst>
                                        <p:tav tm="0">
                                          <p:val>
                                            <p:strVal val="1+#ppt_h/2"/>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2" presetClass="entr" presetSubtype="4" fill="hold" nodeType="clickEffect">
                                  <p:stCondLst>
                                    <p:cond delay="0"/>
                                  </p:stCondLst>
                                  <p:childTnLst>
                                    <p:set>
                                      <p:cBhvr>
                                        <p:cTn id="12" dur="1" fill="hold">
                                          <p:stCondLst>
                                            <p:cond delay="0"/>
                                          </p:stCondLst>
                                        </p:cTn>
                                        <p:tgtEl>
                                          <p:spTgt spid="352259">
                                            <p:txEl>
                                              <p:pRg st="1" end="1"/>
                                            </p:txEl>
                                          </p:spTgt>
                                        </p:tgtEl>
                                        <p:attrNameLst>
                                          <p:attrName>style.visibility</p:attrName>
                                        </p:attrNameLst>
                                      </p:cBhvr>
                                      <p:to>
                                        <p:strVal val="visible"/>
                                      </p:to>
                                    </p:set>
                                    <p:anim calcmode="lin" valueType="num">
                                      <p:cBhvr additive="base">
                                        <p:cTn id="13" dur="500" fill="hold"/>
                                        <p:tgtEl>
                                          <p:spTgt spid="352259">
                                            <p:txEl>
                                              <p:pRg st="1" end="1"/>
                                            </p:txEl>
                                          </p:spTgt>
                                        </p:tgtEl>
                                        <p:attrNameLst>
                                          <p:attrName>ppt_x</p:attrName>
                                        </p:attrNameLst>
                                      </p:cBhvr>
                                      <p:tavLst>
                                        <p:tav tm="0">
                                          <p:val>
                                            <p:strVal val="#ppt_x"/>
                                          </p:val>
                                        </p:tav>
                                        <p:tav tm="100000">
                                          <p:val>
                                            <p:strVal val="#ppt_x"/>
                                          </p:val>
                                        </p:tav>
                                      </p:tavLst>
                                    </p:anim>
                                    <p:anim calcmode="lin" valueType="num">
                                      <p:cBhvr additive="base">
                                        <p:cTn id="14" dur="500" fill="hold"/>
                                        <p:tgtEl>
                                          <p:spTgt spid="352259">
                                            <p:txEl>
                                              <p:pRg st="1" end="1"/>
                                            </p:txEl>
                                          </p:spTgt>
                                        </p:tgtEl>
                                        <p:attrNameLst>
                                          <p:attrName>ppt_y</p:attrName>
                                        </p:attrNameLst>
                                      </p:cBhvr>
                                      <p:tavLst>
                                        <p:tav tm="0">
                                          <p:val>
                                            <p:strVal val="1+#ppt_h/2"/>
                                          </p:val>
                                        </p:tav>
                                        <p:tav tm="100000">
                                          <p:val>
                                            <p:strVal val="#ppt_y"/>
                                          </p:val>
                                        </p:tav>
                                      </p:tavLst>
                                    </p:anim>
                                  </p:childTnLst>
                                </p:cTn>
                              </p:par>
                            </p:childTnLst>
                          </p:cTn>
                        </p:par>
                      </p:childTnLst>
                    </p:cTn>
                  </p:par>
                  <p:par>
                    <p:cTn id="15" fill="hold">
                      <p:stCondLst>
                        <p:cond delay="indefinite"/>
                      </p:stCondLst>
                      <p:childTnLst>
                        <p:par>
                          <p:cTn id="16" fill="hold">
                            <p:stCondLst>
                              <p:cond delay="0"/>
                            </p:stCondLst>
                            <p:childTnLst>
                              <p:par>
                                <p:cTn id="17" presetID="2" presetClass="entr" presetSubtype="4" fill="hold" nodeType="clickEffect">
                                  <p:stCondLst>
                                    <p:cond delay="0"/>
                                  </p:stCondLst>
                                  <p:childTnLst>
                                    <p:set>
                                      <p:cBhvr>
                                        <p:cTn id="18" dur="1" fill="hold">
                                          <p:stCondLst>
                                            <p:cond delay="0"/>
                                          </p:stCondLst>
                                        </p:cTn>
                                        <p:tgtEl>
                                          <p:spTgt spid="352259">
                                            <p:txEl>
                                              <p:pRg st="2" end="2"/>
                                            </p:txEl>
                                          </p:spTgt>
                                        </p:tgtEl>
                                        <p:attrNameLst>
                                          <p:attrName>style.visibility</p:attrName>
                                        </p:attrNameLst>
                                      </p:cBhvr>
                                      <p:to>
                                        <p:strVal val="visible"/>
                                      </p:to>
                                    </p:set>
                                    <p:anim calcmode="lin" valueType="num">
                                      <p:cBhvr additive="base">
                                        <p:cTn id="19" dur="500" fill="hold"/>
                                        <p:tgtEl>
                                          <p:spTgt spid="352259">
                                            <p:txEl>
                                              <p:pRg st="2" end="2"/>
                                            </p:txEl>
                                          </p:spTgt>
                                        </p:tgtEl>
                                        <p:attrNameLst>
                                          <p:attrName>ppt_x</p:attrName>
                                        </p:attrNameLst>
                                      </p:cBhvr>
                                      <p:tavLst>
                                        <p:tav tm="0">
                                          <p:val>
                                            <p:strVal val="#ppt_x"/>
                                          </p:val>
                                        </p:tav>
                                        <p:tav tm="100000">
                                          <p:val>
                                            <p:strVal val="#ppt_x"/>
                                          </p:val>
                                        </p:tav>
                                      </p:tavLst>
                                    </p:anim>
                                    <p:anim calcmode="lin" valueType="num">
                                      <p:cBhvr additive="base">
                                        <p:cTn id="20" dur="500" fill="hold"/>
                                        <p:tgtEl>
                                          <p:spTgt spid="352259">
                                            <p:txEl>
                                              <p:pRg st="2" end="2"/>
                                            </p:txEl>
                                          </p:spTgt>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4451" name="Rectangle 2"/>
          <p:cNvSpPr>
            <a:spLocks noGrp="1" noChangeArrowheads="1"/>
          </p:cNvSpPr>
          <p:nvPr>
            <p:ph type="title"/>
          </p:nvPr>
        </p:nvSpPr>
        <p:spPr>
          <a:xfrm>
            <a:off x="1219200" y="187325"/>
            <a:ext cx="7308850" cy="792163"/>
          </a:xfrm>
        </p:spPr>
        <p:txBody>
          <a:bodyPr/>
          <a:lstStyle/>
          <a:p>
            <a:pPr eaLnBrk="1" hangingPunct="1"/>
            <a:r>
              <a:rPr lang="en-US" altLang="zh-CN" dirty="0" smtClean="0"/>
              <a:t>(</a:t>
            </a:r>
            <a:r>
              <a:rPr lang="zh-CN" altLang="en-US" dirty="0" smtClean="0"/>
              <a:t>二</a:t>
            </a:r>
            <a:r>
              <a:rPr lang="en-US" altLang="zh-CN" dirty="0" smtClean="0"/>
              <a:t>)</a:t>
            </a:r>
            <a:r>
              <a:rPr lang="zh-CN" altLang="en-US" dirty="0" smtClean="0">
                <a:latin typeface="Times New Roman" panose="02020603050405020304" pitchFamily="18" charset="0"/>
              </a:rPr>
              <a:t>防御</a:t>
            </a:r>
            <a:r>
              <a:rPr lang="en-US" altLang="zh-CN" dirty="0" smtClean="0">
                <a:latin typeface="Times New Roman" panose="02020603050405020304" pitchFamily="18" charset="0"/>
              </a:rPr>
              <a:t>WHOIS</a:t>
            </a:r>
            <a:r>
              <a:rPr lang="zh-CN" altLang="en-US" dirty="0" smtClean="0">
                <a:latin typeface="Times New Roman" panose="02020603050405020304" pitchFamily="18" charset="0"/>
              </a:rPr>
              <a:t>检索 </a:t>
            </a:r>
          </a:p>
        </p:txBody>
      </p:sp>
      <p:sp>
        <p:nvSpPr>
          <p:cNvPr id="362499" name="Rectangle 3"/>
          <p:cNvSpPr>
            <a:spLocks noGrp="1" noChangeArrowheads="1"/>
          </p:cNvSpPr>
          <p:nvPr>
            <p:ph type="body" idx="1"/>
          </p:nvPr>
        </p:nvSpPr>
        <p:spPr/>
        <p:txBody>
          <a:bodyPr/>
          <a:lstStyle/>
          <a:p>
            <a:pPr eaLnBrk="1" hangingPunct="1"/>
            <a:r>
              <a:rPr lang="en-US" altLang="zh-CN" dirty="0" err="1" smtClean="0"/>
              <a:t>whois</a:t>
            </a:r>
            <a:r>
              <a:rPr lang="zh-CN" altLang="en-US" dirty="0" smtClean="0"/>
              <a:t>数据库能提供攻击者如此有用的信息，那么给出错误或误导的注册信息会使你更加安全吗？</a:t>
            </a:r>
          </a:p>
          <a:p>
            <a:pPr eaLnBrk="1" hangingPunct="1"/>
            <a:r>
              <a:rPr lang="zh-CN" altLang="en-US" dirty="0" smtClean="0"/>
              <a:t>防御</a:t>
            </a:r>
            <a:r>
              <a:rPr lang="en-US" altLang="zh-CN" dirty="0" err="1" smtClean="0"/>
              <a:t>whois</a:t>
            </a:r>
            <a:r>
              <a:rPr lang="zh-CN" altLang="en-US" dirty="0" smtClean="0"/>
              <a:t>检索可行的方法是：</a:t>
            </a:r>
          </a:p>
          <a:p>
            <a:pPr lvl="1" eaLnBrk="1" hangingPunct="1"/>
            <a:r>
              <a:rPr lang="zh-CN" altLang="en-US" dirty="0" smtClean="0"/>
              <a:t>保证注册记录中没有额外的可供攻击者使用的信息，例如管理员的帐户名；</a:t>
            </a:r>
          </a:p>
          <a:p>
            <a:pPr lvl="1" eaLnBrk="1" hangingPunct="1"/>
            <a:r>
              <a:rPr lang="zh-CN" altLang="en-US" dirty="0" smtClean="0"/>
              <a:t>对员工进行培训，避免误中社会工程学攻击的诡计。</a:t>
            </a: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nodeType="clickEffect">
                                  <p:stCondLst>
                                    <p:cond delay="0"/>
                                  </p:stCondLst>
                                  <p:childTnLst>
                                    <p:set>
                                      <p:cBhvr>
                                        <p:cTn id="6" dur="1" fill="hold">
                                          <p:stCondLst>
                                            <p:cond delay="0"/>
                                          </p:stCondLst>
                                        </p:cTn>
                                        <p:tgtEl>
                                          <p:spTgt spid="362499">
                                            <p:txEl>
                                              <p:pRg st="0" end="0"/>
                                            </p:txEl>
                                          </p:spTgt>
                                        </p:tgtEl>
                                        <p:attrNameLst>
                                          <p:attrName>style.visibility</p:attrName>
                                        </p:attrNameLst>
                                      </p:cBhvr>
                                      <p:to>
                                        <p:strVal val="visible"/>
                                      </p:to>
                                    </p:set>
                                    <p:anim calcmode="lin" valueType="num">
                                      <p:cBhvr additive="base">
                                        <p:cTn id="7" dur="500" fill="hold"/>
                                        <p:tgtEl>
                                          <p:spTgt spid="362499">
                                            <p:txEl>
                                              <p:pRg st="0" end="0"/>
                                            </p:txEl>
                                          </p:spTgt>
                                        </p:tgtEl>
                                        <p:attrNameLst>
                                          <p:attrName>ppt_x</p:attrName>
                                        </p:attrNameLst>
                                      </p:cBhvr>
                                      <p:tavLst>
                                        <p:tav tm="0">
                                          <p:val>
                                            <p:strVal val="#ppt_x"/>
                                          </p:val>
                                        </p:tav>
                                        <p:tav tm="100000">
                                          <p:val>
                                            <p:strVal val="#ppt_x"/>
                                          </p:val>
                                        </p:tav>
                                      </p:tavLst>
                                    </p:anim>
                                    <p:anim calcmode="lin" valueType="num">
                                      <p:cBhvr additive="base">
                                        <p:cTn id="8" dur="500" fill="hold"/>
                                        <p:tgtEl>
                                          <p:spTgt spid="362499">
                                            <p:txEl>
                                              <p:pRg st="0" end="0"/>
                                            </p:txEl>
                                          </p:spTgt>
                                        </p:tgtEl>
                                        <p:attrNameLst>
                                          <p:attrName>ppt_y</p:attrName>
                                        </p:attrNameLst>
                                      </p:cBhvr>
                                      <p:tavLst>
                                        <p:tav tm="0">
                                          <p:val>
                                            <p:strVal val="1+#ppt_h/2"/>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2" presetClass="entr" presetSubtype="4" fill="hold" nodeType="clickEffect">
                                  <p:stCondLst>
                                    <p:cond delay="0"/>
                                  </p:stCondLst>
                                  <p:childTnLst>
                                    <p:set>
                                      <p:cBhvr>
                                        <p:cTn id="12" dur="1" fill="hold">
                                          <p:stCondLst>
                                            <p:cond delay="0"/>
                                          </p:stCondLst>
                                        </p:cTn>
                                        <p:tgtEl>
                                          <p:spTgt spid="362499">
                                            <p:txEl>
                                              <p:pRg st="1" end="1"/>
                                            </p:txEl>
                                          </p:spTgt>
                                        </p:tgtEl>
                                        <p:attrNameLst>
                                          <p:attrName>style.visibility</p:attrName>
                                        </p:attrNameLst>
                                      </p:cBhvr>
                                      <p:to>
                                        <p:strVal val="visible"/>
                                      </p:to>
                                    </p:set>
                                    <p:anim calcmode="lin" valueType="num">
                                      <p:cBhvr additive="base">
                                        <p:cTn id="13" dur="500" fill="hold"/>
                                        <p:tgtEl>
                                          <p:spTgt spid="362499">
                                            <p:txEl>
                                              <p:pRg st="1" end="1"/>
                                            </p:txEl>
                                          </p:spTgt>
                                        </p:tgtEl>
                                        <p:attrNameLst>
                                          <p:attrName>ppt_x</p:attrName>
                                        </p:attrNameLst>
                                      </p:cBhvr>
                                      <p:tavLst>
                                        <p:tav tm="0">
                                          <p:val>
                                            <p:strVal val="#ppt_x"/>
                                          </p:val>
                                        </p:tav>
                                        <p:tav tm="100000">
                                          <p:val>
                                            <p:strVal val="#ppt_x"/>
                                          </p:val>
                                        </p:tav>
                                      </p:tavLst>
                                    </p:anim>
                                    <p:anim calcmode="lin" valueType="num">
                                      <p:cBhvr additive="base">
                                        <p:cTn id="14" dur="500" fill="hold"/>
                                        <p:tgtEl>
                                          <p:spTgt spid="362499">
                                            <p:txEl>
                                              <p:pRg st="1" end="1"/>
                                            </p:txEl>
                                          </p:spTgt>
                                        </p:tgtEl>
                                        <p:attrNameLst>
                                          <p:attrName>ppt_y</p:attrName>
                                        </p:attrNameLst>
                                      </p:cBhvr>
                                      <p:tavLst>
                                        <p:tav tm="0">
                                          <p:val>
                                            <p:strVal val="1+#ppt_h/2"/>
                                          </p:val>
                                        </p:tav>
                                        <p:tav tm="100000">
                                          <p:val>
                                            <p:strVal val="#ppt_y"/>
                                          </p:val>
                                        </p:tav>
                                      </p:tavLst>
                                    </p:anim>
                                  </p:childTnLst>
                                </p:cTn>
                              </p:par>
                            </p:childTnLst>
                          </p:cTn>
                        </p:par>
                      </p:childTnLst>
                    </p:cTn>
                  </p:par>
                  <p:par>
                    <p:cTn id="15" fill="hold">
                      <p:stCondLst>
                        <p:cond delay="indefinite"/>
                      </p:stCondLst>
                      <p:childTnLst>
                        <p:par>
                          <p:cTn id="16" fill="hold">
                            <p:stCondLst>
                              <p:cond delay="0"/>
                            </p:stCondLst>
                            <p:childTnLst>
                              <p:par>
                                <p:cTn id="17" presetID="2" presetClass="entr" presetSubtype="4" fill="hold" nodeType="clickEffect">
                                  <p:stCondLst>
                                    <p:cond delay="0"/>
                                  </p:stCondLst>
                                  <p:childTnLst>
                                    <p:set>
                                      <p:cBhvr>
                                        <p:cTn id="18" dur="1" fill="hold">
                                          <p:stCondLst>
                                            <p:cond delay="0"/>
                                          </p:stCondLst>
                                        </p:cTn>
                                        <p:tgtEl>
                                          <p:spTgt spid="362499">
                                            <p:txEl>
                                              <p:pRg st="2" end="2"/>
                                            </p:txEl>
                                          </p:spTgt>
                                        </p:tgtEl>
                                        <p:attrNameLst>
                                          <p:attrName>style.visibility</p:attrName>
                                        </p:attrNameLst>
                                      </p:cBhvr>
                                      <p:to>
                                        <p:strVal val="visible"/>
                                      </p:to>
                                    </p:set>
                                    <p:anim calcmode="lin" valueType="num">
                                      <p:cBhvr additive="base">
                                        <p:cTn id="19" dur="500" fill="hold"/>
                                        <p:tgtEl>
                                          <p:spTgt spid="362499">
                                            <p:txEl>
                                              <p:pRg st="2" end="2"/>
                                            </p:txEl>
                                          </p:spTgt>
                                        </p:tgtEl>
                                        <p:attrNameLst>
                                          <p:attrName>ppt_x</p:attrName>
                                        </p:attrNameLst>
                                      </p:cBhvr>
                                      <p:tavLst>
                                        <p:tav tm="0">
                                          <p:val>
                                            <p:strVal val="#ppt_x"/>
                                          </p:val>
                                        </p:tav>
                                        <p:tav tm="100000">
                                          <p:val>
                                            <p:strVal val="#ppt_x"/>
                                          </p:val>
                                        </p:tav>
                                      </p:tavLst>
                                    </p:anim>
                                    <p:anim calcmode="lin" valueType="num">
                                      <p:cBhvr additive="base">
                                        <p:cTn id="20" dur="500" fill="hold"/>
                                        <p:tgtEl>
                                          <p:spTgt spid="362499">
                                            <p:txEl>
                                              <p:pRg st="2" end="2"/>
                                            </p:txEl>
                                          </p:spTgt>
                                        </p:tgtEl>
                                        <p:attrNameLst>
                                          <p:attrName>ppt_y</p:attrName>
                                        </p:attrNameLst>
                                      </p:cBhvr>
                                      <p:tavLst>
                                        <p:tav tm="0">
                                          <p:val>
                                            <p:strVal val="1+#ppt_h/2"/>
                                          </p:val>
                                        </p:tav>
                                        <p:tav tm="100000">
                                          <p:val>
                                            <p:strVal val="#ppt_y"/>
                                          </p:val>
                                        </p:tav>
                                      </p:tavLst>
                                    </p:anim>
                                  </p:childTnLst>
                                </p:cTn>
                              </p:par>
                            </p:childTnLst>
                          </p:cTn>
                        </p:par>
                      </p:childTnLst>
                    </p:cTn>
                  </p:par>
                  <p:par>
                    <p:cTn id="21" fill="hold">
                      <p:stCondLst>
                        <p:cond delay="indefinite"/>
                      </p:stCondLst>
                      <p:childTnLst>
                        <p:par>
                          <p:cTn id="22" fill="hold">
                            <p:stCondLst>
                              <p:cond delay="0"/>
                            </p:stCondLst>
                            <p:childTnLst>
                              <p:par>
                                <p:cTn id="23" presetID="2" presetClass="entr" presetSubtype="4" fill="hold" nodeType="clickEffect">
                                  <p:stCondLst>
                                    <p:cond delay="0"/>
                                  </p:stCondLst>
                                  <p:childTnLst>
                                    <p:set>
                                      <p:cBhvr>
                                        <p:cTn id="24" dur="1" fill="hold">
                                          <p:stCondLst>
                                            <p:cond delay="0"/>
                                          </p:stCondLst>
                                        </p:cTn>
                                        <p:tgtEl>
                                          <p:spTgt spid="362499">
                                            <p:txEl>
                                              <p:pRg st="3" end="3"/>
                                            </p:txEl>
                                          </p:spTgt>
                                        </p:tgtEl>
                                        <p:attrNameLst>
                                          <p:attrName>style.visibility</p:attrName>
                                        </p:attrNameLst>
                                      </p:cBhvr>
                                      <p:to>
                                        <p:strVal val="visible"/>
                                      </p:to>
                                    </p:set>
                                    <p:anim calcmode="lin" valueType="num">
                                      <p:cBhvr additive="base">
                                        <p:cTn id="25" dur="500" fill="hold"/>
                                        <p:tgtEl>
                                          <p:spTgt spid="362499">
                                            <p:txEl>
                                              <p:pRg st="3" end="3"/>
                                            </p:txEl>
                                          </p:spTgt>
                                        </p:tgtEl>
                                        <p:attrNameLst>
                                          <p:attrName>ppt_x</p:attrName>
                                        </p:attrNameLst>
                                      </p:cBhvr>
                                      <p:tavLst>
                                        <p:tav tm="0">
                                          <p:val>
                                            <p:strVal val="#ppt_x"/>
                                          </p:val>
                                        </p:tav>
                                        <p:tav tm="100000">
                                          <p:val>
                                            <p:strVal val="#ppt_x"/>
                                          </p:val>
                                        </p:tav>
                                      </p:tavLst>
                                    </p:anim>
                                    <p:anim calcmode="lin" valueType="num">
                                      <p:cBhvr additive="base">
                                        <p:cTn id="26" dur="500" fill="hold"/>
                                        <p:tgtEl>
                                          <p:spTgt spid="362499">
                                            <p:txEl>
                                              <p:pRg st="3" end="3"/>
                                            </p:txEl>
                                          </p:spTgt>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5475" name="Rectangle 2"/>
          <p:cNvSpPr>
            <a:spLocks noGrp="1" noChangeArrowheads="1"/>
          </p:cNvSpPr>
          <p:nvPr>
            <p:ph type="title"/>
          </p:nvPr>
        </p:nvSpPr>
        <p:spPr/>
        <p:txBody>
          <a:bodyPr/>
          <a:lstStyle/>
          <a:p>
            <a:pPr eaLnBrk="1" hangingPunct="1"/>
            <a:r>
              <a:rPr lang="en-US" altLang="zh-CN" smtClean="0"/>
              <a:t>(</a:t>
            </a:r>
            <a:r>
              <a:rPr lang="zh-CN" altLang="en-US" smtClean="0"/>
              <a:t>三</a:t>
            </a:r>
            <a:r>
              <a:rPr lang="en-US" altLang="zh-CN" smtClean="0"/>
              <a:t>)</a:t>
            </a:r>
            <a:r>
              <a:rPr lang="zh-CN" altLang="en-US" smtClean="0">
                <a:latin typeface="Times New Roman" panose="02020603050405020304" pitchFamily="18" charset="0"/>
              </a:rPr>
              <a:t>防御基于</a:t>
            </a:r>
            <a:r>
              <a:rPr lang="en-US" altLang="zh-CN" smtClean="0">
                <a:latin typeface="Times New Roman" panose="02020603050405020304" pitchFamily="18" charset="0"/>
              </a:rPr>
              <a:t>DNS</a:t>
            </a:r>
            <a:r>
              <a:rPr lang="zh-CN" altLang="en-US" smtClean="0">
                <a:latin typeface="Times New Roman" panose="02020603050405020304" pitchFamily="18" charset="0"/>
              </a:rPr>
              <a:t>的侦察 </a:t>
            </a:r>
            <a:endParaRPr lang="en-US" altLang="zh-CN" smtClean="0">
              <a:latin typeface="Times New Roman" panose="02020603050405020304" pitchFamily="18" charset="0"/>
            </a:endParaRPr>
          </a:p>
        </p:txBody>
      </p:sp>
      <p:sp>
        <p:nvSpPr>
          <p:cNvPr id="363523" name="Rectangle 3"/>
          <p:cNvSpPr>
            <a:spLocks noGrp="1" noChangeArrowheads="1"/>
          </p:cNvSpPr>
          <p:nvPr>
            <p:ph type="body" idx="1"/>
          </p:nvPr>
        </p:nvSpPr>
        <p:spPr>
          <a:xfrm>
            <a:off x="523875" y="1466850"/>
            <a:ext cx="8435975" cy="4467225"/>
          </a:xfrm>
        </p:spPr>
        <p:txBody>
          <a:bodyPr/>
          <a:lstStyle/>
          <a:p>
            <a:pPr eaLnBrk="1" hangingPunct="1"/>
            <a:r>
              <a:rPr lang="zh-CN" altLang="en-US" sz="2800" dirty="0" smtClean="0"/>
              <a:t>确保没有通过</a:t>
            </a:r>
            <a:r>
              <a:rPr lang="en-US" altLang="zh-CN" sz="2800" dirty="0" smtClean="0"/>
              <a:t>DNS</a:t>
            </a:r>
            <a:r>
              <a:rPr lang="zh-CN" altLang="en-US" sz="2800" dirty="0" smtClean="0"/>
              <a:t>服务器泄露额外的信息。比如将某台</a:t>
            </a:r>
            <a:r>
              <a:rPr lang="en-US" altLang="zh-CN" sz="2800" dirty="0" smtClean="0"/>
              <a:t>Windows 2003</a:t>
            </a:r>
            <a:r>
              <a:rPr lang="zh-CN" altLang="en-US" sz="2800" dirty="0" smtClean="0"/>
              <a:t>服务器命名为</a:t>
            </a:r>
            <a:r>
              <a:rPr lang="en-US" altLang="zh-CN" sz="2800" dirty="0" smtClean="0"/>
              <a:t>w2kdmzserver</a:t>
            </a:r>
            <a:r>
              <a:rPr lang="zh-CN" altLang="en-US" sz="2800" dirty="0" smtClean="0"/>
              <a:t>就泄露了计算机的操作系统类型；</a:t>
            </a:r>
          </a:p>
          <a:p>
            <a:pPr eaLnBrk="1" hangingPunct="1"/>
            <a:r>
              <a:rPr lang="zh-CN" altLang="en-US" sz="2800" dirty="0" smtClean="0"/>
              <a:t>限制</a:t>
            </a:r>
            <a:r>
              <a:rPr lang="en-US" altLang="zh-CN" sz="2800" dirty="0" smtClean="0"/>
              <a:t>DNS</a:t>
            </a:r>
            <a:r>
              <a:rPr lang="zh-CN" altLang="en-US" sz="2800" dirty="0" smtClean="0"/>
              <a:t>区域传送。可以对</a:t>
            </a:r>
            <a:r>
              <a:rPr lang="en-US" altLang="zh-CN" sz="2800" dirty="0" smtClean="0"/>
              <a:t>DNS</a:t>
            </a:r>
            <a:r>
              <a:rPr lang="zh-CN" altLang="en-US" sz="2800" dirty="0" smtClean="0"/>
              <a:t>服务器进行配置，制定允许发起区域传送的具体的</a:t>
            </a:r>
            <a:r>
              <a:rPr lang="en-US" altLang="zh-CN" sz="2800" dirty="0" smtClean="0"/>
              <a:t>IP</a:t>
            </a:r>
            <a:r>
              <a:rPr lang="zh-CN" altLang="en-US" sz="2800" dirty="0" smtClean="0"/>
              <a:t>地址和网络；</a:t>
            </a:r>
            <a:endParaRPr lang="en-US" altLang="zh-CN" sz="2800" dirty="0" smtClean="0"/>
          </a:p>
          <a:p>
            <a:pPr eaLnBrk="1" hangingPunct="1"/>
            <a:r>
              <a:rPr lang="zh-CN" altLang="en-US" sz="2800" dirty="0" smtClean="0"/>
              <a:t>使用分离</a:t>
            </a:r>
            <a:r>
              <a:rPr lang="en-US" altLang="zh-CN" sz="2800" dirty="0" smtClean="0"/>
              <a:t>DNS</a:t>
            </a:r>
            <a:r>
              <a:rPr lang="zh-CN" altLang="en-US" sz="2800" dirty="0" smtClean="0"/>
              <a:t>的技术（指在两台不同的服务器上分离</a:t>
            </a:r>
            <a:r>
              <a:rPr lang="en-US" altLang="zh-CN" sz="2800" dirty="0" smtClean="0"/>
              <a:t>DNS</a:t>
            </a:r>
            <a:r>
              <a:rPr lang="zh-CN" altLang="en-US" sz="2800" dirty="0" smtClean="0"/>
              <a:t>的功能，外部用户和内部用户分别使用不同的</a:t>
            </a:r>
            <a:r>
              <a:rPr lang="en-US" altLang="zh-CN" sz="2800" dirty="0" smtClean="0"/>
              <a:t>DNS</a:t>
            </a:r>
            <a:r>
              <a:rPr lang="zh-CN" altLang="en-US" sz="2800" dirty="0" smtClean="0"/>
              <a:t>服务），减少可公开获得的基础设施的</a:t>
            </a:r>
            <a:r>
              <a:rPr lang="en-US" altLang="zh-CN" sz="2800" dirty="0" smtClean="0"/>
              <a:t>DNS</a:t>
            </a:r>
            <a:r>
              <a:rPr lang="zh-CN" altLang="en-US" sz="2800" dirty="0" smtClean="0"/>
              <a:t>信息。</a:t>
            </a: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 presetClass="entr" presetSubtype="4" fill="hold" nodeType="withEffect">
                                  <p:stCondLst>
                                    <p:cond delay="0"/>
                                  </p:stCondLst>
                                  <p:childTnLst>
                                    <p:set>
                                      <p:cBhvr>
                                        <p:cTn id="6" dur="1" fill="hold">
                                          <p:stCondLst>
                                            <p:cond delay="0"/>
                                          </p:stCondLst>
                                        </p:cTn>
                                        <p:tgtEl>
                                          <p:spTgt spid="363523">
                                            <p:txEl>
                                              <p:pRg st="0" end="0"/>
                                            </p:txEl>
                                          </p:spTgt>
                                        </p:tgtEl>
                                        <p:attrNameLst>
                                          <p:attrName>style.visibility</p:attrName>
                                        </p:attrNameLst>
                                      </p:cBhvr>
                                      <p:to>
                                        <p:strVal val="visible"/>
                                      </p:to>
                                    </p:set>
                                    <p:anim calcmode="lin" valueType="num">
                                      <p:cBhvr additive="base">
                                        <p:cTn id="7" dur="500" fill="hold"/>
                                        <p:tgtEl>
                                          <p:spTgt spid="363523">
                                            <p:txEl>
                                              <p:pRg st="0" end="0"/>
                                            </p:txEl>
                                          </p:spTgt>
                                        </p:tgtEl>
                                        <p:attrNameLst>
                                          <p:attrName>ppt_x</p:attrName>
                                        </p:attrNameLst>
                                      </p:cBhvr>
                                      <p:tavLst>
                                        <p:tav tm="0">
                                          <p:val>
                                            <p:strVal val="#ppt_x"/>
                                          </p:val>
                                        </p:tav>
                                        <p:tav tm="100000">
                                          <p:val>
                                            <p:strVal val="#ppt_x"/>
                                          </p:val>
                                        </p:tav>
                                      </p:tavLst>
                                    </p:anim>
                                    <p:anim calcmode="lin" valueType="num">
                                      <p:cBhvr additive="base">
                                        <p:cTn id="8" dur="500" fill="hold"/>
                                        <p:tgtEl>
                                          <p:spTgt spid="363523">
                                            <p:txEl>
                                              <p:pRg st="0" end="0"/>
                                            </p:txEl>
                                          </p:spTgt>
                                        </p:tgtEl>
                                        <p:attrNameLst>
                                          <p:attrName>ppt_y</p:attrName>
                                        </p:attrNameLst>
                                      </p:cBhvr>
                                      <p:tavLst>
                                        <p:tav tm="0">
                                          <p:val>
                                            <p:strVal val="1+#ppt_h/2"/>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2" presetClass="entr" presetSubtype="4" fill="hold" nodeType="clickEffect">
                                  <p:stCondLst>
                                    <p:cond delay="0"/>
                                  </p:stCondLst>
                                  <p:childTnLst>
                                    <p:set>
                                      <p:cBhvr>
                                        <p:cTn id="12" dur="1" fill="hold">
                                          <p:stCondLst>
                                            <p:cond delay="0"/>
                                          </p:stCondLst>
                                        </p:cTn>
                                        <p:tgtEl>
                                          <p:spTgt spid="363523">
                                            <p:txEl>
                                              <p:pRg st="1" end="1"/>
                                            </p:txEl>
                                          </p:spTgt>
                                        </p:tgtEl>
                                        <p:attrNameLst>
                                          <p:attrName>style.visibility</p:attrName>
                                        </p:attrNameLst>
                                      </p:cBhvr>
                                      <p:to>
                                        <p:strVal val="visible"/>
                                      </p:to>
                                    </p:set>
                                    <p:anim calcmode="lin" valueType="num">
                                      <p:cBhvr additive="base">
                                        <p:cTn id="13" dur="500" fill="hold"/>
                                        <p:tgtEl>
                                          <p:spTgt spid="363523">
                                            <p:txEl>
                                              <p:pRg st="1" end="1"/>
                                            </p:txEl>
                                          </p:spTgt>
                                        </p:tgtEl>
                                        <p:attrNameLst>
                                          <p:attrName>ppt_x</p:attrName>
                                        </p:attrNameLst>
                                      </p:cBhvr>
                                      <p:tavLst>
                                        <p:tav tm="0">
                                          <p:val>
                                            <p:strVal val="#ppt_x"/>
                                          </p:val>
                                        </p:tav>
                                        <p:tav tm="100000">
                                          <p:val>
                                            <p:strVal val="#ppt_x"/>
                                          </p:val>
                                        </p:tav>
                                      </p:tavLst>
                                    </p:anim>
                                    <p:anim calcmode="lin" valueType="num">
                                      <p:cBhvr additive="base">
                                        <p:cTn id="14" dur="500" fill="hold"/>
                                        <p:tgtEl>
                                          <p:spTgt spid="363523">
                                            <p:txEl>
                                              <p:pRg st="1" end="1"/>
                                            </p:txEl>
                                          </p:spTgt>
                                        </p:tgtEl>
                                        <p:attrNameLst>
                                          <p:attrName>ppt_y</p:attrName>
                                        </p:attrNameLst>
                                      </p:cBhvr>
                                      <p:tavLst>
                                        <p:tav tm="0">
                                          <p:val>
                                            <p:strVal val="1+#ppt_h/2"/>
                                          </p:val>
                                        </p:tav>
                                        <p:tav tm="100000">
                                          <p:val>
                                            <p:strVal val="#ppt_y"/>
                                          </p:val>
                                        </p:tav>
                                      </p:tavLst>
                                    </p:anim>
                                  </p:childTnLst>
                                </p:cTn>
                              </p:par>
                            </p:childTnLst>
                          </p:cTn>
                        </p:par>
                      </p:childTnLst>
                    </p:cTn>
                  </p:par>
                  <p:par>
                    <p:cTn id="15" fill="hold">
                      <p:stCondLst>
                        <p:cond delay="indefinite"/>
                      </p:stCondLst>
                      <p:childTnLst>
                        <p:par>
                          <p:cTn id="16" fill="hold">
                            <p:stCondLst>
                              <p:cond delay="0"/>
                            </p:stCondLst>
                            <p:childTnLst>
                              <p:par>
                                <p:cTn id="17" presetID="2" presetClass="entr" presetSubtype="4" fill="hold" nodeType="clickEffect">
                                  <p:stCondLst>
                                    <p:cond delay="0"/>
                                  </p:stCondLst>
                                  <p:childTnLst>
                                    <p:set>
                                      <p:cBhvr>
                                        <p:cTn id="18" dur="1" fill="hold">
                                          <p:stCondLst>
                                            <p:cond delay="0"/>
                                          </p:stCondLst>
                                        </p:cTn>
                                        <p:tgtEl>
                                          <p:spTgt spid="363523">
                                            <p:txEl>
                                              <p:pRg st="2" end="2"/>
                                            </p:txEl>
                                          </p:spTgt>
                                        </p:tgtEl>
                                        <p:attrNameLst>
                                          <p:attrName>style.visibility</p:attrName>
                                        </p:attrNameLst>
                                      </p:cBhvr>
                                      <p:to>
                                        <p:strVal val="visible"/>
                                      </p:to>
                                    </p:set>
                                    <p:anim calcmode="lin" valueType="num">
                                      <p:cBhvr additive="base">
                                        <p:cTn id="19" dur="500" fill="hold"/>
                                        <p:tgtEl>
                                          <p:spTgt spid="363523">
                                            <p:txEl>
                                              <p:pRg st="2" end="2"/>
                                            </p:txEl>
                                          </p:spTgt>
                                        </p:tgtEl>
                                        <p:attrNameLst>
                                          <p:attrName>ppt_x</p:attrName>
                                        </p:attrNameLst>
                                      </p:cBhvr>
                                      <p:tavLst>
                                        <p:tav tm="0">
                                          <p:val>
                                            <p:strVal val="#ppt_x"/>
                                          </p:val>
                                        </p:tav>
                                        <p:tav tm="100000">
                                          <p:val>
                                            <p:strVal val="#ppt_x"/>
                                          </p:val>
                                        </p:tav>
                                      </p:tavLst>
                                    </p:anim>
                                    <p:anim calcmode="lin" valueType="num">
                                      <p:cBhvr additive="base">
                                        <p:cTn id="20" dur="500" fill="hold"/>
                                        <p:tgtEl>
                                          <p:spTgt spid="363523">
                                            <p:txEl>
                                              <p:pRg st="2" end="2"/>
                                            </p:txEl>
                                          </p:spTgt>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5475" name="Rectangle 2"/>
          <p:cNvSpPr>
            <a:spLocks noGrp="1" noChangeArrowheads="1"/>
          </p:cNvSpPr>
          <p:nvPr>
            <p:ph type="title"/>
          </p:nvPr>
        </p:nvSpPr>
        <p:spPr/>
        <p:txBody>
          <a:bodyPr/>
          <a:lstStyle/>
          <a:p>
            <a:pPr eaLnBrk="1" hangingPunct="1"/>
            <a:r>
              <a:rPr lang="en-US" altLang="zh-CN" dirty="0" smtClean="0"/>
              <a:t>(</a:t>
            </a:r>
            <a:r>
              <a:rPr lang="zh-CN" altLang="en-US" dirty="0" smtClean="0"/>
              <a:t>三</a:t>
            </a:r>
            <a:r>
              <a:rPr lang="en-US" altLang="zh-CN" dirty="0" smtClean="0"/>
              <a:t>)</a:t>
            </a:r>
            <a:r>
              <a:rPr lang="zh-CN" altLang="en-US" dirty="0" smtClean="0">
                <a:latin typeface="Times New Roman" panose="02020603050405020304" pitchFamily="18" charset="0"/>
              </a:rPr>
              <a:t>防御社工攻击和垃圾搜索</a:t>
            </a:r>
            <a:endParaRPr lang="en-US" altLang="zh-CN" dirty="0" smtClean="0">
              <a:latin typeface="Times New Roman" panose="02020603050405020304" pitchFamily="18" charset="0"/>
            </a:endParaRPr>
          </a:p>
        </p:txBody>
      </p:sp>
      <p:sp>
        <p:nvSpPr>
          <p:cNvPr id="363523" name="Rectangle 3"/>
          <p:cNvSpPr>
            <a:spLocks noGrp="1" noChangeArrowheads="1"/>
          </p:cNvSpPr>
          <p:nvPr>
            <p:ph type="body" idx="1"/>
          </p:nvPr>
        </p:nvSpPr>
        <p:spPr>
          <a:xfrm>
            <a:off x="523875" y="1466850"/>
            <a:ext cx="8435975" cy="4467225"/>
          </a:xfrm>
        </p:spPr>
        <p:txBody>
          <a:bodyPr/>
          <a:lstStyle/>
          <a:p>
            <a:pPr eaLnBrk="1" hangingPunct="1"/>
            <a:r>
              <a:rPr lang="zh-CN" altLang="en-US" sz="2800" dirty="0" smtClean="0"/>
              <a:t>防御社会工程学攻击，一是提高人的安全防范意识，二是加强网络安全管理，用规则来限制人的行为</a:t>
            </a:r>
            <a:endParaRPr lang="en-US" altLang="zh-CN" sz="2800" dirty="0" smtClean="0"/>
          </a:p>
          <a:p>
            <a:pPr eaLnBrk="1" hangingPunct="1"/>
            <a:r>
              <a:rPr lang="zh-CN" altLang="en-US" sz="2800" dirty="0" smtClean="0"/>
              <a:t>防垃圾搜索的最好方法是配备并合理使用碎纸机、光盘粉碎机等设备</a:t>
            </a:r>
            <a:endParaRPr lang="zh-CN" altLang="en-US" sz="2800" dirty="0" smtClean="0"/>
          </a:p>
        </p:txBody>
      </p:sp>
    </p:spTree>
    <p:extLst>
      <p:ext uri="{BB962C8B-B14F-4D97-AF65-F5344CB8AC3E}">
        <p14:creationId xmlns:p14="http://schemas.microsoft.com/office/powerpoint/2010/main" val="287643057"/>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nodeType="clickEffect">
                                  <p:stCondLst>
                                    <p:cond delay="0"/>
                                  </p:stCondLst>
                                  <p:childTnLst>
                                    <p:set>
                                      <p:cBhvr>
                                        <p:cTn id="6" dur="1" fill="hold">
                                          <p:stCondLst>
                                            <p:cond delay="0"/>
                                          </p:stCondLst>
                                        </p:cTn>
                                        <p:tgtEl>
                                          <p:spTgt spid="363523">
                                            <p:txEl>
                                              <p:pRg st="0" end="0"/>
                                            </p:txEl>
                                          </p:spTgt>
                                        </p:tgtEl>
                                        <p:attrNameLst>
                                          <p:attrName>style.visibility</p:attrName>
                                        </p:attrNameLst>
                                      </p:cBhvr>
                                      <p:to>
                                        <p:strVal val="visible"/>
                                      </p:to>
                                    </p:set>
                                    <p:anim calcmode="lin" valueType="num">
                                      <p:cBhvr additive="base">
                                        <p:cTn id="7" dur="500" fill="hold"/>
                                        <p:tgtEl>
                                          <p:spTgt spid="363523">
                                            <p:txEl>
                                              <p:pRg st="0" end="0"/>
                                            </p:txEl>
                                          </p:spTgt>
                                        </p:tgtEl>
                                        <p:attrNameLst>
                                          <p:attrName>ppt_x</p:attrName>
                                        </p:attrNameLst>
                                      </p:cBhvr>
                                      <p:tavLst>
                                        <p:tav tm="0">
                                          <p:val>
                                            <p:strVal val="#ppt_x"/>
                                          </p:val>
                                        </p:tav>
                                        <p:tav tm="100000">
                                          <p:val>
                                            <p:strVal val="#ppt_x"/>
                                          </p:val>
                                        </p:tav>
                                      </p:tavLst>
                                    </p:anim>
                                    <p:anim calcmode="lin" valueType="num">
                                      <p:cBhvr additive="base">
                                        <p:cTn id="8" dur="500" fill="hold"/>
                                        <p:tgtEl>
                                          <p:spTgt spid="363523">
                                            <p:txEl>
                                              <p:pRg st="0" end="0"/>
                                            </p:txEl>
                                          </p:spTgt>
                                        </p:tgtEl>
                                        <p:attrNameLst>
                                          <p:attrName>ppt_y</p:attrName>
                                        </p:attrNameLst>
                                      </p:cBhvr>
                                      <p:tavLst>
                                        <p:tav tm="0">
                                          <p:val>
                                            <p:strVal val="1+#ppt_h/2"/>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2" presetClass="entr" presetSubtype="4" fill="hold" nodeType="clickEffect">
                                  <p:stCondLst>
                                    <p:cond delay="0"/>
                                  </p:stCondLst>
                                  <p:childTnLst>
                                    <p:set>
                                      <p:cBhvr>
                                        <p:cTn id="12" dur="1" fill="hold">
                                          <p:stCondLst>
                                            <p:cond delay="0"/>
                                          </p:stCondLst>
                                        </p:cTn>
                                        <p:tgtEl>
                                          <p:spTgt spid="363523">
                                            <p:txEl>
                                              <p:pRg st="1" end="1"/>
                                            </p:txEl>
                                          </p:spTgt>
                                        </p:tgtEl>
                                        <p:attrNameLst>
                                          <p:attrName>style.visibility</p:attrName>
                                        </p:attrNameLst>
                                      </p:cBhvr>
                                      <p:to>
                                        <p:strVal val="visible"/>
                                      </p:to>
                                    </p:set>
                                    <p:anim calcmode="lin" valueType="num">
                                      <p:cBhvr additive="base">
                                        <p:cTn id="13" dur="500" fill="hold"/>
                                        <p:tgtEl>
                                          <p:spTgt spid="363523">
                                            <p:txEl>
                                              <p:pRg st="1" end="1"/>
                                            </p:txEl>
                                          </p:spTgt>
                                        </p:tgtEl>
                                        <p:attrNameLst>
                                          <p:attrName>ppt_x</p:attrName>
                                        </p:attrNameLst>
                                      </p:cBhvr>
                                      <p:tavLst>
                                        <p:tav tm="0">
                                          <p:val>
                                            <p:strVal val="#ppt_x"/>
                                          </p:val>
                                        </p:tav>
                                        <p:tav tm="100000">
                                          <p:val>
                                            <p:strVal val="#ppt_x"/>
                                          </p:val>
                                        </p:tav>
                                      </p:tavLst>
                                    </p:anim>
                                    <p:anim calcmode="lin" valueType="num">
                                      <p:cBhvr additive="base">
                                        <p:cTn id="14" dur="500" fill="hold"/>
                                        <p:tgtEl>
                                          <p:spTgt spid="363523">
                                            <p:txEl>
                                              <p:pRg st="1" end="1"/>
                                            </p:txEl>
                                          </p:spTgt>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theme/theme1.xml><?xml version="1.0" encoding="utf-8"?>
<a:theme xmlns:a="http://schemas.openxmlformats.org/drawingml/2006/main" name="1_Blends">
  <a:themeElements>
    <a:clrScheme name="Blends 2">
      <a:dk1>
        <a:srgbClr val="000000"/>
      </a:dk1>
      <a:lt1>
        <a:srgbClr val="FFFFFF"/>
      </a:lt1>
      <a:dk2>
        <a:srgbClr val="333399"/>
      </a:dk2>
      <a:lt2>
        <a:srgbClr val="1C1C1C"/>
      </a:lt2>
      <a:accent1>
        <a:srgbClr val="00E4A8"/>
      </a:accent1>
      <a:accent2>
        <a:srgbClr val="FFCF01"/>
      </a:accent2>
      <a:accent3>
        <a:srgbClr val="FFFFFF"/>
      </a:accent3>
      <a:accent4>
        <a:srgbClr val="000000"/>
      </a:accent4>
      <a:accent5>
        <a:srgbClr val="AAEFD1"/>
      </a:accent5>
      <a:accent6>
        <a:srgbClr val="E7BB01"/>
      </a:accent6>
      <a:hlink>
        <a:srgbClr val="FF0000"/>
      </a:hlink>
      <a:folHlink>
        <a:srgbClr val="3333CC"/>
      </a:folHlink>
    </a:clrScheme>
    <a:fontScheme name="Blends">
      <a:majorFont>
        <a:latin typeface="Times New Roman"/>
        <a:ea typeface="楷体_GB2312"/>
        <a:cs typeface=""/>
      </a:majorFont>
      <a:minorFont>
        <a:latin typeface="Times New Roman"/>
        <a:ea typeface="楷体_GB2312"/>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bwMode="auto">
        <a:xfrm>
          <a:off x="0" y="0"/>
          <a:ext cx="1" cy="1"/>
        </a:xfrm>
        <a:custGeom>
          <a:avLst/>
          <a:gdLst/>
          <a:ahLst/>
          <a:cxnLst/>
          <a:rect l="0" t="0" r="0" b="0"/>
          <a:pathLst/>
        </a:custGeom>
        <a:solidFill>
          <a:schemeClr val="accent1"/>
        </a:solidFill>
        <a:ln w="9525" cap="flat" cmpd="sng" algn="ctr">
          <a:solidFill>
            <a:schemeClr val="tx1"/>
          </a:solidFill>
          <a:prstDash val="solid"/>
          <a:round/>
          <a:headEnd type="none" w="med" len="med"/>
          <a:tailEnd type="none" w="med" len="med"/>
        </a:ln>
      </a:spPr>
      <a:bodyPr vert="horz" wrap="none" lIns="91440" tIns="45720" rIns="91440" bIns="45720" numCol="1" anchor="t" anchorCtr="0" compatLnSpc="1"/>
      <a:lstStyle>
        <a:defPPr marL="0" marR="0" indent="0" algn="ctr" defTabSz="914400" rtl="0" eaLnBrk="1" fontAlgn="base" latinLnBrk="0" hangingPunct="1">
          <a:lnSpc>
            <a:spcPct val="100000"/>
          </a:lnSpc>
          <a:spcBef>
            <a:spcPct val="0"/>
          </a:spcBef>
          <a:spcAft>
            <a:spcPct val="0"/>
          </a:spcAft>
          <a:buClrTx/>
          <a:buSzTx/>
          <a:buFontTx/>
          <a:buNone/>
          <a:defRPr kumimoji="1" lang="zh-CN" altLang="en-US" sz="1800" b="1" i="0" u="none" strike="noStrike" cap="none" normalizeH="0" baseline="0" smtClean="0">
            <a:ln>
              <a:noFill/>
            </a:ln>
            <a:solidFill>
              <a:schemeClr val="tx1"/>
            </a:solidFill>
            <a:effectLst/>
            <a:latin typeface="Tahoma" panose="020B0604030504040204" pitchFamily="34" charset="0"/>
            <a:ea typeface="宋体" panose="02010600030101010101" pitchFamily="2" charset="-122"/>
          </a:defRPr>
        </a:defPPr>
      </a:lstStyle>
    </a:spDef>
    <a:lnDef>
      <a:spPr bwMode="auto">
        <a:xfrm>
          <a:off x="0" y="0"/>
          <a:ext cx="1" cy="1"/>
        </a:xfrm>
        <a:custGeom>
          <a:avLst/>
          <a:gdLst/>
          <a:ahLst/>
          <a:cxnLst/>
          <a:rect l="0" t="0" r="0" b="0"/>
          <a:pathLst/>
        </a:custGeom>
        <a:solidFill>
          <a:schemeClr val="accent1"/>
        </a:solidFill>
        <a:ln w="9525" cap="flat" cmpd="sng" algn="ctr">
          <a:solidFill>
            <a:schemeClr val="tx1"/>
          </a:solidFill>
          <a:prstDash val="solid"/>
          <a:round/>
          <a:headEnd type="none" w="med" len="med"/>
          <a:tailEnd type="none" w="med" len="med"/>
        </a:ln>
      </a:spPr>
      <a:bodyPr vert="horz" wrap="none" lIns="91440" tIns="45720" rIns="91440" bIns="45720" numCol="1" anchor="t" anchorCtr="0" compatLnSpc="1"/>
      <a:lstStyle>
        <a:defPPr marL="0" marR="0" indent="0" algn="ctr" defTabSz="914400" rtl="0" eaLnBrk="1" fontAlgn="base" latinLnBrk="0" hangingPunct="1">
          <a:lnSpc>
            <a:spcPct val="100000"/>
          </a:lnSpc>
          <a:spcBef>
            <a:spcPct val="0"/>
          </a:spcBef>
          <a:spcAft>
            <a:spcPct val="0"/>
          </a:spcAft>
          <a:buClrTx/>
          <a:buSzTx/>
          <a:buFontTx/>
          <a:buNone/>
          <a:defRPr kumimoji="1" lang="zh-CN" altLang="en-US" sz="1800" b="1" i="0" u="none" strike="noStrike" cap="none" normalizeH="0" baseline="0" smtClean="0">
            <a:ln>
              <a:noFill/>
            </a:ln>
            <a:solidFill>
              <a:schemeClr val="tx1"/>
            </a:solidFill>
            <a:effectLst/>
            <a:latin typeface="Tahoma" panose="020B0604030504040204" pitchFamily="34" charset="0"/>
            <a:ea typeface="宋体" panose="02010600030101010101" pitchFamily="2" charset="-122"/>
          </a:defRPr>
        </a:defPPr>
      </a:lstStyle>
    </a:lnDef>
  </a:objectDefaults>
  <a:extraClrSchemeLst>
    <a:extraClrScheme>
      <a:clrScheme name="Blends 1">
        <a:dk1>
          <a:srgbClr val="969696"/>
        </a:dk1>
        <a:lt1>
          <a:srgbClr val="FFFFFF"/>
        </a:lt1>
        <a:dk2>
          <a:srgbClr val="000000"/>
        </a:dk2>
        <a:lt2>
          <a:srgbClr val="DDDDDD"/>
        </a:lt2>
        <a:accent1>
          <a:srgbClr val="00E4A8"/>
        </a:accent1>
        <a:accent2>
          <a:srgbClr val="3333CC"/>
        </a:accent2>
        <a:accent3>
          <a:srgbClr val="AAAAAA"/>
        </a:accent3>
        <a:accent4>
          <a:srgbClr val="DADADA"/>
        </a:accent4>
        <a:accent5>
          <a:srgbClr val="AAEFD1"/>
        </a:accent5>
        <a:accent6>
          <a:srgbClr val="2D2DB9"/>
        </a:accent6>
        <a:hlink>
          <a:srgbClr val="FF5050"/>
        </a:hlink>
        <a:folHlink>
          <a:srgbClr val="FFCF01"/>
        </a:folHlink>
      </a:clrScheme>
      <a:clrMap bg1="dk2" tx1="lt1" bg2="dk1" tx2="lt2" accent1="accent1" accent2="accent2" accent3="accent3" accent4="accent4" accent5="accent5" accent6="accent6" hlink="hlink" folHlink="folHlink"/>
    </a:extraClrScheme>
    <a:extraClrScheme>
      <a:clrScheme name="Blends 2">
        <a:dk1>
          <a:srgbClr val="000000"/>
        </a:dk1>
        <a:lt1>
          <a:srgbClr val="FFFFFF"/>
        </a:lt1>
        <a:dk2>
          <a:srgbClr val="333399"/>
        </a:dk2>
        <a:lt2>
          <a:srgbClr val="1C1C1C"/>
        </a:lt2>
        <a:accent1>
          <a:srgbClr val="00E4A8"/>
        </a:accent1>
        <a:accent2>
          <a:srgbClr val="FFCF01"/>
        </a:accent2>
        <a:accent3>
          <a:srgbClr val="FFFFFF"/>
        </a:accent3>
        <a:accent4>
          <a:srgbClr val="000000"/>
        </a:accent4>
        <a:accent5>
          <a:srgbClr val="AAEFD1"/>
        </a:accent5>
        <a:accent6>
          <a:srgbClr val="E7BB01"/>
        </a:accent6>
        <a:hlink>
          <a:srgbClr val="FF0000"/>
        </a:hlink>
        <a:folHlink>
          <a:srgbClr val="3333CC"/>
        </a:folHlink>
      </a:clrScheme>
      <a:clrMap bg1="lt1" tx1="dk1" bg2="lt2" tx2="dk2" accent1="accent1" accent2="accent2" accent3="accent3" accent4="accent4" accent5="accent5" accent6="accent6" hlink="hlink" folHlink="folHlink"/>
    </a:extraClrScheme>
    <a:extraClrScheme>
      <a:clrScheme name="Blends 3">
        <a:dk1>
          <a:srgbClr val="000000"/>
        </a:dk1>
        <a:lt1>
          <a:srgbClr val="FFFFFF"/>
        </a:lt1>
        <a:dk2>
          <a:srgbClr val="000000"/>
        </a:dk2>
        <a:lt2>
          <a:srgbClr val="5F5F5F"/>
        </a:lt2>
        <a:accent1>
          <a:srgbClr val="EAEAEA"/>
        </a:accent1>
        <a:accent2>
          <a:srgbClr val="808080"/>
        </a:accent2>
        <a:accent3>
          <a:srgbClr val="FFFFFF"/>
        </a:accent3>
        <a:accent4>
          <a:srgbClr val="000000"/>
        </a:accent4>
        <a:accent5>
          <a:srgbClr val="F3F3F3"/>
        </a:accent5>
        <a:accent6>
          <a:srgbClr val="737373"/>
        </a:accent6>
        <a:hlink>
          <a:srgbClr val="4D4D4D"/>
        </a:hlink>
        <a:folHlink>
          <a:srgbClr val="C0C0C0"/>
        </a:folHlink>
      </a:clrScheme>
      <a:clrMap bg1="lt1" tx1="dk1" bg2="lt2" tx2="dk2" accent1="accent1" accent2="accent2" accent3="accent3" accent4="accent4" accent5="accent5" accent6="accent6" hlink="hlink" folHlink="folHlink"/>
    </a:extraClrScheme>
    <a:extraClrScheme>
      <a:clrScheme name="Blends 4">
        <a:dk1>
          <a:srgbClr val="000094"/>
        </a:dk1>
        <a:lt1>
          <a:srgbClr val="FFFFFF"/>
        </a:lt1>
        <a:dk2>
          <a:srgbClr val="0000CC"/>
        </a:dk2>
        <a:lt2>
          <a:srgbClr val="FFFFCC"/>
        </a:lt2>
        <a:accent1>
          <a:srgbClr val="3193FF"/>
        </a:accent1>
        <a:accent2>
          <a:srgbClr val="9900FF"/>
        </a:accent2>
        <a:accent3>
          <a:srgbClr val="AAAAE2"/>
        </a:accent3>
        <a:accent4>
          <a:srgbClr val="DADADA"/>
        </a:accent4>
        <a:accent5>
          <a:srgbClr val="ADC8FF"/>
        </a:accent5>
        <a:accent6>
          <a:srgbClr val="8A00E7"/>
        </a:accent6>
        <a:hlink>
          <a:srgbClr val="FF3399"/>
        </a:hlink>
        <a:folHlink>
          <a:srgbClr val="FFCC00"/>
        </a:folHlink>
      </a:clrScheme>
      <a:clrMap bg1="dk2" tx1="lt1" bg2="dk1" tx2="lt2" accent1="accent1" accent2="accent2" accent3="accent3" accent4="accent4" accent5="accent5" accent6="accent6" hlink="hlink" folHlink="folHlink"/>
    </a:extraClrScheme>
    <a:extraClrScheme>
      <a:clrScheme name="Blends 5">
        <a:dk1>
          <a:srgbClr val="000000"/>
        </a:dk1>
        <a:lt1>
          <a:srgbClr val="FFFFFF"/>
        </a:lt1>
        <a:dk2>
          <a:srgbClr val="000066"/>
        </a:dk2>
        <a:lt2>
          <a:srgbClr val="333333"/>
        </a:lt2>
        <a:accent1>
          <a:srgbClr val="C4709A"/>
        </a:accent1>
        <a:accent2>
          <a:srgbClr val="4B4EB5"/>
        </a:accent2>
        <a:accent3>
          <a:srgbClr val="FFFFFF"/>
        </a:accent3>
        <a:accent4>
          <a:srgbClr val="000000"/>
        </a:accent4>
        <a:accent5>
          <a:srgbClr val="DEBBCA"/>
        </a:accent5>
        <a:accent6>
          <a:srgbClr val="4346A4"/>
        </a:accent6>
        <a:hlink>
          <a:srgbClr val="C481CF"/>
        </a:hlink>
        <a:folHlink>
          <a:srgbClr val="76B749"/>
        </a:folHlink>
      </a:clrScheme>
      <a:clrMap bg1="lt1" tx1="dk1" bg2="lt2" tx2="dk2" accent1="accent1" accent2="accent2" accent3="accent3" accent4="accent4" accent5="accent5" accent6="accent6" hlink="hlink" folHlink="folHlink"/>
    </a:extraClrScheme>
    <a:extraClrScheme>
      <a:clrScheme name="Blends 6">
        <a:dk1>
          <a:srgbClr val="000000"/>
        </a:dk1>
        <a:lt1>
          <a:srgbClr val="FFFFFF"/>
        </a:lt1>
        <a:dk2>
          <a:srgbClr val="6A4076"/>
        </a:dk2>
        <a:lt2>
          <a:srgbClr val="969696"/>
        </a:lt2>
        <a:accent1>
          <a:srgbClr val="DBA9C2"/>
        </a:accent1>
        <a:accent2>
          <a:srgbClr val="E1BF91"/>
        </a:accent2>
        <a:accent3>
          <a:srgbClr val="FFFFFF"/>
        </a:accent3>
        <a:accent4>
          <a:srgbClr val="000000"/>
        </a:accent4>
        <a:accent5>
          <a:srgbClr val="EAD1DD"/>
        </a:accent5>
        <a:accent6>
          <a:srgbClr val="CCAD83"/>
        </a:accent6>
        <a:hlink>
          <a:srgbClr val="B3CE82"/>
        </a:hlink>
        <a:folHlink>
          <a:srgbClr val="B8AD48"/>
        </a:folHlink>
      </a:clrScheme>
      <a:clrMap bg1="lt1" tx1="dk1" bg2="lt2" tx2="dk2" accent1="accent1" accent2="accent2" accent3="accent3" accent4="accent4" accent5="accent5" accent6="accent6" hlink="hlink" folHlink="folHlink"/>
    </a:extraClrScheme>
    <a:extraClrScheme>
      <a:clrScheme name="Blends 7">
        <a:dk1>
          <a:srgbClr val="000000"/>
        </a:dk1>
        <a:lt1>
          <a:srgbClr val="FFFFFF"/>
        </a:lt1>
        <a:dk2>
          <a:srgbClr val="515F7B"/>
        </a:dk2>
        <a:lt2>
          <a:srgbClr val="808080"/>
        </a:lt2>
        <a:accent1>
          <a:srgbClr val="9FCAD3"/>
        </a:accent1>
        <a:accent2>
          <a:srgbClr val="C0C0C0"/>
        </a:accent2>
        <a:accent3>
          <a:srgbClr val="FFFFFF"/>
        </a:accent3>
        <a:accent4>
          <a:srgbClr val="000000"/>
        </a:accent4>
        <a:accent5>
          <a:srgbClr val="CDE1E6"/>
        </a:accent5>
        <a:accent6>
          <a:srgbClr val="AEAEAE"/>
        </a:accent6>
        <a:hlink>
          <a:srgbClr val="91AFBF"/>
        </a:hlink>
        <a:folHlink>
          <a:srgbClr val="ECEAAC"/>
        </a:folHlink>
      </a:clrScheme>
      <a:clrMap bg1="lt1" tx1="dk1" bg2="lt2" tx2="dk2" accent1="accent1" accent2="accent2" accent3="accent3" accent4="accent4" accent5="accent5" accent6="accent6" hlink="hlink" folHlink="folHlink"/>
    </a:extraClrScheme>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主题">
  <a:themeElements>
    <a:clrScheme name="">
      <a:dk1>
        <a:srgbClr val="000000"/>
      </a:dk1>
      <a:lt1>
        <a:srgbClr val="FFFFFF"/>
      </a:lt1>
      <a:dk2>
        <a:srgbClr val="000000"/>
      </a:dk2>
      <a:lt2>
        <a:srgbClr val="808080"/>
      </a:lt2>
      <a:accent1>
        <a:srgbClr val="BBE0E3"/>
      </a:accent1>
      <a:accent2>
        <a:srgbClr val="333399"/>
      </a:accent2>
      <a:accent3>
        <a:srgbClr val="FFFFFF"/>
      </a:accent3>
      <a:accent4>
        <a:srgbClr val="000000"/>
      </a:accent4>
      <a:accent5>
        <a:srgbClr val="DAEDEF"/>
      </a:accent5>
      <a:accent6>
        <a:srgbClr val="2D2D8A"/>
      </a:accent6>
      <a:hlink>
        <a:srgbClr val="009999"/>
      </a:hlink>
      <a:folHlink>
        <a:srgbClr val="99CC0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Office 主题">
  <a:themeElements>
    <a:clrScheme name="">
      <a:dk1>
        <a:srgbClr val="000000"/>
      </a:dk1>
      <a:lt1>
        <a:srgbClr val="FFFFFF"/>
      </a:lt1>
      <a:dk2>
        <a:srgbClr val="000000"/>
      </a:dk2>
      <a:lt2>
        <a:srgbClr val="808080"/>
      </a:lt2>
      <a:accent1>
        <a:srgbClr val="BBE0E3"/>
      </a:accent1>
      <a:accent2>
        <a:srgbClr val="333399"/>
      </a:accent2>
      <a:accent3>
        <a:srgbClr val="FFFFFF"/>
      </a:accent3>
      <a:accent4>
        <a:srgbClr val="000000"/>
      </a:accent4>
      <a:accent5>
        <a:srgbClr val="DAEDEF"/>
      </a:accent5>
      <a:accent6>
        <a:srgbClr val="2D2D8A"/>
      </a:accent6>
      <a:hlink>
        <a:srgbClr val="009999"/>
      </a:hlink>
      <a:folHlink>
        <a:srgbClr val="99CC0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2765</TotalTime>
  <Words>8601</Words>
  <Application>Microsoft Office PowerPoint</Application>
  <PresentationFormat>全屏显示(4:3)</PresentationFormat>
  <Paragraphs>630</Paragraphs>
  <Slides>127</Slides>
  <Notes>63</Notes>
  <HiddenSlides>0</HiddenSlides>
  <MMClips>0</MMClips>
  <ScaleCrop>false</ScaleCrop>
  <HeadingPairs>
    <vt:vector size="8" baseType="variant">
      <vt:variant>
        <vt:lpstr>已用的字体</vt:lpstr>
      </vt:variant>
      <vt:variant>
        <vt:i4>7</vt:i4>
      </vt:variant>
      <vt:variant>
        <vt:lpstr>主题</vt:lpstr>
      </vt:variant>
      <vt:variant>
        <vt:i4>1</vt:i4>
      </vt:variant>
      <vt:variant>
        <vt:lpstr>嵌入 OLE 服务器</vt:lpstr>
      </vt:variant>
      <vt:variant>
        <vt:i4>1</vt:i4>
      </vt:variant>
      <vt:variant>
        <vt:lpstr>幻灯片标题</vt:lpstr>
      </vt:variant>
      <vt:variant>
        <vt:i4>127</vt:i4>
      </vt:variant>
    </vt:vector>
  </HeadingPairs>
  <TitlesOfParts>
    <vt:vector size="136" baseType="lpstr">
      <vt:lpstr>黑体</vt:lpstr>
      <vt:lpstr>楷体_GB2312</vt:lpstr>
      <vt:lpstr>隶书</vt:lpstr>
      <vt:lpstr>宋体</vt:lpstr>
      <vt:lpstr>Tahoma</vt:lpstr>
      <vt:lpstr>Times New Roman</vt:lpstr>
      <vt:lpstr>Wingdings</vt:lpstr>
      <vt:lpstr>1_Blends</vt:lpstr>
      <vt:lpstr>Visio</vt:lpstr>
      <vt:lpstr>第 四 章    网络侦察技术</vt:lpstr>
      <vt:lpstr>前言</vt:lpstr>
      <vt:lpstr>前言</vt:lpstr>
      <vt:lpstr>网络信息的收集</vt:lpstr>
      <vt:lpstr>网络信息收集方法</vt:lpstr>
      <vt:lpstr>网络信息收集方法</vt:lpstr>
      <vt:lpstr>网络信息收集方法</vt:lpstr>
      <vt:lpstr>网络信息收集方法</vt:lpstr>
      <vt:lpstr>网络信息收集方法</vt:lpstr>
      <vt:lpstr>内容提要</vt:lpstr>
      <vt:lpstr>一、Web服务及搜索引擎</vt:lpstr>
      <vt:lpstr>Web服务</vt:lpstr>
      <vt:lpstr>Web服务</vt:lpstr>
      <vt:lpstr>Baidu高级搜索</vt:lpstr>
      <vt:lpstr>Baidu高级搜索</vt:lpstr>
      <vt:lpstr>Baidu的重要检索命令</vt:lpstr>
      <vt:lpstr>Baidu的重要检索命令（cont.） </vt:lpstr>
      <vt:lpstr>Baidu的重要检索命令（cont.）</vt:lpstr>
      <vt:lpstr>Baidu的重要检索命令（cont.）</vt:lpstr>
      <vt:lpstr>示例：</vt:lpstr>
      <vt:lpstr>找目标</vt:lpstr>
      <vt:lpstr>What is Shodan?</vt:lpstr>
      <vt:lpstr>What is Shodan?</vt:lpstr>
      <vt:lpstr>What is Shodan?</vt:lpstr>
      <vt:lpstr>Shodan</vt:lpstr>
      <vt:lpstr>Shodan</vt:lpstr>
      <vt:lpstr>Shodan</vt:lpstr>
      <vt:lpstr>Shodan</vt:lpstr>
      <vt:lpstr>Shodan</vt:lpstr>
      <vt:lpstr>Shodan</vt:lpstr>
      <vt:lpstr>Shodan</vt:lpstr>
      <vt:lpstr>Shodan</vt:lpstr>
      <vt:lpstr>Shodan</vt:lpstr>
      <vt:lpstr>Shodan</vt:lpstr>
      <vt:lpstr>Shodan</vt:lpstr>
      <vt:lpstr>Shodan</vt:lpstr>
      <vt:lpstr>Shodan</vt:lpstr>
      <vt:lpstr>Shodan</vt:lpstr>
      <vt:lpstr>Zoomeye</vt:lpstr>
      <vt:lpstr>Zoomeye</vt:lpstr>
      <vt:lpstr>Zoomeye</vt:lpstr>
      <vt:lpstr>FOFA</vt:lpstr>
      <vt:lpstr>谛听</vt:lpstr>
      <vt:lpstr>其他</vt:lpstr>
      <vt:lpstr>子域名查询</vt:lpstr>
      <vt:lpstr>子域名查询</vt:lpstr>
      <vt:lpstr>二、whois查询</vt:lpstr>
      <vt:lpstr>关于WHOIS</vt:lpstr>
      <vt:lpstr>关于WHOIS</vt:lpstr>
      <vt:lpstr>关于WHOIS</vt:lpstr>
      <vt:lpstr>关于WHOIS</vt:lpstr>
      <vt:lpstr>关于WHOIS</vt:lpstr>
      <vt:lpstr>关于WHOIS</vt:lpstr>
      <vt:lpstr>扩展知识：互联网管理架构</vt:lpstr>
      <vt:lpstr>扩展知识：互联网管理架构</vt:lpstr>
      <vt:lpstr>扩展知识：互联网管理架构</vt:lpstr>
      <vt:lpstr>SamSpade工具</vt:lpstr>
      <vt:lpstr>PowerPoint 演示文稿</vt:lpstr>
      <vt:lpstr>(一)查询注册机构</vt:lpstr>
      <vt:lpstr>示例：查询注册机构</vt:lpstr>
      <vt:lpstr>示例：查询结果</vt:lpstr>
      <vt:lpstr>(二)查询注册资料</vt:lpstr>
      <vt:lpstr>示例：查询注册资料</vt:lpstr>
      <vt:lpstr>示例：查询结果</vt:lpstr>
      <vt:lpstr>APT1：IP地址注册信息</vt:lpstr>
      <vt:lpstr>(三)查询IP地址分配</vt:lpstr>
      <vt:lpstr>(三)查询IP地址分配</vt:lpstr>
      <vt:lpstr>(三)查询IP地址分配</vt:lpstr>
      <vt:lpstr>三、域名系统</vt:lpstr>
      <vt:lpstr>DNS服务</vt:lpstr>
      <vt:lpstr>DNS服务</vt:lpstr>
      <vt:lpstr>域名系统中的区</vt:lpstr>
      <vt:lpstr>区传送</vt:lpstr>
      <vt:lpstr>示例：nslookup工具</vt:lpstr>
      <vt:lpstr>示例：DNS记录（部分）</vt:lpstr>
      <vt:lpstr>四、网络拓扑</vt:lpstr>
      <vt:lpstr>Traceroute工具</vt:lpstr>
      <vt:lpstr>Traceroute工具</vt:lpstr>
      <vt:lpstr>示例：tracert</vt:lpstr>
      <vt:lpstr>其它路由跟踪工具</vt:lpstr>
      <vt:lpstr>五、社交网络</vt:lpstr>
      <vt:lpstr>社交网络</vt:lpstr>
      <vt:lpstr>社交网络</vt:lpstr>
      <vt:lpstr>用户隐私收集</vt:lpstr>
      <vt:lpstr>用户主动分享</vt:lpstr>
      <vt:lpstr>用户主动分享</vt:lpstr>
      <vt:lpstr>攻击获取</vt:lpstr>
      <vt:lpstr>攻击获取</vt:lpstr>
      <vt:lpstr>跨域拓展攻击</vt:lpstr>
      <vt:lpstr>跨域拓展攻击</vt:lpstr>
      <vt:lpstr>跨域拓展攻击</vt:lpstr>
      <vt:lpstr>个人隐私保护很难</vt:lpstr>
      <vt:lpstr>六、开源情报收集 </vt:lpstr>
      <vt:lpstr>开源情报收集</vt:lpstr>
      <vt:lpstr>开源情报收集</vt:lpstr>
      <vt:lpstr>开源情报收集</vt:lpstr>
      <vt:lpstr>开源情报收集</vt:lpstr>
      <vt:lpstr>开源情报收集</vt:lpstr>
      <vt:lpstr>开源情报收集</vt:lpstr>
      <vt:lpstr>七、其它侦察手段</vt:lpstr>
      <vt:lpstr>社会工程学</vt:lpstr>
      <vt:lpstr>成功的关键</vt:lpstr>
      <vt:lpstr>常见形式（1）</vt:lpstr>
      <vt:lpstr>常见形式（2）</vt:lpstr>
      <vt:lpstr>常见形式（3）</vt:lpstr>
      <vt:lpstr>常用技巧（1）</vt:lpstr>
      <vt:lpstr>常用技巧（2）</vt:lpstr>
      <vt:lpstr>常用技巧（3）</vt:lpstr>
      <vt:lpstr>由贪吃引发的血案 </vt:lpstr>
      <vt:lpstr>Web网站查询</vt:lpstr>
      <vt:lpstr>Web网站查询</vt:lpstr>
      <vt:lpstr>Web网站查询</vt:lpstr>
      <vt:lpstr>情报来源</vt:lpstr>
      <vt:lpstr>情报来源</vt:lpstr>
      <vt:lpstr>情报来源</vt:lpstr>
      <vt:lpstr>情报来源</vt:lpstr>
      <vt:lpstr>情报来源</vt:lpstr>
      <vt:lpstr>情报来源</vt:lpstr>
      <vt:lpstr>其它非技术侦察手段</vt:lpstr>
      <vt:lpstr>小 结</vt:lpstr>
      <vt:lpstr>内容提要</vt:lpstr>
      <vt:lpstr>侦察工具</vt:lpstr>
      <vt:lpstr>内容提要</vt:lpstr>
      <vt:lpstr>(一)防御搜索引擎和基于Web的侦察 </vt:lpstr>
      <vt:lpstr>(二)防御WHOIS检索 </vt:lpstr>
      <vt:lpstr>(三)防御基于DNS的侦察 </vt:lpstr>
      <vt:lpstr>(三)防御社工攻击和垃圾搜索</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幻灯片 1</dc:title>
  <dc:creator>unknown</dc:creator>
  <cp:lastModifiedBy>rlp</cp:lastModifiedBy>
  <cp:revision>1469</cp:revision>
  <dcterms:created xsi:type="dcterms:W3CDTF">2004-07-10T13:16:00Z</dcterms:created>
  <dcterms:modified xsi:type="dcterms:W3CDTF">2023-03-21T03:54:57Z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KSOProductBuildVer">
    <vt:lpwstr>2052-11.1.0.10314</vt:lpwstr>
  </property>
</Properties>
</file>