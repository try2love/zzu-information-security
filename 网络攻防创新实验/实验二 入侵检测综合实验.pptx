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heme/theme2.xml" ContentType="application/vnd.openxmlformats-officedocument.theme+xml"/>
  <Override PartName="/ppt/tags/tag123.xml" ContentType="application/vnd.openxmlformats-officedocument.presentationml.tags+xml"/>
  <Override PartName="/ppt/notesSlides/notesSlide1.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2.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notesSlides/notesSlide3.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notesSlides/notesSlide4.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5.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notesSlides/notesSlide6.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7.xml" ContentType="application/vnd.openxmlformats-officedocument.presentationml.notesSlide+xml"/>
  <Override PartName="/ppt/tags/tag142.xml" ContentType="application/vnd.openxmlformats-officedocument.presentationml.tags+xml"/>
  <Override PartName="/ppt/notesSlides/notesSlide8.xml" ContentType="application/vnd.openxmlformats-officedocument.presentationml.notesSlide+xml"/>
  <Override PartName="/ppt/tags/tag143.xml" ContentType="application/vnd.openxmlformats-officedocument.presentationml.tags+xml"/>
  <Override PartName="/ppt/notesSlides/notesSlide9.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10.xml" ContentType="application/vnd.openxmlformats-officedocument.presentationml.notesSlide+xml"/>
  <Override PartName="/ppt/tags/tag157.xml" ContentType="application/vnd.openxmlformats-officedocument.presentationml.tags+xml"/>
  <Override PartName="/ppt/notesSlides/notesSlide11.xml" ContentType="application/vnd.openxmlformats-officedocument.presentationml.notesSlide+xml"/>
  <Override PartName="/ppt/tags/tag158.xml" ContentType="application/vnd.openxmlformats-officedocument.presentationml.tags+xml"/>
  <Override PartName="/ppt/notesSlides/notesSlide12.xml" ContentType="application/vnd.openxmlformats-officedocument.presentationml.notesSlide+xml"/>
  <Override PartName="/ppt/tags/tag159.xml" ContentType="application/vnd.openxmlformats-officedocument.presentationml.tags+xml"/>
  <Override PartName="/ppt/notesSlides/notesSlide13.xml" ContentType="application/vnd.openxmlformats-officedocument.presentationml.notesSlide+xml"/>
  <Override PartName="/ppt/tags/tag160.xml" ContentType="application/vnd.openxmlformats-officedocument.presentationml.tags+xml"/>
  <Override PartName="/ppt/notesSlides/notesSlide14.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409" r:id="rId2"/>
    <p:sldId id="480" r:id="rId3"/>
    <p:sldId id="483" r:id="rId4"/>
    <p:sldId id="484" r:id="rId5"/>
    <p:sldId id="415" r:id="rId6"/>
    <p:sldId id="425" r:id="rId7"/>
    <p:sldId id="426" r:id="rId8"/>
    <p:sldId id="427" r:id="rId9"/>
    <p:sldId id="428" r:id="rId10"/>
    <p:sldId id="452" r:id="rId11"/>
    <p:sldId id="453" r:id="rId12"/>
    <p:sldId id="454" r:id="rId13"/>
    <p:sldId id="449" r:id="rId14"/>
    <p:sldId id="450" r:id="rId15"/>
    <p:sldId id="451" r:id="rId16"/>
    <p:sldId id="438" r:id="rId17"/>
    <p:sldId id="439" r:id="rId18"/>
    <p:sldId id="440" r:id="rId19"/>
    <p:sldId id="441" r:id="rId20"/>
    <p:sldId id="442" r:id="rId21"/>
    <p:sldId id="444" r:id="rId22"/>
    <p:sldId id="443" r:id="rId23"/>
    <p:sldId id="445" r:id="rId24"/>
    <p:sldId id="446" r:id="rId25"/>
    <p:sldId id="447" r:id="rId26"/>
    <p:sldId id="448" r:id="rId27"/>
    <p:sldId id="429" r:id="rId28"/>
    <p:sldId id="430" r:id="rId29"/>
    <p:sldId id="431" r:id="rId30"/>
    <p:sldId id="432" r:id="rId31"/>
    <p:sldId id="433" r:id="rId32"/>
    <p:sldId id="413" r:id="rId33"/>
    <p:sldId id="434" r:id="rId34"/>
    <p:sldId id="435" r:id="rId35"/>
    <p:sldId id="436" r:id="rId36"/>
    <p:sldId id="437" r:id="rId37"/>
    <p:sldId id="479" r:id="rId38"/>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p15:clr>
            <a:srgbClr val="A4A3A4"/>
          </p15:clr>
        </p15:guide>
        <p15:guide id="2" pos="385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477E"/>
    <a:srgbClr val="2A65A1"/>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834FA3-1060-45A0-A604-A723241C6C30}" v="37" dt="2023-03-28T00:22:11.7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0" d="100"/>
          <a:sy n="110" d="100"/>
        </p:scale>
        <p:origin x="140" y="72"/>
      </p:cViewPr>
      <p:guideLst>
        <p:guide orient="horz" pos="2192"/>
        <p:guide pos="385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曹琰" userId="27cee28f-e211-4f09-bcc3-f54e9e2c5611" providerId="ADAL" clId="{AE834FA3-1060-45A0-A604-A723241C6C30}"/>
    <pc:docChg chg="addSld delSld modSld">
      <pc:chgData name="曹琰" userId="27cee28f-e211-4f09-bcc3-f54e9e2c5611" providerId="ADAL" clId="{AE834FA3-1060-45A0-A604-A723241C6C30}" dt="2023-03-28T00:22:27.359" v="109" actId="207"/>
      <pc:docMkLst>
        <pc:docMk/>
      </pc:docMkLst>
      <pc:sldChg chg="modSp mod">
        <pc:chgData name="曹琰" userId="27cee28f-e211-4f09-bcc3-f54e9e2c5611" providerId="ADAL" clId="{AE834FA3-1060-45A0-A604-A723241C6C30}" dt="2023-03-28T00:03:46.948" v="12" actId="20577"/>
        <pc:sldMkLst>
          <pc:docMk/>
          <pc:sldMk cId="0" sldId="409"/>
        </pc:sldMkLst>
        <pc:spChg chg="mod">
          <ac:chgData name="曹琰" userId="27cee28f-e211-4f09-bcc3-f54e9e2c5611" providerId="ADAL" clId="{AE834FA3-1060-45A0-A604-A723241C6C30}" dt="2023-03-28T00:03:46.948" v="12" actId="20577"/>
          <ac:spMkLst>
            <pc:docMk/>
            <pc:sldMk cId="0" sldId="409"/>
            <ac:spMk id="3" creationId="{00000000-0000-0000-0000-000000000000}"/>
          </ac:spMkLst>
        </pc:spChg>
      </pc:sldChg>
      <pc:sldChg chg="modSp mod">
        <pc:chgData name="曹琰" userId="27cee28f-e211-4f09-bcc3-f54e9e2c5611" providerId="ADAL" clId="{AE834FA3-1060-45A0-A604-A723241C6C30}" dt="2023-03-28T00:00:12.565" v="1" actId="20577"/>
        <pc:sldMkLst>
          <pc:docMk/>
          <pc:sldMk cId="0" sldId="432"/>
        </pc:sldMkLst>
        <pc:spChg chg="mod">
          <ac:chgData name="曹琰" userId="27cee28f-e211-4f09-bcc3-f54e9e2c5611" providerId="ADAL" clId="{AE834FA3-1060-45A0-A604-A723241C6C30}" dt="2023-03-28T00:00:12.565" v="1" actId="20577"/>
          <ac:spMkLst>
            <pc:docMk/>
            <pc:sldMk cId="0" sldId="432"/>
            <ac:spMk id="66" creationId="{00000000-0000-0000-0000-000000000000}"/>
          </ac:spMkLst>
        </pc:spChg>
      </pc:sldChg>
      <pc:sldChg chg="modSp mod">
        <pc:chgData name="曹琰" userId="27cee28f-e211-4f09-bcc3-f54e9e2c5611" providerId="ADAL" clId="{AE834FA3-1060-45A0-A604-A723241C6C30}" dt="2023-03-28T00:01:45.528" v="4"/>
        <pc:sldMkLst>
          <pc:docMk/>
          <pc:sldMk cId="0" sldId="436"/>
        </pc:sldMkLst>
        <pc:spChg chg="mod">
          <ac:chgData name="曹琰" userId="27cee28f-e211-4f09-bcc3-f54e9e2c5611" providerId="ADAL" clId="{AE834FA3-1060-45A0-A604-A723241C6C30}" dt="2023-03-28T00:01:45.528" v="4"/>
          <ac:spMkLst>
            <pc:docMk/>
            <pc:sldMk cId="0" sldId="436"/>
            <ac:spMk id="4" creationId="{00000000-0000-0000-0000-000000000000}"/>
          </ac:spMkLst>
        </pc:spChg>
      </pc:sldChg>
      <pc:sldChg chg="modSp add mod">
        <pc:chgData name="曹琰" userId="27cee28f-e211-4f09-bcc3-f54e9e2c5611" providerId="ADAL" clId="{AE834FA3-1060-45A0-A604-A723241C6C30}" dt="2023-03-28T00:15:44.669" v="14"/>
        <pc:sldMkLst>
          <pc:docMk/>
          <pc:sldMk cId="0" sldId="480"/>
        </pc:sldMkLst>
        <pc:spChg chg="mod">
          <ac:chgData name="曹琰" userId="27cee28f-e211-4f09-bcc3-f54e9e2c5611" providerId="ADAL" clId="{AE834FA3-1060-45A0-A604-A723241C6C30}" dt="2023-03-28T00:15:44.669" v="14"/>
          <ac:spMkLst>
            <pc:docMk/>
            <pc:sldMk cId="0" sldId="480"/>
            <ac:spMk id="3" creationId="{00000000-0000-0000-0000-000000000000}"/>
          </ac:spMkLst>
        </pc:spChg>
      </pc:sldChg>
      <pc:sldChg chg="modSp add del mod">
        <pc:chgData name="曹琰" userId="27cee28f-e211-4f09-bcc3-f54e9e2c5611" providerId="ADAL" clId="{AE834FA3-1060-45A0-A604-A723241C6C30}" dt="2023-03-28T00:18:00.269" v="38" actId="47"/>
        <pc:sldMkLst>
          <pc:docMk/>
          <pc:sldMk cId="0" sldId="482"/>
        </pc:sldMkLst>
        <pc:spChg chg="mod">
          <ac:chgData name="曹琰" userId="27cee28f-e211-4f09-bcc3-f54e9e2c5611" providerId="ADAL" clId="{AE834FA3-1060-45A0-A604-A723241C6C30}" dt="2023-03-28T00:15:48.833" v="15"/>
          <ac:spMkLst>
            <pc:docMk/>
            <pc:sldMk cId="0" sldId="482"/>
            <ac:spMk id="3" creationId="{00000000-0000-0000-0000-000000000000}"/>
          </ac:spMkLst>
        </pc:spChg>
      </pc:sldChg>
      <pc:sldChg chg="addSp modSp add mod">
        <pc:chgData name="曹琰" userId="27cee28f-e211-4f09-bcc3-f54e9e2c5611" providerId="ADAL" clId="{AE834FA3-1060-45A0-A604-A723241C6C30}" dt="2023-03-28T00:16:15.434" v="20" actId="20577"/>
        <pc:sldMkLst>
          <pc:docMk/>
          <pc:sldMk cId="0" sldId="483"/>
        </pc:sldMkLst>
        <pc:spChg chg="add mod">
          <ac:chgData name="曹琰" userId="27cee28f-e211-4f09-bcc3-f54e9e2c5611" providerId="ADAL" clId="{AE834FA3-1060-45A0-A604-A723241C6C30}" dt="2023-03-28T00:15:59.079" v="17"/>
          <ac:spMkLst>
            <pc:docMk/>
            <pc:sldMk cId="0" sldId="483"/>
            <ac:spMk id="2" creationId="{A889E70E-97D7-874C-8701-EF91A452D912}"/>
          </ac:spMkLst>
        </pc:spChg>
        <pc:spChg chg="mod">
          <ac:chgData name="曹琰" userId="27cee28f-e211-4f09-bcc3-f54e9e2c5611" providerId="ADAL" clId="{AE834FA3-1060-45A0-A604-A723241C6C30}" dt="2023-03-28T00:16:15.434" v="20" actId="20577"/>
          <ac:spMkLst>
            <pc:docMk/>
            <pc:sldMk cId="0" sldId="483"/>
            <ac:spMk id="4" creationId="{00000000-0000-0000-0000-000000000000}"/>
          </ac:spMkLst>
        </pc:spChg>
      </pc:sldChg>
      <pc:sldChg chg="modSp add mod">
        <pc:chgData name="曹琰" userId="27cee28f-e211-4f09-bcc3-f54e9e2c5611" providerId="ADAL" clId="{AE834FA3-1060-45A0-A604-A723241C6C30}" dt="2023-03-28T00:22:27.359" v="109" actId="207"/>
        <pc:sldMkLst>
          <pc:docMk/>
          <pc:sldMk cId="1647025312" sldId="484"/>
        </pc:sldMkLst>
        <pc:spChg chg="mod">
          <ac:chgData name="曹琰" userId="27cee28f-e211-4f09-bcc3-f54e9e2c5611" providerId="ADAL" clId="{AE834FA3-1060-45A0-A604-A723241C6C30}" dt="2023-03-28T00:22:27.359" v="109" actId="207"/>
          <ac:spMkLst>
            <pc:docMk/>
            <pc:sldMk cId="1647025312" sldId="484"/>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2023/3/28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实操讲解</a:t>
            </a:r>
            <a:r>
              <a:rPr lang="en-US" altLang="zh-CN"/>
              <a:t>PPT</a:t>
            </a:r>
            <a:r>
              <a:rPr lang="zh-CN" altLang="en-US"/>
              <a:t>封面</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13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14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15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27</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28</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29</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30</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5DFA49-2BBD-41F5-B786-FD2234F79E33}"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2.jpe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20.xml"/><Relationship Id="rId7"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7.xml"/><Relationship Id="rId3" Type="http://schemas.openxmlformats.org/officeDocument/2006/relationships/tags" Target="../tags/tag32.xml"/><Relationship Id="rId7" Type="http://schemas.openxmlformats.org/officeDocument/2006/relationships/tags" Target="../tags/tag36.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2.jpeg"/><Relationship Id="rId5" Type="http://schemas.openxmlformats.org/officeDocument/2006/relationships/slideMaster" Target="../slideMasters/slideMaster1.xml"/><Relationship Id="rId4" Type="http://schemas.openxmlformats.org/officeDocument/2006/relationships/tags" Target="../tags/tag4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7.xml"/><Relationship Id="rId7"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Master" Target="../slideMasters/slideMaster1.xml"/><Relationship Id="rId5" Type="http://schemas.openxmlformats.org/officeDocument/2006/relationships/tags" Target="../tags/tag55.xml"/><Relationship Id="rId4" Type="http://schemas.openxmlformats.org/officeDocument/2006/relationships/tags" Target="../tags/tag54.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Master" Target="../slideMasters/slideMaster1.xml"/><Relationship Id="rId5" Type="http://schemas.openxmlformats.org/officeDocument/2006/relationships/tags" Target="../tags/tag64.xml"/><Relationship Id="rId4" Type="http://schemas.openxmlformats.org/officeDocument/2006/relationships/tags" Target="../tags/tag63.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67.xml"/><Relationship Id="rId7" Type="http://schemas.openxmlformats.org/officeDocument/2006/relationships/slideMaster" Target="../slideMasters/slideMaster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tags" Target="../tags/tag73.xml"/><Relationship Id="rId7"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84.xml"/><Relationship Id="rId3" Type="http://schemas.openxmlformats.org/officeDocument/2006/relationships/tags" Target="../tags/tag79.xml"/><Relationship Id="rId7" Type="http://schemas.openxmlformats.org/officeDocument/2006/relationships/tags" Target="../tags/tag83.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5" Type="http://schemas.openxmlformats.org/officeDocument/2006/relationships/tags" Target="../tags/tag81.xml"/><Relationship Id="rId10" Type="http://schemas.openxmlformats.org/officeDocument/2006/relationships/image" Target="../media/image4.png"/><Relationship Id="rId4" Type="http://schemas.openxmlformats.org/officeDocument/2006/relationships/tags" Target="../tags/tag80.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92.xml"/><Relationship Id="rId3" Type="http://schemas.openxmlformats.org/officeDocument/2006/relationships/tags" Target="../tags/tag87.xml"/><Relationship Id="rId7" Type="http://schemas.openxmlformats.org/officeDocument/2006/relationships/tags" Target="../tags/tag91.xml"/><Relationship Id="rId12" Type="http://schemas.openxmlformats.org/officeDocument/2006/relationships/slideMaster" Target="../slideMasters/slideMaster1.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5" Type="http://schemas.openxmlformats.org/officeDocument/2006/relationships/tags" Target="../tags/tag89.xml"/><Relationship Id="rId10" Type="http://schemas.openxmlformats.org/officeDocument/2006/relationships/tags" Target="../tags/tag94.xml"/><Relationship Id="rId4" Type="http://schemas.openxmlformats.org/officeDocument/2006/relationships/tags" Target="../tags/tag88.xml"/><Relationship Id="rId9" Type="http://schemas.openxmlformats.org/officeDocument/2006/relationships/tags" Target="../tags/tag93.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5" Type="http://schemas.openxmlformats.org/officeDocument/2006/relationships/tags" Target="../tags/tag100.xml"/><Relationship Id="rId10" Type="http://schemas.openxmlformats.org/officeDocument/2006/relationships/image" Target="../media/image6.png"/><Relationship Id="rId4" Type="http://schemas.openxmlformats.org/officeDocument/2006/relationships/tags" Target="../tags/tag99.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slideMaster" Target="../slideMasters/slideMaster1.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2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openxmlformats.org/officeDocument/2006/relationships/image" Target="../media/image4.png"/><Relationship Id="rId4" Type="http://schemas.openxmlformats.org/officeDocument/2006/relationships/tags" Target="../tags/tag118.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7">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599302" y="2333875"/>
            <a:ext cx="6878595" cy="1200329"/>
          </a:xfrm>
        </p:spPr>
        <p:txBody>
          <a:bodyPr anchor="b">
            <a:normAutofit/>
          </a:bodyPr>
          <a:lstStyle>
            <a:lvl1pPr algn="l">
              <a:defRPr sz="6000">
                <a:solidFill>
                  <a:schemeClr val="accent1"/>
                </a:solidFill>
              </a:defRPr>
            </a:lvl1pPr>
          </a:lstStyle>
          <a:p>
            <a:r>
              <a:rPr lang="zh-CN" altLang="en-US" dirty="0"/>
              <a:t>单击此处编辑标题</a:t>
            </a:r>
          </a:p>
        </p:txBody>
      </p:sp>
      <p:sp>
        <p:nvSpPr>
          <p:cNvPr id="3" name="副标题 2"/>
          <p:cNvSpPr>
            <a:spLocks noGrp="1"/>
          </p:cNvSpPr>
          <p:nvPr>
            <p:ph type="subTitle" idx="1"/>
            <p:custDataLst>
              <p:tags r:id="rId2"/>
            </p:custDataLst>
          </p:nvPr>
        </p:nvSpPr>
        <p:spPr>
          <a:xfrm>
            <a:off x="599301" y="3588632"/>
            <a:ext cx="6878595" cy="537712"/>
          </a:xfrm>
        </p:spPr>
        <p:txBody>
          <a:bodyPr>
            <a:normAutofit/>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custDataLst>
              <p:tags r:id="rId3"/>
            </p:custDataLst>
          </p:nvPr>
        </p:nvSpPr>
        <p:spPr/>
        <p:txBody>
          <a:bodyPr/>
          <a:lstStyle/>
          <a:p>
            <a:fld id="{D6BFFAB9-B0CE-4568-BB33-D09C48035AD9}" type="datetimeFigureOut">
              <a:rPr lang="zh-CN" altLang="en-US" smtClean="0"/>
              <a:t>2023/3/28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21CB36C4-C9C5-46A1-956B-17812172D97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t>单击此处编辑母版标题样式</a:t>
            </a:r>
          </a:p>
        </p:txBody>
      </p:sp>
      <p:sp>
        <p:nvSpPr>
          <p:cNvPr id="3" name="内容占位符 2"/>
          <p:cNvSpPr>
            <a:spLocks noGrp="1"/>
          </p:cNvSpPr>
          <p:nvPr>
            <p:ph idx="1"/>
            <p:custDataLst>
              <p:tags r:id="rId2"/>
            </p:custDataLst>
          </p:nvPr>
        </p:nvSpPr>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D6BFFAB9-B0CE-4568-BB33-D09C48035AD9}" type="datetimeFigureOut">
              <a:rPr lang="zh-CN" altLang="en-US" smtClean="0"/>
              <a:t>2023/3/28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21CB36C4-C9C5-46A1-956B-17812172D97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8">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0998806" y="3417746"/>
            <a:ext cx="709987"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2"/>
            </p:custDataLst>
          </p:nvPr>
        </p:nvSpPr>
        <p:spPr>
          <a:xfrm>
            <a:off x="6610865" y="3469804"/>
            <a:ext cx="5233855" cy="833178"/>
          </a:xfrm>
        </p:spPr>
        <p:txBody>
          <a:bodyPr anchor="b">
            <a:normAutofit/>
          </a:bodyPr>
          <a:lstStyle>
            <a:lvl1pPr algn="r">
              <a:defRPr sz="4000">
                <a:solidFill>
                  <a:schemeClr val="accent1"/>
                </a:solidFill>
              </a:defRPr>
            </a:lvl1pPr>
          </a:lstStyle>
          <a:p>
            <a:r>
              <a:rPr lang="zh-CN" altLang="en-US" dirty="0"/>
              <a:t>单击此处编辑标题</a:t>
            </a:r>
          </a:p>
        </p:txBody>
      </p:sp>
      <p:sp>
        <p:nvSpPr>
          <p:cNvPr id="3" name="文本占位符 2"/>
          <p:cNvSpPr>
            <a:spLocks noGrp="1"/>
          </p:cNvSpPr>
          <p:nvPr>
            <p:ph type="body" idx="1"/>
            <p:custDataLst>
              <p:tags r:id="rId3"/>
            </p:custDataLst>
          </p:nvPr>
        </p:nvSpPr>
        <p:spPr>
          <a:xfrm>
            <a:off x="6610865" y="4354684"/>
            <a:ext cx="5233855" cy="463846"/>
          </a:xfrm>
        </p:spPr>
        <p:txBody>
          <a:bodyPr>
            <a:normAutofit/>
          </a:bodyPr>
          <a:lstStyle>
            <a:lvl1pPr marL="0" indent="0" algn="r">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4"/>
            </p:custDataLst>
          </p:nvPr>
        </p:nvSpPr>
        <p:spPr/>
        <p:txBody>
          <a:bodyPr/>
          <a:lstStyle/>
          <a:p>
            <a:fld id="{D6BFFAB9-B0CE-4568-BB33-D09C48035AD9}" type="datetimeFigureOut">
              <a:rPr lang="zh-CN" altLang="en-US" smtClean="0"/>
              <a:t>2023/3/28</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21CB36C4-C9C5-46A1-956B-17812172D97A}" type="slidenum">
              <a:rPr lang="zh-CN" altLang="en-US" smtClean="0"/>
              <a:t>‹#›</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单击此处编辑母版标题样式</a:t>
            </a:r>
          </a:p>
        </p:txBody>
      </p:sp>
      <p:sp>
        <p:nvSpPr>
          <p:cNvPr id="3" name="内容占位符 2"/>
          <p:cNvSpPr>
            <a:spLocks noGrp="1"/>
          </p:cNvSpPr>
          <p:nvPr>
            <p:ph sz="half" idx="1"/>
            <p:custDataLst>
              <p:tags r:id="rId2"/>
            </p:custDataLst>
          </p:nvPr>
        </p:nvSpPr>
        <p:spPr>
          <a:xfrm>
            <a:off x="838200" y="1825625"/>
            <a:ext cx="5181600" cy="4351338"/>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6172200" y="1825625"/>
            <a:ext cx="5181600" cy="4351338"/>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D6BFFAB9-B0CE-4568-BB33-D09C48035AD9}" type="datetimeFigureOut">
              <a:rPr lang="zh-CN" altLang="en-US" smtClean="0"/>
              <a:t>2023/3/28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21CB36C4-C9C5-46A1-956B-17812172D97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417297"/>
            <a:ext cx="10515600" cy="1325563"/>
          </a:xfrm>
        </p:spPr>
        <p:txBody>
          <a:body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839788" y="17827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839788" y="2606675"/>
            <a:ext cx="5157787" cy="3684588"/>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6172200" y="17827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6172200" y="2606675"/>
            <a:ext cx="5183188" cy="3684588"/>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p:txBody>
          <a:bodyPr/>
          <a:lstStyle/>
          <a:p>
            <a:fld id="{D6BFFAB9-B0CE-4568-BB33-D09C48035AD9}" type="datetimeFigureOut">
              <a:rPr lang="zh-CN" altLang="en-US" smtClean="0"/>
              <a:t>2023/3/28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21CB36C4-C9C5-46A1-956B-17812172D97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bg>
      <p:bgPr>
        <a:blipFill dpi="0" rotWithShape="1">
          <a:blip r:embed="rId6">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D6BFFAB9-B0CE-4568-BB33-D09C48035AD9}" type="datetimeFigureOut">
              <a:rPr lang="zh-CN" altLang="en-US" smtClean="0"/>
              <a:t>2023/3/28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21CB36C4-C9C5-46A1-956B-17812172D97A}" type="slidenum">
              <a:rPr lang="zh-CN" altLang="en-US" smtClean="0"/>
              <a:t>‹#›</a:t>
            </a:fld>
            <a:endParaRPr lang="zh-CN" altLang="en-US"/>
          </a:p>
        </p:txBody>
      </p:sp>
      <p:sp>
        <p:nvSpPr>
          <p:cNvPr id="6" name="标题 5"/>
          <p:cNvSpPr>
            <a:spLocks noGrp="1"/>
          </p:cNvSpPr>
          <p:nvPr>
            <p:ph type="title"/>
            <p:custDataLst>
              <p:tags r:id="rId4"/>
            </p:custDataLst>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D6BFFAB9-B0CE-4568-BB33-D09C48035AD9}" type="datetimeFigureOut">
              <a:rPr lang="zh-CN" altLang="en-US" smtClean="0"/>
              <a:t>2023/3/28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21CB36C4-C9C5-46A1-956B-17812172D97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7" y="647700"/>
            <a:ext cx="4165200" cy="1600200"/>
          </a:xfrm>
        </p:spPr>
        <p:txBody>
          <a:bodyPr anchor="t" anchorCtr="0">
            <a:normAutofit/>
          </a:bodyPr>
          <a:lstStyle>
            <a:lvl1pPr>
              <a:defRPr sz="3600"/>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5184000" y="647700"/>
            <a:ext cx="6170400"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custDataLst>
              <p:tags r:id="rId3"/>
            </p:custDataLst>
          </p:nvPr>
        </p:nvSpPr>
        <p:spPr>
          <a:xfrm>
            <a:off x="839787" y="2247900"/>
            <a:ext cx="4165200"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2023/3/28</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280822" y="365125"/>
            <a:ext cx="1072978"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a:xfrm>
            <a:off x="838200" y="365125"/>
            <a:ext cx="9356124" cy="5811838"/>
          </a:xfrm>
        </p:spPr>
        <p:txBody>
          <a:bodyPr vert="eaVert"/>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D6BFFAB9-B0CE-4568-BB33-D09C48035AD9}" type="datetimeFigureOut">
              <a:rPr lang="zh-CN" altLang="en-US" smtClean="0"/>
              <a:t>2023/3/28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21CB36C4-C9C5-46A1-956B-17812172D97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838200" y="756084"/>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838114" y="2713200"/>
            <a:ext cx="6823075" cy="1202510"/>
          </a:xfrm>
        </p:spPr>
        <p:txBody>
          <a:bodyPr vert="horz" lIns="90000" tIns="46800" rIns="90000" bIns="46800" rtlCol="0" anchor="b" anchorCtr="0">
            <a:normAutofit/>
          </a:bodyPr>
          <a:lstStyle>
            <a:lvl1pPr marL="0" marR="0" algn="l" defTabSz="914400" rtl="0" eaLnBrk="1" fontAlgn="auto" latinLnBrk="0" hangingPunct="1">
              <a:lnSpc>
                <a:spcPct val="120000"/>
              </a:lnSpc>
              <a:buNone/>
              <a:defRPr kumimoji="0" lang="zh-CN" altLang="en-US" sz="6000" b="1" i="0" u="none" strike="noStrike" kern="1200" cap="none" spc="0" normalizeH="0" baseline="0" noProof="1" dirty="0">
                <a:solidFill>
                  <a:schemeClr val="accent1"/>
                </a:solidFill>
                <a:uFillTx/>
                <a:latin typeface="+mj-ea"/>
                <a:ea typeface="+mj-ea"/>
                <a:cs typeface="+mj-cs"/>
                <a:sym typeface="+mn-ea"/>
              </a:defRPr>
            </a:lvl1pPr>
          </a:lstStyle>
          <a:p>
            <a:pPr lvl="0"/>
            <a:r>
              <a:rPr dirty="0">
                <a:sym typeface="+mn-ea"/>
              </a:rPr>
              <a:t>单击此处编辑标题</a:t>
            </a:r>
          </a:p>
        </p:txBody>
      </p:sp>
      <p:sp>
        <p:nvSpPr>
          <p:cNvPr id="3" name="日期占位符 2"/>
          <p:cNvSpPr>
            <a:spLocks noGrp="1"/>
          </p:cNvSpPr>
          <p:nvPr>
            <p:ph type="dt" sz="half" idx="10"/>
            <p:custDataLst>
              <p:tags r:id="rId2"/>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3"/>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a:p>
        </p:txBody>
      </p:sp>
      <p:sp>
        <p:nvSpPr>
          <p:cNvPr id="9" name="文本占位符 8"/>
          <p:cNvSpPr>
            <a:spLocks noGrp="1"/>
          </p:cNvSpPr>
          <p:nvPr>
            <p:ph type="body" sz="quarter" idx="14"/>
            <p:custDataLst>
              <p:tags r:id="rId5"/>
            </p:custDataLst>
          </p:nvPr>
        </p:nvSpPr>
        <p:spPr>
          <a:xfrm>
            <a:off x="838114" y="3958938"/>
            <a:ext cx="6823075" cy="538163"/>
          </a:xfrm>
        </p:spPr>
        <p:txBody>
          <a:bodyPr/>
          <a:lstStyle>
            <a:lvl1pPr marL="0" indent="0">
              <a:buNone/>
              <a:defRPr>
                <a:solidFill>
                  <a:schemeClr val="accent1"/>
                </a:solidFill>
              </a:defRPr>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flipH="1">
            <a:off x="5248275" y="0"/>
            <a:ext cx="6943725" cy="2028825"/>
          </a:xfrm>
          <a:prstGeom prst="rect">
            <a:avLst/>
          </a:prstGeom>
        </p:spPr>
      </p:pic>
      <p:pic>
        <p:nvPicPr>
          <p:cNvPr id="12" name="图片 11"/>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flipV="1">
            <a:off x="0" y="4829175"/>
            <a:ext cx="6943725" cy="2028825"/>
          </a:xfrm>
          <a:prstGeom prst="rect">
            <a:avLst/>
          </a:prstGeom>
        </p:spPr>
      </p:pic>
      <p:sp>
        <p:nvSpPr>
          <p:cNvPr id="2" name="标题 1"/>
          <p:cNvSpPr>
            <a:spLocks noGrp="1"/>
          </p:cNvSpPr>
          <p:nvPr>
            <p:ph type="title"/>
            <p:custDataLst>
              <p:tags r:id="rId3"/>
            </p:custDataLst>
          </p:nvPr>
        </p:nvSpPr>
        <p:spPr/>
        <p:txBody>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2"/>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3"/>
            </p:custDataLst>
          </p:nvPr>
        </p:nvSpPr>
        <p:spPr>
          <a:xfrm>
            <a:off x="1281113" y="2163600"/>
            <a:ext cx="9626600" cy="34452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pic>
        <p:nvPicPr>
          <p:cNvPr id="18" name="图片 17"/>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0" y="0"/>
            <a:ext cx="6943725" cy="2028825"/>
          </a:xfrm>
          <a:prstGeom prst="rect">
            <a:avLst/>
          </a:prstGeom>
        </p:spPr>
      </p:pic>
      <p:sp>
        <p:nvSpPr>
          <p:cNvPr id="2" name="标题 1"/>
          <p:cNvSpPr>
            <a:spLocks noGrp="1"/>
          </p:cNvSpPr>
          <p:nvPr>
            <p:ph type="title" hasCustomPrompt="1"/>
            <p:custDataLst>
              <p:tags r:id="rId3"/>
            </p:custDataLst>
          </p:nvPr>
        </p:nvSpPr>
        <p:spPr>
          <a:xfrm>
            <a:off x="583200" y="770400"/>
            <a:ext cx="3960000" cy="882000"/>
          </a:xfrm>
        </p:spPr>
        <p:txBody>
          <a:bodyPr anchor="ctr"/>
          <a:lstStyle>
            <a:lvl1pPr>
              <a:defRPr sz="3600" baseline="0">
                <a:solidFill>
                  <a:schemeClr val="tx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微软雅黑" panose="020B0503020204020204" pitchFamily="34" charset="-122"/>
              </a:defRPr>
            </a:lvl1pPr>
          </a:lstStyle>
          <a:p>
            <a:r>
              <a:rPr lang="zh-CN" altLang="en-US"/>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612775" y="2808000"/>
            <a:ext cx="10965600" cy="34308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grpSp>
        <p:nvGrpSpPr>
          <p:cNvPr id="14" name="组合 13"/>
          <p:cNvGrpSpPr/>
          <p:nvPr>
            <p:custDataLst>
              <p:tags r:id="rId8"/>
            </p:custDataLst>
          </p:nvPr>
        </p:nvGrpSpPr>
        <p:grpSpPr>
          <a:xfrm>
            <a:off x="11460527" y="196932"/>
            <a:ext cx="611024" cy="305512"/>
            <a:chOff x="2711624" y="-459432"/>
            <a:chExt cx="288032" cy="144016"/>
          </a:xfrm>
        </p:grpSpPr>
        <p:cxnSp>
          <p:nvCxnSpPr>
            <p:cNvPr id="15" name="直接连接符 14"/>
            <p:cNvCxnSpPr/>
            <p:nvPr userDrawn="1">
              <p:custDataLst>
                <p:tags r:id="rId9"/>
              </p:custDataLst>
            </p:nvPr>
          </p:nvCxnSpPr>
          <p:spPr>
            <a:xfrm>
              <a:off x="2711624" y="-459432"/>
              <a:ext cx="288032" cy="0"/>
            </a:xfrm>
            <a:prstGeom prst="line">
              <a:avLst/>
            </a:prstGeom>
            <a:ln w="476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10"/>
              </p:custDataLst>
            </p:nvPr>
          </p:nvCxnSpPr>
          <p:spPr>
            <a:xfrm>
              <a:off x="2711624" y="-387424"/>
              <a:ext cx="288032" cy="0"/>
            </a:xfrm>
            <a:prstGeom prst="line">
              <a:avLst/>
            </a:prstGeom>
            <a:ln w="476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11"/>
              </p:custDataLst>
            </p:nvPr>
          </p:nvCxnSpPr>
          <p:spPr>
            <a:xfrm>
              <a:off x="2711624" y="-315416"/>
              <a:ext cx="288032" cy="0"/>
            </a:xfrm>
            <a:prstGeom prst="line">
              <a:avLst/>
            </a:prstGeom>
            <a:ln w="47625">
              <a:solidFill>
                <a:schemeClr val="accent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pic>
        <p:nvPicPr>
          <p:cNvPr id="13" name="图片 12"/>
          <p:cNvPicPr>
            <a:picLocks noChangeAspect="1"/>
          </p:cNvPicPr>
          <p:nvPr>
            <p:custDataLst>
              <p:tags r:id="rId2"/>
            </p:custDataLst>
          </p:nvPr>
        </p:nvPicPr>
        <p:blipFill>
          <a:blip r:embed="rId10"/>
          <a:stretch>
            <a:fillRect/>
          </a:stretch>
        </p:blipFill>
        <p:spPr>
          <a:xfrm flipH="1" flipV="1">
            <a:off x="5846528" y="5002731"/>
            <a:ext cx="6349725" cy="1855269"/>
          </a:xfrm>
          <a:prstGeom prst="rect">
            <a:avLst/>
          </a:prstGeom>
        </p:spPr>
      </p:pic>
      <p:sp>
        <p:nvSpPr>
          <p:cNvPr id="2" name="标题 1"/>
          <p:cNvSpPr>
            <a:spLocks noGrp="1"/>
          </p:cNvSpPr>
          <p:nvPr>
            <p:ph type="title"/>
            <p:custDataLst>
              <p:tags r:id="rId3"/>
            </p:custDataLst>
          </p:nvPr>
        </p:nvSpPr>
        <p:spPr>
          <a:xfrm>
            <a:off x="604800" y="669600"/>
            <a:ext cx="10976400" cy="565200"/>
          </a:xfrm>
        </p:spPr>
        <p:txBody>
          <a:bodyPr anchor="ctr"/>
          <a:lstStyle>
            <a:lvl1pPr algn="ct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579600" y="237600"/>
            <a:ext cx="11037600" cy="441964"/>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2" name="MH_Other_2"/>
          <p:cNvSpPr/>
          <p:nvPr>
            <p:custDataLst>
              <p:tags r:id="rId10"/>
            </p:custDataLst>
          </p:nvPr>
        </p:nvSpPr>
        <p:spPr>
          <a:xfrm flipH="1">
            <a:off x="11887200" y="0"/>
            <a:ext cx="304800" cy="304800"/>
          </a:xfrm>
          <a:custGeom>
            <a:avLst/>
            <a:gdLst>
              <a:gd name="connsiteX0" fmla="*/ 0 w 495300"/>
              <a:gd name="connsiteY0" fmla="*/ 0 h 495300"/>
              <a:gd name="connsiteX1" fmla="*/ 495300 w 495300"/>
              <a:gd name="connsiteY1" fmla="*/ 0 h 495300"/>
              <a:gd name="connsiteX2" fmla="*/ 495300 w 495300"/>
              <a:gd name="connsiteY2" fmla="*/ 85725 h 495300"/>
              <a:gd name="connsiteX3" fmla="*/ 85725 w 495300"/>
              <a:gd name="connsiteY3" fmla="*/ 85725 h 495300"/>
              <a:gd name="connsiteX4" fmla="*/ 85725 w 495300"/>
              <a:gd name="connsiteY4" fmla="*/ 495300 h 495300"/>
              <a:gd name="connsiteX5" fmla="*/ 0 w 49530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 h="495300">
                <a:moveTo>
                  <a:pt x="0" y="0"/>
                </a:moveTo>
                <a:lnTo>
                  <a:pt x="495300" y="0"/>
                </a:lnTo>
                <a:lnTo>
                  <a:pt x="495300" y="85725"/>
                </a:lnTo>
                <a:lnTo>
                  <a:pt x="85725" y="85725"/>
                </a:lnTo>
                <a:lnTo>
                  <a:pt x="85725" y="495300"/>
                </a:lnTo>
                <a:lnTo>
                  <a:pt x="0" y="4953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4" name="MH_Other_2"/>
          <p:cNvSpPr/>
          <p:nvPr>
            <p:custDataLst>
              <p:tags r:id="rId11"/>
            </p:custDataLst>
          </p:nvPr>
        </p:nvSpPr>
        <p:spPr>
          <a:xfrm flipV="1">
            <a:off x="-4253" y="609600"/>
            <a:ext cx="304800" cy="304800"/>
          </a:xfrm>
          <a:custGeom>
            <a:avLst/>
            <a:gdLst>
              <a:gd name="connsiteX0" fmla="*/ 0 w 495300"/>
              <a:gd name="connsiteY0" fmla="*/ 0 h 495300"/>
              <a:gd name="connsiteX1" fmla="*/ 495300 w 495300"/>
              <a:gd name="connsiteY1" fmla="*/ 0 h 495300"/>
              <a:gd name="connsiteX2" fmla="*/ 495300 w 495300"/>
              <a:gd name="connsiteY2" fmla="*/ 85725 h 495300"/>
              <a:gd name="connsiteX3" fmla="*/ 85725 w 495300"/>
              <a:gd name="connsiteY3" fmla="*/ 85725 h 495300"/>
              <a:gd name="connsiteX4" fmla="*/ 85725 w 495300"/>
              <a:gd name="connsiteY4" fmla="*/ 495300 h 495300"/>
              <a:gd name="connsiteX5" fmla="*/ 0 w 49530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 h="495300">
                <a:moveTo>
                  <a:pt x="0" y="0"/>
                </a:moveTo>
                <a:lnTo>
                  <a:pt x="495300" y="0"/>
                </a:lnTo>
                <a:lnTo>
                  <a:pt x="495300" y="85725"/>
                </a:lnTo>
                <a:lnTo>
                  <a:pt x="85725" y="85725"/>
                </a:lnTo>
                <a:lnTo>
                  <a:pt x="85725" y="495300"/>
                </a:lnTo>
                <a:lnTo>
                  <a:pt x="0" y="4953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4" grpId="0" bldLvl="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pic>
        <p:nvPicPr>
          <p:cNvPr id="11" name="图片 10"/>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flipH="1" flipV="1">
            <a:off x="5248275" y="4829175"/>
            <a:ext cx="6943725" cy="2028825"/>
          </a:xfrm>
          <a:prstGeom prst="rect">
            <a:avLst/>
          </a:prstGeom>
        </p:spPr>
      </p:pic>
      <p:pic>
        <p:nvPicPr>
          <p:cNvPr id="12" name="图片 11"/>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2400" y="0"/>
            <a:ext cx="6943725" cy="202882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2023/3/28</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838200" y="428625"/>
            <a:ext cx="10515600" cy="1325563"/>
          </a:xfrm>
          <a:prstGeom prst="rect">
            <a:avLst/>
          </a:prstGeom>
        </p:spPr>
        <p:txBody>
          <a:bodyPr vert="horz" lIns="90000" tIns="46800" rIns="90000" bIns="46800" rtlCol="0" anchor="ctr">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838200" y="1889125"/>
            <a:ext cx="10515600" cy="4351338"/>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38200" y="6356350"/>
            <a:ext cx="2743200" cy="365125"/>
          </a:xfrm>
          <a:prstGeom prst="rect">
            <a:avLst/>
          </a:prstGeom>
        </p:spPr>
        <p:txBody>
          <a:bodyPr vert="horz" lIns="90000" tIns="46800" rIns="90000" bIns="46800" rtlCol="0" anchor="ctr">
            <a:normAutofit/>
          </a:bodyPr>
          <a:lstStyle>
            <a:lvl1pPr algn="l">
              <a:lnSpc>
                <a:spcPct val="120000"/>
              </a:lnSpc>
              <a:defRPr sz="1200">
                <a:solidFill>
                  <a:schemeClr val="bg1">
                    <a:lumMod val="50000"/>
                  </a:schemeClr>
                </a:solidFill>
              </a:defRPr>
            </a:lvl1pPr>
          </a:lstStyle>
          <a:p>
            <a:fld id="{D6BFFAB9-B0CE-4568-BB33-D09C48035AD9}" type="datetimeFigureOut">
              <a:rPr lang="zh-CN" altLang="en-US" smtClean="0"/>
              <a:t>2023/3/28</a:t>
            </a:fld>
            <a:endParaRPr lang="zh-CN" altLang="en-US" dirty="0"/>
          </a:p>
        </p:txBody>
      </p:sp>
      <p:sp>
        <p:nvSpPr>
          <p:cNvPr id="5" name="页脚占位符 4"/>
          <p:cNvSpPr>
            <a:spLocks noGrp="1"/>
          </p:cNvSpPr>
          <p:nvPr>
            <p:ph type="ftr" sz="quarter" idx="3"/>
            <p:custDataLst>
              <p:tags r:id="rId23"/>
            </p:custDataLst>
          </p:nvPr>
        </p:nvSpPr>
        <p:spPr>
          <a:xfrm>
            <a:off x="4038600" y="6356350"/>
            <a:ext cx="4114800" cy="365125"/>
          </a:xfrm>
          <a:prstGeom prst="rect">
            <a:avLst/>
          </a:prstGeom>
        </p:spPr>
        <p:txBody>
          <a:bodyPr vert="horz" lIns="90000" tIns="46800" rIns="90000" bIns="46800" rtlCol="0" anchor="ctr">
            <a:normAutofit/>
          </a:bodyPr>
          <a:lstStyle>
            <a:lvl1pPr algn="ctr">
              <a:lnSpc>
                <a:spcPct val="120000"/>
              </a:lnSpc>
              <a:defRPr sz="1200">
                <a:solidFill>
                  <a:schemeClr val="bg1">
                    <a:lumMod val="50000"/>
                  </a:schemeClr>
                </a:solidFill>
              </a:defRPr>
            </a:lvl1pPr>
          </a:lstStyle>
          <a:p>
            <a:endParaRPr lang="zh-CN" altLang="en-US"/>
          </a:p>
        </p:txBody>
      </p:sp>
      <p:sp>
        <p:nvSpPr>
          <p:cNvPr id="6" name="灯片编号占位符 5"/>
          <p:cNvSpPr>
            <a:spLocks noGrp="1"/>
          </p:cNvSpPr>
          <p:nvPr>
            <p:ph type="sldNum" sz="quarter" idx="4"/>
            <p:custDataLst>
              <p:tags r:id="rId24"/>
            </p:custDataLst>
          </p:nvPr>
        </p:nvSpPr>
        <p:spPr>
          <a:xfrm>
            <a:off x="8610600" y="6356350"/>
            <a:ext cx="2743200" cy="365125"/>
          </a:xfrm>
          <a:prstGeom prst="rect">
            <a:avLst/>
          </a:prstGeom>
        </p:spPr>
        <p:txBody>
          <a:bodyPr vert="horz" lIns="90000" tIns="46800" rIns="90000" bIns="46800" rtlCol="0" anchor="ctr">
            <a:normAutofit/>
          </a:bodyPr>
          <a:lstStyle>
            <a:lvl1pPr algn="r">
              <a:lnSpc>
                <a:spcPct val="120000"/>
              </a:lnSpc>
              <a:defRPr sz="1200">
                <a:solidFill>
                  <a:schemeClr val="bg1">
                    <a:lumMod val="50000"/>
                  </a:schemeClr>
                </a:solidFill>
              </a:defRPr>
            </a:lvl1pPr>
          </a:lstStyle>
          <a:p>
            <a:fld id="{21CB36C4-C9C5-46A1-956B-17812172D97A}" type="slidenum">
              <a:rPr lang="zh-CN" altLang="en-US" smtClean="0"/>
              <a:t>‹#›</a:t>
            </a:fld>
            <a:endParaRPr lang="zh-CN" altLang="en-US"/>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120000"/>
        </a:lnSpc>
        <a:spcBef>
          <a:spcPct val="0"/>
        </a:spcBef>
        <a:buNone/>
        <a:defRPr sz="44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2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0.xml"/><Relationship Id="rId1" Type="http://schemas.openxmlformats.org/officeDocument/2006/relationships/tags" Target="../tags/tag129.xml"/><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2.xml"/><Relationship Id="rId1" Type="http://schemas.openxmlformats.org/officeDocument/2006/relationships/tags" Target="../tags/tag131.xml"/><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6.xml"/><Relationship Id="rId1" Type="http://schemas.openxmlformats.org/officeDocument/2006/relationships/tags" Target="../tags/tag135.xml"/><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3.xml"/><Relationship Id="rId1" Type="http://schemas.openxmlformats.org/officeDocument/2006/relationships/tags" Target="../tags/tag13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3.xml"/><Relationship Id="rId1" Type="http://schemas.openxmlformats.org/officeDocument/2006/relationships/tags" Target="../tags/tag13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3.xml"/><Relationship Id="rId1" Type="http://schemas.openxmlformats.org/officeDocument/2006/relationships/tags" Target="../tags/tag13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142.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14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4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3.xml"/><Relationship Id="rId1" Type="http://schemas.openxmlformats.org/officeDocument/2006/relationships/tags" Target="../tags/tag14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3.xml"/><Relationship Id="rId1" Type="http://schemas.openxmlformats.org/officeDocument/2006/relationships/tags" Target="../tags/tag14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3.xml"/><Relationship Id="rId1" Type="http://schemas.openxmlformats.org/officeDocument/2006/relationships/tags" Target="../tags/tag14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3.xml"/><Relationship Id="rId1" Type="http://schemas.openxmlformats.org/officeDocument/2006/relationships/tags" Target="../tags/tag148.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3.xml"/><Relationship Id="rId1" Type="http://schemas.openxmlformats.org/officeDocument/2006/relationships/tags" Target="../tags/tag149.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13.xml"/><Relationship Id="rId1" Type="http://schemas.openxmlformats.org/officeDocument/2006/relationships/tags" Target="../tags/tag150.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3.xml"/><Relationship Id="rId1" Type="http://schemas.openxmlformats.org/officeDocument/2006/relationships/tags" Target="../tags/tag15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3.xml"/><Relationship Id="rId1" Type="http://schemas.openxmlformats.org/officeDocument/2006/relationships/tags" Target="../tags/tag15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3.xml"/><Relationship Id="rId1" Type="http://schemas.openxmlformats.org/officeDocument/2006/relationships/tags" Target="../tags/tag153.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3.xml"/><Relationship Id="rId1" Type="http://schemas.openxmlformats.org/officeDocument/2006/relationships/tags" Target="../tags/tag154.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6.xml"/><Relationship Id="rId1" Type="http://schemas.openxmlformats.org/officeDocument/2006/relationships/tags" Target="../tags/tag155.xml"/><Relationship Id="rId4"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57.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58.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59.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60.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13.xml"/><Relationship Id="rId1" Type="http://schemas.openxmlformats.org/officeDocument/2006/relationships/tags" Target="../tags/tag161.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13.xml"/><Relationship Id="rId1" Type="http://schemas.openxmlformats.org/officeDocument/2006/relationships/tags" Target="../tags/tag16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tags" Target="../tags/tag163.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13.xml"/><Relationship Id="rId1" Type="http://schemas.openxmlformats.org/officeDocument/2006/relationships/tags" Target="../tags/tag164.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13.xml"/><Relationship Id="rId1" Type="http://schemas.openxmlformats.org/officeDocument/2006/relationships/tags" Target="../tags/tag165.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43940" y="2517775"/>
            <a:ext cx="9460865" cy="922020"/>
          </a:xfrm>
          <a:prstGeom prst="rect">
            <a:avLst/>
          </a:prstGeom>
          <a:noFill/>
        </p:spPr>
        <p:txBody>
          <a:bodyPr wrap="square" rtlCol="0">
            <a:spAutoFit/>
          </a:bodyPr>
          <a:lstStyle/>
          <a:p>
            <a:r>
              <a:rPr lang="zh-CN" altLang="en-US" sz="5400">
                <a:solidFill>
                  <a:srgbClr val="2A65A1"/>
                </a:solidFill>
                <a:latin typeface="Times New Roman" panose="02020603050405020304" charset="0"/>
                <a:ea typeface="微软雅黑" panose="020B0503020204020204" pitchFamily="34" charset="-122"/>
              </a:rPr>
              <a:t>实验二 入侵检测综合实验</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720000"/>
            <a:ext cx="9626400" cy="723600"/>
          </a:xfrm>
        </p:spPr>
        <p:txBody>
          <a:bodyPr>
            <a:noAutofit/>
          </a:bodyPr>
          <a:lstStyle/>
          <a:p>
            <a:r>
              <a:rPr lang="zh-CN" altLang="en-US" sz="3600" dirty="0"/>
              <a:t>入侵检测系统介绍</a:t>
            </a:r>
          </a:p>
        </p:txBody>
      </p:sp>
      <p:sp>
        <p:nvSpPr>
          <p:cNvPr id="4" name="内容占位符 3"/>
          <p:cNvSpPr>
            <a:spLocks noGrp="1"/>
          </p:cNvSpPr>
          <p:nvPr>
            <p:ph sz="quarter" idx="13"/>
          </p:nvPr>
        </p:nvSpPr>
        <p:spPr>
          <a:xfrm>
            <a:off x="720000" y="1512000"/>
            <a:ext cx="10800000" cy="3445200"/>
          </a:xfrm>
        </p:spPr>
        <p:txBody>
          <a:bodyPr>
            <a:noAutofit/>
          </a:bodyPr>
          <a:lstStyle/>
          <a:p>
            <a:pPr marL="0" indent="0">
              <a:lnSpc>
                <a:spcPct val="150000"/>
              </a:lnSpc>
              <a:buNone/>
            </a:pPr>
            <a:r>
              <a:rPr lang="en-US" altLang="zh-CN" sz="2800"/>
              <a:t>        </a:t>
            </a:r>
            <a:r>
              <a:rPr lang="zh-CN" altLang="en-US" sz="2800"/>
              <a:t>入侵检测是通过对计算机网络或计算机系统中若干关键点信息收集和分析，从中发现网络或系统中是否有违反安全策略行为和被攻击迹象的一种安全技术。</a:t>
            </a:r>
          </a:p>
          <a:p>
            <a:pPr marL="0" indent="0">
              <a:lnSpc>
                <a:spcPct val="150000"/>
              </a:lnSpc>
              <a:buNone/>
            </a:pPr>
            <a:r>
              <a:rPr lang="en-US" altLang="zh-CN" sz="2800"/>
              <a:t>       </a:t>
            </a:r>
            <a:r>
              <a:rPr lang="zh-CN" altLang="en-US" sz="2800"/>
              <a:t>入侵检测被认为是防火墙之后的第二道安全屏障，在不影响或较少影响网络性能的情况下对网络进行检测，提供对内部攻击和误操作的实时检测。</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20000" y="1929555"/>
            <a:ext cx="10800000" cy="3445200"/>
          </a:xfrm>
        </p:spPr>
        <p:txBody>
          <a:bodyPr>
            <a:noAutofit/>
          </a:bodyPr>
          <a:lstStyle/>
          <a:p>
            <a:pPr marL="0" indent="0">
              <a:lnSpc>
                <a:spcPct val="150000"/>
              </a:lnSpc>
              <a:buNone/>
            </a:pPr>
            <a:r>
              <a:rPr lang="en-US" altLang="zh-CN" sz="2800" dirty="0"/>
              <a:t>   </a:t>
            </a:r>
            <a:r>
              <a:rPr lang="en-US" altLang="zh-CN" sz="3000" b="1" dirty="0"/>
              <a:t>     </a:t>
            </a:r>
            <a:r>
              <a:rPr lang="zh-CN" altLang="en-US" sz="3000" b="1" dirty="0"/>
              <a:t>发展历史</a:t>
            </a:r>
            <a:r>
              <a:rPr lang="en-US" altLang="zh-CN" sz="2800" dirty="0"/>
              <a:t> </a:t>
            </a:r>
          </a:p>
          <a:p>
            <a:pPr marL="0" indent="0">
              <a:lnSpc>
                <a:spcPct val="150000"/>
              </a:lnSpc>
              <a:buNone/>
            </a:pPr>
            <a:r>
              <a:rPr lang="en-US" altLang="zh-CN" sz="2800" dirty="0"/>
              <a:t>         </a:t>
            </a:r>
            <a:r>
              <a:rPr lang="zh-CN" altLang="en-US" sz="2800" dirty="0"/>
              <a:t>IDS最早出现在1980年4月。</a:t>
            </a:r>
          </a:p>
          <a:p>
            <a:pPr marL="0" indent="0">
              <a:lnSpc>
                <a:spcPct val="150000"/>
              </a:lnSpc>
              <a:buNone/>
            </a:pPr>
            <a:r>
              <a:rPr lang="zh-CN" altLang="en-US" sz="2800" dirty="0"/>
              <a:t> </a:t>
            </a:r>
            <a:r>
              <a:rPr lang="en-US" altLang="zh-CN" sz="2800" dirty="0"/>
              <a:t>       </a:t>
            </a:r>
            <a:r>
              <a:rPr lang="zh-CN" altLang="en-US" sz="2800" dirty="0"/>
              <a:t>1980年代中期，IDS逐渐发展成为入侵检测专家系统（IDES）。</a:t>
            </a:r>
            <a:r>
              <a:rPr lang="en-US" altLang="zh-CN" sz="2800" dirty="0"/>
              <a:t>                 	</a:t>
            </a:r>
            <a:r>
              <a:rPr lang="zh-CN" altLang="en-US" sz="2800" dirty="0"/>
              <a:t>1990年，IDS分化为基于网络的IDS和基于主机的IDS。后又出现分布式IDS。</a:t>
            </a:r>
          </a:p>
        </p:txBody>
      </p:sp>
      <p:sp>
        <p:nvSpPr>
          <p:cNvPr id="2" name="标题 2">
            <a:extLst>
              <a:ext uri="{FF2B5EF4-FFF2-40B4-BE49-F238E27FC236}">
                <a16:creationId xmlns:a16="http://schemas.microsoft.com/office/drawing/2014/main" id="{A889E70E-97D7-874C-8701-EF91A452D912}"/>
              </a:ext>
            </a:extLst>
          </p:cNvPr>
          <p:cNvSpPr>
            <a:spLocks noGrp="1"/>
          </p:cNvSpPr>
          <p:nvPr>
            <p:ph type="title"/>
          </p:nvPr>
        </p:nvSpPr>
        <p:spPr>
          <a:xfrm>
            <a:off x="720000" y="720000"/>
            <a:ext cx="9626400" cy="723600"/>
          </a:xfrm>
        </p:spPr>
        <p:txBody>
          <a:bodyPr>
            <a:noAutofit/>
          </a:bodyPr>
          <a:lstStyle/>
          <a:p>
            <a:r>
              <a:rPr lang="zh-CN" altLang="en-US" sz="3600" dirty="0"/>
              <a:t>入侵检测系统介绍</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20000" y="1929555"/>
            <a:ext cx="10800000" cy="3445200"/>
          </a:xfrm>
        </p:spPr>
        <p:txBody>
          <a:bodyPr>
            <a:noAutofit/>
          </a:bodyPr>
          <a:lstStyle/>
          <a:p>
            <a:pPr marL="0" indent="0">
              <a:lnSpc>
                <a:spcPct val="150000"/>
              </a:lnSpc>
              <a:buNone/>
            </a:pPr>
            <a:r>
              <a:rPr lang="en-US" altLang="zh-CN" sz="2800" dirty="0"/>
              <a:t>   </a:t>
            </a:r>
            <a:r>
              <a:rPr lang="en-US" altLang="zh-CN" sz="3000" b="1" dirty="0"/>
              <a:t>     </a:t>
            </a:r>
            <a:r>
              <a:rPr lang="zh-CN" altLang="en-US" sz="3000" b="1" dirty="0"/>
              <a:t>原理：</a:t>
            </a:r>
            <a:endParaRPr lang="en-US" altLang="zh-CN" sz="2800" dirty="0"/>
          </a:p>
          <a:p>
            <a:pPr marL="0" indent="0">
              <a:lnSpc>
                <a:spcPct val="150000"/>
              </a:lnSpc>
              <a:buNone/>
            </a:pPr>
            <a:r>
              <a:rPr lang="en-US" altLang="zh-CN" sz="2800" dirty="0"/>
              <a:t>         </a:t>
            </a:r>
            <a:r>
              <a:rPr lang="zh-CN" altLang="en-US" sz="2800" dirty="0"/>
              <a:t>利用数据包抓包，通信要素解析，匹配安全规则，实施报警。</a:t>
            </a:r>
            <a:endParaRPr lang="en-US" altLang="zh-CN" sz="2800" dirty="0"/>
          </a:p>
          <a:p>
            <a:pPr marL="0" indent="0">
              <a:lnSpc>
                <a:spcPct val="150000"/>
              </a:lnSpc>
              <a:buNone/>
            </a:pPr>
            <a:r>
              <a:rPr lang="en-US" altLang="zh-CN" sz="2800" dirty="0"/>
              <a:t>	</a:t>
            </a:r>
            <a:r>
              <a:rPr lang="zh-CN" altLang="en-US" sz="2800" dirty="0"/>
              <a:t>比如：操作系统类型探测报文，利用</a:t>
            </a:r>
            <a:r>
              <a:rPr lang="en-US" altLang="zh-CN" sz="2800" dirty="0">
                <a:solidFill>
                  <a:srgbClr val="FF0000"/>
                </a:solidFill>
              </a:rPr>
              <a:t>SYN</a:t>
            </a:r>
            <a:r>
              <a:rPr lang="zh-CN" altLang="en-US" sz="2800" dirty="0"/>
              <a:t>和</a:t>
            </a:r>
            <a:r>
              <a:rPr lang="en-US" altLang="zh-CN" sz="2800" dirty="0">
                <a:solidFill>
                  <a:srgbClr val="FF0000"/>
                </a:solidFill>
              </a:rPr>
              <a:t>FIN</a:t>
            </a:r>
            <a:r>
              <a:rPr lang="zh-CN" altLang="en-US" sz="2800" dirty="0"/>
              <a:t>比特同时置位</a:t>
            </a:r>
          </a:p>
        </p:txBody>
      </p:sp>
      <p:sp>
        <p:nvSpPr>
          <p:cNvPr id="2" name="标题 2">
            <a:extLst>
              <a:ext uri="{FF2B5EF4-FFF2-40B4-BE49-F238E27FC236}">
                <a16:creationId xmlns:a16="http://schemas.microsoft.com/office/drawing/2014/main" id="{A889E70E-97D7-874C-8701-EF91A452D912}"/>
              </a:ext>
            </a:extLst>
          </p:cNvPr>
          <p:cNvSpPr>
            <a:spLocks noGrp="1"/>
          </p:cNvSpPr>
          <p:nvPr>
            <p:ph type="title"/>
          </p:nvPr>
        </p:nvSpPr>
        <p:spPr>
          <a:xfrm>
            <a:off x="720000" y="720000"/>
            <a:ext cx="9626400" cy="723600"/>
          </a:xfrm>
        </p:spPr>
        <p:txBody>
          <a:bodyPr>
            <a:noAutofit/>
          </a:bodyPr>
          <a:lstStyle/>
          <a:p>
            <a:r>
              <a:rPr lang="zh-CN" altLang="en-US" sz="3600" dirty="0"/>
              <a:t>入侵检测系统介绍</a:t>
            </a:r>
          </a:p>
        </p:txBody>
      </p:sp>
    </p:spTree>
    <p:custDataLst>
      <p:tags r:id="rId1"/>
    </p:custDataLst>
    <p:extLst>
      <p:ext uri="{BB962C8B-B14F-4D97-AF65-F5344CB8AC3E}">
        <p14:creationId xmlns:p14="http://schemas.microsoft.com/office/powerpoint/2010/main" val="1647025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20000" y="720000"/>
            <a:ext cx="2193925" cy="1017905"/>
          </a:xfrm>
          <a:prstGeom prst="rect">
            <a:avLst/>
          </a:prstGeom>
        </p:spPr>
        <p:txBody>
          <a:bodyPr vert="horz" wrap="square" lIns="90000" tIns="46800" rIns="90000" bIns="46800" anchor="ctr" anchorCtr="0">
            <a:noAutofit/>
          </a:bodyPr>
          <a:lstStyle>
            <a:defPPr>
              <a:defRPr lang="zh-CN"/>
            </a:defPPr>
            <a:lvl1pPr algn="ctr">
              <a:defRPr sz="3200" kern="0">
                <a:latin typeface="+mj-lt"/>
                <a:ea typeface="+mj-ea"/>
                <a:cs typeface="+mj-cs"/>
              </a:defRPr>
            </a:lvl1pPr>
          </a:lstStyle>
          <a:p>
            <a:pPr algn="l"/>
            <a:r>
              <a:rPr lang="zh-CN" altLang="en-US" sz="3600" b="1">
                <a:latin typeface="Times New Roman" panose="02020603050405020304" charset="0"/>
                <a:ea typeface="微软雅黑" panose="020B0503020204020204" pitchFamily="34" charset="-122"/>
              </a:rPr>
              <a:t>实验环境</a:t>
            </a:r>
          </a:p>
        </p:txBody>
      </p:sp>
      <p:sp>
        <p:nvSpPr>
          <p:cNvPr id="66" name="文本框 65"/>
          <p:cNvSpPr txBox="1"/>
          <p:nvPr/>
        </p:nvSpPr>
        <p:spPr>
          <a:xfrm>
            <a:off x="720000" y="1512000"/>
            <a:ext cx="10800000" cy="3322955"/>
          </a:xfrm>
          <a:prstGeom prst="rect">
            <a:avLst/>
          </a:prstGeom>
          <a:noFill/>
        </p:spPr>
        <p:txBody>
          <a:bodyPr wrap="square" rtlCol="0">
            <a:spAutoFit/>
          </a:bodyPr>
          <a:lstStyle/>
          <a:p>
            <a:pPr>
              <a:lnSpc>
                <a:spcPct val="140000"/>
              </a:lnSpc>
            </a:pPr>
            <a:r>
              <a:rPr lang="zh-CN" altLang="en-US" sz="3000">
                <a:latin typeface="Times New Roman" panose="02020603050405020304" charset="0"/>
                <a:ea typeface="微软雅黑" panose="020B0503020204020204" pitchFamily="34" charset="-122"/>
              </a:rPr>
              <a:t>操作系统：</a:t>
            </a:r>
          </a:p>
          <a:p>
            <a:pPr marL="1371600" lvl="3" indent="457200">
              <a:lnSpc>
                <a:spcPct val="140000"/>
              </a:lnSpc>
            </a:pPr>
            <a:r>
              <a:rPr lang="zh-CN" altLang="en-US" sz="3000">
                <a:latin typeface="Times New Roman" panose="02020603050405020304" charset="0"/>
                <a:ea typeface="微软雅黑" panose="020B0503020204020204" pitchFamily="34" charset="-122"/>
              </a:rPr>
              <a:t>Windows 10</a:t>
            </a:r>
          </a:p>
          <a:p>
            <a:pPr>
              <a:lnSpc>
                <a:spcPct val="140000"/>
              </a:lnSpc>
            </a:pPr>
            <a:r>
              <a:rPr lang="zh-CN" altLang="en-US" sz="3000">
                <a:latin typeface="Times New Roman" panose="02020603050405020304" charset="0"/>
                <a:ea typeface="微软雅黑" panose="020B0503020204020204" pitchFamily="34" charset="-122"/>
              </a:rPr>
              <a:t>使用工具：</a:t>
            </a:r>
          </a:p>
          <a:p>
            <a:pPr marL="1371600" lvl="3" indent="457200">
              <a:lnSpc>
                <a:spcPct val="140000"/>
              </a:lnSpc>
            </a:pPr>
            <a:r>
              <a:rPr lang="zh-CN" altLang="en-US" sz="3000">
                <a:latin typeface="Times New Roman" panose="02020603050405020304" charset="0"/>
                <a:ea typeface="微软雅黑" panose="020B0503020204020204" pitchFamily="34" charset="-122"/>
              </a:rPr>
              <a:t>Snort_2_9_20_Installer.x64</a:t>
            </a:r>
          </a:p>
          <a:p>
            <a:pPr>
              <a:lnSpc>
                <a:spcPct val="140000"/>
              </a:lnSpc>
            </a:pPr>
            <a:r>
              <a:rPr lang="zh-CN" altLang="en-US" sz="3000">
                <a:latin typeface="Times New Roman" panose="02020603050405020304" charset="0"/>
                <a:ea typeface="微软雅黑" panose="020B0503020204020204" pitchFamily="34" charset="-122"/>
              </a:rPr>
              <a:t>		npcap-1.71    snortrules-snapshot-29200.tar.gz</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20000" y="720000"/>
            <a:ext cx="2193925" cy="1017905"/>
          </a:xfrm>
          <a:prstGeom prst="rect">
            <a:avLst/>
          </a:prstGeom>
        </p:spPr>
        <p:txBody>
          <a:bodyPr vert="horz" wrap="square" lIns="90000" tIns="46800" rIns="90000" bIns="46800" anchor="ctr" anchorCtr="0">
            <a:noAutofit/>
          </a:bodyPr>
          <a:lstStyle>
            <a:defPPr>
              <a:defRPr lang="zh-CN"/>
            </a:defPPr>
            <a:lvl1pPr algn="ctr">
              <a:defRPr sz="3200" kern="0">
                <a:latin typeface="+mj-lt"/>
                <a:ea typeface="+mj-ea"/>
                <a:cs typeface="+mj-cs"/>
              </a:defRPr>
            </a:lvl1pPr>
          </a:lstStyle>
          <a:p>
            <a:pPr algn="l"/>
            <a:r>
              <a:rPr lang="zh-CN" altLang="en-US" sz="3600" b="1">
                <a:latin typeface="Times New Roman" panose="02020603050405020304" charset="0"/>
                <a:ea typeface="微软雅黑" panose="020B0503020204020204" pitchFamily="34" charset="-122"/>
              </a:rPr>
              <a:t>实验目的</a:t>
            </a:r>
          </a:p>
        </p:txBody>
      </p:sp>
      <p:sp>
        <p:nvSpPr>
          <p:cNvPr id="66" name="文本框 65"/>
          <p:cNvSpPr txBox="1"/>
          <p:nvPr/>
        </p:nvSpPr>
        <p:spPr>
          <a:xfrm>
            <a:off x="720000" y="1512000"/>
            <a:ext cx="10800000" cy="1476375"/>
          </a:xfrm>
          <a:prstGeom prst="rect">
            <a:avLst/>
          </a:prstGeom>
          <a:noFill/>
        </p:spPr>
        <p:txBody>
          <a:bodyPr wrap="square" rtlCol="0">
            <a:spAutoFit/>
          </a:bodyPr>
          <a:lstStyle/>
          <a:p>
            <a:pPr indent="457200">
              <a:lnSpc>
                <a:spcPct val="150000"/>
              </a:lnSpc>
            </a:pPr>
            <a:r>
              <a:rPr lang="en-US" altLang="zh-CN" sz="3000">
                <a:latin typeface="Times New Roman" panose="02020603050405020304" charset="0"/>
                <a:ea typeface="微软雅黑" panose="020B0503020204020204" pitchFamily="34" charset="-122"/>
              </a:rPr>
              <a:t>   </a:t>
            </a:r>
            <a:r>
              <a:rPr lang="zh-CN" altLang="en-US" sz="3000">
                <a:latin typeface="Times New Roman" panose="02020603050405020304" charset="0"/>
                <a:ea typeface="微软雅黑" panose="020B0503020204020204" pitchFamily="34" charset="-122"/>
              </a:rPr>
              <a:t>以Snort软件的实际操作为例，了解Snort的一些基本使用方式，熟悉入侵检测系统的防护流程，增强网络安全防范意识。</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20000" y="720000"/>
            <a:ext cx="2193925" cy="1017905"/>
          </a:xfrm>
          <a:prstGeom prst="rect">
            <a:avLst/>
          </a:prstGeom>
        </p:spPr>
        <p:txBody>
          <a:bodyPr vert="horz" wrap="square" lIns="90000" tIns="46800" rIns="90000" bIns="46800" anchor="ctr" anchorCtr="0">
            <a:noAutofit/>
          </a:bodyPr>
          <a:lstStyle>
            <a:defPPr>
              <a:defRPr lang="zh-CN"/>
            </a:defPPr>
            <a:lvl1pPr algn="ctr">
              <a:defRPr sz="3200" kern="0">
                <a:latin typeface="+mj-lt"/>
                <a:ea typeface="+mj-ea"/>
                <a:cs typeface="+mj-cs"/>
              </a:defRPr>
            </a:lvl1pPr>
          </a:lstStyle>
          <a:p>
            <a:pPr algn="l"/>
            <a:r>
              <a:rPr lang="zh-CN" altLang="en-US" sz="3600" b="1">
                <a:latin typeface="Times New Roman" panose="02020603050405020304" charset="0"/>
                <a:ea typeface="微软雅黑" panose="020B0503020204020204" pitchFamily="34" charset="-122"/>
              </a:rPr>
              <a:t>实验内容</a:t>
            </a:r>
          </a:p>
        </p:txBody>
      </p:sp>
      <p:sp>
        <p:nvSpPr>
          <p:cNvPr id="66" name="文本框 65"/>
          <p:cNvSpPr txBox="1"/>
          <p:nvPr/>
        </p:nvSpPr>
        <p:spPr>
          <a:xfrm>
            <a:off x="720000" y="1512000"/>
            <a:ext cx="10800000" cy="2168525"/>
          </a:xfrm>
          <a:prstGeom prst="rect">
            <a:avLst/>
          </a:prstGeom>
          <a:noFill/>
        </p:spPr>
        <p:txBody>
          <a:bodyPr wrap="square" rtlCol="0">
            <a:spAutoFit/>
          </a:bodyPr>
          <a:lstStyle/>
          <a:p>
            <a:pPr indent="457200">
              <a:lnSpc>
                <a:spcPct val="150000"/>
              </a:lnSpc>
            </a:pPr>
            <a:r>
              <a:rPr lang="en-US" altLang="zh-CN" sz="3000">
                <a:latin typeface="Times New Roman" panose="02020603050405020304" charset="0"/>
                <a:ea typeface="微软雅黑" panose="020B0503020204020204" pitchFamily="34" charset="-122"/>
              </a:rPr>
              <a:t>   </a:t>
            </a:r>
            <a:r>
              <a:rPr lang="zh-CN" altLang="en-US" sz="3000">
                <a:latin typeface="Times New Roman" panose="02020603050405020304" charset="0"/>
                <a:ea typeface="微软雅黑" panose="020B0503020204020204" pitchFamily="34" charset="-122"/>
              </a:rPr>
              <a:t>本实验使用Snort工具进行一些基本操作，演示Snort在三种不同工作模式下的使用效果，对Snort的配置文件和配置规则会做一些基本的介绍，并且创建简单的自定义规则来配置使用。</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20000" y="720000"/>
            <a:ext cx="2193925" cy="1017905"/>
          </a:xfrm>
          <a:prstGeom prst="rect">
            <a:avLst/>
          </a:prstGeom>
        </p:spPr>
        <p:txBody>
          <a:bodyPr vert="horz" wrap="square" lIns="90000" tIns="46800" rIns="90000" bIns="46800" anchor="ctr" anchorCtr="0">
            <a:noAutofit/>
          </a:bodyPr>
          <a:lstStyle>
            <a:defPPr>
              <a:defRPr lang="zh-CN"/>
            </a:defPPr>
            <a:lvl1pPr algn="ctr">
              <a:defRPr sz="3200" kern="0">
                <a:latin typeface="+mj-lt"/>
                <a:ea typeface="+mj-ea"/>
                <a:cs typeface="+mj-cs"/>
              </a:defRPr>
            </a:lvl1pPr>
          </a:lstStyle>
          <a:p>
            <a:pPr algn="l"/>
            <a:r>
              <a:rPr lang="zh-CN" altLang="en-US" sz="3600" b="1">
                <a:latin typeface="Times New Roman" panose="02020603050405020304" charset="0"/>
                <a:ea typeface="微软雅黑" panose="020B0503020204020204" pitchFamily="34" charset="-122"/>
              </a:rPr>
              <a:t>考核目标</a:t>
            </a:r>
          </a:p>
        </p:txBody>
      </p:sp>
      <p:sp>
        <p:nvSpPr>
          <p:cNvPr id="66" name="文本框 65"/>
          <p:cNvSpPr txBox="1"/>
          <p:nvPr/>
        </p:nvSpPr>
        <p:spPr>
          <a:xfrm>
            <a:off x="720000" y="1512000"/>
            <a:ext cx="10800000" cy="3553460"/>
          </a:xfrm>
          <a:prstGeom prst="rect">
            <a:avLst/>
          </a:prstGeom>
          <a:noFill/>
        </p:spPr>
        <p:txBody>
          <a:bodyPr wrap="square" rtlCol="0">
            <a:spAutoFit/>
          </a:bodyPr>
          <a:lstStyle/>
          <a:p>
            <a:pPr indent="457200">
              <a:lnSpc>
                <a:spcPct val="150000"/>
              </a:lnSpc>
            </a:pPr>
            <a:r>
              <a:rPr lang="zh-CN" altLang="en-US" sz="3000">
                <a:latin typeface="Times New Roman" panose="02020603050405020304" charset="0"/>
                <a:ea typeface="微软雅黑" panose="020B0503020204020204" pitchFamily="34" charset="-122"/>
              </a:rPr>
              <a:t>（1）20%：完成Snort嗅探器模式的实验操作</a:t>
            </a:r>
          </a:p>
          <a:p>
            <a:pPr indent="457200">
              <a:lnSpc>
                <a:spcPct val="150000"/>
              </a:lnSpc>
            </a:pPr>
            <a:r>
              <a:rPr lang="zh-CN" altLang="en-US" sz="3000">
                <a:latin typeface="Times New Roman" panose="02020603050405020304" charset="0"/>
                <a:ea typeface="微软雅黑" panose="020B0503020204020204" pitchFamily="34" charset="-122"/>
              </a:rPr>
              <a:t>（2）40%：完成Snort数据包记录模式的实验操作</a:t>
            </a:r>
          </a:p>
          <a:p>
            <a:pPr indent="457200">
              <a:lnSpc>
                <a:spcPct val="150000"/>
              </a:lnSpc>
            </a:pPr>
            <a:r>
              <a:rPr lang="zh-CN" altLang="en-US" sz="3000">
                <a:latin typeface="Times New Roman" panose="02020603050405020304" charset="0"/>
                <a:ea typeface="微软雅黑" panose="020B0503020204020204" pitchFamily="34" charset="-122"/>
              </a:rPr>
              <a:t>（3）60%：完成Snort入侵检测模式的实验操作</a:t>
            </a:r>
          </a:p>
          <a:p>
            <a:pPr indent="457200">
              <a:lnSpc>
                <a:spcPct val="150000"/>
              </a:lnSpc>
            </a:pPr>
            <a:r>
              <a:rPr lang="zh-CN" altLang="en-US" sz="3000">
                <a:latin typeface="Times New Roman" panose="02020603050405020304" charset="0"/>
                <a:ea typeface="微软雅黑" panose="020B0503020204020204" pitchFamily="34" charset="-122"/>
              </a:rPr>
              <a:t>（4）80%：完成ping攻击报警的实验部分</a:t>
            </a:r>
          </a:p>
          <a:p>
            <a:pPr indent="457200">
              <a:lnSpc>
                <a:spcPct val="150000"/>
              </a:lnSpc>
            </a:pPr>
            <a:r>
              <a:rPr lang="zh-CN" altLang="en-US" sz="3000">
                <a:latin typeface="Times New Roman" panose="02020603050405020304" charset="0"/>
                <a:ea typeface="微软雅黑" panose="020B0503020204020204" pitchFamily="34" charset="-122"/>
              </a:rPr>
              <a:t>（5）100%：完成nmap检测报警的实验部分</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20000" y="720000"/>
            <a:ext cx="2193925" cy="1017905"/>
          </a:xfrm>
          <a:prstGeom prst="rect">
            <a:avLst/>
          </a:prstGeom>
        </p:spPr>
        <p:txBody>
          <a:bodyPr vert="horz" wrap="square" lIns="90000" tIns="46800" rIns="90000" bIns="46800" anchor="ctr" anchorCtr="0">
            <a:noAutofit/>
          </a:bodyPr>
          <a:lstStyle>
            <a:defPPr>
              <a:defRPr lang="zh-CN"/>
            </a:defPPr>
            <a:lvl1pPr algn="ctr">
              <a:defRPr sz="3200" kern="0">
                <a:latin typeface="+mj-lt"/>
                <a:ea typeface="+mj-ea"/>
                <a:cs typeface="+mj-cs"/>
              </a:defRPr>
            </a:lvl1pPr>
          </a:lstStyle>
          <a:p>
            <a:pPr algn="l"/>
            <a:r>
              <a:rPr lang="zh-CN" altLang="en-US" sz="3600" b="1" dirty="0">
                <a:latin typeface="Times New Roman" panose="02020603050405020304" charset="0"/>
                <a:ea typeface="微软雅黑" panose="020B0503020204020204" pitchFamily="34" charset="-122"/>
              </a:rPr>
              <a:t>实验名称</a:t>
            </a:r>
          </a:p>
        </p:txBody>
      </p:sp>
      <p:sp>
        <p:nvSpPr>
          <p:cNvPr id="66" name="文本框 65"/>
          <p:cNvSpPr txBox="1"/>
          <p:nvPr/>
        </p:nvSpPr>
        <p:spPr>
          <a:xfrm>
            <a:off x="720000" y="1512000"/>
            <a:ext cx="10800000" cy="3553460"/>
          </a:xfrm>
          <a:prstGeom prst="rect">
            <a:avLst/>
          </a:prstGeom>
          <a:noFill/>
        </p:spPr>
        <p:txBody>
          <a:bodyPr wrap="square" rtlCol="0">
            <a:spAutoFit/>
          </a:bodyPr>
          <a:lstStyle/>
          <a:p>
            <a:pPr indent="457200">
              <a:lnSpc>
                <a:spcPct val="150000"/>
              </a:lnSpc>
            </a:pPr>
            <a:r>
              <a:rPr lang="zh-CN" altLang="en-US" sz="3000" dirty="0">
                <a:latin typeface="Times New Roman" panose="02020603050405020304" charset="0"/>
                <a:ea typeface="微软雅黑" panose="020B0503020204020204" pitchFamily="34" charset="-122"/>
              </a:rPr>
              <a:t>（1）嗅探器模式实验</a:t>
            </a:r>
          </a:p>
          <a:p>
            <a:pPr indent="457200">
              <a:lnSpc>
                <a:spcPct val="150000"/>
              </a:lnSpc>
            </a:pPr>
            <a:r>
              <a:rPr lang="zh-CN" altLang="en-US" sz="3000" dirty="0">
                <a:latin typeface="Times New Roman" panose="02020603050405020304" charset="0"/>
                <a:ea typeface="微软雅黑" panose="020B0503020204020204" pitchFamily="34" charset="-122"/>
              </a:rPr>
              <a:t>（2）snort的数据包记录器模式实验</a:t>
            </a:r>
          </a:p>
          <a:p>
            <a:pPr indent="457200">
              <a:lnSpc>
                <a:spcPct val="150000"/>
              </a:lnSpc>
            </a:pPr>
            <a:r>
              <a:rPr lang="zh-CN" altLang="en-US" sz="3000" dirty="0">
                <a:latin typeface="Times New Roman" panose="02020603050405020304" charset="0"/>
                <a:ea typeface="微软雅黑" panose="020B0503020204020204" pitchFamily="34" charset="-122"/>
              </a:rPr>
              <a:t>（3）网络入侵检测系统（NIDS）模式实验</a:t>
            </a:r>
          </a:p>
          <a:p>
            <a:pPr indent="457200">
              <a:lnSpc>
                <a:spcPct val="150000"/>
              </a:lnSpc>
            </a:pPr>
            <a:r>
              <a:rPr lang="zh-CN" altLang="en-US" sz="3000" dirty="0">
                <a:latin typeface="Times New Roman" panose="02020603050405020304" charset="0"/>
                <a:ea typeface="微软雅黑" panose="020B0503020204020204" pitchFamily="34" charset="-122"/>
              </a:rPr>
              <a:t>（4）Snort检测大流量ping攻击实验</a:t>
            </a:r>
          </a:p>
          <a:p>
            <a:pPr indent="457200">
              <a:lnSpc>
                <a:spcPct val="150000"/>
              </a:lnSpc>
            </a:pPr>
            <a:r>
              <a:rPr lang="zh-CN" altLang="en-US" sz="3000" dirty="0">
                <a:latin typeface="Times New Roman" panose="02020603050405020304" charset="0"/>
                <a:ea typeface="微软雅黑" panose="020B0503020204020204" pitchFamily="34" charset="-122"/>
              </a:rPr>
              <a:t>（5）Snort检测nmap扫描实验</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720000"/>
            <a:ext cx="9626400" cy="723600"/>
          </a:xfrm>
        </p:spPr>
        <p:txBody>
          <a:bodyPr>
            <a:normAutofit/>
          </a:bodyPr>
          <a:lstStyle/>
          <a:p>
            <a:r>
              <a:rPr lang="zh-CN" altLang="en-US" sz="3600" dirty="0">
                <a:latin typeface="微软雅黑" panose="020B0503020204020204" pitchFamily="34" charset="-122"/>
              </a:rPr>
              <a:t>嗅探器模式实验</a:t>
            </a:r>
          </a:p>
        </p:txBody>
      </p:sp>
      <p:sp>
        <p:nvSpPr>
          <p:cNvPr id="4" name="内容占位符 3"/>
          <p:cNvSpPr>
            <a:spLocks noGrp="1"/>
          </p:cNvSpPr>
          <p:nvPr>
            <p:ph sz="quarter" idx="13"/>
          </p:nvPr>
        </p:nvSpPr>
        <p:spPr>
          <a:xfrm>
            <a:off x="720000" y="1512000"/>
            <a:ext cx="10800000" cy="1402650"/>
          </a:xfrm>
        </p:spPr>
        <p:txBody>
          <a:bodyPr>
            <a:noAutofit/>
          </a:bodyPr>
          <a:lstStyle/>
          <a:p>
            <a:pPr marL="0" indent="0">
              <a:lnSpc>
                <a:spcPct val="160000"/>
              </a:lnSpc>
              <a:buNone/>
            </a:pPr>
            <a:r>
              <a:rPr lang="zh-CN" altLang="en-US" sz="2800" dirty="0">
                <a:latin typeface="Times New Roman" panose="02020603050405020304" charset="0"/>
              </a:rPr>
              <a:t>      （</a:t>
            </a:r>
            <a:r>
              <a:rPr lang="en-US" altLang="zh-CN" sz="2800" dirty="0">
                <a:latin typeface="Times New Roman" panose="02020603050405020304" charset="0"/>
              </a:rPr>
              <a:t>1</a:t>
            </a:r>
            <a:r>
              <a:rPr lang="zh-CN" altLang="en-US" sz="2800" dirty="0">
                <a:latin typeface="Times New Roman" panose="02020603050405020304" charset="0"/>
              </a:rPr>
              <a:t>）打开</a:t>
            </a:r>
            <a:r>
              <a:rPr lang="en-US" altLang="zh-CN" sz="2800" dirty="0" err="1">
                <a:latin typeface="Times New Roman" panose="02020603050405020304" charset="0"/>
              </a:rPr>
              <a:t>cmd</a:t>
            </a:r>
            <a:r>
              <a:rPr lang="zh-CN" altLang="en-US" sz="2800" dirty="0">
                <a:latin typeface="Times New Roman" panose="02020603050405020304" charset="0"/>
              </a:rPr>
              <a:t>窗口，将目录切换为“</a:t>
            </a:r>
            <a:r>
              <a:rPr lang="en-US" altLang="zh-CN" sz="2800" dirty="0">
                <a:latin typeface="Times New Roman" panose="02020603050405020304" charset="0"/>
              </a:rPr>
              <a:t>c:\Snort\bin”</a:t>
            </a:r>
            <a:r>
              <a:rPr lang="zh-CN" altLang="en-US" sz="2800" dirty="0">
                <a:latin typeface="Times New Roman" panose="02020603050405020304" charset="0"/>
              </a:rPr>
              <a:t>，在此目录下执行</a:t>
            </a:r>
            <a:r>
              <a:rPr lang="en-US" altLang="zh-CN" sz="2800" dirty="0">
                <a:latin typeface="Times New Roman" panose="02020603050405020304" charset="0"/>
              </a:rPr>
              <a:t>Snort</a:t>
            </a:r>
            <a:r>
              <a:rPr lang="zh-CN" altLang="en-US" sz="2800" dirty="0">
                <a:latin typeface="Times New Roman" panose="02020603050405020304" charset="0"/>
              </a:rPr>
              <a:t>的相关命令。</a:t>
            </a:r>
          </a:p>
        </p:txBody>
      </p:sp>
      <p:pic>
        <p:nvPicPr>
          <p:cNvPr id="2" name="图片 1"/>
          <p:cNvPicPr>
            <a:picLocks noChangeAspect="1"/>
          </p:cNvPicPr>
          <p:nvPr/>
        </p:nvPicPr>
        <p:blipFill>
          <a:blip r:embed="rId3"/>
          <a:stretch>
            <a:fillRect/>
          </a:stretch>
        </p:blipFill>
        <p:spPr>
          <a:xfrm>
            <a:off x="2768768" y="3257660"/>
            <a:ext cx="6811743" cy="2790715"/>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20000" y="720000"/>
            <a:ext cx="10800000" cy="1402650"/>
          </a:xfrm>
        </p:spPr>
        <p:txBody>
          <a:bodyPr>
            <a:noAutofit/>
          </a:bodyPr>
          <a:lstStyle/>
          <a:p>
            <a:pPr marL="0" indent="0">
              <a:lnSpc>
                <a:spcPct val="160000"/>
              </a:lnSpc>
              <a:buNone/>
            </a:pPr>
            <a:r>
              <a:rPr lang="zh-CN" altLang="en-US" sz="2800" dirty="0">
                <a:latin typeface="Times New Roman" panose="02020603050405020304" charset="0"/>
              </a:rPr>
              <a:t>      （</a:t>
            </a:r>
            <a:r>
              <a:rPr lang="en-US" altLang="zh-CN" sz="2800" dirty="0">
                <a:latin typeface="Times New Roman" panose="02020603050405020304" charset="0"/>
              </a:rPr>
              <a:t>2</a:t>
            </a:r>
            <a:r>
              <a:rPr lang="zh-CN" altLang="en-US" sz="2800" dirty="0">
                <a:latin typeface="Times New Roman" panose="02020603050405020304" charset="0"/>
              </a:rPr>
              <a:t>）运行命令“</a:t>
            </a:r>
            <a:r>
              <a:rPr lang="en-US" altLang="zh-CN" sz="2800" dirty="0">
                <a:latin typeface="Times New Roman" panose="02020603050405020304" charset="0"/>
              </a:rPr>
              <a:t>snort -v -i1”</a:t>
            </a:r>
            <a:r>
              <a:rPr lang="zh-CN" altLang="en-US" sz="2800" dirty="0">
                <a:latin typeface="Times New Roman" panose="02020603050405020304" charset="0"/>
              </a:rPr>
              <a:t>，启动</a:t>
            </a:r>
            <a:r>
              <a:rPr lang="en-US" altLang="zh-CN" sz="2800" dirty="0">
                <a:latin typeface="Times New Roman" panose="02020603050405020304" charset="0"/>
              </a:rPr>
              <a:t>Snort</a:t>
            </a:r>
            <a:r>
              <a:rPr lang="zh-CN" altLang="en-US" sz="2800" dirty="0">
                <a:latin typeface="Times New Roman" panose="02020603050405020304" charset="0"/>
              </a:rPr>
              <a:t>的嗅探器模式</a:t>
            </a:r>
          </a:p>
        </p:txBody>
      </p:sp>
      <p:pic>
        <p:nvPicPr>
          <p:cNvPr id="7" name="图片 6"/>
          <p:cNvPicPr>
            <a:picLocks noChangeAspect="1"/>
          </p:cNvPicPr>
          <p:nvPr/>
        </p:nvPicPr>
        <p:blipFill>
          <a:blip r:embed="rId3"/>
          <a:stretch>
            <a:fillRect/>
          </a:stretch>
        </p:blipFill>
        <p:spPr>
          <a:xfrm>
            <a:off x="2576633" y="2364646"/>
            <a:ext cx="6480000" cy="1064354"/>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20000" y="720000"/>
            <a:ext cx="10800000" cy="1402650"/>
          </a:xfrm>
        </p:spPr>
        <p:txBody>
          <a:bodyPr>
            <a:noAutofit/>
          </a:bodyPr>
          <a:lstStyle/>
          <a:p>
            <a:pPr marL="0" indent="0">
              <a:lnSpc>
                <a:spcPct val="160000"/>
              </a:lnSpc>
              <a:buNone/>
            </a:pPr>
            <a:r>
              <a:rPr lang="zh-CN" altLang="en-US" sz="2800" dirty="0">
                <a:latin typeface="Times New Roman" panose="02020603050405020304" charset="0"/>
              </a:rPr>
              <a:t>      （</a:t>
            </a:r>
            <a:r>
              <a:rPr lang="en-US" altLang="zh-CN" sz="2800" dirty="0">
                <a:latin typeface="Times New Roman" panose="02020603050405020304" charset="0"/>
              </a:rPr>
              <a:t>3</a:t>
            </a:r>
            <a:r>
              <a:rPr lang="zh-CN" altLang="en-US" sz="2800" dirty="0">
                <a:latin typeface="Times New Roman" panose="02020603050405020304" charset="0"/>
              </a:rPr>
              <a:t>）打开浏览器，随便访问一个网页，可以看到很多数据包的信息被打印在命令窗口内。</a:t>
            </a:r>
          </a:p>
        </p:txBody>
      </p:sp>
      <p:pic>
        <p:nvPicPr>
          <p:cNvPr id="3" name="图片 2"/>
          <p:cNvPicPr>
            <a:picLocks noChangeAspect="1"/>
          </p:cNvPicPr>
          <p:nvPr/>
        </p:nvPicPr>
        <p:blipFill>
          <a:blip r:embed="rId3"/>
          <a:stretch>
            <a:fillRect/>
          </a:stretch>
        </p:blipFill>
        <p:spPr>
          <a:xfrm>
            <a:off x="2228850" y="2219325"/>
            <a:ext cx="7297606" cy="3538537"/>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20000" y="720000"/>
            <a:ext cx="10800000" cy="1017905"/>
          </a:xfrm>
          <a:prstGeom prst="rect">
            <a:avLst/>
          </a:prstGeom>
        </p:spPr>
        <p:txBody>
          <a:bodyPr vert="horz" wrap="square" lIns="90000" tIns="46800" rIns="90000" bIns="46800" anchor="ctr" anchorCtr="0">
            <a:noAutofit/>
          </a:bodyPr>
          <a:lstStyle>
            <a:defPPr>
              <a:defRPr lang="zh-CN"/>
            </a:defPPr>
            <a:lvl1pPr algn="ctr">
              <a:defRPr sz="3200" kern="0">
                <a:latin typeface="+mj-lt"/>
                <a:ea typeface="+mj-ea"/>
                <a:cs typeface="+mj-cs"/>
              </a:defRPr>
            </a:lvl1pPr>
          </a:lstStyle>
          <a:p>
            <a:pPr algn="l"/>
            <a:r>
              <a:rPr lang="zh-CN" altLang="en-US" sz="3600" b="1" dirty="0">
                <a:latin typeface="Times New Roman" panose="02020603050405020304" charset="0"/>
                <a:ea typeface="微软雅黑" panose="020B0503020204020204" pitchFamily="34" charset="-122"/>
              </a:rPr>
              <a:t>数据包记录器模式实验</a:t>
            </a:r>
          </a:p>
        </p:txBody>
      </p:sp>
      <p:sp>
        <p:nvSpPr>
          <p:cNvPr id="66" name="文本框 65"/>
          <p:cNvSpPr txBox="1"/>
          <p:nvPr/>
        </p:nvSpPr>
        <p:spPr>
          <a:xfrm>
            <a:off x="720000" y="1512000"/>
            <a:ext cx="10800000" cy="702949"/>
          </a:xfrm>
          <a:prstGeom prst="rect">
            <a:avLst/>
          </a:prstGeom>
          <a:noFill/>
        </p:spPr>
        <p:txBody>
          <a:bodyPr wrap="square" rtlCol="0">
            <a:spAutoFit/>
          </a:bodyPr>
          <a:lstStyle/>
          <a:p>
            <a:pPr indent="457200">
              <a:lnSpc>
                <a:spcPct val="150000"/>
              </a:lnSpc>
            </a:pPr>
            <a:r>
              <a:rPr lang="zh-CN" altLang="en-US" sz="3000" dirty="0">
                <a:latin typeface="Times New Roman" panose="02020603050405020304" charset="0"/>
                <a:ea typeface="微软雅黑" panose="020B0503020204020204" pitchFamily="34" charset="-122"/>
              </a:rPr>
              <a:t> （</a:t>
            </a:r>
            <a:r>
              <a:rPr lang="en-US" altLang="zh-CN" sz="3000" dirty="0">
                <a:latin typeface="Times New Roman" panose="02020603050405020304" charset="0"/>
                <a:ea typeface="微软雅黑" panose="020B0503020204020204" pitchFamily="34" charset="-122"/>
              </a:rPr>
              <a:t>1</a:t>
            </a:r>
            <a:r>
              <a:rPr lang="zh-CN" altLang="en-US" sz="3000" dirty="0">
                <a:latin typeface="Times New Roman" panose="02020603050405020304" charset="0"/>
                <a:ea typeface="微软雅黑" panose="020B0503020204020204" pitchFamily="34" charset="-122"/>
              </a:rPr>
              <a:t>）执行命令“</a:t>
            </a:r>
            <a:r>
              <a:rPr lang="en-US" altLang="zh-CN" sz="3000" dirty="0">
                <a:latin typeface="Times New Roman" panose="02020603050405020304" charset="0"/>
                <a:ea typeface="微软雅黑" panose="020B0503020204020204" pitchFamily="34" charset="-122"/>
              </a:rPr>
              <a:t>snort -dev -l c:\Snort\log -i1”</a:t>
            </a:r>
            <a:endParaRPr lang="zh-CN" altLang="en-US" sz="3000" dirty="0">
              <a:latin typeface="Times New Roman" panose="02020603050405020304" charset="0"/>
              <a:ea typeface="微软雅黑" panose="020B0503020204020204" pitchFamily="34" charset="-122"/>
            </a:endParaRPr>
          </a:p>
        </p:txBody>
      </p:sp>
      <p:pic>
        <p:nvPicPr>
          <p:cNvPr id="2" name="图片 1"/>
          <p:cNvPicPr>
            <a:picLocks noChangeAspect="1"/>
          </p:cNvPicPr>
          <p:nvPr/>
        </p:nvPicPr>
        <p:blipFill>
          <a:blip r:embed="rId5"/>
          <a:stretch>
            <a:fillRect/>
          </a:stretch>
        </p:blipFill>
        <p:spPr>
          <a:xfrm>
            <a:off x="981075" y="2373986"/>
            <a:ext cx="10800000" cy="1055014"/>
          </a:xfrm>
          <a:prstGeom prst="rect">
            <a:avLst/>
          </a:prstGeom>
        </p:spPr>
      </p:pic>
      <p:sp>
        <p:nvSpPr>
          <p:cNvPr id="6" name="文本框 5"/>
          <p:cNvSpPr txBox="1"/>
          <p:nvPr/>
        </p:nvSpPr>
        <p:spPr>
          <a:xfrm>
            <a:off x="720000" y="3880415"/>
            <a:ext cx="10800000" cy="553998"/>
          </a:xfrm>
          <a:prstGeom prst="rect">
            <a:avLst/>
          </a:prstGeom>
          <a:noFill/>
        </p:spPr>
        <p:txBody>
          <a:bodyPr wrap="square">
            <a:spAutoFit/>
          </a:bodyPr>
          <a:lstStyle/>
          <a:p>
            <a:r>
              <a:rPr lang="zh-CN" altLang="en-US" sz="3000" dirty="0">
                <a:latin typeface="Times New Roman" panose="02020603050405020304" charset="0"/>
                <a:ea typeface="微软雅黑" panose="020B0503020204020204" pitchFamily="34" charset="-122"/>
              </a:rPr>
              <a:t>      打开</a:t>
            </a:r>
            <a:r>
              <a:rPr lang="en-US" altLang="zh-CN" sz="3000" dirty="0">
                <a:latin typeface="Times New Roman" panose="02020603050405020304" charset="0"/>
                <a:ea typeface="微软雅黑" panose="020B0503020204020204" pitchFamily="34" charset="-122"/>
              </a:rPr>
              <a:t>log</a:t>
            </a:r>
            <a:r>
              <a:rPr lang="zh-CN" altLang="en-US" sz="3000" dirty="0">
                <a:latin typeface="Times New Roman" panose="02020603050405020304" charset="0"/>
                <a:ea typeface="微软雅黑" panose="020B0503020204020204" pitchFamily="34" charset="-122"/>
              </a:rPr>
              <a:t>文件夹查看日志文件</a:t>
            </a:r>
          </a:p>
        </p:txBody>
      </p:sp>
      <p:pic>
        <p:nvPicPr>
          <p:cNvPr id="4" name="图片 3"/>
          <p:cNvPicPr>
            <a:picLocks noChangeAspect="1"/>
          </p:cNvPicPr>
          <p:nvPr/>
        </p:nvPicPr>
        <p:blipFill>
          <a:blip r:embed="rId6"/>
          <a:stretch>
            <a:fillRect/>
          </a:stretch>
        </p:blipFill>
        <p:spPr>
          <a:xfrm>
            <a:off x="1705262" y="4713513"/>
            <a:ext cx="8352852" cy="1386366"/>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720000" y="720000"/>
            <a:ext cx="10800000" cy="1394356"/>
          </a:xfrm>
          <a:prstGeom prst="rect">
            <a:avLst/>
          </a:prstGeom>
          <a:noFill/>
        </p:spPr>
        <p:txBody>
          <a:bodyPr wrap="square" rtlCol="0">
            <a:spAutoFit/>
          </a:bodyPr>
          <a:lstStyle/>
          <a:p>
            <a:pPr indent="457200">
              <a:lnSpc>
                <a:spcPct val="150000"/>
              </a:lnSpc>
            </a:pPr>
            <a:r>
              <a:rPr lang="zh-CN" altLang="en-US" sz="3000" dirty="0">
                <a:latin typeface="Times New Roman" panose="02020603050405020304" charset="0"/>
                <a:ea typeface="微软雅黑" panose="020B0503020204020204" pitchFamily="34" charset="-122"/>
              </a:rPr>
              <a:t>    （</a:t>
            </a:r>
            <a:r>
              <a:rPr lang="en-US" altLang="zh-CN" sz="3000" dirty="0">
                <a:latin typeface="Times New Roman" panose="02020603050405020304" charset="0"/>
                <a:ea typeface="微软雅黑" panose="020B0503020204020204" pitchFamily="34" charset="-122"/>
              </a:rPr>
              <a:t>2</a:t>
            </a:r>
            <a:r>
              <a:rPr lang="zh-CN" altLang="en-US" sz="3000" dirty="0">
                <a:latin typeface="Times New Roman" panose="02020603050405020304" charset="0"/>
                <a:ea typeface="微软雅黑" panose="020B0503020204020204" pitchFamily="34" charset="-122"/>
              </a:rPr>
              <a:t>）修改输出方式，命令修改为：“</a:t>
            </a:r>
            <a:r>
              <a:rPr lang="en-US" altLang="zh-CN" sz="3000" dirty="0">
                <a:latin typeface="Times New Roman" panose="02020603050405020304" charset="0"/>
                <a:ea typeface="微软雅黑" panose="020B0503020204020204" pitchFamily="34" charset="-122"/>
              </a:rPr>
              <a:t>snort -dev -l c:\Snort\log -i1 -K ascii</a:t>
            </a:r>
            <a:r>
              <a:rPr lang="zh-CN" altLang="en-US" sz="3000" dirty="0">
                <a:latin typeface="Times New Roman" panose="02020603050405020304" charset="0"/>
                <a:ea typeface="微软雅黑" panose="020B0503020204020204" pitchFamily="34" charset="-122"/>
              </a:rPr>
              <a:t>”，把输出改成了</a:t>
            </a:r>
            <a:r>
              <a:rPr lang="en-US" altLang="zh-CN" sz="3000" dirty="0">
                <a:latin typeface="Times New Roman" panose="02020603050405020304" charset="0"/>
                <a:ea typeface="微软雅黑" panose="020B0503020204020204" pitchFamily="34" charset="-122"/>
              </a:rPr>
              <a:t>ASCII</a:t>
            </a:r>
            <a:r>
              <a:rPr lang="zh-CN" altLang="en-US" sz="3000" dirty="0">
                <a:latin typeface="Times New Roman" panose="02020603050405020304" charset="0"/>
                <a:ea typeface="微软雅黑" panose="020B0503020204020204" pitchFamily="34" charset="-122"/>
              </a:rPr>
              <a:t>码的格式</a:t>
            </a:r>
          </a:p>
        </p:txBody>
      </p:sp>
      <p:sp>
        <p:nvSpPr>
          <p:cNvPr id="6" name="文本框 5"/>
          <p:cNvSpPr txBox="1"/>
          <p:nvPr/>
        </p:nvSpPr>
        <p:spPr>
          <a:xfrm>
            <a:off x="720000" y="3252459"/>
            <a:ext cx="10800000" cy="553998"/>
          </a:xfrm>
          <a:prstGeom prst="rect">
            <a:avLst/>
          </a:prstGeom>
          <a:noFill/>
        </p:spPr>
        <p:txBody>
          <a:bodyPr wrap="square">
            <a:spAutoFit/>
          </a:bodyPr>
          <a:lstStyle/>
          <a:p>
            <a:r>
              <a:rPr lang="zh-CN" altLang="en-US" sz="3000" dirty="0">
                <a:latin typeface="Times New Roman" panose="02020603050405020304" charset="0"/>
                <a:ea typeface="微软雅黑" panose="020B0503020204020204" pitchFamily="34" charset="-122"/>
              </a:rPr>
              <a:t>        执行之后</a:t>
            </a:r>
            <a:r>
              <a:rPr lang="en-US" altLang="zh-CN" sz="3000" dirty="0">
                <a:latin typeface="Times New Roman" panose="02020603050405020304" charset="0"/>
                <a:ea typeface="微软雅黑" panose="020B0503020204020204" pitchFamily="34" charset="-122"/>
              </a:rPr>
              <a:t>log</a:t>
            </a:r>
            <a:r>
              <a:rPr lang="zh-CN" altLang="en-US" sz="3000" dirty="0">
                <a:latin typeface="Times New Roman" panose="02020603050405020304" charset="0"/>
                <a:ea typeface="微软雅黑" panose="020B0503020204020204" pitchFamily="34" charset="-122"/>
              </a:rPr>
              <a:t>文件夹中出现了很多以</a:t>
            </a:r>
            <a:r>
              <a:rPr lang="en-US" altLang="zh-CN" sz="3000" dirty="0">
                <a:latin typeface="Times New Roman" panose="02020603050405020304" charset="0"/>
                <a:ea typeface="微软雅黑" panose="020B0503020204020204" pitchFamily="34" charset="-122"/>
              </a:rPr>
              <a:t>IP</a:t>
            </a:r>
            <a:r>
              <a:rPr lang="zh-CN" altLang="en-US" sz="3000" dirty="0">
                <a:latin typeface="Times New Roman" panose="02020603050405020304" charset="0"/>
                <a:ea typeface="微软雅黑" panose="020B0503020204020204" pitchFamily="34" charset="-122"/>
              </a:rPr>
              <a:t>地址命名的文件夹</a:t>
            </a:r>
          </a:p>
        </p:txBody>
      </p:sp>
      <p:pic>
        <p:nvPicPr>
          <p:cNvPr id="3" name="图片 2"/>
          <p:cNvPicPr>
            <a:picLocks noChangeAspect="1"/>
          </p:cNvPicPr>
          <p:nvPr/>
        </p:nvPicPr>
        <p:blipFill>
          <a:blip r:embed="rId4"/>
          <a:stretch>
            <a:fillRect/>
          </a:stretch>
        </p:blipFill>
        <p:spPr>
          <a:xfrm>
            <a:off x="720000" y="2188017"/>
            <a:ext cx="10800000" cy="809368"/>
          </a:xfrm>
          <a:prstGeom prst="rect">
            <a:avLst/>
          </a:prstGeom>
        </p:spPr>
      </p:pic>
      <p:pic>
        <p:nvPicPr>
          <p:cNvPr id="7" name="图片 6"/>
          <p:cNvPicPr>
            <a:picLocks noChangeAspect="1"/>
          </p:cNvPicPr>
          <p:nvPr/>
        </p:nvPicPr>
        <p:blipFill>
          <a:blip r:embed="rId5"/>
          <a:stretch>
            <a:fillRect/>
          </a:stretch>
        </p:blipFill>
        <p:spPr>
          <a:xfrm>
            <a:off x="2686049" y="3806456"/>
            <a:ext cx="6979685" cy="2727693"/>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720000" y="720000"/>
            <a:ext cx="10800000" cy="2086853"/>
          </a:xfrm>
          <a:prstGeom prst="rect">
            <a:avLst/>
          </a:prstGeom>
          <a:noFill/>
        </p:spPr>
        <p:txBody>
          <a:bodyPr wrap="square" rtlCol="0">
            <a:spAutoFit/>
          </a:bodyPr>
          <a:lstStyle/>
          <a:p>
            <a:pPr indent="457200">
              <a:lnSpc>
                <a:spcPct val="150000"/>
              </a:lnSpc>
            </a:pPr>
            <a:r>
              <a:rPr lang="zh-CN" altLang="en-US" sz="3000" dirty="0">
                <a:latin typeface="Times New Roman" panose="02020603050405020304" charset="0"/>
                <a:ea typeface="微软雅黑" panose="020B0503020204020204" pitchFamily="34" charset="-122"/>
              </a:rPr>
              <a:t>   （</a:t>
            </a:r>
            <a:r>
              <a:rPr lang="en-US" altLang="zh-CN" sz="3000" dirty="0">
                <a:latin typeface="Times New Roman" panose="02020603050405020304" charset="0"/>
                <a:ea typeface="微软雅黑" panose="020B0503020204020204" pitchFamily="34" charset="-122"/>
              </a:rPr>
              <a:t>3</a:t>
            </a:r>
            <a:r>
              <a:rPr lang="zh-CN" altLang="en-US" sz="3000" dirty="0">
                <a:latin typeface="Times New Roman" panose="02020603050405020304" charset="0"/>
                <a:ea typeface="微软雅黑" panose="020B0503020204020204" pitchFamily="34" charset="-122"/>
              </a:rPr>
              <a:t>）各文件夹里放的是与该外部主机相关的流量数据，用文本编辑器打开，里面的格式如下：</a:t>
            </a:r>
          </a:p>
          <a:p>
            <a:pPr indent="457200">
              <a:lnSpc>
                <a:spcPct val="150000"/>
              </a:lnSpc>
            </a:pPr>
            <a:endParaRPr lang="zh-CN" altLang="en-US" sz="3000" dirty="0">
              <a:latin typeface="Times New Roman" panose="02020603050405020304" charset="0"/>
              <a:ea typeface="微软雅黑" panose="020B0503020204020204" pitchFamily="34" charset="-122"/>
            </a:endParaRPr>
          </a:p>
        </p:txBody>
      </p:sp>
      <p:pic>
        <p:nvPicPr>
          <p:cNvPr id="4" name="图片 3"/>
          <p:cNvPicPr>
            <a:picLocks noChangeAspect="1"/>
          </p:cNvPicPr>
          <p:nvPr/>
        </p:nvPicPr>
        <p:blipFill>
          <a:blip r:embed="rId4"/>
          <a:stretch>
            <a:fillRect/>
          </a:stretch>
        </p:blipFill>
        <p:spPr>
          <a:xfrm>
            <a:off x="2967037" y="2269973"/>
            <a:ext cx="6257925" cy="3562350"/>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720000"/>
            <a:ext cx="9626400" cy="723600"/>
          </a:xfrm>
        </p:spPr>
        <p:txBody>
          <a:bodyPr>
            <a:normAutofit/>
          </a:bodyPr>
          <a:lstStyle/>
          <a:p>
            <a:r>
              <a:rPr lang="zh-CN" altLang="en-US" sz="3600" dirty="0">
                <a:latin typeface="微软雅黑" panose="020B0503020204020204" pitchFamily="34" charset="-122"/>
              </a:rPr>
              <a:t>网络入侵检测系统（</a:t>
            </a:r>
            <a:r>
              <a:rPr lang="en-US" altLang="zh-CN" sz="3600" dirty="0">
                <a:latin typeface="微软雅黑" panose="020B0503020204020204" pitchFamily="34" charset="-122"/>
              </a:rPr>
              <a:t>NIDS</a:t>
            </a:r>
            <a:r>
              <a:rPr lang="zh-CN" altLang="en-US" sz="3600" dirty="0">
                <a:latin typeface="微软雅黑" panose="020B0503020204020204" pitchFamily="34" charset="-122"/>
              </a:rPr>
              <a:t>）模式实验</a:t>
            </a:r>
          </a:p>
        </p:txBody>
      </p:sp>
      <p:sp>
        <p:nvSpPr>
          <p:cNvPr id="4" name="内容占位符 3"/>
          <p:cNvSpPr>
            <a:spLocks noGrp="1"/>
          </p:cNvSpPr>
          <p:nvPr>
            <p:ph sz="quarter" idx="13"/>
          </p:nvPr>
        </p:nvSpPr>
        <p:spPr>
          <a:xfrm>
            <a:off x="720000" y="1512000"/>
            <a:ext cx="10800000" cy="2698050"/>
          </a:xfrm>
        </p:spPr>
        <p:txBody>
          <a:bodyPr>
            <a:noAutofit/>
          </a:bodyPr>
          <a:lstStyle/>
          <a:p>
            <a:pPr marL="0" indent="0">
              <a:lnSpc>
                <a:spcPct val="160000"/>
              </a:lnSpc>
              <a:buNone/>
            </a:pPr>
            <a:r>
              <a:rPr lang="zh-CN" altLang="en-US" sz="2800" dirty="0">
                <a:latin typeface="Times New Roman" panose="02020603050405020304" charset="0"/>
              </a:rPr>
              <a:t>      （</a:t>
            </a:r>
            <a:r>
              <a:rPr lang="en-US" altLang="zh-CN" sz="2800" dirty="0">
                <a:latin typeface="Times New Roman" panose="02020603050405020304" charset="0"/>
              </a:rPr>
              <a:t>1</a:t>
            </a:r>
            <a:r>
              <a:rPr lang="zh-CN" altLang="en-US" sz="2800" dirty="0">
                <a:latin typeface="Times New Roman" panose="02020603050405020304" charset="0"/>
              </a:rPr>
              <a:t>）在</a:t>
            </a:r>
            <a:r>
              <a:rPr lang="en-US" altLang="zh-CN" sz="2800" dirty="0">
                <a:latin typeface="Times New Roman" panose="02020603050405020304" charset="0"/>
              </a:rPr>
              <a:t>Snort</a:t>
            </a:r>
            <a:r>
              <a:rPr lang="zh-CN" altLang="en-US" sz="2800" dirty="0">
                <a:latin typeface="Times New Roman" panose="02020603050405020304" charset="0"/>
              </a:rPr>
              <a:t>的安装目录中有一个</a:t>
            </a:r>
            <a:r>
              <a:rPr lang="en-US" altLang="zh-CN" sz="2800" dirty="0" err="1">
                <a:latin typeface="Times New Roman" panose="02020603050405020304" charset="0"/>
              </a:rPr>
              <a:t>etc</a:t>
            </a:r>
            <a:r>
              <a:rPr lang="zh-CN" altLang="en-US" sz="2800" dirty="0">
                <a:latin typeface="Times New Roman" panose="02020603050405020304" charset="0"/>
              </a:rPr>
              <a:t>文件夹，打开文件夹里面有一个“</a:t>
            </a:r>
            <a:r>
              <a:rPr lang="en-US" altLang="zh-CN" sz="2800" dirty="0" err="1">
                <a:latin typeface="Times New Roman" panose="02020603050405020304" charset="0"/>
              </a:rPr>
              <a:t>snort.conf</a:t>
            </a:r>
            <a:r>
              <a:rPr lang="en-US" altLang="zh-CN" sz="2800" dirty="0">
                <a:latin typeface="Times New Roman" panose="02020603050405020304" charset="0"/>
              </a:rPr>
              <a:t>”</a:t>
            </a:r>
            <a:r>
              <a:rPr lang="zh-CN" altLang="en-US" sz="2800" dirty="0">
                <a:latin typeface="Times New Roman" panose="02020603050405020304" charset="0"/>
              </a:rPr>
              <a:t>文件，这是要使用到的配置文件，并且它是一个文本文件，可以直接用文本编辑器打开（推荐用</a:t>
            </a:r>
            <a:r>
              <a:rPr lang="en-US" altLang="zh-CN" sz="2800" dirty="0">
                <a:latin typeface="Times New Roman" panose="02020603050405020304" charset="0"/>
              </a:rPr>
              <a:t>notepad++</a:t>
            </a:r>
            <a:r>
              <a:rPr lang="zh-CN" altLang="en-US" sz="2800" dirty="0">
                <a:latin typeface="Times New Roman" panose="02020603050405020304" charset="0"/>
              </a:rPr>
              <a:t>等软件打开，可以比较清晰的看到每部分的结构）。打开配置文件之后，看到前面写的注释部分。</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1715576" y="604956"/>
            <a:ext cx="9036000" cy="3069912"/>
          </a:xfrm>
          <a:prstGeom prst="rect">
            <a:avLst/>
          </a:prstGeom>
        </p:spPr>
      </p:pic>
      <p:sp>
        <p:nvSpPr>
          <p:cNvPr id="10" name="文本框 9"/>
          <p:cNvSpPr txBox="1"/>
          <p:nvPr/>
        </p:nvSpPr>
        <p:spPr>
          <a:xfrm>
            <a:off x="833576" y="3853160"/>
            <a:ext cx="10800000" cy="1718227"/>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文件共分为了</a:t>
            </a:r>
            <a:r>
              <a:rPr lang="en-US" altLang="zh-CN" sz="2800" dirty="0">
                <a:latin typeface="微软雅黑" panose="020B0503020204020204" pitchFamily="34" charset="-122"/>
                <a:ea typeface="微软雅黑" panose="020B0503020204020204" pitchFamily="34" charset="-122"/>
              </a:rPr>
              <a:t>9</a:t>
            </a:r>
            <a:r>
              <a:rPr lang="zh-CN" altLang="en-US" sz="2800" dirty="0">
                <a:latin typeface="微软雅黑" panose="020B0503020204020204" pitchFamily="34" charset="-122"/>
                <a:ea typeface="微软雅黑" panose="020B0503020204020204" pitchFamily="34" charset="-122"/>
              </a:rPr>
              <a:t>个部分，每个部分都有专门与此相关的配置。作为初学者来说，简单了解几个比较重要的配置，保证程序能够正常运行即可。</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719999" y="720000"/>
            <a:ext cx="10800000" cy="5079147"/>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）第一部分“配置解码器”中末尾处，“</a:t>
            </a:r>
            <a:r>
              <a:rPr lang="en-US" altLang="zh-CN" sz="2800" dirty="0">
                <a:latin typeface="微软雅黑" panose="020B0503020204020204" pitchFamily="34" charset="-122"/>
                <a:ea typeface="微软雅黑" panose="020B0503020204020204" pitchFamily="34" charset="-122"/>
              </a:rPr>
              <a:t>var RULE_PATH”</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var SO_RULE_PATH”</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var PREPROC_RULE_PATH”</a:t>
            </a:r>
            <a:r>
              <a:rPr lang="zh-CN" altLang="en-US" sz="2800" dirty="0">
                <a:latin typeface="微软雅黑" panose="020B0503020204020204" pitchFamily="34" charset="-122"/>
                <a:ea typeface="微软雅黑" panose="020B0503020204020204" pitchFamily="34" charset="-122"/>
              </a:rPr>
              <a:t> 几个路径变量需要重新设置，这几个变量的值默认情况下是</a:t>
            </a:r>
            <a:r>
              <a:rPr lang="en-US" altLang="zh-CN" sz="2800" dirty="0" err="1">
                <a:latin typeface="微软雅黑" panose="020B0503020204020204" pitchFamily="34" charset="-122"/>
                <a:ea typeface="微软雅黑" panose="020B0503020204020204" pitchFamily="34" charset="-122"/>
              </a:rPr>
              <a:t>linux</a:t>
            </a:r>
            <a:r>
              <a:rPr lang="zh-CN" altLang="en-US" sz="2800" dirty="0">
                <a:latin typeface="微软雅黑" panose="020B0503020204020204" pitchFamily="34" charset="-122"/>
                <a:ea typeface="微软雅黑" panose="020B0503020204020204" pitchFamily="34" charset="-122"/>
              </a:rPr>
              <a:t>操作系统里面的文件目录，要改成自己的目录。</a:t>
            </a:r>
            <a:endParaRPr lang="en-US" altLang="zh-CN" sz="2800" dirty="0">
              <a:latin typeface="微软雅黑" panose="020B0503020204020204" pitchFamily="34" charset="-122"/>
              <a:ea typeface="微软雅黑" panose="020B0503020204020204" pitchFamily="34" charset="-122"/>
            </a:endParaRPr>
          </a:p>
          <a:p>
            <a:pPr>
              <a:lnSpc>
                <a:spcPct val="130000"/>
              </a:lnSpc>
            </a:pPr>
            <a:r>
              <a:rPr lang="zh-CN" altLang="en-US" sz="2800" dirty="0">
                <a:latin typeface="微软雅黑" panose="020B0503020204020204" pitchFamily="34" charset="-122"/>
                <a:ea typeface="微软雅黑" panose="020B0503020204020204" pitchFamily="34" charset="-122"/>
              </a:rPr>
              <a:t>       ①把“</a:t>
            </a:r>
            <a:r>
              <a:rPr lang="en-US" altLang="zh-CN" sz="2800" dirty="0">
                <a:latin typeface="微软雅黑" panose="020B0503020204020204" pitchFamily="34" charset="-122"/>
                <a:ea typeface="微软雅黑" panose="020B0503020204020204" pitchFamily="34" charset="-122"/>
              </a:rPr>
              <a:t>var RULE_PATH</a:t>
            </a:r>
            <a:r>
              <a:rPr lang="zh-CN" altLang="en-US" sz="2800" dirty="0">
                <a:latin typeface="微软雅黑" panose="020B0503020204020204" pitchFamily="34" charset="-122"/>
                <a:ea typeface="微软雅黑" panose="020B0503020204020204" pitchFamily="34" charset="-122"/>
              </a:rPr>
              <a:t>”变量的值设置为 “</a:t>
            </a:r>
            <a:r>
              <a:rPr lang="en-US" altLang="zh-CN" sz="2800" dirty="0">
                <a:latin typeface="微软雅黑" panose="020B0503020204020204" pitchFamily="34" charset="-122"/>
                <a:ea typeface="微软雅黑" panose="020B0503020204020204" pitchFamily="34" charset="-122"/>
              </a:rPr>
              <a:t>rules”</a:t>
            </a:r>
            <a:r>
              <a:rPr lang="zh-CN" altLang="en-US" sz="2800" dirty="0">
                <a:latin typeface="微软雅黑" panose="020B0503020204020204" pitchFamily="34" charset="-122"/>
                <a:ea typeface="微软雅黑" panose="020B0503020204020204" pitchFamily="34" charset="-122"/>
              </a:rPr>
              <a:t>文件夹，在本机就是“</a:t>
            </a:r>
            <a:r>
              <a:rPr lang="en-US" altLang="zh-CN" sz="2800" dirty="0">
                <a:latin typeface="微软雅黑" panose="020B0503020204020204" pitchFamily="34" charset="-122"/>
                <a:ea typeface="微软雅黑" panose="020B0503020204020204" pitchFamily="34" charset="-122"/>
              </a:rPr>
              <a:t>C:\Snort\rules”</a:t>
            </a:r>
            <a:r>
              <a:rPr lang="zh-CN" altLang="en-US"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a:lnSpc>
                <a:spcPct val="130000"/>
              </a:lnSpc>
            </a:pPr>
            <a:r>
              <a:rPr lang="zh-CN" altLang="en-US" sz="2800" dirty="0">
                <a:latin typeface="微软雅黑" panose="020B0503020204020204" pitchFamily="34" charset="-122"/>
                <a:ea typeface="微软雅黑" panose="020B0503020204020204" pitchFamily="34" charset="-122"/>
              </a:rPr>
              <a:t>       ②</a:t>
            </a:r>
            <a:r>
              <a:rPr lang="en-US" altLang="zh-CN" sz="2800" dirty="0">
                <a:latin typeface="微软雅黑" panose="020B0503020204020204" pitchFamily="34" charset="-122"/>
                <a:ea typeface="微软雅黑" panose="020B0503020204020204" pitchFamily="34" charset="-122"/>
              </a:rPr>
              <a:t>“SO_RULE_PATH”</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PREPROC_RULE_PATH”</a:t>
            </a:r>
            <a:r>
              <a:rPr lang="zh-CN" altLang="en-US" sz="2800" dirty="0">
                <a:latin typeface="微软雅黑" panose="020B0503020204020204" pitchFamily="34" charset="-122"/>
                <a:ea typeface="微软雅黑" panose="020B0503020204020204" pitchFamily="34" charset="-122"/>
              </a:rPr>
              <a:t> 后面的实验用不到，可以直接用“</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注释掉。</a:t>
            </a:r>
          </a:p>
          <a:p>
            <a:pPr>
              <a:lnSpc>
                <a:spcPct val="130000"/>
              </a:lnSpc>
            </a:pPr>
            <a:endParaRPr lang="zh-CN" altLang="en-US" sz="280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1749155" y="5164984"/>
            <a:ext cx="8741688" cy="1268326"/>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719999" y="720000"/>
            <a:ext cx="10800000" cy="1158074"/>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）设置黑白名单</a:t>
            </a:r>
            <a:r>
              <a:rPr lang="en-US" altLang="zh-CN" sz="2800" dirty="0">
                <a:latin typeface="微软雅黑" panose="020B0503020204020204" pitchFamily="34" charset="-122"/>
                <a:ea typeface="微软雅黑" panose="020B0503020204020204" pitchFamily="34" charset="-122"/>
              </a:rPr>
              <a:t>IP</a:t>
            </a:r>
            <a:r>
              <a:rPr lang="zh-CN" altLang="en-US" sz="2800" dirty="0">
                <a:latin typeface="微软雅黑" panose="020B0503020204020204" pitchFamily="34" charset="-122"/>
                <a:ea typeface="微软雅黑" panose="020B0503020204020204" pitchFamily="34" charset="-122"/>
              </a:rPr>
              <a:t>地址的配置，将其改为</a:t>
            </a:r>
            <a:r>
              <a:rPr lang="en-US" altLang="zh-CN" sz="2800" dirty="0">
                <a:latin typeface="微软雅黑" panose="020B0503020204020204" pitchFamily="34" charset="-122"/>
                <a:ea typeface="微软雅黑" panose="020B0503020204020204" pitchFamily="34" charset="-122"/>
              </a:rPr>
              <a:t>Snort</a:t>
            </a:r>
            <a:r>
              <a:rPr lang="zh-CN" altLang="en-US" sz="2800" dirty="0">
                <a:latin typeface="微软雅黑" panose="020B0503020204020204" pitchFamily="34" charset="-122"/>
                <a:ea typeface="微软雅黑" panose="020B0503020204020204" pitchFamily="34" charset="-122"/>
              </a:rPr>
              <a:t>安装目录中的“</a:t>
            </a:r>
            <a:r>
              <a:rPr lang="en-US" altLang="zh-CN" sz="2800" dirty="0">
                <a:latin typeface="微软雅黑" panose="020B0503020204020204" pitchFamily="34" charset="-122"/>
                <a:ea typeface="微软雅黑" panose="020B0503020204020204" pitchFamily="34" charset="-122"/>
              </a:rPr>
              <a:t>rules”</a:t>
            </a:r>
            <a:r>
              <a:rPr lang="zh-CN" altLang="en-US" sz="2800" dirty="0">
                <a:latin typeface="微软雅黑" panose="020B0503020204020204" pitchFamily="34" charset="-122"/>
                <a:ea typeface="微软雅黑" panose="020B0503020204020204" pitchFamily="34" charset="-122"/>
              </a:rPr>
              <a:t>文件夹，修改为：</a:t>
            </a:r>
          </a:p>
        </p:txBody>
      </p:sp>
      <p:pic>
        <p:nvPicPr>
          <p:cNvPr id="3" name="图片 2"/>
          <p:cNvPicPr>
            <a:picLocks noChangeAspect="1"/>
          </p:cNvPicPr>
          <p:nvPr/>
        </p:nvPicPr>
        <p:blipFill>
          <a:blip r:embed="rId3"/>
          <a:stretch>
            <a:fillRect/>
          </a:stretch>
        </p:blipFill>
        <p:spPr>
          <a:xfrm>
            <a:off x="770718" y="2243172"/>
            <a:ext cx="10650564" cy="1372016"/>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77550" y="720000"/>
            <a:ext cx="11639550" cy="2838534"/>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）第四部分“配置动态加载库”设置为</a:t>
            </a:r>
            <a:r>
              <a:rPr lang="en-US" altLang="zh-CN" sz="2800" dirty="0">
                <a:latin typeface="微软雅黑" panose="020B0503020204020204" pitchFamily="34" charset="-122"/>
                <a:ea typeface="微软雅黑" panose="020B0503020204020204" pitchFamily="34" charset="-122"/>
              </a:rPr>
              <a:t>Snort</a:t>
            </a:r>
            <a:r>
              <a:rPr lang="zh-CN" altLang="en-US" sz="2800" dirty="0">
                <a:latin typeface="微软雅黑" panose="020B0503020204020204" pitchFamily="34" charset="-122"/>
                <a:ea typeface="微软雅黑" panose="020B0503020204020204" pitchFamily="34" charset="-122"/>
              </a:rPr>
              <a:t>目录里的</a:t>
            </a:r>
            <a:r>
              <a:rPr lang="en-US" altLang="zh-CN" sz="2800" dirty="0">
                <a:latin typeface="微软雅黑" panose="020B0503020204020204" pitchFamily="34" charset="-122"/>
                <a:ea typeface="微软雅黑" panose="020B0503020204020204" pitchFamily="34" charset="-122"/>
              </a:rPr>
              <a:t>lib</a:t>
            </a:r>
            <a:r>
              <a:rPr lang="zh-CN" altLang="en-US" sz="2800" dirty="0">
                <a:latin typeface="微软雅黑" panose="020B0503020204020204" pitchFamily="34" charset="-122"/>
                <a:ea typeface="微软雅黑" panose="020B0503020204020204" pitchFamily="34" charset="-122"/>
              </a:rPr>
              <a:t>目录下的</a:t>
            </a:r>
          </a:p>
          <a:p>
            <a:pPr>
              <a:lnSpc>
                <a:spcPct val="130000"/>
              </a:lnSpc>
            </a:pPr>
            <a:r>
              <a:rPr lang="zh-CN" altLang="en-US" sz="2800" dirty="0">
                <a:latin typeface="微软雅黑" panose="020B0503020204020204" pitchFamily="34" charset="-122"/>
                <a:ea typeface="微软雅黑" panose="020B0503020204020204" pitchFamily="34" charset="-122"/>
              </a:rPr>
              <a:t>“</a:t>
            </a:r>
            <a:r>
              <a:rPr lang="en-US" altLang="zh-CN" sz="2800" dirty="0" err="1">
                <a:latin typeface="微软雅黑" panose="020B0503020204020204" pitchFamily="34" charset="-122"/>
                <a:ea typeface="微软雅黑" panose="020B0503020204020204" pitchFamily="34" charset="-122"/>
              </a:rPr>
              <a:t>snort_dynamicpreprocessor</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文件夹即可；“</a:t>
            </a:r>
            <a:r>
              <a:rPr lang="en-US" altLang="zh-CN" sz="2800" dirty="0" err="1">
                <a:latin typeface="微软雅黑" panose="020B0503020204020204" pitchFamily="34" charset="-122"/>
                <a:ea typeface="微软雅黑" panose="020B0503020204020204" pitchFamily="34" charset="-122"/>
              </a:rPr>
              <a:t>dynamicengine</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设置为“</a:t>
            </a:r>
            <a:r>
              <a:rPr lang="en-US" altLang="zh-CN" sz="2800" dirty="0">
                <a:latin typeface="微软雅黑" panose="020B0503020204020204" pitchFamily="34" charset="-122"/>
                <a:ea typeface="微软雅黑" panose="020B0503020204020204" pitchFamily="34" charset="-122"/>
              </a:rPr>
              <a:t>Snort\lib\</a:t>
            </a:r>
            <a:r>
              <a:rPr lang="en-US" altLang="zh-CN" sz="2800" dirty="0" err="1">
                <a:latin typeface="微软雅黑" panose="020B0503020204020204" pitchFamily="34" charset="-122"/>
                <a:ea typeface="微软雅黑" panose="020B0503020204020204" pitchFamily="34" charset="-122"/>
              </a:rPr>
              <a:t>snort_dynamicengine</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下的“</a:t>
            </a:r>
            <a:r>
              <a:rPr lang="en-US" altLang="zh-CN" sz="2800" dirty="0">
                <a:latin typeface="微软雅黑" panose="020B0503020204020204" pitchFamily="34" charset="-122"/>
                <a:ea typeface="微软雅黑" panose="020B0503020204020204" pitchFamily="34" charset="-122"/>
              </a:rPr>
              <a:t>sf_engine.dll”</a:t>
            </a:r>
            <a:r>
              <a:rPr lang="zh-CN" altLang="en-US" sz="2800" dirty="0">
                <a:latin typeface="微软雅黑" panose="020B0503020204020204" pitchFamily="34" charset="-122"/>
                <a:ea typeface="微软雅黑" panose="020B0503020204020204" pitchFamily="34" charset="-122"/>
              </a:rPr>
              <a:t>文件，该文件是基本预处理引擎，最后将“</a:t>
            </a:r>
            <a:r>
              <a:rPr lang="en-US" altLang="zh-CN" sz="2800" dirty="0" err="1">
                <a:latin typeface="微软雅黑" panose="020B0503020204020204" pitchFamily="34" charset="-122"/>
                <a:ea typeface="微软雅黑" panose="020B0503020204020204" pitchFamily="34" charset="-122"/>
              </a:rPr>
              <a:t>dynamicdetection</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注释掉即可，如图：</a:t>
            </a:r>
          </a:p>
        </p:txBody>
      </p:sp>
      <p:pic>
        <p:nvPicPr>
          <p:cNvPr id="2" name="图片 1"/>
          <p:cNvPicPr>
            <a:picLocks noChangeAspect="1"/>
          </p:cNvPicPr>
          <p:nvPr/>
        </p:nvPicPr>
        <p:blipFill>
          <a:blip r:embed="rId3"/>
          <a:stretch>
            <a:fillRect/>
          </a:stretch>
        </p:blipFill>
        <p:spPr>
          <a:xfrm>
            <a:off x="1793224" y="3638616"/>
            <a:ext cx="9408202" cy="2190684"/>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77550" y="720000"/>
            <a:ext cx="11639550" cy="2278381"/>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5</a:t>
            </a:r>
            <a:r>
              <a:rPr lang="zh-CN" altLang="en-US" sz="2800" dirty="0">
                <a:latin typeface="微软雅黑" panose="020B0503020204020204" pitchFamily="34" charset="-122"/>
                <a:ea typeface="微软雅黑" panose="020B0503020204020204" pitchFamily="34" charset="-122"/>
              </a:rPr>
              <a:t>）第五部分“配置预处理器”的末尾处，有一个预处理器与黑白名单有关，其中配置了黑白名单规则的文件位置，直接安装这个位置在原来的“</a:t>
            </a:r>
            <a:r>
              <a:rPr lang="en-US" altLang="zh-CN" sz="2800" dirty="0">
                <a:latin typeface="微软雅黑" panose="020B0503020204020204" pitchFamily="34" charset="-122"/>
                <a:ea typeface="微软雅黑" panose="020B0503020204020204" pitchFamily="34" charset="-122"/>
              </a:rPr>
              <a:t>rules”</a:t>
            </a:r>
            <a:r>
              <a:rPr lang="zh-CN" altLang="en-US" sz="2800" dirty="0">
                <a:latin typeface="微软雅黑" panose="020B0503020204020204" pitchFamily="34" charset="-122"/>
                <a:ea typeface="微软雅黑" panose="020B0503020204020204" pitchFamily="34" charset="-122"/>
              </a:rPr>
              <a:t>文件夹中创建这两个文件，即“</a:t>
            </a:r>
            <a:r>
              <a:rPr lang="en-US" altLang="zh-CN" sz="2800" dirty="0">
                <a:latin typeface="微软雅黑" panose="020B0503020204020204" pitchFamily="34" charset="-122"/>
                <a:ea typeface="微软雅黑" panose="020B0503020204020204" pitchFamily="34" charset="-122"/>
              </a:rPr>
              <a:t>rules”</a:t>
            </a:r>
            <a:r>
              <a:rPr lang="zh-CN" altLang="en-US" sz="2800" dirty="0">
                <a:latin typeface="微软雅黑" panose="020B0503020204020204" pitchFamily="34" charset="-122"/>
                <a:ea typeface="微软雅黑" panose="020B0503020204020204" pitchFamily="34" charset="-122"/>
              </a:rPr>
              <a:t>文件夹下面创建“</a:t>
            </a:r>
            <a:r>
              <a:rPr lang="en-US" altLang="zh-CN" sz="2800" dirty="0" err="1">
                <a:latin typeface="微软雅黑" panose="020B0503020204020204" pitchFamily="34" charset="-122"/>
                <a:ea typeface="微软雅黑" panose="020B0503020204020204" pitchFamily="34" charset="-122"/>
              </a:rPr>
              <a:t>black_list.rules</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文件和“</a:t>
            </a:r>
            <a:r>
              <a:rPr lang="en-US" altLang="zh-CN" sz="2800" dirty="0" err="1">
                <a:latin typeface="微软雅黑" panose="020B0503020204020204" pitchFamily="34" charset="-122"/>
                <a:ea typeface="微软雅黑" panose="020B0503020204020204" pitchFamily="34" charset="-122"/>
              </a:rPr>
              <a:t>white_list.rules</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文件，如图：</a:t>
            </a:r>
          </a:p>
        </p:txBody>
      </p:sp>
      <p:pic>
        <p:nvPicPr>
          <p:cNvPr id="3" name="图片 2"/>
          <p:cNvPicPr>
            <a:picLocks noChangeAspect="1"/>
          </p:cNvPicPr>
          <p:nvPr/>
        </p:nvPicPr>
        <p:blipFill>
          <a:blip r:embed="rId3"/>
          <a:stretch>
            <a:fillRect/>
          </a:stretch>
        </p:blipFill>
        <p:spPr>
          <a:xfrm>
            <a:off x="2657474" y="3343279"/>
            <a:ext cx="2200613" cy="576000"/>
          </a:xfrm>
          <a:prstGeom prst="rect">
            <a:avLst/>
          </a:prstGeom>
        </p:spPr>
      </p:pic>
      <p:pic>
        <p:nvPicPr>
          <p:cNvPr id="4" name="图片 3"/>
          <p:cNvPicPr>
            <a:picLocks noChangeAspect="1"/>
          </p:cNvPicPr>
          <p:nvPr/>
        </p:nvPicPr>
        <p:blipFill>
          <a:blip r:embed="rId4"/>
          <a:stretch>
            <a:fillRect/>
          </a:stretch>
        </p:blipFill>
        <p:spPr>
          <a:xfrm>
            <a:off x="5757980" y="3314705"/>
            <a:ext cx="4202661" cy="576000"/>
          </a:xfrm>
          <a:prstGeom prst="rect">
            <a:avLst/>
          </a:prstGeom>
        </p:spPr>
      </p:pic>
      <p:pic>
        <p:nvPicPr>
          <p:cNvPr id="5" name="图片 4"/>
          <p:cNvPicPr>
            <a:picLocks noChangeAspect="1"/>
          </p:cNvPicPr>
          <p:nvPr/>
        </p:nvPicPr>
        <p:blipFill>
          <a:blip r:embed="rId5"/>
          <a:stretch>
            <a:fillRect/>
          </a:stretch>
        </p:blipFill>
        <p:spPr>
          <a:xfrm>
            <a:off x="1997325" y="4486301"/>
            <a:ext cx="9000000" cy="872248"/>
          </a:xfrm>
          <a:prstGeom prst="rect">
            <a:avLst/>
          </a:prstGeom>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77550" y="720000"/>
            <a:ext cx="10800000" cy="1718227"/>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6</a:t>
            </a:r>
            <a:r>
              <a:rPr lang="zh-CN" altLang="en-US" sz="2800" dirty="0">
                <a:latin typeface="微软雅黑" panose="020B0503020204020204" pitchFamily="34" charset="-122"/>
                <a:ea typeface="微软雅黑" panose="020B0503020204020204" pitchFamily="34" charset="-122"/>
              </a:rPr>
              <a:t>）第七部分“自定义规则”中，在该处引用规则文件，但是现在还未拥有任何规则，需要把里面的规则删去或者注释掉，但后面要实现一个自定义的规则，所以选择留下一个“</a:t>
            </a:r>
            <a:r>
              <a:rPr lang="en-US" altLang="zh-CN" sz="2800" dirty="0" err="1">
                <a:latin typeface="微软雅黑" panose="020B0503020204020204" pitchFamily="34" charset="-122"/>
                <a:ea typeface="微软雅黑" panose="020B0503020204020204" pitchFamily="34" charset="-122"/>
              </a:rPr>
              <a:t>local.rules</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留作备用。</a:t>
            </a:r>
          </a:p>
        </p:txBody>
      </p:sp>
      <p:pic>
        <p:nvPicPr>
          <p:cNvPr id="8" name="图片 7"/>
          <p:cNvPicPr>
            <a:picLocks noChangeAspect="1"/>
          </p:cNvPicPr>
          <p:nvPr/>
        </p:nvPicPr>
        <p:blipFill>
          <a:blip r:embed="rId3"/>
          <a:stretch>
            <a:fillRect/>
          </a:stretch>
        </p:blipFill>
        <p:spPr>
          <a:xfrm>
            <a:off x="2672777" y="3013666"/>
            <a:ext cx="6809547" cy="2587033"/>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20000" y="720000"/>
            <a:ext cx="10800000" cy="3398687"/>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7</a:t>
            </a:r>
            <a:r>
              <a:rPr lang="zh-CN" altLang="en-US" sz="2800" dirty="0">
                <a:latin typeface="微软雅黑" panose="020B0503020204020204" pitchFamily="34" charset="-122"/>
                <a:ea typeface="微软雅黑" panose="020B0503020204020204" pitchFamily="34" charset="-122"/>
              </a:rPr>
              <a:t>）书写规则文件。</a:t>
            </a:r>
          </a:p>
          <a:p>
            <a:pPr>
              <a:lnSpc>
                <a:spcPct val="130000"/>
              </a:lnSpc>
            </a:pPr>
            <a:r>
              <a:rPr lang="zh-CN" altLang="en-US" sz="2800" dirty="0">
                <a:latin typeface="微软雅黑" panose="020B0503020204020204" pitchFamily="34" charset="-122"/>
                <a:ea typeface="微软雅黑" panose="020B0503020204020204" pitchFamily="34" charset="-122"/>
              </a:rPr>
              <a:t>       直接给出一条简单规则：</a:t>
            </a:r>
            <a:r>
              <a:rPr lang="en-US" altLang="zh-CN" sz="2800" dirty="0">
                <a:latin typeface="微软雅黑" panose="020B0503020204020204" pitchFamily="34" charset="-122"/>
                <a:ea typeface="微软雅黑" panose="020B0503020204020204" pitchFamily="34" charset="-122"/>
              </a:rPr>
              <a:t>alert </a:t>
            </a:r>
            <a:r>
              <a:rPr lang="en-US" altLang="zh-CN" sz="2800" dirty="0" err="1">
                <a:latin typeface="微软雅黑" panose="020B0503020204020204" pitchFamily="34" charset="-122"/>
                <a:ea typeface="微软雅黑" panose="020B0503020204020204" pitchFamily="34" charset="-122"/>
              </a:rPr>
              <a:t>icmp</a:t>
            </a:r>
            <a:r>
              <a:rPr lang="en-US" altLang="zh-CN" sz="2800" dirty="0">
                <a:latin typeface="微软雅黑" panose="020B0503020204020204" pitchFamily="34" charset="-122"/>
                <a:ea typeface="微软雅黑" panose="020B0503020204020204" pitchFamily="34" charset="-122"/>
              </a:rPr>
              <a:t> any </a:t>
            </a:r>
            <a:r>
              <a:rPr lang="en-US" altLang="zh-CN" sz="2800" dirty="0" err="1">
                <a:latin typeface="微软雅黑" panose="020B0503020204020204" pitchFamily="34" charset="-122"/>
                <a:ea typeface="微软雅黑" panose="020B0503020204020204" pitchFamily="34" charset="-122"/>
              </a:rPr>
              <a:t>any</a:t>
            </a:r>
            <a:r>
              <a:rPr lang="en-US" altLang="zh-CN" sz="2800" dirty="0">
                <a:latin typeface="微软雅黑" panose="020B0503020204020204" pitchFamily="34" charset="-122"/>
                <a:ea typeface="微软雅黑" panose="020B0503020204020204" pitchFamily="34" charset="-122"/>
              </a:rPr>
              <a:t> -&gt; any </a:t>
            </a:r>
            <a:r>
              <a:rPr lang="en-US" altLang="zh-CN" sz="2800" dirty="0" err="1">
                <a:latin typeface="微软雅黑" panose="020B0503020204020204" pitchFamily="34" charset="-122"/>
                <a:ea typeface="微软雅黑" panose="020B0503020204020204" pitchFamily="34" charset="-122"/>
              </a:rPr>
              <a:t>any</a:t>
            </a:r>
            <a:r>
              <a:rPr lang="en-US" altLang="zh-CN" sz="2800" dirty="0">
                <a:latin typeface="微软雅黑" panose="020B0503020204020204" pitchFamily="34" charset="-122"/>
                <a:ea typeface="微软雅黑" panose="020B0503020204020204" pitchFamily="34" charset="-122"/>
              </a:rPr>
              <a:t> (</a:t>
            </a:r>
            <a:r>
              <a:rPr lang="en-US" altLang="zh-CN" sz="2800" dirty="0" err="1">
                <a:latin typeface="微软雅黑" panose="020B0503020204020204" pitchFamily="34" charset="-122"/>
                <a:ea typeface="微软雅黑" panose="020B0503020204020204" pitchFamily="34" charset="-122"/>
              </a:rPr>
              <a:t>msg:"ICMP</a:t>
            </a:r>
            <a:r>
              <a:rPr lang="en-US" altLang="zh-CN" sz="2800" dirty="0">
                <a:latin typeface="微软雅黑" panose="020B0503020204020204" pitchFamily="34" charset="-122"/>
                <a:ea typeface="微软雅黑" panose="020B0503020204020204" pitchFamily="34" charset="-122"/>
              </a:rPr>
              <a:t> test detected"; sid:10000001; rev:001;)</a:t>
            </a:r>
          </a:p>
          <a:p>
            <a:pPr>
              <a:lnSpc>
                <a:spcPct val="130000"/>
              </a:lnSpc>
            </a:pPr>
            <a:r>
              <a:rPr lang="zh-CN" altLang="en-US" sz="2800" dirty="0">
                <a:latin typeface="微软雅黑" panose="020B0503020204020204" pitchFamily="34" charset="-122"/>
                <a:ea typeface="微软雅黑" panose="020B0503020204020204" pitchFamily="34" charset="-122"/>
              </a:rPr>
              <a:t>       在</a:t>
            </a:r>
            <a:r>
              <a:rPr lang="en-US" altLang="zh-CN" sz="2800" dirty="0">
                <a:latin typeface="微软雅黑" panose="020B0503020204020204" pitchFamily="34" charset="-122"/>
                <a:ea typeface="微软雅黑" panose="020B0503020204020204" pitchFamily="34" charset="-122"/>
              </a:rPr>
              <a:t>rules</a:t>
            </a:r>
            <a:r>
              <a:rPr lang="zh-CN" altLang="en-US" sz="2800" dirty="0">
                <a:latin typeface="微软雅黑" panose="020B0503020204020204" pitchFamily="34" charset="-122"/>
                <a:ea typeface="微软雅黑" panose="020B0503020204020204" pitchFamily="34" charset="-122"/>
              </a:rPr>
              <a:t>目录下创建一个文件“</a:t>
            </a:r>
            <a:r>
              <a:rPr lang="en-US" altLang="zh-CN" sz="2800" dirty="0" err="1">
                <a:latin typeface="微软雅黑" panose="020B0503020204020204" pitchFamily="34" charset="-122"/>
                <a:ea typeface="微软雅黑" panose="020B0503020204020204" pitchFamily="34" charset="-122"/>
              </a:rPr>
              <a:t>local.rules</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，然后把该条规则放在文件中即可进行测试了，如图：</a:t>
            </a:r>
            <a:endParaRPr lang="en-US" altLang="zh-CN" sz="2800" dirty="0">
              <a:latin typeface="微软雅黑" panose="020B0503020204020204" pitchFamily="34" charset="-122"/>
              <a:ea typeface="微软雅黑" panose="020B0503020204020204" pitchFamily="34" charset="-122"/>
            </a:endParaRPr>
          </a:p>
          <a:p>
            <a:pPr>
              <a:lnSpc>
                <a:spcPct val="130000"/>
              </a:lnSpc>
            </a:pPr>
            <a:endParaRPr lang="zh-CN" altLang="en-US" sz="28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2272566" y="3771901"/>
            <a:ext cx="7646867" cy="2366099"/>
          </a:xfrm>
          <a:prstGeom prst="rect">
            <a:avLst/>
          </a:prstGeom>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20000" y="720000"/>
            <a:ext cx="10800000" cy="1718227"/>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8</a:t>
            </a:r>
            <a:r>
              <a:rPr lang="zh-CN" altLang="en-US" sz="2800" dirty="0">
                <a:latin typeface="微软雅黑" panose="020B0503020204020204" pitchFamily="34" charset="-122"/>
                <a:ea typeface="微软雅黑" panose="020B0503020204020204" pitchFamily="34" charset="-122"/>
              </a:rPr>
              <a:t>）在原来的命令窗口输入</a:t>
            </a:r>
          </a:p>
          <a:p>
            <a:pPr>
              <a:lnSpc>
                <a:spcPct val="13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snort -dev -l c:\Snort\log -c c:\Snort\etc\snort.conf -i1 -T”</a:t>
            </a:r>
            <a:r>
              <a:rPr lang="zh-CN" altLang="en-US" sz="2800" dirty="0">
                <a:latin typeface="微软雅黑" panose="020B0503020204020204" pitchFamily="34" charset="-122"/>
                <a:ea typeface="微软雅黑" panose="020B0503020204020204" pitchFamily="34" charset="-122"/>
              </a:rPr>
              <a:t>，测试主要目的是确定配置项是否正确：</a:t>
            </a:r>
          </a:p>
        </p:txBody>
      </p:sp>
      <p:pic>
        <p:nvPicPr>
          <p:cNvPr id="2" name="图片 1"/>
          <p:cNvPicPr>
            <a:picLocks noChangeAspect="1"/>
          </p:cNvPicPr>
          <p:nvPr/>
        </p:nvPicPr>
        <p:blipFill>
          <a:blip r:embed="rId3"/>
          <a:stretch>
            <a:fillRect/>
          </a:stretch>
        </p:blipFill>
        <p:spPr>
          <a:xfrm>
            <a:off x="843252" y="2589736"/>
            <a:ext cx="10800000" cy="839264"/>
          </a:xfrm>
          <a:prstGeom prst="rect">
            <a:avLst/>
          </a:prstGeom>
        </p:spPr>
      </p:pic>
      <p:sp>
        <p:nvSpPr>
          <p:cNvPr id="6" name="文本框 5"/>
          <p:cNvSpPr txBox="1"/>
          <p:nvPr/>
        </p:nvSpPr>
        <p:spPr>
          <a:xfrm>
            <a:off x="843252" y="3874000"/>
            <a:ext cx="10800000" cy="800219"/>
          </a:xfrm>
          <a:prstGeom prst="rect">
            <a:avLst/>
          </a:prstGeom>
          <a:noFill/>
        </p:spPr>
        <p:txBody>
          <a:bodyPr wrap="square">
            <a:spAutoFit/>
          </a:bodyPr>
          <a:lstStyle/>
          <a:p>
            <a:r>
              <a:rPr lang="zh-CN" altLang="en-US" sz="2800" dirty="0">
                <a:latin typeface="微软雅黑" panose="020B0503020204020204" pitchFamily="34" charset="-122"/>
                <a:ea typeface="微软雅黑" panose="020B0503020204020204" pitchFamily="34" charset="-122"/>
              </a:rPr>
              <a:t>       最后如果出现“验证参数成功”，则说明配置是没有问题。</a:t>
            </a:r>
            <a:endParaRPr lang="en-US" altLang="zh-CN" sz="2800" dirty="0">
              <a:latin typeface="微软雅黑" panose="020B0503020204020204" pitchFamily="34" charset="-122"/>
              <a:ea typeface="微软雅黑" panose="020B0503020204020204" pitchFamily="34" charset="-122"/>
            </a:endParaRPr>
          </a:p>
          <a:p>
            <a:endParaRPr lang="zh-CN" altLang="en-US" dirty="0"/>
          </a:p>
        </p:txBody>
      </p:sp>
      <p:pic>
        <p:nvPicPr>
          <p:cNvPr id="7" name="图片 6"/>
          <p:cNvPicPr>
            <a:picLocks noChangeAspect="1"/>
          </p:cNvPicPr>
          <p:nvPr/>
        </p:nvPicPr>
        <p:blipFill>
          <a:blip r:embed="rId4"/>
          <a:stretch>
            <a:fillRect/>
          </a:stretch>
        </p:blipFill>
        <p:spPr>
          <a:xfrm>
            <a:off x="1786231" y="4532236"/>
            <a:ext cx="8914043" cy="1605763"/>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20000" y="720000"/>
            <a:ext cx="10800000" cy="1158074"/>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9</a:t>
            </a:r>
            <a:r>
              <a:rPr lang="zh-CN" altLang="en-US" sz="2800" dirty="0">
                <a:latin typeface="微软雅黑" panose="020B0503020204020204" pitchFamily="34" charset="-122"/>
                <a:ea typeface="微软雅黑" panose="020B0503020204020204" pitchFamily="34" charset="-122"/>
              </a:rPr>
              <a:t>）执行以下命令</a:t>
            </a:r>
          </a:p>
          <a:p>
            <a:pPr>
              <a:lnSpc>
                <a:spcPct val="13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snort -dev -l c:\Snort\log -c c:\Snort\etc\snort.conf -i1”</a:t>
            </a:r>
            <a:r>
              <a:rPr lang="zh-CN" altLang="en-US" sz="2800" dirty="0">
                <a:latin typeface="微软雅黑" panose="020B0503020204020204" pitchFamily="34" charset="-122"/>
                <a:ea typeface="微软雅黑" panose="020B0503020204020204" pitchFamily="34" charset="-122"/>
              </a:rPr>
              <a:t>，</a:t>
            </a:r>
          </a:p>
        </p:txBody>
      </p:sp>
      <p:sp>
        <p:nvSpPr>
          <p:cNvPr id="6" name="文本框 5"/>
          <p:cNvSpPr txBox="1"/>
          <p:nvPr/>
        </p:nvSpPr>
        <p:spPr>
          <a:xfrm>
            <a:off x="843252" y="2951946"/>
            <a:ext cx="10800000" cy="954107"/>
          </a:xfrm>
          <a:prstGeom prst="rect">
            <a:avLst/>
          </a:prstGeom>
          <a:noFill/>
        </p:spPr>
        <p:txBody>
          <a:bodyPr wrap="square">
            <a:spAutoFit/>
          </a:bodyPr>
          <a:lstStyle/>
          <a:p>
            <a:r>
              <a:rPr lang="zh-CN" altLang="en-US" sz="2800" dirty="0">
                <a:latin typeface="微软雅黑" panose="020B0503020204020204" pitchFamily="34" charset="-122"/>
                <a:ea typeface="微软雅黑" panose="020B0503020204020204" pitchFamily="34" charset="-122"/>
              </a:rPr>
              <a:t>       另外打开一个命令窗口，做一次</a:t>
            </a:r>
            <a:r>
              <a:rPr lang="en-US" altLang="zh-CN" sz="2800" dirty="0">
                <a:latin typeface="微软雅黑" panose="020B0503020204020204" pitchFamily="34" charset="-122"/>
                <a:ea typeface="微软雅黑" panose="020B0503020204020204" pitchFamily="34" charset="-122"/>
              </a:rPr>
              <a:t>ping</a:t>
            </a:r>
            <a:r>
              <a:rPr lang="zh-CN" altLang="en-US" sz="2800" dirty="0">
                <a:latin typeface="微软雅黑" panose="020B0503020204020204" pitchFamily="34" charset="-122"/>
                <a:ea typeface="微软雅黑" panose="020B0503020204020204" pitchFamily="34" charset="-122"/>
              </a:rPr>
              <a:t>操作，如“</a:t>
            </a:r>
            <a:r>
              <a:rPr lang="en-US" altLang="zh-CN" sz="2800" dirty="0">
                <a:latin typeface="微软雅黑" panose="020B0503020204020204" pitchFamily="34" charset="-122"/>
                <a:ea typeface="微软雅黑" panose="020B0503020204020204" pitchFamily="34" charset="-122"/>
              </a:rPr>
              <a:t>ping www.baidu.com”</a:t>
            </a:r>
            <a:endParaRPr lang="zh-CN" altLang="en-US" dirty="0"/>
          </a:p>
        </p:txBody>
      </p:sp>
      <p:pic>
        <p:nvPicPr>
          <p:cNvPr id="3" name="图片 2"/>
          <p:cNvPicPr>
            <a:picLocks noChangeAspect="1"/>
          </p:cNvPicPr>
          <p:nvPr/>
        </p:nvPicPr>
        <p:blipFill>
          <a:blip r:embed="rId3"/>
          <a:stretch>
            <a:fillRect/>
          </a:stretch>
        </p:blipFill>
        <p:spPr>
          <a:xfrm>
            <a:off x="843252" y="1947808"/>
            <a:ext cx="10800000" cy="662155"/>
          </a:xfrm>
          <a:prstGeom prst="rect">
            <a:avLst/>
          </a:prstGeom>
        </p:spPr>
      </p:pic>
      <p:pic>
        <p:nvPicPr>
          <p:cNvPr id="4" name="图片 3"/>
          <p:cNvPicPr>
            <a:picLocks noChangeAspect="1"/>
          </p:cNvPicPr>
          <p:nvPr/>
        </p:nvPicPr>
        <p:blipFill>
          <a:blip r:embed="rId4"/>
          <a:stretch>
            <a:fillRect/>
          </a:stretch>
        </p:blipFill>
        <p:spPr>
          <a:xfrm>
            <a:off x="3295931" y="3906053"/>
            <a:ext cx="6416908" cy="2433531"/>
          </a:xfrm>
          <a:prstGeom prst="rect">
            <a:avLst/>
          </a:prstGeom>
        </p:spPr>
      </p:pic>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20000" y="720000"/>
            <a:ext cx="10800000" cy="597921"/>
          </a:xfrm>
          <a:prstGeom prst="rect">
            <a:avLst/>
          </a:prstGeom>
          <a:noFill/>
        </p:spPr>
        <p:txBody>
          <a:bodyPr wrap="square">
            <a:spAutoFit/>
          </a:bodyPr>
          <a:lstStyle/>
          <a:p>
            <a:pPr>
              <a:lnSpc>
                <a:spcPct val="13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10</a:t>
            </a:r>
            <a:r>
              <a:rPr lang="zh-CN" altLang="en-US" sz="2800" dirty="0">
                <a:latin typeface="微软雅黑" panose="020B0503020204020204" pitchFamily="34" charset="-122"/>
                <a:ea typeface="微软雅黑" panose="020B0503020204020204" pitchFamily="34" charset="-122"/>
              </a:rPr>
              <a:t>）确认</a:t>
            </a:r>
            <a:r>
              <a:rPr lang="en-US" altLang="zh-CN" sz="2800" dirty="0">
                <a:latin typeface="微软雅黑" panose="020B0503020204020204" pitchFamily="34" charset="-122"/>
                <a:ea typeface="微软雅黑" panose="020B0503020204020204" pitchFamily="34" charset="-122"/>
              </a:rPr>
              <a:t>log</a:t>
            </a:r>
            <a:r>
              <a:rPr lang="zh-CN" altLang="en-US" sz="2800" dirty="0">
                <a:latin typeface="微软雅黑" panose="020B0503020204020204" pitchFamily="34" charset="-122"/>
                <a:ea typeface="微软雅黑" panose="020B0503020204020204" pitchFamily="34" charset="-122"/>
              </a:rPr>
              <a:t>文件夹下的文件，查看日志文件打印出的信息</a:t>
            </a:r>
          </a:p>
        </p:txBody>
      </p:sp>
      <p:sp>
        <p:nvSpPr>
          <p:cNvPr id="6" name="文本框 5"/>
          <p:cNvSpPr txBox="1"/>
          <p:nvPr/>
        </p:nvSpPr>
        <p:spPr>
          <a:xfrm>
            <a:off x="843252" y="2951946"/>
            <a:ext cx="10800000" cy="954107"/>
          </a:xfrm>
          <a:prstGeom prst="rect">
            <a:avLst/>
          </a:prstGeom>
          <a:noFill/>
        </p:spPr>
        <p:txBody>
          <a:bodyPr wrap="square">
            <a:spAutoFit/>
          </a:bodyPr>
          <a:lstStyle/>
          <a:p>
            <a:r>
              <a:rPr lang="zh-CN" altLang="en-US" sz="2800" dirty="0">
                <a:latin typeface="微软雅黑" panose="020B0503020204020204" pitchFamily="34" charset="-122"/>
                <a:ea typeface="微软雅黑" panose="020B0503020204020204" pitchFamily="34" charset="-122"/>
              </a:rPr>
              <a:t>       打开“</a:t>
            </a:r>
            <a:r>
              <a:rPr lang="en-US" altLang="zh-CN" sz="2800" dirty="0" err="1">
                <a:latin typeface="微软雅黑" panose="020B0503020204020204" pitchFamily="34" charset="-122"/>
                <a:ea typeface="微软雅黑" panose="020B0503020204020204" pitchFamily="34" charset="-122"/>
              </a:rPr>
              <a:t>alert.ids</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文件，查看刚才做的</a:t>
            </a:r>
            <a:r>
              <a:rPr lang="en-US" altLang="zh-CN" sz="2800" dirty="0">
                <a:latin typeface="微软雅黑" panose="020B0503020204020204" pitchFamily="34" charset="-122"/>
                <a:ea typeface="微软雅黑" panose="020B0503020204020204" pitchFamily="34" charset="-122"/>
              </a:rPr>
              <a:t>ping</a:t>
            </a:r>
            <a:r>
              <a:rPr lang="zh-CN" altLang="en-US" sz="2800" dirty="0">
                <a:latin typeface="微软雅黑" panose="020B0503020204020204" pitchFamily="34" charset="-122"/>
                <a:ea typeface="微软雅黑" panose="020B0503020204020204" pitchFamily="34" charset="-122"/>
              </a:rPr>
              <a:t>操作的响应数据包的信息。</a:t>
            </a:r>
            <a:endParaRPr lang="zh-CN" altLang="en-US" dirty="0"/>
          </a:p>
        </p:txBody>
      </p:sp>
      <p:pic>
        <p:nvPicPr>
          <p:cNvPr id="2" name="图片 1"/>
          <p:cNvPicPr>
            <a:picLocks noChangeAspect="1"/>
          </p:cNvPicPr>
          <p:nvPr/>
        </p:nvPicPr>
        <p:blipFill>
          <a:blip r:embed="rId3"/>
          <a:stretch>
            <a:fillRect/>
          </a:stretch>
        </p:blipFill>
        <p:spPr>
          <a:xfrm>
            <a:off x="2734361" y="1358175"/>
            <a:ext cx="6723277" cy="1511004"/>
          </a:xfrm>
          <a:prstGeom prst="rect">
            <a:avLst/>
          </a:prstGeom>
        </p:spPr>
      </p:pic>
      <p:pic>
        <p:nvPicPr>
          <p:cNvPr id="7" name="图片 6"/>
          <p:cNvPicPr>
            <a:picLocks noChangeAspect="1"/>
          </p:cNvPicPr>
          <p:nvPr/>
        </p:nvPicPr>
        <p:blipFill>
          <a:blip r:embed="rId4"/>
          <a:stretch>
            <a:fillRect/>
          </a:stretch>
        </p:blipFill>
        <p:spPr>
          <a:xfrm>
            <a:off x="3542915" y="3988820"/>
            <a:ext cx="5400675" cy="2362795"/>
          </a:xfrm>
          <a:prstGeom prst="rect">
            <a:avLst/>
          </a:prstGeom>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20000" y="720000"/>
            <a:ext cx="10800000" cy="1017905"/>
          </a:xfrm>
          <a:prstGeom prst="rect">
            <a:avLst/>
          </a:prstGeom>
        </p:spPr>
        <p:txBody>
          <a:bodyPr vert="horz" wrap="square" lIns="90000" tIns="46800" rIns="90000" bIns="46800" anchor="ctr" anchorCtr="0">
            <a:noAutofit/>
          </a:bodyPr>
          <a:lstStyle>
            <a:defPPr>
              <a:defRPr lang="zh-CN"/>
            </a:defPPr>
            <a:lvl1pPr algn="ctr">
              <a:defRPr sz="3200" kern="0">
                <a:latin typeface="+mj-lt"/>
                <a:ea typeface="+mj-ea"/>
                <a:cs typeface="+mj-cs"/>
              </a:defRPr>
            </a:lvl1pPr>
          </a:lstStyle>
          <a:p>
            <a:pPr algn="l"/>
            <a:r>
              <a:rPr lang="zh-CN" altLang="en-US" sz="3600" b="1" dirty="0">
                <a:latin typeface="Times New Roman" panose="02020603050405020304" charset="0"/>
                <a:ea typeface="微软雅黑" panose="020B0503020204020204" pitchFamily="34" charset="-122"/>
              </a:rPr>
              <a:t>Snort检测大流量ping攻击实验</a:t>
            </a:r>
          </a:p>
        </p:txBody>
      </p:sp>
      <p:sp>
        <p:nvSpPr>
          <p:cNvPr id="66" name="文本框 65"/>
          <p:cNvSpPr txBox="1"/>
          <p:nvPr/>
        </p:nvSpPr>
        <p:spPr>
          <a:xfrm>
            <a:off x="720000" y="1512000"/>
            <a:ext cx="10800000" cy="2168525"/>
          </a:xfrm>
          <a:prstGeom prst="rect">
            <a:avLst/>
          </a:prstGeom>
          <a:noFill/>
        </p:spPr>
        <p:txBody>
          <a:bodyPr wrap="square" rtlCol="0">
            <a:spAutoFit/>
          </a:bodyPr>
          <a:lstStyle/>
          <a:p>
            <a:pPr indent="457200">
              <a:lnSpc>
                <a:spcPct val="150000"/>
              </a:lnSpc>
            </a:pPr>
            <a:r>
              <a:rPr lang="en-US" altLang="zh-CN" sz="3000" dirty="0">
                <a:latin typeface="Times New Roman" panose="02020603050405020304" charset="0"/>
                <a:ea typeface="微软雅黑" panose="020B0503020204020204" pitchFamily="34" charset="-122"/>
              </a:rPr>
              <a:t>   </a:t>
            </a:r>
            <a:r>
              <a:rPr lang="zh-CN" altLang="en-US" sz="3000" dirty="0">
                <a:latin typeface="Times New Roman" panose="02020603050405020304" charset="0"/>
                <a:ea typeface="微软雅黑" panose="020B0503020204020204" pitchFamily="34" charset="-122"/>
              </a:rPr>
              <a:t>可以使用snort的入侵检测系统来监视与本主机相关的各种流量信息，下面将使用一个简单的例子来展示snort对于特定类型大小的数据包的报警。</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720000" y="720000"/>
            <a:ext cx="10800000" cy="1846659"/>
          </a:xfrm>
          <a:prstGeom prst="rect">
            <a:avLst/>
          </a:prstGeom>
          <a:noFill/>
        </p:spPr>
        <p:txBody>
          <a:bodyPr wrap="square" rtlCol="0">
            <a:spAutoFit/>
          </a:bodyPr>
          <a:lstStyle/>
          <a:p>
            <a:pPr indent="457200"/>
            <a:r>
              <a:rPr lang="en-US" altLang="zh-CN" sz="3000" dirty="0">
                <a:latin typeface="Times New Roman" panose="02020603050405020304" charset="0"/>
                <a:ea typeface="微软雅黑" panose="020B0503020204020204" pitchFamily="34" charset="-122"/>
              </a:rPr>
              <a:t>  </a:t>
            </a:r>
            <a:r>
              <a:rPr lang="zh-CN" altLang="en-US" sz="2800" dirty="0">
                <a:latin typeface="Times New Roman" panose="02020603050405020304" charset="0"/>
                <a:ea typeface="微软雅黑" panose="020B0503020204020204" pitchFamily="34" charset="-122"/>
              </a:rPr>
              <a:t>（</a:t>
            </a:r>
            <a:r>
              <a:rPr lang="en-US" altLang="zh-CN" sz="2800" dirty="0">
                <a:latin typeface="Times New Roman" panose="02020603050405020304" charset="0"/>
                <a:ea typeface="微软雅黑" panose="020B0503020204020204" pitchFamily="34" charset="-122"/>
              </a:rPr>
              <a:t>1</a:t>
            </a:r>
            <a:r>
              <a:rPr lang="zh-CN" altLang="en-US" sz="2800" dirty="0">
                <a:latin typeface="Times New Roman" panose="02020603050405020304" charset="0"/>
                <a:ea typeface="微软雅黑" panose="020B0503020204020204" pitchFamily="34" charset="-122"/>
              </a:rPr>
              <a:t>）首先</a:t>
            </a:r>
            <a:r>
              <a:rPr sz="2800" dirty="0" err="1">
                <a:latin typeface="Times New Roman" panose="02020603050405020304" charset="0"/>
                <a:ea typeface="微软雅黑" panose="020B0503020204020204" pitchFamily="34" charset="-122"/>
              </a:rPr>
              <a:t>在“local.rules”重新添加一条新的规则“alert</a:t>
            </a:r>
            <a:r>
              <a:rPr sz="2800" dirty="0">
                <a:latin typeface="Times New Roman" panose="02020603050405020304" charset="0"/>
                <a:ea typeface="微软雅黑" panose="020B0503020204020204" pitchFamily="34" charset="-122"/>
              </a:rPr>
              <a:t> </a:t>
            </a:r>
            <a:r>
              <a:rPr sz="2800" dirty="0" err="1">
                <a:latin typeface="Times New Roman" panose="02020603050405020304" charset="0"/>
                <a:ea typeface="微软雅黑" panose="020B0503020204020204" pitchFamily="34" charset="-122"/>
              </a:rPr>
              <a:t>icmp</a:t>
            </a:r>
            <a:r>
              <a:rPr sz="2800" dirty="0">
                <a:latin typeface="Times New Roman" panose="02020603050405020304" charset="0"/>
                <a:ea typeface="微软雅黑" panose="020B0503020204020204" pitchFamily="34" charset="-122"/>
              </a:rPr>
              <a:t> $EXTERNAL_NET any -&gt; $HOME_NET any (</a:t>
            </a:r>
            <a:r>
              <a:rPr sz="2800" dirty="0" err="1">
                <a:latin typeface="Times New Roman" panose="02020603050405020304" charset="0"/>
                <a:ea typeface="微软雅黑" panose="020B0503020204020204" pitchFamily="34" charset="-122"/>
              </a:rPr>
              <a:t>msg:"ICMP</a:t>
            </a:r>
            <a:r>
              <a:rPr sz="2800" dirty="0">
                <a:latin typeface="Times New Roman" panose="02020603050405020304" charset="0"/>
                <a:ea typeface="微软雅黑" panose="020B0503020204020204" pitchFamily="34" charset="-122"/>
              </a:rPr>
              <a:t> Large ICMP Packet"; </a:t>
            </a:r>
            <a:r>
              <a:rPr sz="2800" dirty="0" err="1">
                <a:latin typeface="Times New Roman" panose="02020603050405020304" charset="0"/>
                <a:ea typeface="微软雅黑" panose="020B0503020204020204" pitchFamily="34" charset="-122"/>
              </a:rPr>
              <a:t>dsize</a:t>
            </a:r>
            <a:r>
              <a:rPr sz="2800" dirty="0">
                <a:latin typeface="Times New Roman" panose="02020603050405020304" charset="0"/>
                <a:ea typeface="微软雅黑" panose="020B0503020204020204" pitchFamily="34" charset="-122"/>
              </a:rPr>
              <a:t>:&gt;800; reference:arachnids,246; </a:t>
            </a:r>
            <a:r>
              <a:rPr sz="2800" dirty="0" err="1">
                <a:latin typeface="Times New Roman" panose="02020603050405020304" charset="0"/>
                <a:ea typeface="微软雅黑" panose="020B0503020204020204" pitchFamily="34" charset="-122"/>
              </a:rPr>
              <a:t>classtype:bad-unknown</a:t>
            </a:r>
            <a:r>
              <a:rPr sz="2800" dirty="0">
                <a:latin typeface="Times New Roman" panose="02020603050405020304" charset="0"/>
                <a:ea typeface="微软雅黑" panose="020B0503020204020204" pitchFamily="34" charset="-122"/>
              </a:rPr>
              <a:t>; sid:499; rev:4;)”，</a:t>
            </a:r>
            <a:endParaRPr lang="en-US" sz="2800" dirty="0">
              <a:latin typeface="Times New Roman" panose="02020603050405020304" charset="0"/>
              <a:ea typeface="微软雅黑" panose="020B0503020204020204" pitchFamily="34" charset="-122"/>
            </a:endParaRPr>
          </a:p>
        </p:txBody>
      </p:sp>
      <p:pic>
        <p:nvPicPr>
          <p:cNvPr id="4"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72000" y="2583000"/>
            <a:ext cx="10645928" cy="1692000"/>
          </a:xfrm>
          <a:prstGeom prst="rect">
            <a:avLst/>
          </a:prstGeom>
          <a:noFill/>
          <a:ln>
            <a:noFill/>
          </a:ln>
        </p:spPr>
      </p:pic>
      <p:sp>
        <p:nvSpPr>
          <p:cNvPr id="6" name="文本框 5"/>
          <p:cNvSpPr txBox="1"/>
          <p:nvPr/>
        </p:nvSpPr>
        <p:spPr>
          <a:xfrm>
            <a:off x="671998" y="4792012"/>
            <a:ext cx="10800000" cy="1157817"/>
          </a:xfrm>
          <a:prstGeom prst="rect">
            <a:avLst/>
          </a:prstGeom>
          <a:noFill/>
        </p:spPr>
        <p:txBody>
          <a:bodyPr wrap="square">
            <a:spAutoFit/>
          </a:bodyPr>
          <a:lstStyle/>
          <a:p>
            <a:pPr>
              <a:lnSpc>
                <a:spcPct val="130000"/>
              </a:lnSpc>
            </a:pPr>
            <a:r>
              <a:rPr lang="zh-CN" altLang="en-US" sz="2800" dirty="0">
                <a:latin typeface="Times New Roman" panose="02020603050405020304" charset="0"/>
                <a:ea typeface="微软雅黑" panose="020B0503020204020204" pitchFamily="34" charset="-122"/>
              </a:rPr>
              <a:t>        这条规则中会对</a:t>
            </a:r>
            <a:r>
              <a:rPr lang="en-US" altLang="zh-CN" sz="2800" dirty="0">
                <a:latin typeface="Times New Roman" panose="02020603050405020304" charset="0"/>
                <a:ea typeface="微软雅黑" panose="020B0503020204020204" pitchFamily="34" charset="-122"/>
              </a:rPr>
              <a:t>ICMP</a:t>
            </a:r>
            <a:r>
              <a:rPr lang="zh-CN" altLang="en-US" sz="2800" dirty="0">
                <a:latin typeface="Times New Roman" panose="02020603050405020304" charset="0"/>
                <a:ea typeface="微软雅黑" panose="020B0503020204020204" pitchFamily="34" charset="-122"/>
              </a:rPr>
              <a:t>协议类型，并且数据包的大小大于</a:t>
            </a:r>
            <a:r>
              <a:rPr lang="en-US" altLang="zh-CN" sz="2800" dirty="0">
                <a:latin typeface="Times New Roman" panose="02020603050405020304" charset="0"/>
                <a:ea typeface="微软雅黑" panose="020B0503020204020204" pitchFamily="34" charset="-122"/>
              </a:rPr>
              <a:t>800</a:t>
            </a:r>
            <a:r>
              <a:rPr lang="zh-CN" altLang="en-US" sz="2800" dirty="0">
                <a:latin typeface="Times New Roman" panose="02020603050405020304" charset="0"/>
                <a:ea typeface="微软雅黑" panose="020B0503020204020204" pitchFamily="34" charset="-122"/>
              </a:rPr>
              <a:t>字节的攻击进行报警，在这里将其标记为“</a:t>
            </a:r>
            <a:r>
              <a:rPr lang="en-US" altLang="zh-CN" sz="2800" dirty="0">
                <a:latin typeface="Times New Roman" panose="02020603050405020304" charset="0"/>
                <a:ea typeface="微软雅黑" panose="020B0503020204020204" pitchFamily="34" charset="-122"/>
              </a:rPr>
              <a:t>bad-unknown”</a:t>
            </a:r>
            <a:r>
              <a:rPr lang="zh-CN" altLang="en-US" sz="2800" dirty="0">
                <a:latin typeface="Times New Roman" panose="02020603050405020304" charset="0"/>
                <a:ea typeface="微软雅黑" panose="020B0503020204020204" pitchFamily="34" charset="-122"/>
              </a:rPr>
              <a:t>的攻击类型。</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695999" y="720000"/>
            <a:ext cx="10800000" cy="984885"/>
          </a:xfrm>
          <a:prstGeom prst="rect">
            <a:avLst/>
          </a:prstGeom>
          <a:noFill/>
        </p:spPr>
        <p:txBody>
          <a:bodyPr wrap="square" rtlCol="0">
            <a:spAutoFit/>
          </a:bodyPr>
          <a:lstStyle/>
          <a:p>
            <a:pPr indent="457200"/>
            <a:r>
              <a:rPr lang="zh-CN" altLang="en-US" sz="3000" dirty="0">
                <a:latin typeface="Times New Roman" panose="02020603050405020304" charset="0"/>
                <a:ea typeface="微软雅黑" panose="020B0503020204020204" pitchFamily="34" charset="-122"/>
              </a:rPr>
              <a:t>  </a:t>
            </a:r>
            <a:r>
              <a:rPr lang="zh-CN" altLang="en-US" sz="2800" dirty="0">
                <a:latin typeface="Times New Roman" panose="02020603050405020304" charset="0"/>
                <a:ea typeface="微软雅黑" panose="020B0503020204020204" pitchFamily="34" charset="-122"/>
              </a:rPr>
              <a:t>（</a:t>
            </a:r>
            <a:r>
              <a:rPr lang="en-US" altLang="zh-CN" sz="2800" dirty="0">
                <a:latin typeface="Times New Roman" panose="02020603050405020304" charset="0"/>
                <a:ea typeface="微软雅黑" panose="020B0503020204020204" pitchFamily="34" charset="-122"/>
              </a:rPr>
              <a:t>2</a:t>
            </a:r>
            <a:r>
              <a:rPr lang="zh-CN" altLang="en-US" sz="2800" dirty="0">
                <a:latin typeface="Times New Roman" panose="02020603050405020304" charset="0"/>
                <a:ea typeface="微软雅黑" panose="020B0503020204020204" pitchFamily="34" charset="-122"/>
              </a:rPr>
              <a:t>）添加完规则之后，在终端执行入侵检测启动命令“</a:t>
            </a:r>
            <a:r>
              <a:rPr lang="en-US" altLang="zh-CN" sz="2800" dirty="0">
                <a:latin typeface="Times New Roman" panose="02020603050405020304" charset="0"/>
                <a:ea typeface="微软雅黑" panose="020B0503020204020204" pitchFamily="34" charset="-122"/>
              </a:rPr>
              <a:t>snort -l c:\Snort\log -c c:\Snort\etc\snort.conf -I 1”</a:t>
            </a:r>
            <a:endParaRPr lang="en-US" sz="2800" dirty="0">
              <a:latin typeface="Times New Roman" panose="02020603050405020304" charset="0"/>
              <a:ea typeface="微软雅黑" panose="020B0503020204020204" pitchFamily="34" charset="-122"/>
            </a:endParaRPr>
          </a:p>
        </p:txBody>
      </p:sp>
      <p:sp>
        <p:nvSpPr>
          <p:cNvPr id="6" name="文本框 5"/>
          <p:cNvSpPr txBox="1"/>
          <p:nvPr/>
        </p:nvSpPr>
        <p:spPr>
          <a:xfrm>
            <a:off x="695999" y="3772837"/>
            <a:ext cx="10800000" cy="1157817"/>
          </a:xfrm>
          <a:prstGeom prst="rect">
            <a:avLst/>
          </a:prstGeom>
          <a:noFill/>
        </p:spPr>
        <p:txBody>
          <a:bodyPr wrap="square">
            <a:spAutoFit/>
          </a:bodyPr>
          <a:lstStyle/>
          <a:p>
            <a:pPr>
              <a:lnSpc>
                <a:spcPct val="130000"/>
              </a:lnSpc>
            </a:pPr>
            <a:r>
              <a:rPr lang="zh-CN" altLang="en-US" sz="2800" dirty="0">
                <a:latin typeface="Times New Roman" panose="02020603050405020304" charset="0"/>
                <a:ea typeface="微软雅黑" panose="020B0503020204020204" pitchFamily="34" charset="-122"/>
              </a:rPr>
              <a:t>        启动之后，先确认一下本机的防火墙是否是关闭状态，下面要使用到另外一台可以与其通信的主机。</a:t>
            </a:r>
          </a:p>
        </p:txBody>
      </p:sp>
      <p:pic>
        <p:nvPicPr>
          <p:cNvPr id="5" name="图片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95999" y="2313638"/>
            <a:ext cx="10800000" cy="681329"/>
          </a:xfrm>
          <a:prstGeom prst="rect">
            <a:avLst/>
          </a:prstGeom>
          <a:noFill/>
          <a:ln>
            <a:noFill/>
          </a:ln>
        </p:spPr>
      </p:pic>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695999" y="720000"/>
            <a:ext cx="10800000" cy="1757982"/>
          </a:xfrm>
          <a:prstGeom prst="rect">
            <a:avLst/>
          </a:prstGeom>
          <a:noFill/>
        </p:spPr>
        <p:txBody>
          <a:bodyPr wrap="square" rtlCol="0">
            <a:spAutoFit/>
          </a:bodyPr>
          <a:lstStyle/>
          <a:p>
            <a:pPr indent="457200">
              <a:lnSpc>
                <a:spcPct val="130000"/>
              </a:lnSpc>
            </a:pPr>
            <a:r>
              <a:rPr lang="zh-CN" altLang="en-US" sz="3000" dirty="0">
                <a:latin typeface="Times New Roman" panose="02020603050405020304" charset="0"/>
                <a:ea typeface="微软雅黑" panose="020B0503020204020204" pitchFamily="34" charset="-122"/>
              </a:rPr>
              <a:t>  </a:t>
            </a:r>
            <a:r>
              <a:rPr lang="zh-CN" altLang="en-US" sz="2800" dirty="0">
                <a:latin typeface="Times New Roman" panose="02020603050405020304" charset="0"/>
                <a:ea typeface="微软雅黑" panose="020B0503020204020204" pitchFamily="34" charset="-122"/>
              </a:rPr>
              <a:t>（</a:t>
            </a:r>
            <a:r>
              <a:rPr lang="en-US" altLang="zh-CN" sz="2800" dirty="0">
                <a:latin typeface="Times New Roman" panose="02020603050405020304" charset="0"/>
                <a:ea typeface="微软雅黑" panose="020B0503020204020204" pitchFamily="34" charset="-122"/>
              </a:rPr>
              <a:t>3</a:t>
            </a:r>
            <a:r>
              <a:rPr lang="zh-CN" altLang="en-US" sz="2800" dirty="0">
                <a:latin typeface="Times New Roman" panose="02020603050405020304" charset="0"/>
                <a:ea typeface="微软雅黑" panose="020B0503020204020204" pitchFamily="34" charset="-122"/>
              </a:rPr>
              <a:t>）确认无误后，可以登录另外一台主机，打开</a:t>
            </a:r>
            <a:r>
              <a:rPr lang="en-US" altLang="zh-CN" sz="2800" dirty="0" err="1">
                <a:latin typeface="Times New Roman" panose="02020603050405020304" charset="0"/>
                <a:ea typeface="微软雅黑" panose="020B0503020204020204" pitchFamily="34" charset="-122"/>
              </a:rPr>
              <a:t>cmd</a:t>
            </a:r>
            <a:r>
              <a:rPr lang="zh-CN" altLang="en-US" sz="2800" dirty="0">
                <a:latin typeface="Times New Roman" panose="02020603050405020304" charset="0"/>
                <a:ea typeface="微软雅黑" panose="020B0503020204020204" pitchFamily="34" charset="-122"/>
              </a:rPr>
              <a:t>，在窗口中执行一个</a:t>
            </a:r>
            <a:r>
              <a:rPr lang="en-US" altLang="zh-CN" sz="2800" dirty="0">
                <a:latin typeface="Times New Roman" panose="02020603050405020304" charset="0"/>
                <a:ea typeface="微软雅黑" panose="020B0503020204020204" pitchFamily="34" charset="-122"/>
              </a:rPr>
              <a:t>ping</a:t>
            </a:r>
            <a:r>
              <a:rPr lang="zh-CN" altLang="en-US" sz="2800" dirty="0">
                <a:latin typeface="Times New Roman" panose="02020603050405020304" charset="0"/>
                <a:ea typeface="微软雅黑" panose="020B0503020204020204" pitchFamily="34" charset="-122"/>
              </a:rPr>
              <a:t>命令“</a:t>
            </a:r>
            <a:r>
              <a:rPr lang="en-US" altLang="zh-CN" sz="2800" dirty="0">
                <a:latin typeface="Times New Roman" panose="02020603050405020304" charset="0"/>
                <a:ea typeface="微软雅黑" panose="020B0503020204020204" pitchFamily="34" charset="-122"/>
              </a:rPr>
              <a:t>ping 192.168.122.158 -l 1000</a:t>
            </a:r>
            <a:r>
              <a:rPr lang="zh-CN" altLang="en-US" sz="2800" dirty="0">
                <a:latin typeface="Times New Roman" panose="02020603050405020304" charset="0"/>
                <a:ea typeface="微软雅黑" panose="020B0503020204020204" pitchFamily="34" charset="-122"/>
              </a:rPr>
              <a:t>”，其中“</a:t>
            </a:r>
            <a:r>
              <a:rPr lang="en-US" altLang="zh-CN" sz="2800" dirty="0">
                <a:latin typeface="Times New Roman" panose="02020603050405020304" charset="0"/>
                <a:ea typeface="微软雅黑" panose="020B0503020204020204" pitchFamily="34" charset="-122"/>
              </a:rPr>
              <a:t>-l</a:t>
            </a:r>
            <a:r>
              <a:rPr lang="zh-CN" altLang="en-US" sz="2800" dirty="0">
                <a:latin typeface="Times New Roman" panose="02020603050405020304" charset="0"/>
                <a:ea typeface="微软雅黑" panose="020B0503020204020204" pitchFamily="34" charset="-122"/>
              </a:rPr>
              <a:t>”参数表示数据包的长度，这里设置为</a:t>
            </a:r>
            <a:r>
              <a:rPr lang="en-US" altLang="zh-CN" sz="2800" dirty="0">
                <a:latin typeface="Times New Roman" panose="02020603050405020304" charset="0"/>
                <a:ea typeface="微软雅黑" panose="020B0503020204020204" pitchFamily="34" charset="-122"/>
              </a:rPr>
              <a:t>1000B</a:t>
            </a:r>
            <a:endParaRPr lang="en-US" sz="2800" dirty="0">
              <a:latin typeface="Times New Roman" panose="02020603050405020304" charset="0"/>
              <a:ea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2041573" y="3248127"/>
            <a:ext cx="8108853" cy="3352698"/>
          </a:xfrm>
          <a:prstGeom prst="rect">
            <a:avLst/>
          </a:prstGeom>
        </p:spPr>
      </p:pic>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695999" y="720000"/>
            <a:ext cx="10800000" cy="1197828"/>
          </a:xfrm>
          <a:prstGeom prst="rect">
            <a:avLst/>
          </a:prstGeom>
          <a:noFill/>
        </p:spPr>
        <p:txBody>
          <a:bodyPr wrap="square" rtlCol="0">
            <a:spAutoFit/>
          </a:bodyPr>
          <a:lstStyle/>
          <a:p>
            <a:pPr indent="457200">
              <a:lnSpc>
                <a:spcPct val="130000"/>
              </a:lnSpc>
            </a:pPr>
            <a:r>
              <a:rPr lang="zh-CN" altLang="en-US" sz="3000" dirty="0">
                <a:latin typeface="Times New Roman" panose="02020603050405020304" charset="0"/>
                <a:ea typeface="微软雅黑" panose="020B0503020204020204" pitchFamily="34" charset="-122"/>
              </a:rPr>
              <a:t>  </a:t>
            </a:r>
            <a:r>
              <a:rPr lang="zh-CN" altLang="en-US" sz="2800" dirty="0">
                <a:latin typeface="Times New Roman" panose="02020603050405020304" charset="0"/>
                <a:ea typeface="微软雅黑" panose="020B0503020204020204" pitchFamily="34" charset="-122"/>
              </a:rPr>
              <a:t>（</a:t>
            </a:r>
            <a:r>
              <a:rPr lang="en-US" altLang="zh-CN" sz="2800" dirty="0">
                <a:latin typeface="Times New Roman" panose="02020603050405020304" charset="0"/>
                <a:ea typeface="微软雅黑" panose="020B0503020204020204" pitchFamily="34" charset="-122"/>
              </a:rPr>
              <a:t>4</a:t>
            </a:r>
            <a:r>
              <a:rPr lang="zh-CN" altLang="en-US" sz="2800" dirty="0">
                <a:latin typeface="Times New Roman" panose="02020603050405020304" charset="0"/>
                <a:ea typeface="微软雅黑" panose="020B0503020204020204" pitchFamily="34" charset="-122"/>
              </a:rPr>
              <a:t>）</a:t>
            </a:r>
            <a:r>
              <a:rPr lang="en-US" altLang="zh-CN" sz="2800" dirty="0">
                <a:latin typeface="Times New Roman" panose="02020603050405020304" charset="0"/>
                <a:ea typeface="微软雅黑" panose="020B0503020204020204" pitchFamily="34" charset="-122"/>
              </a:rPr>
              <a:t>ping</a:t>
            </a:r>
            <a:r>
              <a:rPr lang="zh-CN" altLang="en-US" sz="2800" dirty="0">
                <a:latin typeface="Times New Roman" panose="02020603050405020304" charset="0"/>
                <a:ea typeface="微软雅黑" panose="020B0503020204020204" pitchFamily="34" charset="-122"/>
              </a:rPr>
              <a:t>命令结束之后，切换会原先</a:t>
            </a:r>
            <a:r>
              <a:rPr lang="en-US" altLang="zh-CN" sz="2800" dirty="0">
                <a:latin typeface="Times New Roman" panose="02020603050405020304" charset="0"/>
                <a:ea typeface="微软雅黑" panose="020B0503020204020204" pitchFamily="34" charset="-122"/>
              </a:rPr>
              <a:t>Snort</a:t>
            </a:r>
            <a:r>
              <a:rPr lang="zh-CN" altLang="en-US" sz="2800" dirty="0">
                <a:latin typeface="Times New Roman" panose="02020603050405020304" charset="0"/>
                <a:ea typeface="微软雅黑" panose="020B0503020204020204" pitchFamily="34" charset="-122"/>
              </a:rPr>
              <a:t>的机器，查看“</a:t>
            </a:r>
            <a:r>
              <a:rPr lang="en-US" altLang="zh-CN" sz="2800" dirty="0">
                <a:latin typeface="Times New Roman" panose="02020603050405020304" charset="0"/>
                <a:ea typeface="微软雅黑" panose="020B0503020204020204" pitchFamily="34" charset="-122"/>
              </a:rPr>
              <a:t>log”</a:t>
            </a:r>
            <a:r>
              <a:rPr lang="zh-CN" altLang="en-US" sz="2800" dirty="0">
                <a:latin typeface="Times New Roman" panose="02020603050405020304" charset="0"/>
                <a:ea typeface="微软雅黑" panose="020B0503020204020204" pitchFamily="34" charset="-122"/>
              </a:rPr>
              <a:t>文件夹下面的日志。</a:t>
            </a:r>
            <a:endParaRPr lang="en-US" sz="2800" dirty="0">
              <a:latin typeface="Times New Roman" panose="02020603050405020304" charset="0"/>
              <a:ea typeface="微软雅黑" panose="020B0503020204020204" pitchFamily="34" charset="-122"/>
            </a:endParaRPr>
          </a:p>
        </p:txBody>
      </p:sp>
      <p:pic>
        <p:nvPicPr>
          <p:cNvPr id="4" name="图片 3"/>
          <p:cNvPicPr>
            <a:picLocks noChangeAspect="1"/>
          </p:cNvPicPr>
          <p:nvPr/>
        </p:nvPicPr>
        <p:blipFill>
          <a:blip r:embed="rId4"/>
          <a:stretch>
            <a:fillRect/>
          </a:stretch>
        </p:blipFill>
        <p:spPr>
          <a:xfrm>
            <a:off x="695999" y="2130298"/>
            <a:ext cx="5457825" cy="2809875"/>
          </a:xfrm>
          <a:prstGeom prst="rect">
            <a:avLst/>
          </a:prstGeom>
        </p:spPr>
      </p:pic>
      <p:pic>
        <p:nvPicPr>
          <p:cNvPr id="6" name="图片 5"/>
          <p:cNvPicPr>
            <a:picLocks noChangeAspect="1"/>
          </p:cNvPicPr>
          <p:nvPr/>
        </p:nvPicPr>
        <p:blipFill>
          <a:blip r:embed="rId5"/>
          <a:stretch>
            <a:fillRect/>
          </a:stretch>
        </p:blipFill>
        <p:spPr>
          <a:xfrm>
            <a:off x="6276299" y="2130298"/>
            <a:ext cx="5219700" cy="2800350"/>
          </a:xfrm>
          <a:prstGeom prst="rect">
            <a:avLst/>
          </a:prstGeom>
        </p:spPr>
      </p:pic>
      <p:sp>
        <p:nvSpPr>
          <p:cNvPr id="9" name="文本框 8"/>
          <p:cNvSpPr txBox="1"/>
          <p:nvPr/>
        </p:nvSpPr>
        <p:spPr>
          <a:xfrm>
            <a:off x="695999" y="5372785"/>
            <a:ext cx="10800000" cy="523220"/>
          </a:xfrm>
          <a:prstGeom prst="rect">
            <a:avLst/>
          </a:prstGeom>
          <a:noFill/>
        </p:spPr>
        <p:txBody>
          <a:bodyPr wrap="square">
            <a:spAutoFit/>
          </a:bodyPr>
          <a:lstStyle/>
          <a:p>
            <a:r>
              <a:rPr lang="zh-CN" altLang="en-US" sz="2800" dirty="0">
                <a:latin typeface="Times New Roman" panose="02020603050405020304" charset="0"/>
                <a:ea typeface="微软雅黑" panose="020B0503020204020204" pitchFamily="34" charset="-122"/>
              </a:rPr>
              <a:t>        这里面清楚的记录了之前另一台机器对本机器的</a:t>
            </a:r>
            <a:r>
              <a:rPr lang="en-US" altLang="zh-CN" sz="2800" dirty="0">
                <a:latin typeface="Times New Roman" panose="02020603050405020304" charset="0"/>
                <a:ea typeface="微软雅黑" panose="020B0503020204020204" pitchFamily="34" charset="-122"/>
              </a:rPr>
              <a:t>ping</a:t>
            </a:r>
            <a:r>
              <a:rPr lang="zh-CN" altLang="en-US" sz="2800" dirty="0">
                <a:latin typeface="Times New Roman" panose="02020603050405020304" charset="0"/>
                <a:ea typeface="微软雅黑" panose="020B0503020204020204" pitchFamily="34" charset="-122"/>
              </a:rPr>
              <a:t>攻击的信息。</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720000"/>
            <a:ext cx="9626400" cy="723600"/>
          </a:xfrm>
        </p:spPr>
        <p:txBody>
          <a:bodyPr>
            <a:normAutofit/>
          </a:bodyPr>
          <a:lstStyle/>
          <a:p>
            <a:r>
              <a:rPr lang="en-US" altLang="zh-CN" sz="3600" dirty="0">
                <a:latin typeface="微软雅黑" panose="020B0503020204020204" pitchFamily="34" charset="-122"/>
              </a:rPr>
              <a:t>Snort</a:t>
            </a:r>
            <a:r>
              <a:rPr lang="zh-CN" altLang="en-US" sz="3600" dirty="0">
                <a:latin typeface="微软雅黑" panose="020B0503020204020204" pitchFamily="34" charset="-122"/>
              </a:rPr>
              <a:t>检测</a:t>
            </a:r>
            <a:r>
              <a:rPr lang="en-US" altLang="zh-CN" sz="3600" dirty="0" err="1">
                <a:latin typeface="微软雅黑" panose="020B0503020204020204" pitchFamily="34" charset="-122"/>
              </a:rPr>
              <a:t>nmap</a:t>
            </a:r>
            <a:r>
              <a:rPr lang="zh-CN" altLang="en-US" sz="3600" dirty="0">
                <a:latin typeface="微软雅黑" panose="020B0503020204020204" pitchFamily="34" charset="-122"/>
              </a:rPr>
              <a:t>扫描实验</a:t>
            </a:r>
          </a:p>
        </p:txBody>
      </p:sp>
      <p:sp>
        <p:nvSpPr>
          <p:cNvPr id="4" name="内容占位符 3"/>
          <p:cNvSpPr>
            <a:spLocks noGrp="1"/>
          </p:cNvSpPr>
          <p:nvPr>
            <p:ph sz="quarter" idx="13"/>
          </p:nvPr>
        </p:nvSpPr>
        <p:spPr>
          <a:xfrm>
            <a:off x="720000" y="1512000"/>
            <a:ext cx="10800000" cy="3445200"/>
          </a:xfrm>
        </p:spPr>
        <p:txBody>
          <a:bodyPr/>
          <a:lstStyle/>
          <a:p>
            <a:pPr marL="0" indent="0">
              <a:buNone/>
            </a:pPr>
            <a:r>
              <a:rPr lang="zh-CN" altLang="en-US" sz="2800" dirty="0">
                <a:latin typeface="Times New Roman" panose="02020603050405020304" charset="0"/>
              </a:rPr>
              <a:t>        测试</a:t>
            </a:r>
            <a:r>
              <a:rPr lang="en-US" altLang="zh-CN" sz="2800" dirty="0">
                <a:latin typeface="Times New Roman" panose="02020603050405020304" charset="0"/>
              </a:rPr>
              <a:t>Snort</a:t>
            </a:r>
            <a:r>
              <a:rPr lang="zh-CN" altLang="en-US" sz="2800" dirty="0">
                <a:latin typeface="Times New Roman" panose="02020603050405020304" charset="0"/>
              </a:rPr>
              <a:t>对于</a:t>
            </a:r>
            <a:r>
              <a:rPr lang="en-US" altLang="zh-CN" sz="2800" dirty="0" err="1">
                <a:latin typeface="Times New Roman" panose="02020603050405020304" charset="0"/>
              </a:rPr>
              <a:t>nmap</a:t>
            </a:r>
            <a:r>
              <a:rPr lang="zh-CN" altLang="en-US" sz="2800" dirty="0">
                <a:latin typeface="Times New Roman" panose="02020603050405020304" charset="0"/>
              </a:rPr>
              <a:t>软件的扫描报警。</a:t>
            </a:r>
            <a:endParaRPr lang="en-US" altLang="zh-CN" sz="2800" dirty="0">
              <a:latin typeface="Times New Roman" panose="02020603050405020304" charset="0"/>
            </a:endParaRPr>
          </a:p>
          <a:p>
            <a:pPr marL="0" indent="0">
              <a:buNone/>
            </a:pPr>
            <a:r>
              <a:rPr lang="zh-CN" altLang="en-US" sz="2800" dirty="0">
                <a:latin typeface="Times New Roman" panose="02020603050405020304" charset="0"/>
              </a:rPr>
              <a:t>      （</a:t>
            </a:r>
            <a:r>
              <a:rPr lang="en-US" altLang="zh-CN" sz="2800" dirty="0">
                <a:latin typeface="Times New Roman" panose="02020603050405020304" charset="0"/>
              </a:rPr>
              <a:t>1</a:t>
            </a:r>
            <a:r>
              <a:rPr lang="zh-CN" altLang="en-US" sz="2800" dirty="0">
                <a:latin typeface="Times New Roman" panose="02020603050405020304" charset="0"/>
              </a:rPr>
              <a:t>）将配置文件“</a:t>
            </a:r>
            <a:r>
              <a:rPr lang="en-US" altLang="zh-CN" sz="2800" dirty="0" err="1">
                <a:latin typeface="Times New Roman" panose="02020603050405020304" charset="0"/>
              </a:rPr>
              <a:t>snort.conf</a:t>
            </a:r>
            <a:r>
              <a:rPr lang="zh-CN" altLang="en-US" sz="2800" dirty="0">
                <a:latin typeface="Times New Roman" panose="02020603050405020304" charset="0"/>
              </a:rPr>
              <a:t>”中的“</a:t>
            </a:r>
            <a:r>
              <a:rPr lang="en-US" altLang="zh-CN" sz="2800" dirty="0">
                <a:latin typeface="Times New Roman" panose="02020603050405020304" charset="0"/>
              </a:rPr>
              <a:t>HOME_NET</a:t>
            </a:r>
            <a:r>
              <a:rPr lang="zh-CN" altLang="en-US" sz="2800" dirty="0">
                <a:latin typeface="Times New Roman" panose="02020603050405020304" charset="0"/>
              </a:rPr>
              <a:t>”变量改为本机所在的局域网。</a:t>
            </a:r>
          </a:p>
        </p:txBody>
      </p:sp>
      <p:pic>
        <p:nvPicPr>
          <p:cNvPr id="2" name="图片 1"/>
          <p:cNvPicPr>
            <a:picLocks noChangeAspect="1"/>
          </p:cNvPicPr>
          <p:nvPr/>
        </p:nvPicPr>
        <p:blipFill>
          <a:blip r:embed="rId3"/>
          <a:stretch>
            <a:fillRect/>
          </a:stretch>
        </p:blipFill>
        <p:spPr>
          <a:xfrm>
            <a:off x="838470" y="3534757"/>
            <a:ext cx="10800000" cy="923685"/>
          </a:xfrm>
          <a:prstGeom prst="rect">
            <a:avLst/>
          </a:prstGeom>
        </p:spPr>
      </p:pic>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20000" y="720000"/>
            <a:ext cx="10800000" cy="2261325"/>
          </a:xfrm>
        </p:spPr>
        <p:txBody>
          <a:bodyPr/>
          <a:lstStyle/>
          <a:p>
            <a:pPr marL="0" indent="0">
              <a:buNone/>
            </a:pPr>
            <a:r>
              <a:rPr lang="zh-CN" altLang="en-US" sz="2800" dirty="0">
                <a:latin typeface="Times New Roman" panose="02020603050405020304" charset="0"/>
              </a:rPr>
              <a:t>      （</a:t>
            </a:r>
            <a:r>
              <a:rPr lang="en-US" altLang="zh-CN" sz="2800" dirty="0">
                <a:latin typeface="Times New Roman" panose="02020603050405020304" charset="0"/>
              </a:rPr>
              <a:t>2</a:t>
            </a:r>
            <a:r>
              <a:rPr lang="zh-CN" altLang="en-US" sz="2800" dirty="0">
                <a:latin typeface="Times New Roman" panose="02020603050405020304" charset="0"/>
              </a:rPr>
              <a:t>）修改之后创建一条新的规则配置在“</a:t>
            </a:r>
            <a:r>
              <a:rPr lang="en-US" altLang="zh-CN" sz="2800" dirty="0" err="1">
                <a:latin typeface="Times New Roman" panose="02020603050405020304" charset="0"/>
              </a:rPr>
              <a:t>local.rules</a:t>
            </a:r>
            <a:r>
              <a:rPr lang="en-US" altLang="zh-CN" sz="2800" dirty="0">
                <a:latin typeface="Times New Roman" panose="02020603050405020304" charset="0"/>
              </a:rPr>
              <a:t>”</a:t>
            </a:r>
            <a:r>
              <a:rPr lang="zh-CN" altLang="en-US" sz="2800" dirty="0">
                <a:latin typeface="Times New Roman" panose="02020603050405020304" charset="0"/>
              </a:rPr>
              <a:t>中。规则内容是“</a:t>
            </a:r>
            <a:r>
              <a:rPr lang="en-US" altLang="zh-CN" sz="2800" dirty="0">
                <a:latin typeface="Times New Roman" panose="02020603050405020304" charset="0"/>
              </a:rPr>
              <a:t>alert </a:t>
            </a:r>
            <a:r>
              <a:rPr lang="en-US" altLang="zh-CN" sz="2800" dirty="0" err="1">
                <a:latin typeface="Times New Roman" panose="02020603050405020304" charset="0"/>
              </a:rPr>
              <a:t>tcp</a:t>
            </a:r>
            <a:r>
              <a:rPr lang="en-US" altLang="zh-CN" sz="2800" dirty="0">
                <a:latin typeface="Times New Roman" panose="02020603050405020304" charset="0"/>
              </a:rPr>
              <a:t> $EXTERNAL_NET any -&gt; $HOME_NET any (msg:”</a:t>
            </a:r>
            <a:r>
              <a:rPr lang="en-US" altLang="zh-CN" sz="2800" dirty="0" err="1">
                <a:latin typeface="Times New Roman" panose="02020603050405020304" charset="0"/>
              </a:rPr>
              <a:t>nmap</a:t>
            </a:r>
            <a:r>
              <a:rPr lang="en-US" altLang="zh-CN" sz="2800" dirty="0">
                <a:latin typeface="Times New Roman" panose="02020603050405020304" charset="0"/>
              </a:rPr>
              <a:t> scan“; </a:t>
            </a:r>
            <a:r>
              <a:rPr lang="en-US" altLang="zh-CN" sz="2800" dirty="0" err="1">
                <a:latin typeface="Times New Roman" panose="02020603050405020304" charset="0"/>
              </a:rPr>
              <a:t>sid</a:t>
            </a:r>
            <a:r>
              <a:rPr lang="en-US" altLang="zh-CN" sz="2800" dirty="0">
                <a:latin typeface="Times New Roman" panose="02020603050405020304" charset="0"/>
              </a:rPr>
              <a:t>: 1000000888;)”</a:t>
            </a:r>
            <a:r>
              <a:rPr lang="zh-CN" altLang="en-US" sz="2800" dirty="0">
                <a:latin typeface="Times New Roman" panose="02020603050405020304" charset="0"/>
              </a:rPr>
              <a:t>，规则是针对</a:t>
            </a:r>
            <a:r>
              <a:rPr lang="en-US" altLang="zh-CN" sz="2800" dirty="0" err="1">
                <a:latin typeface="Times New Roman" panose="02020603050405020304" charset="0"/>
              </a:rPr>
              <a:t>tcp</a:t>
            </a:r>
            <a:r>
              <a:rPr lang="zh-CN" altLang="en-US" sz="2800" dirty="0">
                <a:latin typeface="Times New Roman" panose="02020603050405020304" charset="0"/>
              </a:rPr>
              <a:t>协议的流量的。将此条规则添加进入“</a:t>
            </a:r>
            <a:r>
              <a:rPr lang="en-US" altLang="zh-CN" sz="2800" dirty="0" err="1">
                <a:latin typeface="Times New Roman" panose="02020603050405020304" charset="0"/>
              </a:rPr>
              <a:t>local.rules</a:t>
            </a:r>
            <a:r>
              <a:rPr lang="en-US" altLang="zh-CN" sz="2800" dirty="0">
                <a:latin typeface="Times New Roman" panose="02020603050405020304" charset="0"/>
              </a:rPr>
              <a:t>”</a:t>
            </a:r>
            <a:r>
              <a:rPr lang="zh-CN" altLang="en-US" sz="2800" dirty="0">
                <a:latin typeface="Times New Roman" panose="02020603050405020304" charset="0"/>
              </a:rPr>
              <a:t>中。</a:t>
            </a:r>
          </a:p>
        </p:txBody>
      </p:sp>
      <p:pic>
        <p:nvPicPr>
          <p:cNvPr id="8" name="图片 7"/>
          <p:cNvPicPr>
            <a:picLocks noChangeAspect="1"/>
          </p:cNvPicPr>
          <p:nvPr/>
        </p:nvPicPr>
        <p:blipFill>
          <a:blip r:embed="rId3"/>
          <a:stretch>
            <a:fillRect/>
          </a:stretch>
        </p:blipFill>
        <p:spPr>
          <a:xfrm flipV="1">
            <a:off x="809907" y="3314713"/>
            <a:ext cx="10800000" cy="546834"/>
          </a:xfrm>
          <a:prstGeom prst="rect">
            <a:avLst/>
          </a:prstGeom>
        </p:spPr>
      </p:pic>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20000" y="720000"/>
            <a:ext cx="10800000" cy="1251675"/>
          </a:xfrm>
        </p:spPr>
        <p:txBody>
          <a:bodyPr/>
          <a:lstStyle/>
          <a:p>
            <a:pPr marL="0" indent="0">
              <a:buNone/>
            </a:pPr>
            <a:r>
              <a:rPr lang="zh-CN" altLang="en-US" sz="2800" dirty="0">
                <a:latin typeface="Times New Roman" panose="02020603050405020304" charset="0"/>
              </a:rPr>
              <a:t>      （</a:t>
            </a:r>
            <a:r>
              <a:rPr lang="en-US" altLang="zh-CN" sz="2800" dirty="0">
                <a:latin typeface="Times New Roman" panose="02020603050405020304" charset="0"/>
              </a:rPr>
              <a:t>3</a:t>
            </a:r>
            <a:r>
              <a:rPr lang="zh-CN" altLang="en-US" sz="2800" dirty="0">
                <a:latin typeface="Times New Roman" panose="02020603050405020304" charset="0"/>
              </a:rPr>
              <a:t>）之后以“入侵检测模式”来启动</a:t>
            </a:r>
            <a:r>
              <a:rPr lang="en-US" altLang="zh-CN" sz="2800" dirty="0">
                <a:latin typeface="Times New Roman" panose="02020603050405020304" charset="0"/>
              </a:rPr>
              <a:t>snort</a:t>
            </a:r>
            <a:r>
              <a:rPr lang="zh-CN" altLang="en-US" sz="2800" dirty="0">
                <a:latin typeface="Times New Roman" panose="02020603050405020304" charset="0"/>
              </a:rPr>
              <a:t>，执行命令“</a:t>
            </a:r>
            <a:r>
              <a:rPr lang="en-US" altLang="zh-CN" sz="2800" dirty="0">
                <a:latin typeface="Times New Roman" panose="02020603050405020304" charset="0"/>
              </a:rPr>
              <a:t>snort -l c:\Snort\log -c c:\Snort\etc\snort.conf -</a:t>
            </a:r>
            <a:r>
              <a:rPr lang="en-US" altLang="zh-CN" sz="2800" dirty="0" err="1">
                <a:latin typeface="Times New Roman" panose="02020603050405020304" charset="0"/>
              </a:rPr>
              <a:t>i</a:t>
            </a:r>
            <a:r>
              <a:rPr lang="en-US" altLang="zh-CN" sz="2800" dirty="0">
                <a:latin typeface="Times New Roman" panose="02020603050405020304" charset="0"/>
              </a:rPr>
              <a:t> 6</a:t>
            </a:r>
            <a:r>
              <a:rPr lang="zh-CN" altLang="en-US" sz="2800" dirty="0">
                <a:latin typeface="Times New Roman" panose="02020603050405020304" charset="0"/>
              </a:rPr>
              <a:t>”即可。</a:t>
            </a:r>
          </a:p>
        </p:txBody>
      </p:sp>
      <p:pic>
        <p:nvPicPr>
          <p:cNvPr id="2" name="图片 1"/>
          <p:cNvPicPr>
            <a:picLocks noChangeAspect="1"/>
          </p:cNvPicPr>
          <p:nvPr/>
        </p:nvPicPr>
        <p:blipFill>
          <a:blip r:embed="rId3"/>
          <a:stretch>
            <a:fillRect/>
          </a:stretch>
        </p:blipFill>
        <p:spPr>
          <a:xfrm>
            <a:off x="720000" y="2462231"/>
            <a:ext cx="10800000" cy="700418"/>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20000" y="720000"/>
            <a:ext cx="10800000" cy="1251675"/>
          </a:xfrm>
        </p:spPr>
        <p:txBody>
          <a:bodyPr/>
          <a:lstStyle/>
          <a:p>
            <a:pPr marL="0" indent="0">
              <a:buNone/>
            </a:pPr>
            <a:r>
              <a:rPr lang="zh-CN" altLang="en-US" sz="2800" dirty="0">
                <a:latin typeface="Times New Roman" panose="02020603050405020304" charset="0"/>
              </a:rPr>
              <a:t>      （</a:t>
            </a:r>
            <a:r>
              <a:rPr lang="en-US" altLang="zh-CN" sz="2800" dirty="0">
                <a:latin typeface="Times New Roman" panose="02020603050405020304" charset="0"/>
              </a:rPr>
              <a:t>4</a:t>
            </a:r>
            <a:r>
              <a:rPr lang="zh-CN" altLang="en-US" sz="2800" dirty="0">
                <a:latin typeface="Times New Roman" panose="02020603050405020304" charset="0"/>
              </a:rPr>
              <a:t>）使用另外一台</a:t>
            </a:r>
            <a:r>
              <a:rPr lang="en-US" altLang="zh-CN" sz="2800" dirty="0">
                <a:latin typeface="Times New Roman" panose="02020603050405020304" charset="0"/>
              </a:rPr>
              <a:t>Kali</a:t>
            </a:r>
            <a:r>
              <a:rPr lang="zh-CN" altLang="en-US" sz="2800" dirty="0">
                <a:latin typeface="Times New Roman" panose="02020603050405020304" charset="0"/>
              </a:rPr>
              <a:t>机来进行测试，打开中断后，直接执行命令“</a:t>
            </a:r>
            <a:r>
              <a:rPr lang="en-US" altLang="zh-CN" sz="2800" dirty="0" err="1">
                <a:latin typeface="Times New Roman" panose="02020603050405020304" charset="0"/>
              </a:rPr>
              <a:t>nmap</a:t>
            </a:r>
            <a:r>
              <a:rPr lang="en-US" altLang="zh-CN" sz="2800" dirty="0">
                <a:latin typeface="Times New Roman" panose="02020603050405020304" charset="0"/>
              </a:rPr>
              <a:t> -</a:t>
            </a:r>
            <a:r>
              <a:rPr lang="en-US" altLang="zh-CN" sz="2800" dirty="0" err="1">
                <a:latin typeface="Times New Roman" panose="02020603050405020304" charset="0"/>
              </a:rPr>
              <a:t>sP</a:t>
            </a:r>
            <a:r>
              <a:rPr lang="en-US" altLang="zh-CN" sz="2800" dirty="0">
                <a:latin typeface="Times New Roman" panose="02020603050405020304" charset="0"/>
              </a:rPr>
              <a:t> 192.168.157.0/24</a:t>
            </a:r>
            <a:r>
              <a:rPr lang="zh-CN" altLang="en-US" sz="2800" dirty="0">
                <a:latin typeface="Times New Roman" panose="02020603050405020304" charset="0"/>
              </a:rPr>
              <a:t>”扫描子网内所有主机。</a:t>
            </a:r>
          </a:p>
        </p:txBody>
      </p:sp>
      <p:pic>
        <p:nvPicPr>
          <p:cNvPr id="3" name="图片 2"/>
          <p:cNvPicPr>
            <a:picLocks noChangeAspect="1"/>
          </p:cNvPicPr>
          <p:nvPr/>
        </p:nvPicPr>
        <p:blipFill>
          <a:blip r:embed="rId3"/>
          <a:stretch>
            <a:fillRect/>
          </a:stretch>
        </p:blipFill>
        <p:spPr>
          <a:xfrm>
            <a:off x="2235101" y="2143125"/>
            <a:ext cx="8240909" cy="2419350"/>
          </a:xfrm>
          <a:prstGeom prst="rect">
            <a:avLst/>
          </a:prstGeom>
        </p:spPr>
      </p:pic>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20000" y="720000"/>
            <a:ext cx="10800000" cy="1251675"/>
          </a:xfrm>
        </p:spPr>
        <p:txBody>
          <a:bodyPr>
            <a:noAutofit/>
          </a:bodyPr>
          <a:lstStyle/>
          <a:p>
            <a:pPr marL="0" indent="0">
              <a:buNone/>
            </a:pPr>
            <a:r>
              <a:rPr lang="zh-CN" altLang="en-US" sz="2800" dirty="0">
                <a:latin typeface="Times New Roman" panose="02020603050405020304" charset="0"/>
              </a:rPr>
              <a:t>      （</a:t>
            </a:r>
            <a:r>
              <a:rPr lang="en-US" altLang="zh-CN" sz="2800" dirty="0">
                <a:latin typeface="Times New Roman" panose="02020603050405020304" charset="0"/>
              </a:rPr>
              <a:t>5</a:t>
            </a:r>
            <a:r>
              <a:rPr lang="zh-CN" altLang="en-US" sz="2800" dirty="0">
                <a:latin typeface="Times New Roman" panose="02020603050405020304" charset="0"/>
              </a:rPr>
              <a:t>）扫描结束之后再次回到</a:t>
            </a:r>
            <a:r>
              <a:rPr lang="en-US" altLang="zh-CN" sz="2800" dirty="0">
                <a:latin typeface="Times New Roman" panose="02020603050405020304" charset="0"/>
              </a:rPr>
              <a:t>snort</a:t>
            </a:r>
            <a:r>
              <a:rPr lang="zh-CN" altLang="en-US" sz="2800" dirty="0">
                <a:latin typeface="Times New Roman" panose="02020603050405020304" charset="0"/>
              </a:rPr>
              <a:t>的主机（</a:t>
            </a:r>
            <a:r>
              <a:rPr lang="en-US" altLang="zh-CN" sz="2800" dirty="0">
                <a:latin typeface="Times New Roman" panose="02020603050405020304" charset="0"/>
              </a:rPr>
              <a:t>192.168.157.1</a:t>
            </a:r>
            <a:r>
              <a:rPr lang="zh-CN" altLang="en-US" sz="2800" dirty="0">
                <a:latin typeface="Times New Roman" panose="02020603050405020304" charset="0"/>
              </a:rPr>
              <a:t>），然后查看日志：也记录下了之前的扫描过程。</a:t>
            </a:r>
          </a:p>
        </p:txBody>
      </p:sp>
      <p:pic>
        <p:nvPicPr>
          <p:cNvPr id="5" name="图片 4"/>
          <p:cNvPicPr>
            <a:picLocks noChangeAspect="1"/>
          </p:cNvPicPr>
          <p:nvPr/>
        </p:nvPicPr>
        <p:blipFill>
          <a:blip r:embed="rId3"/>
          <a:stretch>
            <a:fillRect/>
          </a:stretch>
        </p:blipFill>
        <p:spPr>
          <a:xfrm>
            <a:off x="720000" y="1938337"/>
            <a:ext cx="5048250" cy="2981325"/>
          </a:xfrm>
          <a:prstGeom prst="rect">
            <a:avLst/>
          </a:prstGeom>
        </p:spPr>
      </p:pic>
      <p:pic>
        <p:nvPicPr>
          <p:cNvPr id="7" name="图片 6"/>
          <p:cNvPicPr>
            <a:picLocks noChangeAspect="1"/>
          </p:cNvPicPr>
          <p:nvPr/>
        </p:nvPicPr>
        <p:blipFill>
          <a:blip r:embed="rId4"/>
          <a:stretch>
            <a:fillRect/>
          </a:stretch>
        </p:blipFill>
        <p:spPr>
          <a:xfrm>
            <a:off x="6272212" y="1938337"/>
            <a:ext cx="5114925" cy="3771900"/>
          </a:xfrm>
          <a:prstGeom prst="rect">
            <a:avLst/>
          </a:prstGeom>
        </p:spPr>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103437"/>
            <a:ext cx="10515600" cy="1325563"/>
          </a:xfrm>
        </p:spPr>
        <p:txBody>
          <a:bodyPr>
            <a:noAutofit/>
          </a:bodyPr>
          <a:lstStyle/>
          <a:p>
            <a:r>
              <a:rPr lang="zh-CN" altLang="en-US" sz="4800" dirty="0"/>
              <a:t>感谢聆听</a:t>
            </a:r>
            <a:br>
              <a:rPr lang="en-US" altLang="zh-CN" sz="4800" dirty="0"/>
            </a:br>
            <a:r>
              <a:rPr lang="en-US" altLang="zh-CN" sz="4800" dirty="0"/>
              <a:t>       Thanks</a:t>
            </a:r>
            <a:endParaRPr lang="zh-CN" altLang="en-US" sz="4800"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kzYmY1ZDllNDRjOTJhZjYzNzM3MDI1YjRlZGUzMzgifQ=="/>
  <p:tag name="KSO_WPP_MARK_KEY" val="d1cf34ac-2f56-4ec4-90a4-be1afe52d8e6"/>
  <p:tag name="FULLTEXTBEAUTIFYED"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463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463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THUMBS_INDEX" val="1、9、12、16、19、22、23"/>
  <p:tag name="KSO_WM_TEMPLATE_SUBCATEGORY" val="0"/>
  <p:tag name="KSO_WM_TAG_VERSION" val="1.0"/>
  <p:tag name="KSO_WM_BEAUTIFY_FLAG" val="#wm#"/>
  <p:tag name="KSO_WM_TEMPLATE_CATEGORY" val="custom"/>
  <p:tag name="KSO_WM_TEMPLATE_INDEX" val="20184636"/>
  <p:tag name="KSO_WM_TEMPLATE_MASTER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7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7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MH" val="20170726164042"/>
  <p:tag name="MH_LIBRARY" val="GRAPHIC"/>
  <p:tag name="MH_TYPE" val="Other"/>
  <p:tag name="MH_ORDER" val="2"/>
  <p:tag name="KSO_WM_UNIT_HIGHLIGHT" val="0"/>
  <p:tag name="KSO_WM_UNIT_COMPATIBLE" val="0"/>
  <p:tag name="KSO_WM_UNIT_DIAGRAM_ISNUMVISUAL" val="0"/>
  <p:tag name="KSO_WM_UNIT_DIAGRAM_ISREFERUNIT" val="0"/>
  <p:tag name="KSO_WM_UNIT_TYPE" val="i"/>
  <p:tag name="KSO_WM_UNIT_INDEX" val="0"/>
  <p:tag name="KSO_WM_UNIT_ID" val="_17*i*0"/>
  <p:tag name="KSO_WM_UNIT_LAYERLEVEL" val="1"/>
  <p:tag name="KSO_WM_TAG_VERSION" val="1.0"/>
  <p:tag name="KSO_WM_BEAUTIFY_FLAG" val="#wm#"/>
  <p:tag name="KSO_WM_SLIDE_BACKGROUND_TYPE" val="navigation"/>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MH" val="20170726164042"/>
  <p:tag name="MH_LIBRARY" val="GRAPHIC"/>
  <p:tag name="MH_TYPE" val="Other"/>
  <p:tag name="MH_ORDER" val="2"/>
  <p:tag name="KSO_WM_UNIT_HIGHLIGHT" val="0"/>
  <p:tag name="KSO_WM_UNIT_COMPATIBLE" val="0"/>
  <p:tag name="KSO_WM_UNIT_DIAGRAM_ISNUMVISUAL" val="0"/>
  <p:tag name="KSO_WM_UNIT_DIAGRAM_ISREFERUNIT" val="0"/>
  <p:tag name="KSO_WM_UNIT_TYPE" val="i"/>
  <p:tag name="KSO_WM_UNIT_INDEX" val="0"/>
  <p:tag name="KSO_WM_UNIT_ID" val="_17*i*0"/>
  <p:tag name="KSO_WM_UNIT_LAYERLEVEL" val="1"/>
  <p:tag name="KSO_WM_TAG_VERSION" val="1.0"/>
  <p:tag name="KSO_WM_BEAUTIFY_FLAG" val="#wm#"/>
  <p:tag name="KSO_WM_SLIDE_BACKGROUND_TYPE" val="navigation"/>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SLIDE_ID" val="custom20184636_1"/>
  <p:tag name="KSO_WM_TEMPLATE_SUBCATEGORY" val="0"/>
  <p:tag name="KSO_WM_TEMPLATE_MASTER_TYPE" val="1"/>
  <p:tag name="KSO_WM_TEMPLATE_COLOR_TYPE"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4636"/>
  <p:tag name="KSO_WM_SLIDE_LAYOUT" val="a_b"/>
  <p:tag name="KSO_WM_SLIDE_LAYOUT_CNT" val="1_1"/>
  <p:tag name="KSO_WM_UNIT_SHOW_EDIT_AREA_INDICATION" val="1"/>
  <p:tag name="KSO_WM_TEMPLATE_THUMBS_INDEX" val="1、9、12、16、19、22、23"/>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 name="KSO_WM_SPECIAL_SOURCE" val="bdnul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 name="KSO_WM_SPECIAL_SOURCE" val="bdnul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 name="KSO_WM_SPECIAL_SOURCE" val="bdnull"/>
</p:tagLst>
</file>

<file path=ppt/tags/tag127.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28.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1"/>
  <p:tag name="KSO_WM_UNIT_DIAGRAM_ISNUMVISUAL" val="0"/>
  <p:tag name="KSO_WM_UNIT_DIAGRAM_ISREFERUNIT" val="0"/>
  <p:tag name="KSO_WM_DIAGRAM_GROUP_CODE" val="m1-1"/>
  <p:tag name="KSO_WM_UNIT_TYPE" val="a"/>
  <p:tag name="KSO_WM_UNIT_INDEX" val="1"/>
  <p:tag name="KSO_WM_UNIT_ID" val="custom20184636_11*a*1"/>
  <p:tag name="KSO_WM_TEMPLATE_CATEGORY" val="custom"/>
  <p:tag name="KSO_WM_TEMPLATE_INDEX" val="20184636"/>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30.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1"/>
  <p:tag name="KSO_WM_UNIT_DIAGRAM_ISNUMVISUAL" val="0"/>
  <p:tag name="KSO_WM_UNIT_DIAGRAM_ISREFERUNIT" val="0"/>
  <p:tag name="KSO_WM_DIAGRAM_GROUP_CODE" val="m1-1"/>
  <p:tag name="KSO_WM_UNIT_TYPE" val="a"/>
  <p:tag name="KSO_WM_UNIT_INDEX" val="1"/>
  <p:tag name="KSO_WM_UNIT_ID" val="custom20184636_11*a*1"/>
  <p:tag name="KSO_WM_TEMPLATE_CATEGORY" val="custom"/>
  <p:tag name="KSO_WM_TEMPLATE_INDEX" val="20184636"/>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31.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32.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1"/>
  <p:tag name="KSO_WM_UNIT_DIAGRAM_ISNUMVISUAL" val="0"/>
  <p:tag name="KSO_WM_UNIT_DIAGRAM_ISREFERUNIT" val="0"/>
  <p:tag name="KSO_WM_DIAGRAM_GROUP_CODE" val="m1-1"/>
  <p:tag name="KSO_WM_UNIT_TYPE" val="a"/>
  <p:tag name="KSO_WM_UNIT_INDEX" val="1"/>
  <p:tag name="KSO_WM_UNIT_ID" val="custom20184636_11*a*1"/>
  <p:tag name="KSO_WM_TEMPLATE_CATEGORY" val="custom"/>
  <p:tag name="KSO_WM_TEMPLATE_INDEX" val="20184636"/>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33.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34.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1"/>
  <p:tag name="KSO_WM_UNIT_DIAGRAM_ISNUMVISUAL" val="0"/>
  <p:tag name="KSO_WM_UNIT_DIAGRAM_ISREFERUNIT" val="0"/>
  <p:tag name="KSO_WM_DIAGRAM_GROUP_CODE" val="m1-1"/>
  <p:tag name="KSO_WM_UNIT_TYPE" val="a"/>
  <p:tag name="KSO_WM_UNIT_INDEX" val="1"/>
  <p:tag name="KSO_WM_UNIT_ID" val="custom20184636_11*a*1"/>
  <p:tag name="KSO_WM_TEMPLATE_CATEGORY" val="custom"/>
  <p:tag name="KSO_WM_TEMPLATE_INDEX" val="20184636"/>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35.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36.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1"/>
  <p:tag name="KSO_WM_UNIT_DIAGRAM_ISNUMVISUAL" val="0"/>
  <p:tag name="KSO_WM_UNIT_DIAGRAM_ISREFERUNIT" val="0"/>
  <p:tag name="KSO_WM_DIAGRAM_GROUP_CODE" val="m1-1"/>
  <p:tag name="KSO_WM_UNIT_TYPE" val="a"/>
  <p:tag name="KSO_WM_UNIT_INDEX" val="1"/>
  <p:tag name="KSO_WM_UNIT_ID" val="custom20184636_11*a*1"/>
  <p:tag name="KSO_WM_TEMPLATE_CATEGORY" val="custom"/>
  <p:tag name="KSO_WM_TEMPLATE_INDEX" val="20184636"/>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40.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41.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1"/>
  <p:tag name="KSO_WM_UNIT_DIAGRAM_ISNUMVISUAL" val="0"/>
  <p:tag name="KSO_WM_UNIT_DIAGRAM_ISREFERUNIT" val="0"/>
  <p:tag name="KSO_WM_DIAGRAM_GROUP_CODE" val="m1-1"/>
  <p:tag name="KSO_WM_UNIT_TYPE" val="a"/>
  <p:tag name="KSO_WM_UNIT_INDEX" val="1"/>
  <p:tag name="KSO_WM_UNIT_ID" val="custom20184636_11*a*1"/>
  <p:tag name="KSO_WM_TEMPLATE_CATEGORY" val="custom"/>
  <p:tag name="KSO_WM_TEMPLATE_INDEX" val="20184636"/>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43.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55.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56.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1"/>
  <p:tag name="KSO_WM_UNIT_DIAGRAM_ISNUMVISUAL" val="0"/>
  <p:tag name="KSO_WM_UNIT_DIAGRAM_ISREFERUNIT" val="0"/>
  <p:tag name="KSO_WM_DIAGRAM_GROUP_CODE" val="m1-1"/>
  <p:tag name="KSO_WM_UNIT_TYPE" val="a"/>
  <p:tag name="KSO_WM_UNIT_INDEX" val="1"/>
  <p:tag name="KSO_WM_UNIT_ID" val="custom20184636_11*a*1"/>
  <p:tag name="KSO_WM_TEMPLATE_CATEGORY" val="custom"/>
  <p:tag name="KSO_WM_TEMPLATE_INDEX" val="20184636"/>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57.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58.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60.xml><?xml version="1.0" encoding="utf-8"?>
<p:tagLst xmlns:a="http://schemas.openxmlformats.org/drawingml/2006/main" xmlns:r="http://schemas.openxmlformats.org/officeDocument/2006/relationships" xmlns:p="http://schemas.openxmlformats.org/presentationml/2006/main">
  <p:tag name="KSO_WM_SLIDE_ID" val="custom20184636_11"/>
  <p:tag name="KSO_WM_TEMPLATE_SUBCATEGORY" val="0"/>
  <p:tag name="KSO_WM_TEMPLATE_MASTER_TYPE" val="1"/>
  <p:tag name="KSO_WM_TEMPLATE_COLOR_TYPE" val="0"/>
  <p:tag name="KSO_WM_SLIDE_TYPE" val="contents"/>
  <p:tag name="KSO_WM_SLIDE_SUBTYPE" val="diag"/>
  <p:tag name="KSO_WM_SLIDE_ITEM_CNT" val="6"/>
  <p:tag name="KSO_WM_SLIDE_INDEX" val="11"/>
  <p:tag name="KSO_WM_DIAGRAM_GROUP_CODE" val="m1-1"/>
  <p:tag name="KSO_WM_SLIDE_DIAGTYPE" val="m"/>
  <p:tag name="KSO_WM_TAG_VERSION" val="1.0"/>
  <p:tag name="KSO_WM_BEAUTIFY_FLAG" val="#wm#"/>
  <p:tag name="KSO_WM_TEMPLATE_CATEGORY" val="custom"/>
  <p:tag name="KSO_WM_TEMPLATE_INDEX" val="20184636"/>
  <p:tag name="KSO_WM_SLIDE_LAYOUT" val="a_m"/>
  <p:tag name="KSO_WM_SLIDE_LAYOUT_CNT" val="1_1"/>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636"/>
</p:tagLst>
</file>

<file path=ppt/theme/theme1.xml><?xml version="1.0" encoding="utf-8"?>
<a:theme xmlns:a="http://schemas.openxmlformats.org/drawingml/2006/main" name="26_Office 主题​​">
  <a:themeElements>
    <a:clrScheme name="20184636">
      <a:dk1>
        <a:srgbClr val="000000"/>
      </a:dk1>
      <a:lt1>
        <a:srgbClr val="FFFFFF"/>
      </a:lt1>
      <a:dk2>
        <a:srgbClr val="C6E0EC"/>
      </a:dk2>
      <a:lt2>
        <a:srgbClr val="EDF4F7"/>
      </a:lt2>
      <a:accent1>
        <a:srgbClr val="3E5788"/>
      </a:accent1>
      <a:accent2>
        <a:srgbClr val="D53A3A"/>
      </a:accent2>
      <a:accent3>
        <a:srgbClr val="ED7D31"/>
      </a:accent3>
      <a:accent4>
        <a:srgbClr val="FFC000"/>
      </a:accent4>
      <a:accent5>
        <a:srgbClr val="61779E"/>
      </a:accent5>
      <a:accent6>
        <a:srgbClr val="A5A5A5"/>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1812</Words>
  <Application>Microsoft Office PowerPoint</Application>
  <PresentationFormat>宽屏</PresentationFormat>
  <Paragraphs>97</Paragraphs>
  <Slides>37</Slides>
  <Notes>14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37</vt:i4>
      </vt:variant>
    </vt:vector>
  </HeadingPairs>
  <TitlesOfParts>
    <vt:vector size="43" baseType="lpstr">
      <vt:lpstr>黑体</vt:lpstr>
      <vt:lpstr>微软雅黑</vt:lpstr>
      <vt:lpstr>Arial</vt:lpstr>
      <vt:lpstr>Calibri</vt:lpstr>
      <vt:lpstr>Times New Roman</vt:lpstr>
      <vt:lpstr>26_Office 主题​​</vt:lpstr>
      <vt:lpstr>PowerPoint 演示文稿</vt:lpstr>
      <vt:lpstr>入侵检测系统介绍</vt:lpstr>
      <vt:lpstr>入侵检测系统介绍</vt:lpstr>
      <vt:lpstr>入侵检测系统介绍</vt:lpstr>
      <vt:lpstr>PowerPoint 演示文稿</vt:lpstr>
      <vt:lpstr>PowerPoint 演示文稿</vt:lpstr>
      <vt:lpstr>PowerPoint 演示文稿</vt:lpstr>
      <vt:lpstr>PowerPoint 演示文稿</vt:lpstr>
      <vt:lpstr>PowerPoint 演示文稿</vt:lpstr>
      <vt:lpstr>嗅探器模式实验</vt:lpstr>
      <vt:lpstr>PowerPoint 演示文稿</vt:lpstr>
      <vt:lpstr>PowerPoint 演示文稿</vt:lpstr>
      <vt:lpstr>PowerPoint 演示文稿</vt:lpstr>
      <vt:lpstr>PowerPoint 演示文稿</vt:lpstr>
      <vt:lpstr>PowerPoint 演示文稿</vt:lpstr>
      <vt:lpstr>网络入侵检测系统（NIDS）模式实验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Snort检测nmap扫描实验</vt:lpstr>
      <vt:lpstr>PowerPoint 演示文稿</vt:lpstr>
      <vt:lpstr>PowerPoint 演示文稿</vt:lpstr>
      <vt:lpstr>PowerPoint 演示文稿</vt:lpstr>
      <vt:lpstr>PowerPoint 演示文稿</vt:lpstr>
      <vt:lpstr>感谢聆听        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曹琰</cp:lastModifiedBy>
  <cp:revision>171</cp:revision>
  <dcterms:created xsi:type="dcterms:W3CDTF">2019-06-19T02:08:00Z</dcterms:created>
  <dcterms:modified xsi:type="dcterms:W3CDTF">2023-03-28T00:22:28Z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280A8CD55CA24DB99B781E9A40C69E3B</vt:lpwstr>
  </property>
</Properties>
</file>