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50" r:id="rId2"/>
    <p:sldMasterId id="2147485154" r:id="rId3"/>
  </p:sldMasterIdLst>
  <p:notesMasterIdLst>
    <p:notesMasterId r:id="rId64"/>
  </p:notesMasterIdLst>
  <p:handoutMasterIdLst>
    <p:handoutMasterId r:id="rId65"/>
  </p:handoutMasterIdLst>
  <p:sldIdLst>
    <p:sldId id="403" r:id="rId4"/>
    <p:sldId id="573" r:id="rId5"/>
    <p:sldId id="574" r:id="rId6"/>
    <p:sldId id="631" r:id="rId7"/>
    <p:sldId id="576" r:id="rId8"/>
    <p:sldId id="577" r:id="rId9"/>
    <p:sldId id="578" r:id="rId10"/>
    <p:sldId id="579" r:id="rId11"/>
    <p:sldId id="580" r:id="rId12"/>
    <p:sldId id="581" r:id="rId13"/>
    <p:sldId id="582" r:id="rId14"/>
    <p:sldId id="583" r:id="rId15"/>
    <p:sldId id="584" r:id="rId16"/>
    <p:sldId id="585" r:id="rId17"/>
    <p:sldId id="586" r:id="rId18"/>
    <p:sldId id="587" r:id="rId19"/>
    <p:sldId id="588" r:id="rId20"/>
    <p:sldId id="632" r:id="rId21"/>
    <p:sldId id="590" r:id="rId22"/>
    <p:sldId id="591" r:id="rId23"/>
    <p:sldId id="592" r:id="rId24"/>
    <p:sldId id="593" r:id="rId25"/>
    <p:sldId id="594" r:id="rId26"/>
    <p:sldId id="595" r:id="rId27"/>
    <p:sldId id="596" r:id="rId28"/>
    <p:sldId id="597" r:id="rId29"/>
    <p:sldId id="598" r:id="rId30"/>
    <p:sldId id="599" r:id="rId31"/>
    <p:sldId id="600" r:id="rId32"/>
    <p:sldId id="601" r:id="rId33"/>
    <p:sldId id="633" r:id="rId34"/>
    <p:sldId id="603" r:id="rId35"/>
    <p:sldId id="604" r:id="rId36"/>
    <p:sldId id="605" r:id="rId37"/>
    <p:sldId id="606" r:id="rId38"/>
    <p:sldId id="607" r:id="rId39"/>
    <p:sldId id="608" r:id="rId40"/>
    <p:sldId id="609" r:id="rId41"/>
    <p:sldId id="610" r:id="rId42"/>
    <p:sldId id="611" r:id="rId43"/>
    <p:sldId id="612" r:id="rId44"/>
    <p:sldId id="613" r:id="rId45"/>
    <p:sldId id="614" r:id="rId46"/>
    <p:sldId id="634" r:id="rId47"/>
    <p:sldId id="616" r:id="rId48"/>
    <p:sldId id="617" r:id="rId49"/>
    <p:sldId id="618" r:id="rId50"/>
    <p:sldId id="619" r:id="rId51"/>
    <p:sldId id="620" r:id="rId52"/>
    <p:sldId id="621" r:id="rId53"/>
    <p:sldId id="635" r:id="rId54"/>
    <p:sldId id="623" r:id="rId55"/>
    <p:sldId id="624" r:id="rId56"/>
    <p:sldId id="625" r:id="rId57"/>
    <p:sldId id="626" r:id="rId58"/>
    <p:sldId id="627" r:id="rId59"/>
    <p:sldId id="628" r:id="rId60"/>
    <p:sldId id="629" r:id="rId61"/>
    <p:sldId id="630" r:id="rId62"/>
    <p:sldId id="636"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3C9"/>
    <a:srgbClr val="1D8CF0"/>
    <a:srgbClr val="168AD7"/>
    <a:srgbClr val="1182CF"/>
    <a:srgbClr val="117EC8"/>
    <a:srgbClr val="0E4F9A"/>
    <a:srgbClr val="0B4DB6"/>
    <a:srgbClr val="117BBC"/>
    <a:srgbClr val="1483C9"/>
    <a:srgbClr val="1487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294" autoAdjust="0"/>
    <p:restoredTop sz="94674"/>
  </p:normalViewPr>
  <p:slideViewPr>
    <p:cSldViewPr snapToGrid="0" snapToObjects="1" showGuides="1">
      <p:cViewPr varScale="1">
        <p:scale>
          <a:sx n="115" d="100"/>
          <a:sy n="115" d="100"/>
        </p:scale>
        <p:origin x="126" y="210"/>
      </p:cViewPr>
      <p:guideLst>
        <p:guide orient="horz" pos="2228"/>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D9C0A-513E-5D45-A5BD-59ABDA883CB2}" type="datetimeFigureOut">
              <a:rPr kumimoji="1" lang="zh-CN" altLang="en-US" smtClean="0"/>
              <a:t>2019/8/19</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A7D54F-769D-2D42-8A77-B952BDC9D44D}" type="slidenum">
              <a:rPr kumimoji="1" lang="zh-CN" altLang="en-US" smtClean="0"/>
              <a:t>‹#›</a:t>
            </a:fld>
            <a:endParaRPr kumimoji="1" lang="zh-CN" altLang="en-US"/>
          </a:p>
        </p:txBody>
      </p:sp>
    </p:spTree>
    <p:extLst>
      <p:ext uri="{BB962C8B-B14F-4D97-AF65-F5344CB8AC3E}">
        <p14:creationId xmlns:p14="http://schemas.microsoft.com/office/powerpoint/2010/main" val="3035994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54E0DE-8EB3-4142-8470-5DDD67C56C08}" type="datetimeFigureOut">
              <a:rPr kumimoji="1" lang="zh-CN" altLang="en-US" smtClean="0"/>
              <a:t>2019/8/19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10FF57-52CE-D749-A0B3-B7D1B6EF2809}" type="slidenum">
              <a:rPr kumimoji="1" lang="zh-CN" altLang="en-US" smtClean="0"/>
              <a:t>‹#›</a:t>
            </a:fld>
            <a:endParaRPr kumimoji="1" lang="zh-CN" altLang="en-US"/>
          </a:p>
        </p:txBody>
      </p:sp>
    </p:spTree>
    <p:extLst>
      <p:ext uri="{BB962C8B-B14F-4D97-AF65-F5344CB8AC3E}">
        <p14:creationId xmlns:p14="http://schemas.microsoft.com/office/powerpoint/2010/main" val="204551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a:t>
            </a:fld>
            <a:endParaRPr lang="zh-CN" altLang="en-US"/>
          </a:p>
        </p:txBody>
      </p:sp>
    </p:spTree>
    <p:extLst>
      <p:ext uri="{BB962C8B-B14F-4D97-AF65-F5344CB8AC3E}">
        <p14:creationId xmlns:p14="http://schemas.microsoft.com/office/powerpoint/2010/main" val="2236074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a:t>
            </a:fld>
            <a:endParaRPr lang="zh-CN" altLang="en-US"/>
          </a:p>
        </p:txBody>
      </p:sp>
    </p:spTree>
    <p:extLst>
      <p:ext uri="{BB962C8B-B14F-4D97-AF65-F5344CB8AC3E}">
        <p14:creationId xmlns:p14="http://schemas.microsoft.com/office/powerpoint/2010/main" val="2089972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a:t>
            </a:fld>
            <a:endParaRPr lang="zh-CN" altLang="en-US"/>
          </a:p>
        </p:txBody>
      </p:sp>
    </p:spTree>
    <p:extLst>
      <p:ext uri="{BB962C8B-B14F-4D97-AF65-F5344CB8AC3E}">
        <p14:creationId xmlns:p14="http://schemas.microsoft.com/office/powerpoint/2010/main" val="73061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6</a:t>
            </a:fld>
            <a:endParaRPr lang="zh-CN" altLang="en-US"/>
          </a:p>
        </p:txBody>
      </p:sp>
    </p:spTree>
    <p:extLst>
      <p:ext uri="{BB962C8B-B14F-4D97-AF65-F5344CB8AC3E}">
        <p14:creationId xmlns:p14="http://schemas.microsoft.com/office/powerpoint/2010/main" val="2930309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7</a:t>
            </a:fld>
            <a:endParaRPr lang="zh-CN" altLang="en-US"/>
          </a:p>
        </p:txBody>
      </p:sp>
    </p:spTree>
    <p:extLst>
      <p:ext uri="{BB962C8B-B14F-4D97-AF65-F5344CB8AC3E}">
        <p14:creationId xmlns:p14="http://schemas.microsoft.com/office/powerpoint/2010/main" val="500610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8</a:t>
            </a:fld>
            <a:endParaRPr lang="zh-CN" altLang="en-US"/>
          </a:p>
        </p:txBody>
      </p:sp>
    </p:spTree>
    <p:extLst>
      <p:ext uri="{BB962C8B-B14F-4D97-AF65-F5344CB8AC3E}">
        <p14:creationId xmlns:p14="http://schemas.microsoft.com/office/powerpoint/2010/main" val="15911358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9</a:t>
            </a:fld>
            <a:endParaRPr lang="zh-CN" altLang="en-US"/>
          </a:p>
        </p:txBody>
      </p:sp>
    </p:spTree>
    <p:extLst>
      <p:ext uri="{BB962C8B-B14F-4D97-AF65-F5344CB8AC3E}">
        <p14:creationId xmlns:p14="http://schemas.microsoft.com/office/powerpoint/2010/main" val="4127374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10</a:t>
            </a:fld>
            <a:endParaRPr lang="zh-CN" altLang="en-US"/>
          </a:p>
        </p:txBody>
      </p:sp>
    </p:spTree>
    <p:extLst>
      <p:ext uri="{BB962C8B-B14F-4D97-AF65-F5344CB8AC3E}">
        <p14:creationId xmlns:p14="http://schemas.microsoft.com/office/powerpoint/2010/main" val="2197849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11</a:t>
            </a:fld>
            <a:endParaRPr lang="zh-CN" altLang="en-US"/>
          </a:p>
        </p:txBody>
      </p:sp>
    </p:spTree>
    <p:extLst>
      <p:ext uri="{BB962C8B-B14F-4D97-AF65-F5344CB8AC3E}">
        <p14:creationId xmlns:p14="http://schemas.microsoft.com/office/powerpoint/2010/main" val="2622418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12</a:t>
            </a:fld>
            <a:endParaRPr lang="zh-CN" altLang="en-US"/>
          </a:p>
        </p:txBody>
      </p:sp>
    </p:spTree>
    <p:extLst>
      <p:ext uri="{BB962C8B-B14F-4D97-AF65-F5344CB8AC3E}">
        <p14:creationId xmlns:p14="http://schemas.microsoft.com/office/powerpoint/2010/main" val="3551114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13</a:t>
            </a:fld>
            <a:endParaRPr lang="zh-CN" altLang="en-US"/>
          </a:p>
        </p:txBody>
      </p:sp>
    </p:spTree>
    <p:extLst>
      <p:ext uri="{BB962C8B-B14F-4D97-AF65-F5344CB8AC3E}">
        <p14:creationId xmlns:p14="http://schemas.microsoft.com/office/powerpoint/2010/main" val="2113733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14</a:t>
            </a:fld>
            <a:endParaRPr lang="zh-CN" altLang="en-US"/>
          </a:p>
        </p:txBody>
      </p:sp>
    </p:spTree>
    <p:extLst>
      <p:ext uri="{BB962C8B-B14F-4D97-AF65-F5344CB8AC3E}">
        <p14:creationId xmlns:p14="http://schemas.microsoft.com/office/powerpoint/2010/main" val="36896932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15</a:t>
            </a:fld>
            <a:endParaRPr lang="zh-CN" altLang="en-US"/>
          </a:p>
        </p:txBody>
      </p:sp>
    </p:spTree>
    <p:extLst>
      <p:ext uri="{BB962C8B-B14F-4D97-AF65-F5344CB8AC3E}">
        <p14:creationId xmlns:p14="http://schemas.microsoft.com/office/powerpoint/2010/main" val="1733753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16</a:t>
            </a:fld>
            <a:endParaRPr lang="zh-CN" altLang="en-US"/>
          </a:p>
        </p:txBody>
      </p:sp>
    </p:spTree>
    <p:extLst>
      <p:ext uri="{BB962C8B-B14F-4D97-AF65-F5344CB8AC3E}">
        <p14:creationId xmlns:p14="http://schemas.microsoft.com/office/powerpoint/2010/main" val="2675943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17</a:t>
            </a:fld>
            <a:endParaRPr lang="zh-CN" altLang="en-US"/>
          </a:p>
        </p:txBody>
      </p:sp>
    </p:spTree>
    <p:extLst>
      <p:ext uri="{BB962C8B-B14F-4D97-AF65-F5344CB8AC3E}">
        <p14:creationId xmlns:p14="http://schemas.microsoft.com/office/powerpoint/2010/main" val="2740203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19</a:t>
            </a:fld>
            <a:endParaRPr lang="zh-CN" altLang="en-US"/>
          </a:p>
        </p:txBody>
      </p:sp>
    </p:spTree>
    <p:extLst>
      <p:ext uri="{BB962C8B-B14F-4D97-AF65-F5344CB8AC3E}">
        <p14:creationId xmlns:p14="http://schemas.microsoft.com/office/powerpoint/2010/main" val="926722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20</a:t>
            </a:fld>
            <a:endParaRPr lang="zh-CN" altLang="en-US"/>
          </a:p>
        </p:txBody>
      </p:sp>
    </p:spTree>
    <p:extLst>
      <p:ext uri="{BB962C8B-B14F-4D97-AF65-F5344CB8AC3E}">
        <p14:creationId xmlns:p14="http://schemas.microsoft.com/office/powerpoint/2010/main" val="38039888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21</a:t>
            </a:fld>
            <a:endParaRPr lang="zh-CN" altLang="en-US"/>
          </a:p>
        </p:txBody>
      </p:sp>
    </p:spTree>
    <p:extLst>
      <p:ext uri="{BB962C8B-B14F-4D97-AF65-F5344CB8AC3E}">
        <p14:creationId xmlns:p14="http://schemas.microsoft.com/office/powerpoint/2010/main" val="23921126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22</a:t>
            </a:fld>
            <a:endParaRPr lang="zh-CN" altLang="en-US"/>
          </a:p>
        </p:txBody>
      </p:sp>
    </p:spTree>
    <p:extLst>
      <p:ext uri="{BB962C8B-B14F-4D97-AF65-F5344CB8AC3E}">
        <p14:creationId xmlns:p14="http://schemas.microsoft.com/office/powerpoint/2010/main" val="33128398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23</a:t>
            </a:fld>
            <a:endParaRPr lang="zh-CN" altLang="en-US"/>
          </a:p>
        </p:txBody>
      </p:sp>
    </p:spTree>
    <p:extLst>
      <p:ext uri="{BB962C8B-B14F-4D97-AF65-F5344CB8AC3E}">
        <p14:creationId xmlns:p14="http://schemas.microsoft.com/office/powerpoint/2010/main" val="40090817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24</a:t>
            </a:fld>
            <a:endParaRPr lang="zh-CN" altLang="en-US"/>
          </a:p>
        </p:txBody>
      </p:sp>
    </p:spTree>
    <p:extLst>
      <p:ext uri="{BB962C8B-B14F-4D97-AF65-F5344CB8AC3E}">
        <p14:creationId xmlns:p14="http://schemas.microsoft.com/office/powerpoint/2010/main" val="2687826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25</a:t>
            </a:fld>
            <a:endParaRPr lang="zh-CN" altLang="en-US"/>
          </a:p>
        </p:txBody>
      </p:sp>
    </p:spTree>
    <p:extLst>
      <p:ext uri="{BB962C8B-B14F-4D97-AF65-F5344CB8AC3E}">
        <p14:creationId xmlns:p14="http://schemas.microsoft.com/office/powerpoint/2010/main" val="9356002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26</a:t>
            </a:fld>
            <a:endParaRPr lang="zh-CN" altLang="en-US"/>
          </a:p>
        </p:txBody>
      </p:sp>
    </p:spTree>
    <p:extLst>
      <p:ext uri="{BB962C8B-B14F-4D97-AF65-F5344CB8AC3E}">
        <p14:creationId xmlns:p14="http://schemas.microsoft.com/office/powerpoint/2010/main" val="17278390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27</a:t>
            </a:fld>
            <a:endParaRPr lang="zh-CN" altLang="en-US"/>
          </a:p>
        </p:txBody>
      </p:sp>
    </p:spTree>
    <p:extLst>
      <p:ext uri="{BB962C8B-B14F-4D97-AF65-F5344CB8AC3E}">
        <p14:creationId xmlns:p14="http://schemas.microsoft.com/office/powerpoint/2010/main" val="41211458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28</a:t>
            </a:fld>
            <a:endParaRPr lang="zh-CN" altLang="en-US"/>
          </a:p>
        </p:txBody>
      </p:sp>
    </p:spTree>
    <p:extLst>
      <p:ext uri="{BB962C8B-B14F-4D97-AF65-F5344CB8AC3E}">
        <p14:creationId xmlns:p14="http://schemas.microsoft.com/office/powerpoint/2010/main" val="18336195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29</a:t>
            </a:fld>
            <a:endParaRPr lang="zh-CN" altLang="en-US"/>
          </a:p>
        </p:txBody>
      </p:sp>
    </p:spTree>
    <p:extLst>
      <p:ext uri="{BB962C8B-B14F-4D97-AF65-F5344CB8AC3E}">
        <p14:creationId xmlns:p14="http://schemas.microsoft.com/office/powerpoint/2010/main" val="3501871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30</a:t>
            </a:fld>
            <a:endParaRPr lang="zh-CN" altLang="en-US"/>
          </a:p>
        </p:txBody>
      </p:sp>
    </p:spTree>
    <p:extLst>
      <p:ext uri="{BB962C8B-B14F-4D97-AF65-F5344CB8AC3E}">
        <p14:creationId xmlns:p14="http://schemas.microsoft.com/office/powerpoint/2010/main" val="17512387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32</a:t>
            </a:fld>
            <a:endParaRPr lang="zh-CN" altLang="en-US"/>
          </a:p>
        </p:txBody>
      </p:sp>
    </p:spTree>
    <p:extLst>
      <p:ext uri="{BB962C8B-B14F-4D97-AF65-F5344CB8AC3E}">
        <p14:creationId xmlns:p14="http://schemas.microsoft.com/office/powerpoint/2010/main" val="12417402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33</a:t>
            </a:fld>
            <a:endParaRPr lang="zh-CN" altLang="en-US"/>
          </a:p>
        </p:txBody>
      </p:sp>
    </p:spTree>
    <p:extLst>
      <p:ext uri="{BB962C8B-B14F-4D97-AF65-F5344CB8AC3E}">
        <p14:creationId xmlns:p14="http://schemas.microsoft.com/office/powerpoint/2010/main" val="28812848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34</a:t>
            </a:fld>
            <a:endParaRPr lang="zh-CN" altLang="en-US"/>
          </a:p>
        </p:txBody>
      </p:sp>
    </p:spTree>
    <p:extLst>
      <p:ext uri="{BB962C8B-B14F-4D97-AF65-F5344CB8AC3E}">
        <p14:creationId xmlns:p14="http://schemas.microsoft.com/office/powerpoint/2010/main" val="10674320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35</a:t>
            </a:fld>
            <a:endParaRPr lang="zh-CN" altLang="en-US"/>
          </a:p>
        </p:txBody>
      </p:sp>
    </p:spTree>
    <p:extLst>
      <p:ext uri="{BB962C8B-B14F-4D97-AF65-F5344CB8AC3E}">
        <p14:creationId xmlns:p14="http://schemas.microsoft.com/office/powerpoint/2010/main" val="2501845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36</a:t>
            </a:fld>
            <a:endParaRPr lang="zh-CN" altLang="en-US"/>
          </a:p>
        </p:txBody>
      </p:sp>
    </p:spTree>
    <p:extLst>
      <p:ext uri="{BB962C8B-B14F-4D97-AF65-F5344CB8AC3E}">
        <p14:creationId xmlns:p14="http://schemas.microsoft.com/office/powerpoint/2010/main" val="40468642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37</a:t>
            </a:fld>
            <a:endParaRPr lang="zh-CN" altLang="en-US"/>
          </a:p>
        </p:txBody>
      </p:sp>
    </p:spTree>
    <p:extLst>
      <p:ext uri="{BB962C8B-B14F-4D97-AF65-F5344CB8AC3E}">
        <p14:creationId xmlns:p14="http://schemas.microsoft.com/office/powerpoint/2010/main" val="9517012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38</a:t>
            </a:fld>
            <a:endParaRPr lang="zh-CN" altLang="en-US"/>
          </a:p>
        </p:txBody>
      </p:sp>
    </p:spTree>
    <p:extLst>
      <p:ext uri="{BB962C8B-B14F-4D97-AF65-F5344CB8AC3E}">
        <p14:creationId xmlns:p14="http://schemas.microsoft.com/office/powerpoint/2010/main" val="30336540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39</a:t>
            </a:fld>
            <a:endParaRPr lang="zh-CN" altLang="en-US"/>
          </a:p>
        </p:txBody>
      </p:sp>
    </p:spTree>
    <p:extLst>
      <p:ext uri="{BB962C8B-B14F-4D97-AF65-F5344CB8AC3E}">
        <p14:creationId xmlns:p14="http://schemas.microsoft.com/office/powerpoint/2010/main" val="18885967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40</a:t>
            </a:fld>
            <a:endParaRPr lang="zh-CN" altLang="en-US"/>
          </a:p>
        </p:txBody>
      </p:sp>
    </p:spTree>
    <p:extLst>
      <p:ext uri="{BB962C8B-B14F-4D97-AF65-F5344CB8AC3E}">
        <p14:creationId xmlns:p14="http://schemas.microsoft.com/office/powerpoint/2010/main" val="8695511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41</a:t>
            </a:fld>
            <a:endParaRPr lang="zh-CN" altLang="en-US"/>
          </a:p>
        </p:txBody>
      </p:sp>
    </p:spTree>
    <p:extLst>
      <p:ext uri="{BB962C8B-B14F-4D97-AF65-F5344CB8AC3E}">
        <p14:creationId xmlns:p14="http://schemas.microsoft.com/office/powerpoint/2010/main" val="11475534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42</a:t>
            </a:fld>
            <a:endParaRPr lang="zh-CN" altLang="en-US"/>
          </a:p>
        </p:txBody>
      </p:sp>
    </p:spTree>
    <p:extLst>
      <p:ext uri="{BB962C8B-B14F-4D97-AF65-F5344CB8AC3E}">
        <p14:creationId xmlns:p14="http://schemas.microsoft.com/office/powerpoint/2010/main" val="20557684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43</a:t>
            </a:fld>
            <a:endParaRPr lang="zh-CN" altLang="en-US"/>
          </a:p>
        </p:txBody>
      </p:sp>
    </p:spTree>
    <p:extLst>
      <p:ext uri="{BB962C8B-B14F-4D97-AF65-F5344CB8AC3E}">
        <p14:creationId xmlns:p14="http://schemas.microsoft.com/office/powerpoint/2010/main" val="4122958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45</a:t>
            </a:fld>
            <a:endParaRPr lang="zh-CN" altLang="en-US"/>
          </a:p>
        </p:txBody>
      </p:sp>
    </p:spTree>
    <p:extLst>
      <p:ext uri="{BB962C8B-B14F-4D97-AF65-F5344CB8AC3E}">
        <p14:creationId xmlns:p14="http://schemas.microsoft.com/office/powerpoint/2010/main" val="14742843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46</a:t>
            </a:fld>
            <a:endParaRPr lang="zh-CN" altLang="en-US"/>
          </a:p>
        </p:txBody>
      </p:sp>
    </p:spTree>
    <p:extLst>
      <p:ext uri="{BB962C8B-B14F-4D97-AF65-F5344CB8AC3E}">
        <p14:creationId xmlns:p14="http://schemas.microsoft.com/office/powerpoint/2010/main" val="12765992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47</a:t>
            </a:fld>
            <a:endParaRPr lang="zh-CN" altLang="en-US"/>
          </a:p>
        </p:txBody>
      </p:sp>
    </p:spTree>
    <p:extLst>
      <p:ext uri="{BB962C8B-B14F-4D97-AF65-F5344CB8AC3E}">
        <p14:creationId xmlns:p14="http://schemas.microsoft.com/office/powerpoint/2010/main" val="30367793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48</a:t>
            </a:fld>
            <a:endParaRPr lang="zh-CN" altLang="en-US"/>
          </a:p>
        </p:txBody>
      </p:sp>
    </p:spTree>
    <p:extLst>
      <p:ext uri="{BB962C8B-B14F-4D97-AF65-F5344CB8AC3E}">
        <p14:creationId xmlns:p14="http://schemas.microsoft.com/office/powerpoint/2010/main" val="42551402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49</a:t>
            </a:fld>
            <a:endParaRPr lang="zh-CN" altLang="en-US"/>
          </a:p>
        </p:txBody>
      </p:sp>
    </p:spTree>
    <p:extLst>
      <p:ext uri="{BB962C8B-B14F-4D97-AF65-F5344CB8AC3E}">
        <p14:creationId xmlns:p14="http://schemas.microsoft.com/office/powerpoint/2010/main" val="35974717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50</a:t>
            </a:fld>
            <a:endParaRPr lang="zh-CN" altLang="en-US"/>
          </a:p>
        </p:txBody>
      </p:sp>
    </p:spTree>
    <p:extLst>
      <p:ext uri="{BB962C8B-B14F-4D97-AF65-F5344CB8AC3E}">
        <p14:creationId xmlns:p14="http://schemas.microsoft.com/office/powerpoint/2010/main" val="37698356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52</a:t>
            </a:fld>
            <a:endParaRPr lang="zh-CN" altLang="en-US"/>
          </a:p>
        </p:txBody>
      </p:sp>
    </p:spTree>
    <p:extLst>
      <p:ext uri="{BB962C8B-B14F-4D97-AF65-F5344CB8AC3E}">
        <p14:creationId xmlns:p14="http://schemas.microsoft.com/office/powerpoint/2010/main" val="18265295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53</a:t>
            </a:fld>
            <a:endParaRPr lang="zh-CN" altLang="en-US"/>
          </a:p>
        </p:txBody>
      </p:sp>
    </p:spTree>
    <p:extLst>
      <p:ext uri="{BB962C8B-B14F-4D97-AF65-F5344CB8AC3E}">
        <p14:creationId xmlns:p14="http://schemas.microsoft.com/office/powerpoint/2010/main" val="4822537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54</a:t>
            </a:fld>
            <a:endParaRPr lang="zh-CN" altLang="en-US"/>
          </a:p>
        </p:txBody>
      </p:sp>
    </p:spTree>
    <p:extLst>
      <p:ext uri="{BB962C8B-B14F-4D97-AF65-F5344CB8AC3E}">
        <p14:creationId xmlns:p14="http://schemas.microsoft.com/office/powerpoint/2010/main" val="3442524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55</a:t>
            </a:fld>
            <a:endParaRPr lang="zh-CN" altLang="en-US"/>
          </a:p>
        </p:txBody>
      </p:sp>
    </p:spTree>
    <p:extLst>
      <p:ext uri="{BB962C8B-B14F-4D97-AF65-F5344CB8AC3E}">
        <p14:creationId xmlns:p14="http://schemas.microsoft.com/office/powerpoint/2010/main" val="2443044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56</a:t>
            </a:fld>
            <a:endParaRPr lang="zh-CN" altLang="en-US"/>
          </a:p>
        </p:txBody>
      </p:sp>
    </p:spTree>
    <p:extLst>
      <p:ext uri="{BB962C8B-B14F-4D97-AF65-F5344CB8AC3E}">
        <p14:creationId xmlns:p14="http://schemas.microsoft.com/office/powerpoint/2010/main" val="29443666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57</a:t>
            </a:fld>
            <a:endParaRPr lang="zh-CN" altLang="en-US"/>
          </a:p>
        </p:txBody>
      </p:sp>
    </p:spTree>
    <p:extLst>
      <p:ext uri="{BB962C8B-B14F-4D97-AF65-F5344CB8AC3E}">
        <p14:creationId xmlns:p14="http://schemas.microsoft.com/office/powerpoint/2010/main" val="124917463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58</a:t>
            </a:fld>
            <a:endParaRPr lang="zh-CN" altLang="en-US"/>
          </a:p>
        </p:txBody>
      </p:sp>
    </p:spTree>
    <p:extLst>
      <p:ext uri="{BB962C8B-B14F-4D97-AF65-F5344CB8AC3E}">
        <p14:creationId xmlns:p14="http://schemas.microsoft.com/office/powerpoint/2010/main" val="13809096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kumimoji="1" lang="zh-CN" altLang="en-US"/>
          </a:p>
        </p:txBody>
      </p:sp>
      <p:sp>
        <p:nvSpPr>
          <p:cNvPr id="24580" name="幻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宋体" panose="02010600030101010101" pitchFamily="2" charset="-122"/>
              </a:defRPr>
            </a:lvl1pPr>
            <a:lvl2pPr marL="742950" indent="-285750">
              <a:defRPr kumimoji="1">
                <a:solidFill>
                  <a:schemeClr val="tx1"/>
                </a:solidFill>
                <a:latin typeface="Calibri" panose="020F0502020204030204" pitchFamily="34" charset="0"/>
                <a:ea typeface="宋体" panose="02010600030101010101" pitchFamily="2" charset="-122"/>
              </a:defRPr>
            </a:lvl2pPr>
            <a:lvl3pPr marL="1143000" indent="-228600">
              <a:defRPr kumimoji="1">
                <a:solidFill>
                  <a:schemeClr val="tx1"/>
                </a:solidFill>
                <a:latin typeface="Calibri" panose="020F0502020204030204" pitchFamily="34" charset="0"/>
                <a:ea typeface="宋体" panose="02010600030101010101" pitchFamily="2" charset="-122"/>
              </a:defRPr>
            </a:lvl3pPr>
            <a:lvl4pPr marL="1600200" indent="-228600">
              <a:defRPr kumimoji="1">
                <a:solidFill>
                  <a:schemeClr val="tx1"/>
                </a:solidFill>
                <a:latin typeface="Calibri" panose="020F0502020204030204" pitchFamily="34" charset="0"/>
                <a:ea typeface="宋体" panose="02010600030101010101" pitchFamily="2" charset="-122"/>
              </a:defRPr>
            </a:lvl4pPr>
            <a:lvl5pPr marL="2057400" indent="-228600">
              <a:defRPr kumimoji="1">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0"/>
              </a:spcBef>
              <a:spcAft>
                <a:spcPct val="0"/>
              </a:spcAft>
              <a:defRPr kumimoji="1">
                <a:solidFill>
                  <a:schemeClr val="tx1"/>
                </a:solidFill>
                <a:latin typeface="Calibri" panose="020F0502020204030204" pitchFamily="34" charset="0"/>
                <a:ea typeface="宋体" panose="02010600030101010101" pitchFamily="2" charset="-122"/>
              </a:defRPr>
            </a:lvl9pPr>
          </a:lstStyle>
          <a:p>
            <a:fld id="{F76EF0E7-36E9-4315-A4AA-B604C677A2C0}" type="slidenum">
              <a:rPr lang="zh-CN" altLang="en-US"/>
              <a:t>59</a:t>
            </a:fld>
            <a:endParaRPr lang="zh-CN" altLang="en-US"/>
          </a:p>
        </p:txBody>
      </p:sp>
    </p:spTree>
    <p:extLst>
      <p:ext uri="{BB962C8B-B14F-4D97-AF65-F5344CB8AC3E}">
        <p14:creationId xmlns:p14="http://schemas.microsoft.com/office/powerpoint/2010/main" val="6643839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bg1"/>
        </a:solidFill>
        <a:effectLst/>
      </p:bgPr>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2C00558-1B45-4F48-8CE7-4C30C36DEF95}"/>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6" name="图片 5">
            <a:extLst>
              <a:ext uri="{FF2B5EF4-FFF2-40B4-BE49-F238E27FC236}">
                <a16:creationId xmlns:a16="http://schemas.microsoft.com/office/drawing/2014/main" id="{7DE19E43-5472-499E-9C2B-A9F0399B6B99}"/>
              </a:ext>
            </a:extLst>
          </p:cNvPr>
          <p:cNvPicPr>
            <a:picLocks noChangeAspect="1"/>
          </p:cNvPicPr>
          <p:nvPr userDrawn="1"/>
        </p:nvPicPr>
        <p:blipFill>
          <a:blip r:embed="rId3"/>
          <a:stretch>
            <a:fillRect/>
          </a:stretch>
        </p:blipFill>
        <p:spPr>
          <a:xfrm>
            <a:off x="10303161" y="288676"/>
            <a:ext cx="1526155" cy="45680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pPr>
              <a:defRPr/>
            </a:pPr>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幻灯片编号占位符 5"/>
          <p:cNvSpPr>
            <a:spLocks noGrp="1"/>
          </p:cNvSpPr>
          <p:nvPr>
            <p:ph type="sldNum" sz="quarter" idx="12"/>
          </p:nvPr>
        </p:nvSpPr>
        <p:spPr/>
        <p:txBody>
          <a:bodyPr/>
          <a:lstStyle>
            <a:lvl1pPr>
              <a:defRPr/>
            </a:lvl1pPr>
          </a:lstStyle>
          <a:p>
            <a:fld id="{1E4B0B22-26AC-43A2-B10D-1F97D7C711AE}" type="slidenum">
              <a:rPr lang="zh-CN" altLang="en-US"/>
              <a:pPr/>
              <a:t>‹#›</a:t>
            </a:fld>
            <a:endParaRPr lang="zh-CN" altLang="en-US"/>
          </a:p>
        </p:txBody>
      </p:sp>
    </p:spTree>
    <p:extLst>
      <p:ext uri="{BB962C8B-B14F-4D97-AF65-F5344CB8AC3E}">
        <p14:creationId xmlns:p14="http://schemas.microsoft.com/office/powerpoint/2010/main" val="3489351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6" name="图片 5"/>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extLst>
      <p:ext uri="{BB962C8B-B14F-4D97-AF65-F5344CB8AC3E}">
        <p14:creationId xmlns:p14="http://schemas.microsoft.com/office/powerpoint/2010/main" val="3548335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939213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pic>
        <p:nvPicPr>
          <p:cNvPr id="4" name="图片 3"/>
          <p:cNvPicPr>
            <a:picLocks noChangeAspect="1"/>
          </p:cNvPicPr>
          <p:nvPr userDrawn="1"/>
        </p:nvPicPr>
        <p:blipFill rotWithShape="1">
          <a:blip r:embed="rId2">
            <a:duotone>
              <a:prstClr val="black"/>
              <a:schemeClr val="accent4">
                <a:tint val="45000"/>
                <a:satMod val="400000"/>
              </a:schemeClr>
            </a:duotone>
            <a:alphaModFix amt="5000"/>
          </a:blip>
          <a:srcRect l="34274" t="23657" b="25428"/>
          <a:stretch/>
        </p:blipFill>
        <p:spPr>
          <a:xfrm>
            <a:off x="0" y="-1"/>
            <a:ext cx="8030818" cy="6858001"/>
          </a:xfrm>
          <a:prstGeom prst="rect">
            <a:avLst/>
          </a:prstGeom>
          <a:noFill/>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userDrawn="1"/>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userDrawn="1"/>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41899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userDrawn="1"/>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userDrawn="1"/>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userDrawn="1"/>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userDrawn="1"/>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userDrawn="1"/>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userDrawn="1"/>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userDrawn="1"/>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3" name="Date Placeholder 3"/>
          <p:cNvSpPr>
            <a:spLocks noGrp="1"/>
          </p:cNvSpPr>
          <p:nvPr>
            <p:ph type="dt" sz="half" idx="10"/>
          </p:nvPr>
        </p:nvSpPr>
        <p:spPr/>
        <p:txBody>
          <a:bodyPr/>
          <a:lstStyle>
            <a:lvl1pPr>
              <a:defRPr/>
            </a:lvl1pPr>
          </a:lstStyle>
          <a:p>
            <a:pPr>
              <a:defRPr/>
            </a:pPr>
            <a:fld id="{DB2620CF-1C2C-514E-BE55-601A62894FF6}" type="datetimeFigureOut">
              <a:rPr lang="en-US" smtClean="0"/>
              <a:pPr>
                <a:defRPr/>
              </a:pPr>
              <a:t>8/19/2019</a:t>
            </a:fld>
            <a:endParaRPr lang="en-US"/>
          </a:p>
        </p:txBody>
      </p:sp>
      <p:sp>
        <p:nvSpPr>
          <p:cNvPr id="1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8FFFB377-BA69-FA42-BF9B-8CA743CBECDC}" type="slidenum">
              <a:rPr lang="en-US" smtClean="0"/>
              <a:pPr>
                <a:defRPr/>
              </a:pPr>
              <a:t>‹#›</a:t>
            </a:fld>
            <a:endParaRPr lang="en-US"/>
          </a:p>
        </p:txBody>
      </p:sp>
    </p:spTree>
    <p:extLst>
      <p:ext uri="{BB962C8B-B14F-4D97-AF65-F5344CB8AC3E}">
        <p14:creationId xmlns:p14="http://schemas.microsoft.com/office/powerpoint/2010/main" val="2603294443"/>
      </p:ext>
    </p:extLst>
  </p:cSld>
  <p:clrMapOvr>
    <a:masterClrMapping/>
  </p:clrMapOvr>
  <p:transition spd="slow" advTm="2000">
    <p:blinds dir="vert"/>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D6EA9976-E709-E14B-B2F0-645481E6F7DB}"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066CDC2-3AE9-6041-B1F2-73C3A81E77D1}" type="slidenum">
              <a:rPr lang="en-US" smtClean="0"/>
              <a:pPr>
                <a:defRPr/>
              </a:pPr>
              <a:t>‹#›</a:t>
            </a:fld>
            <a:endParaRPr lang="en-US"/>
          </a:p>
        </p:txBody>
      </p:sp>
    </p:spTree>
    <p:extLst>
      <p:ext uri="{BB962C8B-B14F-4D97-AF65-F5344CB8AC3E}">
        <p14:creationId xmlns:p14="http://schemas.microsoft.com/office/powerpoint/2010/main" val="670487010"/>
      </p:ext>
    </p:extLst>
  </p:cSld>
  <p:clrMapOvr>
    <a:masterClrMapping/>
  </p:clrMapOvr>
  <p:transition spd="slow" advTm="2000">
    <p:blinds dir="vert"/>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C0EB8BA5-3622-E44E-A0C3-5A8DBCB0F819}"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47A3679-D63C-0845-B19E-29B7EBDF778F}" type="slidenum">
              <a:rPr lang="en-US" smtClean="0"/>
              <a:pPr>
                <a:defRPr/>
              </a:pPr>
              <a:t>‹#›</a:t>
            </a:fld>
            <a:endParaRPr lang="en-US"/>
          </a:p>
        </p:txBody>
      </p:sp>
    </p:spTree>
    <p:extLst>
      <p:ext uri="{BB962C8B-B14F-4D97-AF65-F5344CB8AC3E}">
        <p14:creationId xmlns:p14="http://schemas.microsoft.com/office/powerpoint/2010/main" val="1450193379"/>
      </p:ext>
    </p:extLst>
  </p:cSld>
  <p:clrMapOvr>
    <a:masterClrMapping/>
  </p:clrMapOvr>
  <p:transition spd="slow" advTm="2000">
    <p:blinds dir="vert"/>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3"/>
          <p:cNvSpPr>
            <a:spLocks noGrp="1"/>
          </p:cNvSpPr>
          <p:nvPr>
            <p:ph type="dt" sz="half" idx="10"/>
          </p:nvPr>
        </p:nvSpPr>
        <p:spPr/>
        <p:txBody>
          <a:bodyPr/>
          <a:lstStyle>
            <a:lvl1pPr>
              <a:defRPr/>
            </a:lvl1pPr>
          </a:lstStyle>
          <a:p>
            <a:pPr>
              <a:defRPr/>
            </a:pPr>
            <a:fld id="{6682085D-73E4-6C48-951A-F78B873C711D}" type="datetimeFigureOut">
              <a:rPr lang="en-US" smtClean="0"/>
              <a:pPr>
                <a:defRPr/>
              </a:pPr>
              <a:t>8/19/2019</a:t>
            </a:fld>
            <a:endParaRPr lang="en-US"/>
          </a:p>
        </p:txBody>
      </p:sp>
      <p:sp>
        <p:nvSpPr>
          <p:cNvPr id="6"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ECF100E-A0C6-B743-9F17-B27C8043BA2E}" type="slidenum">
              <a:rPr lang="en-US" smtClean="0"/>
              <a:pPr>
                <a:defRPr/>
              </a:pPr>
              <a:t>‹#›</a:t>
            </a:fld>
            <a:endParaRPr lang="en-US"/>
          </a:p>
        </p:txBody>
      </p:sp>
    </p:spTree>
    <p:extLst>
      <p:ext uri="{BB962C8B-B14F-4D97-AF65-F5344CB8AC3E}">
        <p14:creationId xmlns:p14="http://schemas.microsoft.com/office/powerpoint/2010/main" val="1747924077"/>
      </p:ext>
    </p:extLst>
  </p:cSld>
  <p:clrMapOvr>
    <a:masterClrMapping/>
  </p:clrMapOvr>
  <p:transition spd="slow" advTm="2000">
    <p:blinds dir="vert"/>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3"/>
          <p:cNvSpPr>
            <a:spLocks noGrp="1"/>
          </p:cNvSpPr>
          <p:nvPr>
            <p:ph type="dt" sz="half" idx="10"/>
          </p:nvPr>
        </p:nvSpPr>
        <p:spPr/>
        <p:txBody>
          <a:bodyPr/>
          <a:lstStyle>
            <a:lvl1pPr>
              <a:defRPr/>
            </a:lvl1pPr>
          </a:lstStyle>
          <a:p>
            <a:pPr>
              <a:defRPr/>
            </a:pPr>
            <a:fld id="{34BB985D-E127-B34C-B814-8E70609A4D0A}" type="datetimeFigureOut">
              <a:rPr lang="en-US" smtClean="0"/>
              <a:pPr>
                <a:defRPr/>
              </a:pPr>
              <a:t>8/19/2019</a:t>
            </a:fld>
            <a:endParaRPr lang="en-US"/>
          </a:p>
        </p:txBody>
      </p:sp>
      <p:sp>
        <p:nvSpPr>
          <p:cNvPr id="8"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6303F9B-565C-A742-87AE-B7F1F892CAA5}" type="slidenum">
              <a:rPr lang="en-US" smtClean="0"/>
              <a:pPr>
                <a:defRPr/>
              </a:pPr>
              <a:t>‹#›</a:t>
            </a:fld>
            <a:endParaRPr lang="en-US"/>
          </a:p>
        </p:txBody>
      </p:sp>
    </p:spTree>
    <p:extLst>
      <p:ext uri="{BB962C8B-B14F-4D97-AF65-F5344CB8AC3E}">
        <p14:creationId xmlns:p14="http://schemas.microsoft.com/office/powerpoint/2010/main" val="4137622823"/>
      </p:ext>
    </p:extLst>
  </p:cSld>
  <p:clrMapOvr>
    <a:masterClrMapping/>
  </p:clrMapOvr>
  <p:transition spd="slow" advTm="2000">
    <p:blinds dir="vert"/>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43179C19-3F0F-6E47-9CAA-67837717159E}" type="datetimeFigureOut">
              <a:rPr lang="en-US" smtClean="0"/>
              <a:pPr>
                <a:defRPr/>
              </a:pPr>
              <a:t>8/19/2019</a:t>
            </a:fld>
            <a:endParaRPr lang="en-US"/>
          </a:p>
        </p:txBody>
      </p:sp>
      <p:sp>
        <p:nvSpPr>
          <p:cNvPr id="4"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6403177-DBF8-7342-968C-B714CE790052}" type="slidenum">
              <a:rPr lang="en-US" smtClean="0"/>
              <a:pPr>
                <a:defRPr/>
              </a:pPr>
              <a:t>‹#›</a:t>
            </a:fld>
            <a:endParaRPr lang="en-US"/>
          </a:p>
        </p:txBody>
      </p:sp>
    </p:spTree>
    <p:extLst>
      <p:ext uri="{BB962C8B-B14F-4D97-AF65-F5344CB8AC3E}">
        <p14:creationId xmlns:p14="http://schemas.microsoft.com/office/powerpoint/2010/main" val="172392743"/>
      </p:ext>
    </p:extLst>
  </p:cSld>
  <p:clrMapOvr>
    <a:masterClrMapping/>
  </p:clrMapOvr>
  <p:transition spd="slow" advTm="2000">
    <p:blinds dir="vert"/>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1" name="Date Placeholder 1"/>
          <p:cNvSpPr>
            <a:spLocks noGrp="1"/>
          </p:cNvSpPr>
          <p:nvPr>
            <p:ph type="dt" sz="half" idx="10"/>
          </p:nvPr>
        </p:nvSpPr>
        <p:spPr/>
        <p:txBody>
          <a:bodyPr/>
          <a:lstStyle>
            <a:lvl1pPr>
              <a:defRPr/>
            </a:lvl1pPr>
          </a:lstStyle>
          <a:p>
            <a:pPr>
              <a:defRPr/>
            </a:pPr>
            <a:fld id="{E535A3C9-C03E-484B-AF9B-F9889BF2532F}" type="datetimeFigureOut">
              <a:rPr lang="en-US" smtClean="0"/>
              <a:pPr>
                <a:defRPr/>
              </a:pPr>
              <a:t>8/19/2019</a:t>
            </a:fld>
            <a:endParaRPr lang="en-US"/>
          </a:p>
        </p:txBody>
      </p:sp>
      <p:sp>
        <p:nvSpPr>
          <p:cNvPr id="12" name="Footer Placeholder 2"/>
          <p:cNvSpPr>
            <a:spLocks noGrp="1"/>
          </p:cNvSpPr>
          <p:nvPr>
            <p:ph type="ftr" sz="quarter" idx="11"/>
          </p:nvPr>
        </p:nvSpPr>
        <p:spPr/>
        <p:txBody>
          <a:bodyPr/>
          <a:lstStyle>
            <a:lvl1pPr>
              <a:defRPr/>
            </a:lvl1pPr>
          </a:lstStyle>
          <a:p>
            <a:r>
              <a:rPr lang="en-US"/>
              <a:t>www.qianxin.com</a:t>
            </a:r>
            <a:endParaRPr lang="en-US" dirty="0"/>
          </a:p>
        </p:txBody>
      </p:sp>
      <p:sp>
        <p:nvSpPr>
          <p:cNvPr id="13" name="Slide Number Placeholder 3"/>
          <p:cNvSpPr>
            <a:spLocks noGrp="1"/>
          </p:cNvSpPr>
          <p:nvPr>
            <p:ph type="sldNum" sz="quarter" idx="12"/>
          </p:nvPr>
        </p:nvSpPr>
        <p:spPr/>
        <p:txBody>
          <a:bodyPr/>
          <a:lstStyle>
            <a:lvl1pPr>
              <a:defRPr/>
            </a:lvl1pPr>
          </a:lstStyle>
          <a:p>
            <a:pPr>
              <a:defRPr/>
            </a:pPr>
            <a:fld id="{17A3A6D5-DD28-044F-87A8-09177897F498}" type="slidenum">
              <a:rPr lang="en-US" smtClean="0"/>
              <a:pPr>
                <a:defRPr/>
              </a:pPr>
              <a:t>‹#›</a:t>
            </a:fld>
            <a:endParaRPr lang="en-US"/>
          </a:p>
        </p:txBody>
      </p:sp>
    </p:spTree>
    <p:extLst>
      <p:ext uri="{BB962C8B-B14F-4D97-AF65-F5344CB8AC3E}">
        <p14:creationId xmlns:p14="http://schemas.microsoft.com/office/powerpoint/2010/main" val="1860710325"/>
      </p:ext>
    </p:extLst>
  </p:cSld>
  <p:clrMapOvr>
    <a:masterClrMapping/>
  </p:clrMapOvr>
  <p:transition spd="slow" advTm="2000">
    <p:blinds dir="vert"/>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F10D115D-50FA-CC4A-A0B0-6DAD9534690E}"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4C99494E-5A08-984D-807E-064CB0F598F7}" type="slidenum">
              <a:rPr lang="en-US" smtClean="0"/>
              <a:pPr>
                <a:defRPr/>
              </a:pPr>
              <a:t>‹#›</a:t>
            </a:fld>
            <a:endParaRPr lang="en-US"/>
          </a:p>
        </p:txBody>
      </p:sp>
    </p:spTree>
    <p:extLst>
      <p:ext uri="{BB962C8B-B14F-4D97-AF65-F5344CB8AC3E}">
        <p14:creationId xmlns:p14="http://schemas.microsoft.com/office/powerpoint/2010/main" val="2139685654"/>
      </p:ext>
    </p:extLst>
  </p:cSld>
  <p:clrMapOvr>
    <a:masterClrMapping/>
  </p:clrMapOvr>
  <p:transition spd="slow" advTm="2000">
    <p:blinds dir="vert"/>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lvl1pPr>
              <a:defRPr/>
            </a:lvl1pPr>
          </a:lstStyle>
          <a:p>
            <a:pPr>
              <a:defRPr/>
            </a:pPr>
            <a:fld id="{62B429EF-AF2F-EC48-9EA1-F6671F6DF935}" type="datetimeFigureOut">
              <a:rPr lang="en-US" smtClean="0"/>
              <a:pPr>
                <a:defRPr/>
              </a:pPr>
              <a:t>8/19/2019</a:t>
            </a:fld>
            <a:endParaRPr lang="en-US"/>
          </a:p>
        </p:txBody>
      </p:sp>
      <p:sp>
        <p:nvSpPr>
          <p:cNvPr id="5" name="Footer Placeholder 4"/>
          <p:cNvSpPr>
            <a:spLocks noGrp="1"/>
          </p:cNvSpPr>
          <p:nvPr>
            <p:ph type="ftr" sz="quarter" idx="11"/>
          </p:nvPr>
        </p:nvSpPr>
        <p:spPr/>
        <p:txBody>
          <a:bodyPr/>
          <a:lstStyle>
            <a:lvl1pPr>
              <a:defRPr/>
            </a:lvl1pPr>
          </a:lstStyle>
          <a:p>
            <a:r>
              <a:rPr lang="en-US"/>
              <a:t>www.qianxin.com</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095DC32-027F-974D-9C47-DDAE9F2EAF6D}" type="slidenum">
              <a:rPr lang="en-US" smtClean="0"/>
              <a:pPr>
                <a:defRPr/>
              </a:pPr>
              <a:t>‹#›</a:t>
            </a:fld>
            <a:endParaRPr lang="en-US"/>
          </a:p>
        </p:txBody>
      </p:sp>
    </p:spTree>
    <p:extLst>
      <p:ext uri="{BB962C8B-B14F-4D97-AF65-F5344CB8AC3E}">
        <p14:creationId xmlns:p14="http://schemas.microsoft.com/office/powerpoint/2010/main" val="3021073359"/>
      </p:ext>
    </p:extLst>
  </p:cSld>
  <p:clrMapOvr>
    <a:masterClrMapping/>
  </p:clrMapOvr>
  <p:transition spd="slow" advTm="2000">
    <p:blinds dir="vert"/>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Agenda">
    <p:spTree>
      <p:nvGrpSpPr>
        <p:cNvPr id="1" name=""/>
        <p:cNvGrpSpPr/>
        <p:nvPr/>
      </p:nvGrpSpPr>
      <p:grpSpPr>
        <a:xfrm>
          <a:off x="0" y="0"/>
          <a:ext cx="0" cy="0"/>
          <a:chOff x="0" y="0"/>
          <a:chExt cx="0" cy="0"/>
        </a:xfrm>
      </p:grpSpPr>
      <p:cxnSp>
        <p:nvCxnSpPr>
          <p:cNvPr id="26" name="Прямая соединительная линия 7"/>
          <p:cNvCxnSpPr/>
          <p:nvPr/>
        </p:nvCxnSpPr>
        <p:spPr>
          <a:xfrm flipV="1">
            <a:off x="32766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8"/>
          <p:cNvCxnSpPr/>
          <p:nvPr/>
        </p:nvCxnSpPr>
        <p:spPr>
          <a:xfrm flipV="1">
            <a:off x="60960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Прямая соединительная линия 9"/>
          <p:cNvCxnSpPr/>
          <p:nvPr/>
        </p:nvCxnSpPr>
        <p:spPr>
          <a:xfrm flipV="1">
            <a:off x="8915400" y="0"/>
            <a:ext cx="0" cy="685800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6" name="Текст 7"/>
          <p:cNvSpPr>
            <a:spLocks noGrp="1"/>
          </p:cNvSpPr>
          <p:nvPr>
            <p:ph type="body" sz="quarter" idx="60"/>
          </p:nvPr>
        </p:nvSpPr>
        <p:spPr>
          <a:xfrm>
            <a:off x="119488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2" name="Текст 7"/>
          <p:cNvSpPr>
            <a:spLocks noGrp="1"/>
          </p:cNvSpPr>
          <p:nvPr>
            <p:ph type="body" sz="quarter" idx="61"/>
          </p:nvPr>
        </p:nvSpPr>
        <p:spPr>
          <a:xfrm>
            <a:off x="1181105"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3" name="Текст 7"/>
          <p:cNvSpPr>
            <a:spLocks noGrp="1"/>
          </p:cNvSpPr>
          <p:nvPr>
            <p:ph type="body" sz="quarter" idx="62"/>
          </p:nvPr>
        </p:nvSpPr>
        <p:spPr>
          <a:xfrm>
            <a:off x="3975101"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4" name="Текст 7"/>
          <p:cNvSpPr>
            <a:spLocks noGrp="1"/>
          </p:cNvSpPr>
          <p:nvPr>
            <p:ph type="body" sz="quarter" idx="63"/>
          </p:nvPr>
        </p:nvSpPr>
        <p:spPr>
          <a:xfrm>
            <a:off x="3971480"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5" name="Текст 7"/>
          <p:cNvSpPr>
            <a:spLocks noGrp="1"/>
          </p:cNvSpPr>
          <p:nvPr>
            <p:ph type="body" sz="quarter" idx="64"/>
          </p:nvPr>
        </p:nvSpPr>
        <p:spPr>
          <a:xfrm>
            <a:off x="6798130"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6" name="Текст 7"/>
          <p:cNvSpPr>
            <a:spLocks noGrp="1"/>
          </p:cNvSpPr>
          <p:nvPr>
            <p:ph type="body" sz="quarter" idx="65"/>
          </p:nvPr>
        </p:nvSpPr>
        <p:spPr>
          <a:xfrm>
            <a:off x="68199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7" name="Текст 7"/>
          <p:cNvSpPr>
            <a:spLocks noGrp="1"/>
          </p:cNvSpPr>
          <p:nvPr>
            <p:ph type="body" sz="quarter" idx="66"/>
          </p:nvPr>
        </p:nvSpPr>
        <p:spPr>
          <a:xfrm>
            <a:off x="9617528" y="2971802"/>
            <a:ext cx="2066473" cy="2042886"/>
          </a:xfrm>
        </p:spPr>
        <p:txBody>
          <a:bodyPr tIns="0">
            <a:noAutofit/>
          </a:bodyPr>
          <a:lstStyle>
            <a:lvl1pPr marL="0" indent="0" algn="l">
              <a:lnSpc>
                <a:spcPct val="145000"/>
              </a:lnSpc>
              <a:spcBef>
                <a:spcPts val="0"/>
              </a:spcBef>
              <a:buNone/>
              <a:defRPr sz="1600" b="0"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
        <p:nvSpPr>
          <p:cNvPr id="18" name="Текст 7"/>
          <p:cNvSpPr>
            <a:spLocks noGrp="1"/>
          </p:cNvSpPr>
          <p:nvPr>
            <p:ph type="body" sz="quarter" idx="67"/>
          </p:nvPr>
        </p:nvSpPr>
        <p:spPr>
          <a:xfrm>
            <a:off x="9639307" y="5727700"/>
            <a:ext cx="2095500" cy="673100"/>
          </a:xfrm>
        </p:spPr>
        <p:txBody>
          <a:bodyPr tIns="73152">
            <a:noAutofit/>
          </a:bodyPr>
          <a:lstStyle>
            <a:lvl1pPr marL="0" indent="0" algn="l">
              <a:lnSpc>
                <a:spcPct val="145000"/>
              </a:lnSpc>
              <a:spcBef>
                <a:spcPts val="0"/>
              </a:spcBef>
              <a:buNone/>
              <a:defRPr sz="1050" b="1" baseline="0">
                <a:solidFill>
                  <a:schemeClr val="tx1"/>
                </a:solidFill>
                <a:latin typeface="Source Sans Pro Light" panose="020B0403030403020204" pitchFamily="34" charset="0"/>
              </a:defRPr>
            </a:lvl1pPr>
            <a:lvl2pPr algn="ctr">
              <a:defRPr/>
            </a:lvl2pPr>
            <a:lvl3pPr algn="ctr">
              <a:defRPr/>
            </a:lvl3pPr>
            <a:lvl4pPr algn="ctr">
              <a:lnSpc>
                <a:spcPct val="150000"/>
              </a:lnSpc>
              <a:defRPr/>
            </a:lvl4pPr>
            <a:lvl5pPr algn="ctr">
              <a:defRPr/>
            </a:lvl5pPr>
          </a:lstStyle>
          <a:p>
            <a:pPr lvl="0"/>
            <a:r>
              <a:rPr lang="zh-CN" altLang="en-US"/>
              <a:t>单击此处编辑母版文本样式</a:t>
            </a:r>
          </a:p>
        </p:txBody>
      </p:sp>
    </p:spTree>
    <p:extLst>
      <p:ext uri="{BB962C8B-B14F-4D97-AF65-F5344CB8AC3E}">
        <p14:creationId xmlns:p14="http://schemas.microsoft.com/office/powerpoint/2010/main" val="4282314430"/>
      </p:ext>
    </p:extLst>
  </p:cSld>
  <p:clrMapOvr>
    <a:masterClrMapping/>
  </p:clrMapOvr>
  <p:transition spd="slow" advTm="2000">
    <p:blinds dir="vert"/>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Portfolio 01">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014440"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8" name="Picture Placeholder 2"/>
          <p:cNvSpPr>
            <a:spLocks noGrp="1"/>
          </p:cNvSpPr>
          <p:nvPr>
            <p:ph type="pic" sz="quarter" idx="12"/>
          </p:nvPr>
        </p:nvSpPr>
        <p:spPr>
          <a:xfrm>
            <a:off x="5902713"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790986"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679259" y="58172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5902713"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679259" y="246999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790986"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679259" y="435826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790986" y="246999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40" name="Text Placeholder 2"/>
          <p:cNvSpPr>
            <a:spLocks noGrp="1"/>
          </p:cNvSpPr>
          <p:nvPr>
            <p:ph type="body" sz="quarter" idx="20"/>
          </p:nvPr>
        </p:nvSpPr>
        <p:spPr>
          <a:xfrm>
            <a:off x="1017537" y="3717013"/>
            <a:ext cx="2850354" cy="895930"/>
          </a:xfrm>
        </p:spPr>
        <p:txBody>
          <a:bodyPr>
            <a:noAutofit/>
          </a:bodyPr>
          <a:lstStyle>
            <a:lvl1pPr marL="0" indent="0">
              <a:buNone/>
              <a:defRPr sz="3200" b="1" baseline="0">
                <a:solidFill>
                  <a:schemeClr val="tx1"/>
                </a:solidFill>
                <a:latin typeface="Source Sans Pro" panose="020B0503030403020204" pitchFamily="34" charset="0"/>
                <a:ea typeface="Roboto Black" panose="02000000000000000000" pitchFamily="2" charset="0"/>
                <a:cs typeface="Roboto Black" panose="02000000000000000000" pitchFamily="2" charset="0"/>
              </a:defRPr>
            </a:lvl1pPr>
            <a:lvl2pPr>
              <a:defRPr sz="3200">
                <a:latin typeface="Roboto Black" panose="02000000000000000000" pitchFamily="2" charset="0"/>
                <a:ea typeface="Roboto Black" panose="02000000000000000000" pitchFamily="2" charset="0"/>
                <a:cs typeface="Roboto Black" panose="02000000000000000000" pitchFamily="2" charset="0"/>
              </a:defRPr>
            </a:lvl2pPr>
            <a:lvl3pPr>
              <a:defRPr sz="3200">
                <a:latin typeface="Roboto Black" panose="02000000000000000000" pitchFamily="2" charset="0"/>
                <a:ea typeface="Roboto Black" panose="02000000000000000000" pitchFamily="2" charset="0"/>
                <a:cs typeface="Roboto Black" panose="02000000000000000000" pitchFamily="2" charset="0"/>
              </a:defRPr>
            </a:lvl3pPr>
            <a:lvl4pPr>
              <a:defRPr sz="3200">
                <a:latin typeface="Roboto Black" panose="02000000000000000000" pitchFamily="2" charset="0"/>
                <a:ea typeface="Roboto Black" panose="02000000000000000000" pitchFamily="2" charset="0"/>
                <a:cs typeface="Roboto Black" panose="02000000000000000000" pitchFamily="2" charset="0"/>
              </a:defRPr>
            </a:lvl4pPr>
            <a:lvl5pPr>
              <a:defRPr sz="3200">
                <a:latin typeface="Roboto Black" panose="02000000000000000000" pitchFamily="2" charset="0"/>
                <a:ea typeface="Roboto Black" panose="02000000000000000000" pitchFamily="2" charset="0"/>
                <a:cs typeface="Roboto Black" panose="02000000000000000000" pitchFamily="2" charset="0"/>
              </a:defRPr>
            </a:lvl5pPr>
          </a:lstStyle>
          <a:p>
            <a:pPr lvl="0"/>
            <a:r>
              <a:rPr lang="zh-CN" altLang="en-US"/>
              <a:t>单击此处编辑母版文本样式</a:t>
            </a:r>
          </a:p>
        </p:txBody>
      </p:sp>
      <p:sp>
        <p:nvSpPr>
          <p:cNvPr id="41" name="Text Placeholder 4"/>
          <p:cNvSpPr>
            <a:spLocks noGrp="1"/>
          </p:cNvSpPr>
          <p:nvPr>
            <p:ph type="body" sz="quarter" idx="21"/>
          </p:nvPr>
        </p:nvSpPr>
        <p:spPr>
          <a:xfrm>
            <a:off x="1035733" y="4612943"/>
            <a:ext cx="4660958" cy="269360"/>
          </a:xfrm>
        </p:spPr>
        <p:txBody>
          <a:bodyPr>
            <a:normAutofit/>
          </a:bodyPr>
          <a:lstStyle>
            <a:lvl1pPr marL="0" indent="0">
              <a:buNone/>
              <a:defRPr sz="1200" baseline="0">
                <a:latin typeface="Source Sans Pro Light" panose="020B0403030403020204" pitchFamily="34" charset="0"/>
              </a:defRPr>
            </a:lvl1pPr>
            <a:lvl2pPr>
              <a:defRPr>
                <a:latin typeface="Source Sans Pro Light" panose="020B0403030403020204" pitchFamily="34" charset="0"/>
              </a:defRPr>
            </a:lvl2pPr>
            <a:lvl3pPr>
              <a:defRPr>
                <a:latin typeface="Source Sans Pro Light" panose="020B0403030403020204" pitchFamily="34" charset="0"/>
              </a:defRPr>
            </a:lvl3pPr>
            <a:lvl4pPr>
              <a:defRPr>
                <a:latin typeface="Source Sans Pro Light" panose="020B0403030403020204" pitchFamily="34" charset="0"/>
              </a:defRPr>
            </a:lvl4pPr>
            <a:lvl5pPr>
              <a:defRPr>
                <a:latin typeface="Source Sans Pro Light" panose="020B0403030403020204" pitchFamily="34" charset="0"/>
              </a:defRPr>
            </a:lvl5pPr>
          </a:lstStyle>
          <a:p>
            <a:pPr lvl="0"/>
            <a:r>
              <a:rPr lang="zh-CN" altLang="en-US"/>
              <a:t>单击此处编辑母版文本样式</a:t>
            </a:r>
          </a:p>
        </p:txBody>
      </p:sp>
    </p:spTree>
    <p:extLst>
      <p:ext uri="{BB962C8B-B14F-4D97-AF65-F5344CB8AC3E}">
        <p14:creationId xmlns:p14="http://schemas.microsoft.com/office/powerpoint/2010/main" val="3176745356"/>
      </p:ext>
    </p:extLst>
  </p:cSld>
  <p:clrMapOvr>
    <a:masterClrMapping/>
  </p:clrMapOvr>
  <p:transition spd="slow" advTm="2000">
    <p:blinds dir="vert"/>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Portfolio 02">
    <p:spTree>
      <p:nvGrpSpPr>
        <p:cNvPr id="1" name=""/>
        <p:cNvGrpSpPr/>
        <p:nvPr/>
      </p:nvGrpSpPr>
      <p:grpSpPr>
        <a:xfrm>
          <a:off x="0" y="0"/>
          <a:ext cx="0" cy="0"/>
          <a:chOff x="0" y="0"/>
          <a:chExt cx="0" cy="0"/>
        </a:xfrm>
      </p:grpSpPr>
      <p:sp>
        <p:nvSpPr>
          <p:cNvPr id="17" name="Picture Placeholder 2"/>
          <p:cNvSpPr>
            <a:spLocks noGrp="1"/>
          </p:cNvSpPr>
          <p:nvPr>
            <p:ph type="pic" sz="quarter" idx="11"/>
          </p:nvPr>
        </p:nvSpPr>
        <p:spPr>
          <a:xfrm>
            <a:off x="4157315"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2"/>
          <p:cNvSpPr>
            <a:spLocks noGrp="1"/>
          </p:cNvSpPr>
          <p:nvPr>
            <p:ph type="pic" sz="quarter" idx="12"/>
          </p:nvPr>
        </p:nvSpPr>
        <p:spPr>
          <a:xfrm>
            <a:off x="6045588"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9" name="Picture Placeholder 2"/>
          <p:cNvSpPr>
            <a:spLocks noGrp="1"/>
          </p:cNvSpPr>
          <p:nvPr>
            <p:ph type="pic" sz="quarter" idx="13"/>
          </p:nvPr>
        </p:nvSpPr>
        <p:spPr>
          <a:xfrm>
            <a:off x="7933861"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0" name="Picture Placeholder 2"/>
          <p:cNvSpPr>
            <a:spLocks noGrp="1"/>
          </p:cNvSpPr>
          <p:nvPr>
            <p:ph type="pic" sz="quarter" idx="14"/>
          </p:nvPr>
        </p:nvSpPr>
        <p:spPr>
          <a:xfrm>
            <a:off x="9822134"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1" name="Picture Placeholder 2"/>
          <p:cNvSpPr>
            <a:spLocks noGrp="1"/>
          </p:cNvSpPr>
          <p:nvPr>
            <p:ph type="pic" sz="quarter" idx="15"/>
          </p:nvPr>
        </p:nvSpPr>
        <p:spPr>
          <a:xfrm>
            <a:off x="6045588"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3" name="Picture Placeholder 2"/>
          <p:cNvSpPr>
            <a:spLocks noGrp="1"/>
          </p:cNvSpPr>
          <p:nvPr>
            <p:ph type="pic" sz="quarter" idx="17"/>
          </p:nvPr>
        </p:nvSpPr>
        <p:spPr>
          <a:xfrm>
            <a:off x="982213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4" name="Picture Placeholder 2"/>
          <p:cNvSpPr>
            <a:spLocks noGrp="1"/>
          </p:cNvSpPr>
          <p:nvPr>
            <p:ph type="pic" sz="quarter" idx="18"/>
          </p:nvPr>
        </p:nvSpPr>
        <p:spPr>
          <a:xfrm>
            <a:off x="793386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5" name="Picture Placeholder 2"/>
          <p:cNvSpPr>
            <a:spLocks noGrp="1"/>
          </p:cNvSpPr>
          <p:nvPr>
            <p:ph type="pic" sz="quarter" idx="19"/>
          </p:nvPr>
        </p:nvSpPr>
        <p:spPr>
          <a:xfrm>
            <a:off x="9822134"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2" name="Picture Placeholder 2"/>
          <p:cNvSpPr>
            <a:spLocks noGrp="1"/>
          </p:cNvSpPr>
          <p:nvPr>
            <p:ph type="pic" sz="quarter" idx="16"/>
          </p:nvPr>
        </p:nvSpPr>
        <p:spPr>
          <a:xfrm>
            <a:off x="7933861" y="2489044"/>
            <a:ext cx="1828799" cy="1828800"/>
          </a:xfrm>
          <a:prstGeom prst="round2SameRect">
            <a:avLst>
              <a:gd name="adj1" fmla="val 1475"/>
              <a:gd name="adj2" fmla="val 0"/>
            </a:avLst>
          </a:prstGeom>
          <a:pattFill prst="pct5">
            <a:fgClr>
              <a:schemeClr val="tx1"/>
            </a:fgClr>
            <a:bgClr>
              <a:schemeClr val="bg1"/>
            </a:bgClr>
          </a:pattFill>
          <a:effectLst>
            <a:outerShdw blurRad="50800" dist="25400" dir="5400000" algn="tl"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2" name="Picture Placeholder 2"/>
          <p:cNvSpPr>
            <a:spLocks noGrp="1"/>
          </p:cNvSpPr>
          <p:nvPr>
            <p:ph type="pic" sz="quarter" idx="20"/>
          </p:nvPr>
        </p:nvSpPr>
        <p:spPr>
          <a:xfrm>
            <a:off x="380769"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3" name="Picture Placeholder 2"/>
          <p:cNvSpPr>
            <a:spLocks noGrp="1"/>
          </p:cNvSpPr>
          <p:nvPr>
            <p:ph type="pic" sz="quarter" idx="21"/>
          </p:nvPr>
        </p:nvSpPr>
        <p:spPr>
          <a:xfrm>
            <a:off x="2269042" y="600772"/>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16" name="Picture Placeholder 2"/>
          <p:cNvSpPr>
            <a:spLocks noGrp="1"/>
          </p:cNvSpPr>
          <p:nvPr>
            <p:ph type="pic" sz="quarter" idx="22"/>
          </p:nvPr>
        </p:nvSpPr>
        <p:spPr>
          <a:xfrm>
            <a:off x="4157084"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
          <p:cNvSpPr>
            <a:spLocks noGrp="1"/>
          </p:cNvSpPr>
          <p:nvPr>
            <p:ph type="pic" sz="quarter" idx="23"/>
          </p:nvPr>
        </p:nvSpPr>
        <p:spPr>
          <a:xfrm>
            <a:off x="2268811"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7" name="Picture Placeholder 2"/>
          <p:cNvSpPr>
            <a:spLocks noGrp="1"/>
          </p:cNvSpPr>
          <p:nvPr>
            <p:ph type="pic" sz="quarter" idx="24"/>
          </p:nvPr>
        </p:nvSpPr>
        <p:spPr>
          <a:xfrm>
            <a:off x="6045473"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28" name="Picture Placeholder 2"/>
          <p:cNvSpPr>
            <a:spLocks noGrp="1"/>
          </p:cNvSpPr>
          <p:nvPr>
            <p:ph type="pic" sz="quarter" idx="25"/>
          </p:nvPr>
        </p:nvSpPr>
        <p:spPr>
          <a:xfrm>
            <a:off x="41569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2"/>
          <p:cNvSpPr>
            <a:spLocks noGrp="1"/>
          </p:cNvSpPr>
          <p:nvPr>
            <p:ph type="pic" sz="quarter" idx="26"/>
          </p:nvPr>
        </p:nvSpPr>
        <p:spPr>
          <a:xfrm>
            <a:off x="380769" y="2489044"/>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2" name="Picture Placeholder 2"/>
          <p:cNvSpPr>
            <a:spLocks noGrp="1"/>
          </p:cNvSpPr>
          <p:nvPr>
            <p:ph type="pic" sz="quarter" idx="27"/>
          </p:nvPr>
        </p:nvSpPr>
        <p:spPr>
          <a:xfrm>
            <a:off x="2268811"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
        <p:nvSpPr>
          <p:cNvPr id="33" name="Picture Placeholder 2"/>
          <p:cNvSpPr>
            <a:spLocks noGrp="1"/>
          </p:cNvSpPr>
          <p:nvPr>
            <p:ph type="pic" sz="quarter" idx="28"/>
          </p:nvPr>
        </p:nvSpPr>
        <p:spPr>
          <a:xfrm>
            <a:off x="380769" y="4377316"/>
            <a:ext cx="1828800" cy="1828800"/>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a:p>
        </p:txBody>
      </p:sp>
    </p:spTree>
    <p:extLst>
      <p:ext uri="{BB962C8B-B14F-4D97-AF65-F5344CB8AC3E}">
        <p14:creationId xmlns:p14="http://schemas.microsoft.com/office/powerpoint/2010/main" val="1678830210"/>
      </p:ext>
    </p:extLst>
  </p:cSld>
  <p:clrMapOvr>
    <a:masterClrMapping/>
  </p:clrMapOvr>
  <p:transition spd="slow" advTm="2000">
    <p:blinds dir="vert"/>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Portfolio 03">
    <p:spTree>
      <p:nvGrpSpPr>
        <p:cNvPr id="1" name=""/>
        <p:cNvGrpSpPr/>
        <p:nvPr/>
      </p:nvGrpSpPr>
      <p:grpSpPr>
        <a:xfrm>
          <a:off x="0" y="0"/>
          <a:ext cx="0" cy="0"/>
          <a:chOff x="0" y="0"/>
          <a:chExt cx="0" cy="0"/>
        </a:xfrm>
      </p:grpSpPr>
      <p:sp>
        <p:nvSpPr>
          <p:cNvPr id="10" name="Picture Placeholder 2"/>
          <p:cNvSpPr>
            <a:spLocks noGrp="1"/>
          </p:cNvSpPr>
          <p:nvPr>
            <p:ph type="pic" sz="quarter" idx="20"/>
          </p:nvPr>
        </p:nvSpPr>
        <p:spPr>
          <a:xfrm>
            <a:off x="763406"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1" name="Picture Placeholder 2"/>
          <p:cNvSpPr>
            <a:spLocks noGrp="1"/>
          </p:cNvSpPr>
          <p:nvPr>
            <p:ph type="pic" sz="quarter" idx="21"/>
          </p:nvPr>
        </p:nvSpPr>
        <p:spPr>
          <a:xfrm>
            <a:off x="6139500" y="1913999"/>
            <a:ext cx="5239701" cy="4122215"/>
          </a:xfrm>
          <a:prstGeom prst="round2SameRect">
            <a:avLst>
              <a:gd name="adj1" fmla="val 1475"/>
              <a:gd name="adj2" fmla="val 0"/>
            </a:avLst>
          </a:pr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rm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307342664"/>
      </p:ext>
    </p:extLst>
  </p:cSld>
  <p:clrMapOvr>
    <a:masterClrMapping/>
  </p:clrMapOvr>
  <p:transition spd="slow" advTm="2000">
    <p:blinds dir="vert"/>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ortfolio 04">
    <p:spTree>
      <p:nvGrpSpPr>
        <p:cNvPr id="1" name=""/>
        <p:cNvGrpSpPr/>
        <p:nvPr/>
      </p:nvGrpSpPr>
      <p:grpSpPr>
        <a:xfrm>
          <a:off x="0" y="0"/>
          <a:ext cx="0" cy="0"/>
          <a:chOff x="0" y="0"/>
          <a:chExt cx="0" cy="0"/>
        </a:xfrm>
      </p:grpSpPr>
      <p:sp>
        <p:nvSpPr>
          <p:cNvPr id="14" name="Picture Placeholder 13"/>
          <p:cNvSpPr>
            <a:spLocks noGrp="1"/>
          </p:cNvSpPr>
          <p:nvPr>
            <p:ph type="pic" sz="quarter" idx="35"/>
          </p:nvPr>
        </p:nvSpPr>
        <p:spPr>
          <a:xfrm>
            <a:off x="762145" y="1969443"/>
            <a:ext cx="4288745" cy="4126558"/>
          </a:xfrm>
          <a:custGeom>
            <a:avLst/>
            <a:gdLst>
              <a:gd name="connsiteX0" fmla="*/ 0 w 4288745"/>
              <a:gd name="connsiteY0" fmla="*/ 0 h 4126558"/>
              <a:gd name="connsiteX1" fmla="*/ 4288745 w 4288745"/>
              <a:gd name="connsiteY1" fmla="*/ 0 h 4126558"/>
              <a:gd name="connsiteX2" fmla="*/ 4288745 w 4288745"/>
              <a:gd name="connsiteY2" fmla="*/ 4126558 h 4126558"/>
              <a:gd name="connsiteX3" fmla="*/ 0 w 4288745"/>
              <a:gd name="connsiteY3" fmla="*/ 4126558 h 4126558"/>
            </a:gdLst>
            <a:ahLst/>
            <a:cxnLst>
              <a:cxn ang="0">
                <a:pos x="connsiteX0" y="connsiteY0"/>
              </a:cxn>
              <a:cxn ang="0">
                <a:pos x="connsiteX1" y="connsiteY1"/>
              </a:cxn>
              <a:cxn ang="0">
                <a:pos x="connsiteX2" y="connsiteY2"/>
              </a:cxn>
              <a:cxn ang="0">
                <a:pos x="connsiteX3" y="connsiteY3"/>
              </a:cxn>
            </a:cxnLst>
            <a:rect l="l" t="t" r="r" b="b"/>
            <a:pathLst>
              <a:path w="4288745" h="4126558">
                <a:moveTo>
                  <a:pt x="0" y="0"/>
                </a:moveTo>
                <a:lnTo>
                  <a:pt x="4288745" y="0"/>
                </a:lnTo>
                <a:lnTo>
                  <a:pt x="4288745" y="4126558"/>
                </a:lnTo>
                <a:lnTo>
                  <a:pt x="0" y="4126558"/>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36"/>
          </p:nvPr>
        </p:nvSpPr>
        <p:spPr>
          <a:xfrm>
            <a:off x="5185116"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37"/>
          </p:nvPr>
        </p:nvSpPr>
        <p:spPr>
          <a:xfrm>
            <a:off x="5178407"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38"/>
          </p:nvPr>
        </p:nvSpPr>
        <p:spPr>
          <a:xfrm>
            <a:off x="7315177"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39"/>
          </p:nvPr>
        </p:nvSpPr>
        <p:spPr>
          <a:xfrm>
            <a:off x="7308468"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0"/>
          </p:nvPr>
        </p:nvSpPr>
        <p:spPr>
          <a:xfrm>
            <a:off x="9435974" y="4095158"/>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1"/>
          </p:nvPr>
        </p:nvSpPr>
        <p:spPr>
          <a:xfrm>
            <a:off x="9442683" y="1969442"/>
            <a:ext cx="1996146" cy="2000842"/>
          </a:xfrm>
          <a:custGeom>
            <a:avLst/>
            <a:gdLst>
              <a:gd name="connsiteX0" fmla="*/ 0 w 1996146"/>
              <a:gd name="connsiteY0" fmla="*/ 0 h 2000842"/>
              <a:gd name="connsiteX1" fmla="*/ 1996146 w 1996146"/>
              <a:gd name="connsiteY1" fmla="*/ 0 h 2000842"/>
              <a:gd name="connsiteX2" fmla="*/ 1996146 w 1996146"/>
              <a:gd name="connsiteY2" fmla="*/ 2000842 h 2000842"/>
              <a:gd name="connsiteX3" fmla="*/ 0 w 1996146"/>
              <a:gd name="connsiteY3" fmla="*/ 2000842 h 2000842"/>
            </a:gdLst>
            <a:ahLst/>
            <a:cxnLst>
              <a:cxn ang="0">
                <a:pos x="connsiteX0" y="connsiteY0"/>
              </a:cxn>
              <a:cxn ang="0">
                <a:pos x="connsiteX1" y="connsiteY1"/>
              </a:cxn>
              <a:cxn ang="0">
                <a:pos x="connsiteX2" y="connsiteY2"/>
              </a:cxn>
              <a:cxn ang="0">
                <a:pos x="connsiteX3" y="connsiteY3"/>
              </a:cxn>
            </a:cxnLst>
            <a:rect l="l" t="t" r="r" b="b"/>
            <a:pathLst>
              <a:path w="1996146" h="2000842">
                <a:moveTo>
                  <a:pt x="0" y="0"/>
                </a:moveTo>
                <a:lnTo>
                  <a:pt x="1996146" y="0"/>
                </a:lnTo>
                <a:lnTo>
                  <a:pt x="1996146" y="2000842"/>
                </a:lnTo>
                <a:lnTo>
                  <a:pt x="0" y="2000842"/>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472576051"/>
      </p:ext>
    </p:extLst>
  </p:cSld>
  <p:clrMapOvr>
    <a:masterClrMapping/>
  </p:clrMapOvr>
  <p:transition spd="slow" advTm="2000">
    <p:blinds dir="vert"/>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Portfolio 05">
    <p:spTree>
      <p:nvGrpSpPr>
        <p:cNvPr id="1" name=""/>
        <p:cNvGrpSpPr/>
        <p:nvPr/>
      </p:nvGrpSpPr>
      <p:grpSpPr>
        <a:xfrm>
          <a:off x="0" y="0"/>
          <a:ext cx="0" cy="0"/>
          <a:chOff x="0" y="0"/>
          <a:chExt cx="0" cy="0"/>
        </a:xfrm>
      </p:grpSpPr>
      <p:sp>
        <p:nvSpPr>
          <p:cNvPr id="31" name="Picture Placeholder 30"/>
          <p:cNvSpPr>
            <a:spLocks noGrp="1"/>
          </p:cNvSpPr>
          <p:nvPr>
            <p:ph type="pic" sz="quarter" idx="46"/>
          </p:nvPr>
        </p:nvSpPr>
        <p:spPr>
          <a:xfrm>
            <a:off x="607312" y="1896743"/>
            <a:ext cx="5605346" cy="1993900"/>
          </a:xfrm>
          <a:custGeom>
            <a:avLst/>
            <a:gdLst>
              <a:gd name="connsiteX0" fmla="*/ 29410 w 5605346"/>
              <a:gd name="connsiteY0" fmla="*/ 0 h 1993900"/>
              <a:gd name="connsiteX1" fmla="*/ 5575936 w 5605346"/>
              <a:gd name="connsiteY1" fmla="*/ 0 h 1993900"/>
              <a:gd name="connsiteX2" fmla="*/ 5605346 w 5605346"/>
              <a:gd name="connsiteY2" fmla="*/ 29410 h 1993900"/>
              <a:gd name="connsiteX3" fmla="*/ 5605346 w 5605346"/>
              <a:gd name="connsiteY3" fmla="*/ 1993900 h 1993900"/>
              <a:gd name="connsiteX4" fmla="*/ 0 w 5605346"/>
              <a:gd name="connsiteY4" fmla="*/ 1993900 h 1993900"/>
              <a:gd name="connsiteX5" fmla="*/ 0 w 5605346"/>
              <a:gd name="connsiteY5" fmla="*/ 29410 h 1993900"/>
              <a:gd name="connsiteX6" fmla="*/ 29410 w 5605346"/>
              <a:gd name="connsiteY6" fmla="*/ 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5346" h="1993900">
                <a:moveTo>
                  <a:pt x="29410" y="0"/>
                </a:moveTo>
                <a:lnTo>
                  <a:pt x="5575936" y="0"/>
                </a:lnTo>
                <a:cubicBezTo>
                  <a:pt x="5592179" y="0"/>
                  <a:pt x="5605346" y="13167"/>
                  <a:pt x="5605346" y="29410"/>
                </a:cubicBezTo>
                <a:lnTo>
                  <a:pt x="5605346" y="1993900"/>
                </a:lnTo>
                <a:lnTo>
                  <a:pt x="0" y="1993900"/>
                </a:lnTo>
                <a:lnTo>
                  <a:pt x="0" y="29410"/>
                </a:lnTo>
                <a:cubicBezTo>
                  <a:pt x="0" y="13167"/>
                  <a:pt x="13167" y="0"/>
                  <a:pt x="294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47"/>
          </p:nvPr>
        </p:nvSpPr>
        <p:spPr>
          <a:xfrm>
            <a:off x="607311"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48"/>
          </p:nvPr>
        </p:nvSpPr>
        <p:spPr>
          <a:xfrm>
            <a:off x="2495584"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40" name="Picture Placeholder 39"/>
          <p:cNvSpPr>
            <a:spLocks noGrp="1"/>
          </p:cNvSpPr>
          <p:nvPr>
            <p:ph type="pic" sz="quarter" idx="49"/>
          </p:nvPr>
        </p:nvSpPr>
        <p:spPr>
          <a:xfrm>
            <a:off x="4383857" y="4042313"/>
            <a:ext cx="1828800" cy="1976644"/>
          </a:xfrm>
          <a:custGeom>
            <a:avLst/>
            <a:gdLst>
              <a:gd name="connsiteX0" fmla="*/ 26975 w 1828800"/>
              <a:gd name="connsiteY0" fmla="*/ 0 h 1976644"/>
              <a:gd name="connsiteX1" fmla="*/ 1801825 w 1828800"/>
              <a:gd name="connsiteY1" fmla="*/ 0 h 1976644"/>
              <a:gd name="connsiteX2" fmla="*/ 1828800 w 1828800"/>
              <a:gd name="connsiteY2" fmla="*/ 26975 h 1976644"/>
              <a:gd name="connsiteX3" fmla="*/ 1828800 w 1828800"/>
              <a:gd name="connsiteY3" fmla="*/ 1976644 h 1976644"/>
              <a:gd name="connsiteX4" fmla="*/ 0 w 1828800"/>
              <a:gd name="connsiteY4" fmla="*/ 1976644 h 1976644"/>
              <a:gd name="connsiteX5" fmla="*/ 0 w 1828800"/>
              <a:gd name="connsiteY5" fmla="*/ 26975 h 1976644"/>
              <a:gd name="connsiteX6" fmla="*/ 26975 w 1828800"/>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28800" h="1976644">
                <a:moveTo>
                  <a:pt x="26975" y="0"/>
                </a:moveTo>
                <a:lnTo>
                  <a:pt x="1801825" y="0"/>
                </a:lnTo>
                <a:cubicBezTo>
                  <a:pt x="1816723" y="0"/>
                  <a:pt x="1828800" y="12077"/>
                  <a:pt x="1828800" y="26975"/>
                </a:cubicBezTo>
                <a:lnTo>
                  <a:pt x="1828800" y="1976644"/>
                </a:lnTo>
                <a:lnTo>
                  <a:pt x="0" y="1976644"/>
                </a:lnTo>
                <a:lnTo>
                  <a:pt x="0" y="26975"/>
                </a:lnTo>
                <a:cubicBezTo>
                  <a:pt x="0" y="12077"/>
                  <a:pt x="12077" y="0"/>
                  <a:pt x="2697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0"/>
          </p:nvPr>
        </p:nvSpPr>
        <p:spPr>
          <a:xfrm>
            <a:off x="6352358" y="1896743"/>
            <a:ext cx="5239701" cy="4122215"/>
          </a:xfrm>
          <a:custGeom>
            <a:avLst/>
            <a:gdLst>
              <a:gd name="connsiteX0" fmla="*/ 60803 w 5239701"/>
              <a:gd name="connsiteY0" fmla="*/ 0 h 4122215"/>
              <a:gd name="connsiteX1" fmla="*/ 5178898 w 5239701"/>
              <a:gd name="connsiteY1" fmla="*/ 0 h 4122215"/>
              <a:gd name="connsiteX2" fmla="*/ 5239701 w 5239701"/>
              <a:gd name="connsiteY2" fmla="*/ 60803 h 4122215"/>
              <a:gd name="connsiteX3" fmla="*/ 5239701 w 5239701"/>
              <a:gd name="connsiteY3" fmla="*/ 4122215 h 4122215"/>
              <a:gd name="connsiteX4" fmla="*/ 0 w 5239701"/>
              <a:gd name="connsiteY4" fmla="*/ 4122215 h 4122215"/>
              <a:gd name="connsiteX5" fmla="*/ 0 w 5239701"/>
              <a:gd name="connsiteY5" fmla="*/ 60803 h 4122215"/>
              <a:gd name="connsiteX6" fmla="*/ 60803 w 5239701"/>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4122215">
                <a:moveTo>
                  <a:pt x="60803" y="0"/>
                </a:moveTo>
                <a:lnTo>
                  <a:pt x="5178898" y="0"/>
                </a:lnTo>
                <a:cubicBezTo>
                  <a:pt x="5212479" y="0"/>
                  <a:pt x="5239701" y="27222"/>
                  <a:pt x="5239701" y="60803"/>
                </a:cubicBezTo>
                <a:lnTo>
                  <a:pt x="5239701" y="4122215"/>
                </a:lnTo>
                <a:lnTo>
                  <a:pt x="0" y="4122215"/>
                </a:lnTo>
                <a:lnTo>
                  <a:pt x="0" y="60803"/>
                </a:lnTo>
                <a:cubicBezTo>
                  <a:pt x="0" y="27222"/>
                  <a:pt x="27222" y="0"/>
                  <a:pt x="6080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1578019569"/>
      </p:ext>
    </p:extLst>
  </p:cSld>
  <p:clrMapOvr>
    <a:masterClrMapping/>
  </p:clrMapOvr>
  <p:transition spd="slow" advTm="2000">
    <p:blinds dir="vert"/>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Portfolio 06">
    <p:spTree>
      <p:nvGrpSpPr>
        <p:cNvPr id="1" name=""/>
        <p:cNvGrpSpPr/>
        <p:nvPr/>
      </p:nvGrpSpPr>
      <p:grpSpPr>
        <a:xfrm>
          <a:off x="0" y="0"/>
          <a:ext cx="0" cy="0"/>
          <a:chOff x="0" y="0"/>
          <a:chExt cx="0" cy="0"/>
        </a:xfrm>
      </p:grpSpPr>
      <p:sp>
        <p:nvSpPr>
          <p:cNvPr id="30" name="Picture Placeholder 29"/>
          <p:cNvSpPr>
            <a:spLocks noGrp="1"/>
          </p:cNvSpPr>
          <p:nvPr>
            <p:ph type="pic" sz="quarter" idx="50"/>
          </p:nvPr>
        </p:nvSpPr>
        <p:spPr>
          <a:xfrm>
            <a:off x="7723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3463048"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2" name="Picture Placeholder 31"/>
          <p:cNvSpPr>
            <a:spLocks noGrp="1"/>
          </p:cNvSpPr>
          <p:nvPr>
            <p:ph type="pic" sz="quarter" idx="52"/>
          </p:nvPr>
        </p:nvSpPr>
        <p:spPr>
          <a:xfrm>
            <a:off x="6143950"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3" name="Picture Placeholder 32"/>
          <p:cNvSpPr>
            <a:spLocks noGrp="1"/>
          </p:cNvSpPr>
          <p:nvPr>
            <p:ph type="pic" sz="quarter" idx="53"/>
          </p:nvPr>
        </p:nvSpPr>
        <p:spPr>
          <a:xfrm>
            <a:off x="8811194" y="1936700"/>
            <a:ext cx="2553493" cy="4122215"/>
          </a:xfrm>
          <a:custGeom>
            <a:avLst/>
            <a:gdLst>
              <a:gd name="connsiteX0" fmla="*/ 37664 w 2553493"/>
              <a:gd name="connsiteY0" fmla="*/ 0 h 4122215"/>
              <a:gd name="connsiteX1" fmla="*/ 2515829 w 2553493"/>
              <a:gd name="connsiteY1" fmla="*/ 0 h 4122215"/>
              <a:gd name="connsiteX2" fmla="*/ 2553493 w 2553493"/>
              <a:gd name="connsiteY2" fmla="*/ 37664 h 4122215"/>
              <a:gd name="connsiteX3" fmla="*/ 2553493 w 2553493"/>
              <a:gd name="connsiteY3" fmla="*/ 4122215 h 4122215"/>
              <a:gd name="connsiteX4" fmla="*/ 0 w 2553493"/>
              <a:gd name="connsiteY4" fmla="*/ 4122215 h 4122215"/>
              <a:gd name="connsiteX5" fmla="*/ 0 w 2553493"/>
              <a:gd name="connsiteY5" fmla="*/ 37664 h 4122215"/>
              <a:gd name="connsiteX6" fmla="*/ 37664 w 2553493"/>
              <a:gd name="connsiteY6" fmla="*/ 0 h 412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53493" h="4122215">
                <a:moveTo>
                  <a:pt x="37664" y="0"/>
                </a:moveTo>
                <a:lnTo>
                  <a:pt x="2515829" y="0"/>
                </a:lnTo>
                <a:cubicBezTo>
                  <a:pt x="2536630" y="0"/>
                  <a:pt x="2553493" y="16863"/>
                  <a:pt x="2553493" y="37664"/>
                </a:cubicBezTo>
                <a:lnTo>
                  <a:pt x="2553493" y="4122215"/>
                </a:lnTo>
                <a:lnTo>
                  <a:pt x="0" y="4122215"/>
                </a:lnTo>
                <a:lnTo>
                  <a:pt x="0" y="37664"/>
                </a:lnTo>
                <a:cubicBezTo>
                  <a:pt x="0" y="16863"/>
                  <a:pt x="16863" y="0"/>
                  <a:pt x="37664"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72094577"/>
      </p:ext>
    </p:extLst>
  </p:cSld>
  <p:clrMapOvr>
    <a:masterClrMapping/>
  </p:clrMapOvr>
  <p:transition spd="slow" advTm="2000">
    <p:blinds dir="vert"/>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Portfolio 07">
    <p:spTree>
      <p:nvGrpSpPr>
        <p:cNvPr id="1" name=""/>
        <p:cNvGrpSpPr/>
        <p:nvPr/>
      </p:nvGrpSpPr>
      <p:grpSpPr>
        <a:xfrm>
          <a:off x="0" y="0"/>
          <a:ext cx="0" cy="0"/>
          <a:chOff x="0" y="0"/>
          <a:chExt cx="0" cy="0"/>
        </a:xfrm>
      </p:grpSpPr>
      <p:sp>
        <p:nvSpPr>
          <p:cNvPr id="33" name="Picture Placeholder 32"/>
          <p:cNvSpPr>
            <a:spLocks noGrp="1"/>
          </p:cNvSpPr>
          <p:nvPr>
            <p:ph type="pic" sz="quarter" idx="53"/>
          </p:nvPr>
        </p:nvSpPr>
        <p:spPr>
          <a:xfrm>
            <a:off x="767399" y="1936699"/>
            <a:ext cx="5239701" cy="1976644"/>
          </a:xfrm>
          <a:custGeom>
            <a:avLst/>
            <a:gdLst>
              <a:gd name="connsiteX0" fmla="*/ 29155 w 5239701"/>
              <a:gd name="connsiteY0" fmla="*/ 0 h 1976644"/>
              <a:gd name="connsiteX1" fmla="*/ 5210546 w 5239701"/>
              <a:gd name="connsiteY1" fmla="*/ 0 h 1976644"/>
              <a:gd name="connsiteX2" fmla="*/ 5239701 w 5239701"/>
              <a:gd name="connsiteY2" fmla="*/ 29155 h 1976644"/>
              <a:gd name="connsiteX3" fmla="*/ 5239701 w 5239701"/>
              <a:gd name="connsiteY3" fmla="*/ 1976644 h 1976644"/>
              <a:gd name="connsiteX4" fmla="*/ 0 w 5239701"/>
              <a:gd name="connsiteY4" fmla="*/ 1976644 h 1976644"/>
              <a:gd name="connsiteX5" fmla="*/ 0 w 5239701"/>
              <a:gd name="connsiteY5" fmla="*/ 29155 h 1976644"/>
              <a:gd name="connsiteX6" fmla="*/ 29155 w 5239701"/>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9701" h="1976644">
                <a:moveTo>
                  <a:pt x="29155" y="0"/>
                </a:moveTo>
                <a:lnTo>
                  <a:pt x="5210546" y="0"/>
                </a:lnTo>
                <a:cubicBezTo>
                  <a:pt x="5226648" y="0"/>
                  <a:pt x="5239701" y="13053"/>
                  <a:pt x="5239701" y="29155"/>
                </a:cubicBezTo>
                <a:lnTo>
                  <a:pt x="5239701"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4" name="Picture Placeholder 33"/>
          <p:cNvSpPr>
            <a:spLocks noGrp="1"/>
          </p:cNvSpPr>
          <p:nvPr>
            <p:ph type="pic" sz="quarter" idx="54"/>
          </p:nvPr>
        </p:nvSpPr>
        <p:spPr>
          <a:xfrm>
            <a:off x="612618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5" name="Picture Placeholder 34"/>
          <p:cNvSpPr>
            <a:spLocks noGrp="1"/>
          </p:cNvSpPr>
          <p:nvPr>
            <p:ph type="pic" sz="quarter" idx="55"/>
          </p:nvPr>
        </p:nvSpPr>
        <p:spPr>
          <a:xfrm>
            <a:off x="8811376" y="1936699"/>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9" name="Picture Placeholder 38"/>
          <p:cNvSpPr>
            <a:spLocks noGrp="1"/>
          </p:cNvSpPr>
          <p:nvPr>
            <p:ph type="pic" sz="quarter" idx="56"/>
          </p:nvPr>
        </p:nvSpPr>
        <p:spPr>
          <a:xfrm>
            <a:off x="8821159"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8" name="Picture Placeholder 37"/>
          <p:cNvSpPr>
            <a:spLocks noGrp="1"/>
          </p:cNvSpPr>
          <p:nvPr>
            <p:ph type="pic" sz="quarter" idx="57"/>
          </p:nvPr>
        </p:nvSpPr>
        <p:spPr>
          <a:xfrm>
            <a:off x="6134966" y="4042312"/>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7" name="Picture Placeholder 36"/>
          <p:cNvSpPr>
            <a:spLocks noGrp="1"/>
          </p:cNvSpPr>
          <p:nvPr>
            <p:ph type="pic" sz="quarter" idx="58"/>
          </p:nvPr>
        </p:nvSpPr>
        <p:spPr>
          <a:xfrm>
            <a:off x="3463047"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6" name="Picture Placeholder 35"/>
          <p:cNvSpPr>
            <a:spLocks noGrp="1"/>
          </p:cNvSpPr>
          <p:nvPr>
            <p:ph type="pic" sz="quarter" idx="59"/>
          </p:nvPr>
        </p:nvSpPr>
        <p:spPr>
          <a:xfrm>
            <a:off x="767398" y="4042313"/>
            <a:ext cx="2548756" cy="1976644"/>
          </a:xfrm>
          <a:custGeom>
            <a:avLst/>
            <a:gdLst>
              <a:gd name="connsiteX0" fmla="*/ 29155 w 2548756"/>
              <a:gd name="connsiteY0" fmla="*/ 0 h 1976644"/>
              <a:gd name="connsiteX1" fmla="*/ 2519601 w 2548756"/>
              <a:gd name="connsiteY1" fmla="*/ 0 h 1976644"/>
              <a:gd name="connsiteX2" fmla="*/ 2548756 w 2548756"/>
              <a:gd name="connsiteY2" fmla="*/ 29155 h 1976644"/>
              <a:gd name="connsiteX3" fmla="*/ 2548756 w 2548756"/>
              <a:gd name="connsiteY3" fmla="*/ 1976644 h 1976644"/>
              <a:gd name="connsiteX4" fmla="*/ 0 w 2548756"/>
              <a:gd name="connsiteY4" fmla="*/ 1976644 h 1976644"/>
              <a:gd name="connsiteX5" fmla="*/ 0 w 2548756"/>
              <a:gd name="connsiteY5" fmla="*/ 29155 h 1976644"/>
              <a:gd name="connsiteX6" fmla="*/ 29155 w 2548756"/>
              <a:gd name="connsiteY6" fmla="*/ 0 h 1976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8756" h="1976644">
                <a:moveTo>
                  <a:pt x="29155" y="0"/>
                </a:moveTo>
                <a:lnTo>
                  <a:pt x="2519601" y="0"/>
                </a:lnTo>
                <a:cubicBezTo>
                  <a:pt x="2535703" y="0"/>
                  <a:pt x="2548756" y="13053"/>
                  <a:pt x="2548756" y="29155"/>
                </a:cubicBezTo>
                <a:lnTo>
                  <a:pt x="2548756" y="1976644"/>
                </a:lnTo>
                <a:lnTo>
                  <a:pt x="0" y="1976644"/>
                </a:lnTo>
                <a:lnTo>
                  <a:pt x="0" y="29155"/>
                </a:lnTo>
                <a:cubicBezTo>
                  <a:pt x="0" y="13053"/>
                  <a:pt x="13053" y="0"/>
                  <a:pt x="29155"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414377620"/>
      </p:ext>
    </p:extLst>
  </p:cSld>
  <p:clrMapOvr>
    <a:masterClrMapping/>
  </p:clrMapOvr>
  <p:transition spd="slow" advTm="2000">
    <p:blinds dir="vert"/>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Portfolio 08">
    <p:spTree>
      <p:nvGrpSpPr>
        <p:cNvPr id="1" name=""/>
        <p:cNvGrpSpPr/>
        <p:nvPr/>
      </p:nvGrpSpPr>
      <p:grpSpPr>
        <a:xfrm>
          <a:off x="0" y="0"/>
          <a:ext cx="0" cy="0"/>
          <a:chOff x="0" y="0"/>
          <a:chExt cx="0" cy="0"/>
        </a:xfrm>
      </p:grpSpPr>
      <p:sp>
        <p:nvSpPr>
          <p:cNvPr id="16" name="Picture Placeholder 15"/>
          <p:cNvSpPr>
            <a:spLocks noGrp="1"/>
          </p:cNvSpPr>
          <p:nvPr>
            <p:ph type="pic" sz="quarter" idx="59"/>
          </p:nvPr>
        </p:nvSpPr>
        <p:spPr>
          <a:xfrm>
            <a:off x="1048189" y="2210372"/>
            <a:ext cx="3920051" cy="3580827"/>
          </a:xfrm>
          <a:custGeom>
            <a:avLst/>
            <a:gdLst>
              <a:gd name="connsiteX0" fmla="*/ 44510 w 3920051"/>
              <a:gd name="connsiteY0" fmla="*/ 0 h 3580827"/>
              <a:gd name="connsiteX1" fmla="*/ 3875541 w 3920051"/>
              <a:gd name="connsiteY1" fmla="*/ 0 h 3580827"/>
              <a:gd name="connsiteX2" fmla="*/ 3920051 w 3920051"/>
              <a:gd name="connsiteY2" fmla="*/ 44510 h 3580827"/>
              <a:gd name="connsiteX3" fmla="*/ 3920051 w 3920051"/>
              <a:gd name="connsiteY3" fmla="*/ 3580827 h 3580827"/>
              <a:gd name="connsiteX4" fmla="*/ 0 w 3920051"/>
              <a:gd name="connsiteY4" fmla="*/ 3580827 h 3580827"/>
              <a:gd name="connsiteX5" fmla="*/ 0 w 3920051"/>
              <a:gd name="connsiteY5" fmla="*/ 44510 h 3580827"/>
              <a:gd name="connsiteX6" fmla="*/ 44510 w 3920051"/>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20051" h="3580827">
                <a:moveTo>
                  <a:pt x="44510" y="0"/>
                </a:moveTo>
                <a:lnTo>
                  <a:pt x="3875541" y="0"/>
                </a:lnTo>
                <a:cubicBezTo>
                  <a:pt x="3900123" y="0"/>
                  <a:pt x="3920051" y="19928"/>
                  <a:pt x="3920051" y="44510"/>
                </a:cubicBezTo>
                <a:lnTo>
                  <a:pt x="3920051" y="3580827"/>
                </a:lnTo>
                <a:lnTo>
                  <a:pt x="0" y="3580827"/>
                </a:lnTo>
                <a:lnTo>
                  <a:pt x="0" y="44510"/>
                </a:lnTo>
                <a:cubicBezTo>
                  <a:pt x="0" y="19928"/>
                  <a:pt x="19928" y="0"/>
                  <a:pt x="44510"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7" name="Picture Placeholder 16"/>
          <p:cNvSpPr>
            <a:spLocks noGrp="1"/>
          </p:cNvSpPr>
          <p:nvPr>
            <p:ph type="pic" sz="quarter" idx="60"/>
          </p:nvPr>
        </p:nvSpPr>
        <p:spPr>
          <a:xfrm>
            <a:off x="5056309" y="221037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8" name="Picture Placeholder 17"/>
          <p:cNvSpPr>
            <a:spLocks noGrp="1"/>
          </p:cNvSpPr>
          <p:nvPr>
            <p:ph type="pic" sz="quarter" idx="61"/>
          </p:nvPr>
        </p:nvSpPr>
        <p:spPr>
          <a:xfrm>
            <a:off x="5056309"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19" name="Picture Placeholder 18"/>
          <p:cNvSpPr>
            <a:spLocks noGrp="1"/>
          </p:cNvSpPr>
          <p:nvPr>
            <p:ph type="pic" sz="quarter" idx="62"/>
          </p:nvPr>
        </p:nvSpPr>
        <p:spPr>
          <a:xfrm>
            <a:off x="7065864" y="4046793"/>
            <a:ext cx="1931230" cy="1744408"/>
          </a:xfrm>
          <a:custGeom>
            <a:avLst/>
            <a:gdLst>
              <a:gd name="connsiteX0" fmla="*/ 21683 w 1931230"/>
              <a:gd name="connsiteY0" fmla="*/ 0 h 1744408"/>
              <a:gd name="connsiteX1" fmla="*/ 1909547 w 1931230"/>
              <a:gd name="connsiteY1" fmla="*/ 0 h 1744408"/>
              <a:gd name="connsiteX2" fmla="*/ 1931230 w 1931230"/>
              <a:gd name="connsiteY2" fmla="*/ 21683 h 1744408"/>
              <a:gd name="connsiteX3" fmla="*/ 1931230 w 1931230"/>
              <a:gd name="connsiteY3" fmla="*/ 1744408 h 1744408"/>
              <a:gd name="connsiteX4" fmla="*/ 0 w 1931230"/>
              <a:gd name="connsiteY4" fmla="*/ 1744408 h 1744408"/>
              <a:gd name="connsiteX5" fmla="*/ 0 w 1931230"/>
              <a:gd name="connsiteY5" fmla="*/ 21683 h 1744408"/>
              <a:gd name="connsiteX6" fmla="*/ 21683 w 1931230"/>
              <a:gd name="connsiteY6" fmla="*/ 0 h 174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31230" h="1744408">
                <a:moveTo>
                  <a:pt x="21683" y="0"/>
                </a:moveTo>
                <a:lnTo>
                  <a:pt x="1909547" y="0"/>
                </a:lnTo>
                <a:cubicBezTo>
                  <a:pt x="1921522" y="0"/>
                  <a:pt x="1931230" y="9708"/>
                  <a:pt x="1931230" y="21683"/>
                </a:cubicBezTo>
                <a:lnTo>
                  <a:pt x="1931230" y="1744408"/>
                </a:lnTo>
                <a:lnTo>
                  <a:pt x="0" y="1744408"/>
                </a:lnTo>
                <a:lnTo>
                  <a:pt x="0" y="21683"/>
                </a:lnTo>
                <a:cubicBezTo>
                  <a:pt x="0" y="9708"/>
                  <a:pt x="9708" y="0"/>
                  <a:pt x="2168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63"/>
          </p:nvPr>
        </p:nvSpPr>
        <p:spPr>
          <a:xfrm>
            <a:off x="9075419" y="2210372"/>
            <a:ext cx="1943100" cy="3580827"/>
          </a:xfrm>
          <a:custGeom>
            <a:avLst/>
            <a:gdLst>
              <a:gd name="connsiteX0" fmla="*/ 24153 w 1943100"/>
              <a:gd name="connsiteY0" fmla="*/ 0 h 3580827"/>
              <a:gd name="connsiteX1" fmla="*/ 1918947 w 1943100"/>
              <a:gd name="connsiteY1" fmla="*/ 0 h 3580827"/>
              <a:gd name="connsiteX2" fmla="*/ 1943100 w 1943100"/>
              <a:gd name="connsiteY2" fmla="*/ 24153 h 3580827"/>
              <a:gd name="connsiteX3" fmla="*/ 1943100 w 1943100"/>
              <a:gd name="connsiteY3" fmla="*/ 3580827 h 3580827"/>
              <a:gd name="connsiteX4" fmla="*/ 0 w 1943100"/>
              <a:gd name="connsiteY4" fmla="*/ 3580827 h 3580827"/>
              <a:gd name="connsiteX5" fmla="*/ 0 w 1943100"/>
              <a:gd name="connsiteY5" fmla="*/ 24153 h 3580827"/>
              <a:gd name="connsiteX6" fmla="*/ 24153 w 1943100"/>
              <a:gd name="connsiteY6" fmla="*/ 0 h 35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100" h="3580827">
                <a:moveTo>
                  <a:pt x="24153" y="0"/>
                </a:moveTo>
                <a:lnTo>
                  <a:pt x="1918947" y="0"/>
                </a:lnTo>
                <a:cubicBezTo>
                  <a:pt x="1932286" y="0"/>
                  <a:pt x="1943100" y="10814"/>
                  <a:pt x="1943100" y="24153"/>
                </a:cubicBezTo>
                <a:lnTo>
                  <a:pt x="1943100" y="3580827"/>
                </a:lnTo>
                <a:lnTo>
                  <a:pt x="0" y="3580827"/>
                </a:lnTo>
                <a:lnTo>
                  <a:pt x="0" y="24153"/>
                </a:lnTo>
                <a:cubicBezTo>
                  <a:pt x="0" y="10814"/>
                  <a:pt x="10814" y="0"/>
                  <a:pt x="24153" y="0"/>
                </a:cubicBez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3295602969"/>
      </p:ext>
    </p:extLst>
  </p:cSld>
  <p:clrMapOvr>
    <a:masterClrMapping/>
  </p:clrMapOvr>
  <p:transition spd="slow" advTm="2000">
    <p:blinds dir="vert"/>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Portfolio 09">
    <p:spTree>
      <p:nvGrpSpPr>
        <p:cNvPr id="1" name=""/>
        <p:cNvGrpSpPr/>
        <p:nvPr/>
      </p:nvGrpSpPr>
      <p:grpSpPr>
        <a:xfrm>
          <a:off x="0" y="0"/>
          <a:ext cx="0" cy="0"/>
          <a:chOff x="0" y="0"/>
          <a:chExt cx="0" cy="0"/>
        </a:xfrm>
      </p:grpSpPr>
      <p:sp>
        <p:nvSpPr>
          <p:cNvPr id="19" name="Picture Placeholder 18"/>
          <p:cNvSpPr>
            <a:spLocks noGrp="1"/>
          </p:cNvSpPr>
          <p:nvPr>
            <p:ph type="pic" sz="quarter" idx="41"/>
          </p:nvPr>
        </p:nvSpPr>
        <p:spPr>
          <a:xfrm>
            <a:off x="148281" y="135925"/>
            <a:ext cx="7896014" cy="4349576"/>
          </a:xfrm>
          <a:custGeom>
            <a:avLst/>
            <a:gdLst>
              <a:gd name="connsiteX0" fmla="*/ 0 w 7896014"/>
              <a:gd name="connsiteY0" fmla="*/ 0 h 4349576"/>
              <a:gd name="connsiteX1" fmla="*/ 7896014 w 7896014"/>
              <a:gd name="connsiteY1" fmla="*/ 0 h 4349576"/>
              <a:gd name="connsiteX2" fmla="*/ 7896014 w 7896014"/>
              <a:gd name="connsiteY2" fmla="*/ 4349576 h 4349576"/>
              <a:gd name="connsiteX3" fmla="*/ 0 w 7896014"/>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7896014" h="4349576">
                <a:moveTo>
                  <a:pt x="0" y="0"/>
                </a:moveTo>
                <a:lnTo>
                  <a:pt x="7896014" y="0"/>
                </a:lnTo>
                <a:lnTo>
                  <a:pt x="7896014"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0" name="Picture Placeholder 19"/>
          <p:cNvSpPr>
            <a:spLocks noGrp="1"/>
          </p:cNvSpPr>
          <p:nvPr>
            <p:ph type="pic" sz="quarter" idx="42"/>
          </p:nvPr>
        </p:nvSpPr>
        <p:spPr>
          <a:xfrm>
            <a:off x="8167816"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1" name="Picture Placeholder 20"/>
          <p:cNvSpPr>
            <a:spLocks noGrp="1"/>
          </p:cNvSpPr>
          <p:nvPr>
            <p:ph type="pic" sz="quarter" idx="43"/>
          </p:nvPr>
        </p:nvSpPr>
        <p:spPr>
          <a:xfrm>
            <a:off x="8167816"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4" name="Picture Placeholder 23"/>
          <p:cNvSpPr>
            <a:spLocks noGrp="1"/>
          </p:cNvSpPr>
          <p:nvPr>
            <p:ph type="pic" sz="quarter" idx="44"/>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3" name="Picture Placeholder 22"/>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2" name="Picture Placeholder 21"/>
          <p:cNvSpPr>
            <a:spLocks noGrp="1"/>
          </p:cNvSpPr>
          <p:nvPr>
            <p:ph type="pic" sz="quarter" idx="46"/>
          </p:nvPr>
        </p:nvSpPr>
        <p:spPr>
          <a:xfrm>
            <a:off x="148281"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18064278"/>
      </p:ext>
    </p:extLst>
  </p:cSld>
  <p:clrMapOvr>
    <a:masterClrMapping/>
  </p:clrMapOvr>
  <p:transition spd="slow" advTm="2000">
    <p:blinds dir="vert"/>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ortfolio 10">
    <p:spTree>
      <p:nvGrpSpPr>
        <p:cNvPr id="1" name=""/>
        <p:cNvGrpSpPr/>
        <p:nvPr/>
      </p:nvGrpSpPr>
      <p:grpSpPr>
        <a:xfrm>
          <a:off x="0" y="0"/>
          <a:ext cx="0" cy="0"/>
          <a:chOff x="0" y="0"/>
          <a:chExt cx="0" cy="0"/>
        </a:xfrm>
      </p:grpSpPr>
      <p:grpSp>
        <p:nvGrpSpPr>
          <p:cNvPr id="9" name="Group 6"/>
          <p:cNvGrpSpPr>
            <a:grpSpLocks noChangeAspect="1"/>
          </p:cNvGrpSpPr>
          <p:nvPr/>
        </p:nvGrpSpPr>
        <p:grpSpPr bwMode="auto">
          <a:xfrm>
            <a:off x="-892810" y="-640436"/>
            <a:ext cx="6988809" cy="7446155"/>
            <a:chOff x="3053" y="1324"/>
            <a:chExt cx="1574" cy="1677"/>
          </a:xfrm>
          <a:gradFill>
            <a:gsLst>
              <a:gs pos="0">
                <a:schemeClr val="accent5">
                  <a:lumMod val="67000"/>
                  <a:alpha val="0"/>
                </a:schemeClr>
              </a:gs>
              <a:gs pos="48000">
                <a:schemeClr val="accent3">
                  <a:alpha val="0"/>
                </a:schemeClr>
              </a:gs>
              <a:gs pos="100000">
                <a:schemeClr val="accent6">
                  <a:alpha val="16000"/>
                </a:schemeClr>
              </a:gs>
            </a:gsLst>
            <a:path path="circle">
              <a:fillToRect l="100000" t="100000"/>
            </a:path>
          </a:gradFill>
        </p:grpSpPr>
        <p:sp>
          <p:nvSpPr>
            <p:cNvPr id="10" name="Freeform 7"/>
            <p:cNvSpPr>
              <a:spLocks/>
            </p:cNvSpPr>
            <p:nvPr/>
          </p:nvSpPr>
          <p:spPr bwMode="auto">
            <a:xfrm>
              <a:off x="3972" y="1324"/>
              <a:ext cx="655" cy="1044"/>
            </a:xfrm>
            <a:custGeom>
              <a:avLst/>
              <a:gdLst>
                <a:gd name="T0" fmla="*/ 4 w 276"/>
                <a:gd name="T1" fmla="*/ 21 h 440"/>
                <a:gd name="T2" fmla="*/ 107 w 276"/>
                <a:gd name="T3" fmla="*/ 252 h 440"/>
                <a:gd name="T4" fmla="*/ 241 w 276"/>
                <a:gd name="T5" fmla="*/ 425 h 440"/>
                <a:gd name="T6" fmla="*/ 275 w 276"/>
                <a:gd name="T7" fmla="*/ 423 h 440"/>
                <a:gd name="T8" fmla="*/ 276 w 276"/>
                <a:gd name="T9" fmla="*/ 220 h 440"/>
                <a:gd name="T10" fmla="*/ 215 w 276"/>
                <a:gd name="T11" fmla="*/ 114 h 440"/>
                <a:gd name="T12" fmla="*/ 26 w 276"/>
                <a:gd name="T13" fmla="*/ 5 h 440"/>
                <a:gd name="T14" fmla="*/ 4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4" y="21"/>
                  </a:moveTo>
                  <a:cubicBezTo>
                    <a:pt x="22" y="73"/>
                    <a:pt x="56" y="163"/>
                    <a:pt x="107" y="252"/>
                  </a:cubicBezTo>
                  <a:cubicBezTo>
                    <a:pt x="143" y="313"/>
                    <a:pt x="197" y="377"/>
                    <a:pt x="241" y="425"/>
                  </a:cubicBezTo>
                  <a:cubicBezTo>
                    <a:pt x="255" y="440"/>
                    <a:pt x="276" y="436"/>
                    <a:pt x="275" y="423"/>
                  </a:cubicBezTo>
                  <a:cubicBezTo>
                    <a:pt x="276" y="220"/>
                    <a:pt x="276" y="220"/>
                    <a:pt x="276" y="220"/>
                  </a:cubicBezTo>
                  <a:cubicBezTo>
                    <a:pt x="276" y="181"/>
                    <a:pt x="248" y="134"/>
                    <a:pt x="215" y="114"/>
                  </a:cubicBezTo>
                  <a:cubicBezTo>
                    <a:pt x="26" y="5"/>
                    <a:pt x="26" y="5"/>
                    <a:pt x="26" y="5"/>
                  </a:cubicBezTo>
                  <a:cubicBezTo>
                    <a:pt x="17" y="0"/>
                    <a:pt x="0" y="8"/>
                    <a:pt x="4"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1" name="Freeform 8"/>
            <p:cNvSpPr>
              <a:spLocks/>
            </p:cNvSpPr>
            <p:nvPr/>
          </p:nvSpPr>
          <p:spPr bwMode="auto">
            <a:xfrm>
              <a:off x="3210" y="2548"/>
              <a:ext cx="1260" cy="453"/>
            </a:xfrm>
            <a:custGeom>
              <a:avLst/>
              <a:gdLst>
                <a:gd name="T0" fmla="*/ 519 w 531"/>
                <a:gd name="T1" fmla="*/ 32 h 191"/>
                <a:gd name="T2" fmla="*/ 269 w 531"/>
                <a:gd name="T3" fmla="*/ 0 h 191"/>
                <a:gd name="T4" fmla="*/ 14 w 531"/>
                <a:gd name="T5" fmla="*/ 32 h 191"/>
                <a:gd name="T6" fmla="*/ 9 w 531"/>
                <a:gd name="T7" fmla="*/ 59 h 191"/>
                <a:gd name="T8" fmla="*/ 204 w 531"/>
                <a:gd name="T9" fmla="*/ 171 h 191"/>
                <a:gd name="T10" fmla="*/ 326 w 531"/>
                <a:gd name="T11" fmla="*/ 172 h 191"/>
                <a:gd name="T12" fmla="*/ 520 w 531"/>
                <a:gd name="T13" fmla="*/ 60 h 191"/>
                <a:gd name="T14" fmla="*/ 519 w 531"/>
                <a:gd name="T15" fmla="*/ 32 h 1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31" h="191">
                  <a:moveTo>
                    <a:pt x="519" y="32"/>
                  </a:moveTo>
                  <a:cubicBezTo>
                    <a:pt x="457" y="17"/>
                    <a:pt x="365" y="0"/>
                    <a:pt x="269" y="0"/>
                  </a:cubicBezTo>
                  <a:cubicBezTo>
                    <a:pt x="175" y="0"/>
                    <a:pt x="80" y="17"/>
                    <a:pt x="14" y="32"/>
                  </a:cubicBezTo>
                  <a:cubicBezTo>
                    <a:pt x="0" y="36"/>
                    <a:pt x="1" y="53"/>
                    <a:pt x="9" y="59"/>
                  </a:cubicBezTo>
                  <a:cubicBezTo>
                    <a:pt x="204" y="171"/>
                    <a:pt x="204" y="171"/>
                    <a:pt x="204" y="171"/>
                  </a:cubicBezTo>
                  <a:cubicBezTo>
                    <a:pt x="238" y="191"/>
                    <a:pt x="293" y="191"/>
                    <a:pt x="326" y="172"/>
                  </a:cubicBezTo>
                  <a:cubicBezTo>
                    <a:pt x="520" y="60"/>
                    <a:pt x="520" y="60"/>
                    <a:pt x="520" y="60"/>
                  </a:cubicBezTo>
                  <a:cubicBezTo>
                    <a:pt x="530" y="54"/>
                    <a:pt x="531" y="35"/>
                    <a:pt x="519"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2" name="Line 7"/>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3" name="Line 8"/>
            <p:cNvSpPr>
              <a:spLocks noChangeShapeType="1"/>
            </p:cNvSpPr>
            <p:nvPr/>
          </p:nvSpPr>
          <p:spPr bwMode="auto">
            <a:xfrm>
              <a:off x="3053" y="2349"/>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4" name="Freeform 11"/>
            <p:cNvSpPr>
              <a:spLocks/>
            </p:cNvSpPr>
            <p:nvPr/>
          </p:nvSpPr>
          <p:spPr bwMode="auto">
            <a:xfrm>
              <a:off x="3511" y="1782"/>
              <a:ext cx="660" cy="529"/>
            </a:xfrm>
            <a:custGeom>
              <a:avLst/>
              <a:gdLst>
                <a:gd name="T0" fmla="*/ 8 w 278"/>
                <a:gd name="T1" fmla="*/ 199 h 223"/>
                <a:gd name="T2" fmla="*/ 21 w 278"/>
                <a:gd name="T3" fmla="*/ 223 h 223"/>
                <a:gd name="T4" fmla="*/ 139 w 278"/>
                <a:gd name="T5" fmla="*/ 215 h 223"/>
                <a:gd name="T6" fmla="*/ 257 w 278"/>
                <a:gd name="T7" fmla="*/ 223 h 223"/>
                <a:gd name="T8" fmla="*/ 270 w 278"/>
                <a:gd name="T9" fmla="*/ 199 h 223"/>
                <a:gd name="T10" fmla="*/ 207 w 278"/>
                <a:gd name="T11" fmla="*/ 113 h 223"/>
                <a:gd name="T12" fmla="*/ 155 w 278"/>
                <a:gd name="T13" fmla="*/ 13 h 223"/>
                <a:gd name="T14" fmla="*/ 126 w 278"/>
                <a:gd name="T15" fmla="*/ 13 h 223"/>
                <a:gd name="T16" fmla="*/ 75 w 278"/>
                <a:gd name="T17" fmla="*/ 106 h 223"/>
                <a:gd name="T18" fmla="*/ 8 w 278"/>
                <a:gd name="T19" fmla="*/ 199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8" h="223">
                  <a:moveTo>
                    <a:pt x="8" y="199"/>
                  </a:moveTo>
                  <a:cubicBezTo>
                    <a:pt x="0" y="212"/>
                    <a:pt x="6" y="223"/>
                    <a:pt x="21" y="223"/>
                  </a:cubicBezTo>
                  <a:cubicBezTo>
                    <a:pt x="21" y="223"/>
                    <a:pt x="80" y="215"/>
                    <a:pt x="139" y="215"/>
                  </a:cubicBezTo>
                  <a:cubicBezTo>
                    <a:pt x="199" y="215"/>
                    <a:pt x="257" y="223"/>
                    <a:pt x="257" y="223"/>
                  </a:cubicBezTo>
                  <a:cubicBezTo>
                    <a:pt x="272" y="223"/>
                    <a:pt x="278" y="212"/>
                    <a:pt x="270" y="199"/>
                  </a:cubicBezTo>
                  <a:cubicBezTo>
                    <a:pt x="270" y="199"/>
                    <a:pt x="232" y="156"/>
                    <a:pt x="207" y="113"/>
                  </a:cubicBezTo>
                  <a:cubicBezTo>
                    <a:pt x="179" y="65"/>
                    <a:pt x="155" y="13"/>
                    <a:pt x="155" y="13"/>
                  </a:cubicBezTo>
                  <a:cubicBezTo>
                    <a:pt x="147" y="0"/>
                    <a:pt x="134" y="0"/>
                    <a:pt x="126" y="13"/>
                  </a:cubicBezTo>
                  <a:cubicBezTo>
                    <a:pt x="126" y="13"/>
                    <a:pt x="102" y="60"/>
                    <a:pt x="75" y="106"/>
                  </a:cubicBezTo>
                  <a:cubicBezTo>
                    <a:pt x="49" y="150"/>
                    <a:pt x="8" y="199"/>
                    <a:pt x="8"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5" name="Line 10"/>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6" name="Line 11"/>
            <p:cNvSpPr>
              <a:spLocks noChangeShapeType="1"/>
            </p:cNvSpPr>
            <p:nvPr/>
          </p:nvSpPr>
          <p:spPr bwMode="auto">
            <a:xfrm>
              <a:off x="3148" y="2420"/>
              <a:ext cx="0" cy="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sp>
          <p:nvSpPr>
            <p:cNvPr id="17" name="Freeform 14"/>
            <p:cNvSpPr>
              <a:spLocks/>
            </p:cNvSpPr>
            <p:nvPr/>
          </p:nvSpPr>
          <p:spPr bwMode="auto">
            <a:xfrm>
              <a:off x="3067" y="1324"/>
              <a:ext cx="655" cy="1044"/>
            </a:xfrm>
            <a:custGeom>
              <a:avLst/>
              <a:gdLst>
                <a:gd name="T0" fmla="*/ 272 w 276"/>
                <a:gd name="T1" fmla="*/ 21 h 440"/>
                <a:gd name="T2" fmla="*/ 169 w 276"/>
                <a:gd name="T3" fmla="*/ 252 h 440"/>
                <a:gd name="T4" fmla="*/ 35 w 276"/>
                <a:gd name="T5" fmla="*/ 425 h 440"/>
                <a:gd name="T6" fmla="*/ 0 w 276"/>
                <a:gd name="T7" fmla="*/ 423 h 440"/>
                <a:gd name="T8" fmla="*/ 0 w 276"/>
                <a:gd name="T9" fmla="*/ 220 h 440"/>
                <a:gd name="T10" fmla="*/ 61 w 276"/>
                <a:gd name="T11" fmla="*/ 114 h 440"/>
                <a:gd name="T12" fmla="*/ 249 w 276"/>
                <a:gd name="T13" fmla="*/ 5 h 440"/>
                <a:gd name="T14" fmla="*/ 272 w 276"/>
                <a:gd name="T15" fmla="*/ 21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6" h="440">
                  <a:moveTo>
                    <a:pt x="272" y="21"/>
                  </a:moveTo>
                  <a:cubicBezTo>
                    <a:pt x="254" y="73"/>
                    <a:pt x="220" y="163"/>
                    <a:pt x="169" y="252"/>
                  </a:cubicBezTo>
                  <a:cubicBezTo>
                    <a:pt x="133" y="313"/>
                    <a:pt x="79" y="377"/>
                    <a:pt x="35" y="425"/>
                  </a:cubicBezTo>
                  <a:cubicBezTo>
                    <a:pt x="20" y="440"/>
                    <a:pt x="0" y="436"/>
                    <a:pt x="0" y="423"/>
                  </a:cubicBezTo>
                  <a:cubicBezTo>
                    <a:pt x="0" y="220"/>
                    <a:pt x="0" y="220"/>
                    <a:pt x="0" y="220"/>
                  </a:cubicBezTo>
                  <a:cubicBezTo>
                    <a:pt x="0" y="181"/>
                    <a:pt x="27" y="134"/>
                    <a:pt x="61" y="114"/>
                  </a:cubicBezTo>
                  <a:cubicBezTo>
                    <a:pt x="249" y="5"/>
                    <a:pt x="249" y="5"/>
                    <a:pt x="249" y="5"/>
                  </a:cubicBezTo>
                  <a:cubicBezTo>
                    <a:pt x="258" y="0"/>
                    <a:pt x="276" y="8"/>
                    <a:pt x="27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en-US">
                <a:latin typeface="+mn-lt"/>
              </a:endParaRPr>
            </a:p>
          </p:txBody>
        </p:sp>
      </p:grpSp>
      <p:sp>
        <p:nvSpPr>
          <p:cNvPr id="29" name="Picture Placeholder 28"/>
          <p:cNvSpPr>
            <a:spLocks noGrp="1"/>
          </p:cNvSpPr>
          <p:nvPr>
            <p:ph type="pic" sz="quarter" idx="45"/>
          </p:nvPr>
        </p:nvSpPr>
        <p:spPr>
          <a:xfrm>
            <a:off x="4158048"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8" name="Picture Placeholder 27"/>
          <p:cNvSpPr>
            <a:spLocks noGrp="1"/>
          </p:cNvSpPr>
          <p:nvPr>
            <p:ph type="pic" sz="quarter" idx="46"/>
          </p:nvPr>
        </p:nvSpPr>
        <p:spPr>
          <a:xfrm>
            <a:off x="4158048" y="2372497"/>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6" name="Picture Placeholder 25"/>
          <p:cNvSpPr>
            <a:spLocks noGrp="1"/>
          </p:cNvSpPr>
          <p:nvPr>
            <p:ph type="pic" sz="quarter" idx="47"/>
          </p:nvPr>
        </p:nvSpPr>
        <p:spPr>
          <a:xfrm>
            <a:off x="4158048"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5" name="Picture Placeholder 24"/>
          <p:cNvSpPr>
            <a:spLocks noGrp="1"/>
          </p:cNvSpPr>
          <p:nvPr>
            <p:ph type="pic" sz="quarter" idx="48"/>
          </p:nvPr>
        </p:nvSpPr>
        <p:spPr>
          <a:xfrm>
            <a:off x="148281" y="135925"/>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27" name="Picture Placeholder 26"/>
          <p:cNvSpPr>
            <a:spLocks noGrp="1"/>
          </p:cNvSpPr>
          <p:nvPr>
            <p:ph type="pic" sz="quarter" idx="49"/>
          </p:nvPr>
        </p:nvSpPr>
        <p:spPr>
          <a:xfrm>
            <a:off x="8167816" y="135925"/>
            <a:ext cx="3886247" cy="4349576"/>
          </a:xfrm>
          <a:custGeom>
            <a:avLst/>
            <a:gdLst>
              <a:gd name="connsiteX0" fmla="*/ 0 w 3886247"/>
              <a:gd name="connsiteY0" fmla="*/ 0 h 4349576"/>
              <a:gd name="connsiteX1" fmla="*/ 3886247 w 3886247"/>
              <a:gd name="connsiteY1" fmla="*/ 0 h 4349576"/>
              <a:gd name="connsiteX2" fmla="*/ 3886247 w 3886247"/>
              <a:gd name="connsiteY2" fmla="*/ 4349576 h 4349576"/>
              <a:gd name="connsiteX3" fmla="*/ 0 w 3886247"/>
              <a:gd name="connsiteY3" fmla="*/ 4349576 h 4349576"/>
            </a:gdLst>
            <a:ahLst/>
            <a:cxnLst>
              <a:cxn ang="0">
                <a:pos x="connsiteX0" y="connsiteY0"/>
              </a:cxn>
              <a:cxn ang="0">
                <a:pos x="connsiteX1" y="connsiteY1"/>
              </a:cxn>
              <a:cxn ang="0">
                <a:pos x="connsiteX2" y="connsiteY2"/>
              </a:cxn>
              <a:cxn ang="0">
                <a:pos x="connsiteX3" y="connsiteY3"/>
              </a:cxn>
            </a:cxnLst>
            <a:rect l="l" t="t" r="r" b="b"/>
            <a:pathLst>
              <a:path w="3886247" h="4349576">
                <a:moveTo>
                  <a:pt x="0" y="0"/>
                </a:moveTo>
                <a:lnTo>
                  <a:pt x="3886247" y="0"/>
                </a:lnTo>
                <a:lnTo>
                  <a:pt x="3886247" y="4349576"/>
                </a:lnTo>
                <a:lnTo>
                  <a:pt x="0" y="4349576"/>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0" name="Picture Placeholder 29"/>
          <p:cNvSpPr>
            <a:spLocks noGrp="1"/>
          </p:cNvSpPr>
          <p:nvPr>
            <p:ph type="pic" sz="quarter" idx="50"/>
          </p:nvPr>
        </p:nvSpPr>
        <p:spPr>
          <a:xfrm>
            <a:off x="8167816" y="4609070"/>
            <a:ext cx="3886247" cy="2113004"/>
          </a:xfrm>
          <a:custGeom>
            <a:avLst/>
            <a:gdLst>
              <a:gd name="connsiteX0" fmla="*/ 0 w 3886247"/>
              <a:gd name="connsiteY0" fmla="*/ 0 h 2113004"/>
              <a:gd name="connsiteX1" fmla="*/ 3886247 w 3886247"/>
              <a:gd name="connsiteY1" fmla="*/ 0 h 2113004"/>
              <a:gd name="connsiteX2" fmla="*/ 3886247 w 3886247"/>
              <a:gd name="connsiteY2" fmla="*/ 2113004 h 2113004"/>
              <a:gd name="connsiteX3" fmla="*/ 0 w 3886247"/>
              <a:gd name="connsiteY3" fmla="*/ 2113004 h 2113004"/>
            </a:gdLst>
            <a:ahLst/>
            <a:cxnLst>
              <a:cxn ang="0">
                <a:pos x="connsiteX0" y="connsiteY0"/>
              </a:cxn>
              <a:cxn ang="0">
                <a:pos x="connsiteX1" y="connsiteY1"/>
              </a:cxn>
              <a:cxn ang="0">
                <a:pos x="connsiteX2" y="connsiteY2"/>
              </a:cxn>
              <a:cxn ang="0">
                <a:pos x="connsiteX3" y="connsiteY3"/>
              </a:cxn>
            </a:cxnLst>
            <a:rect l="l" t="t" r="r" b="b"/>
            <a:pathLst>
              <a:path w="3886247" h="2113004">
                <a:moveTo>
                  <a:pt x="0" y="0"/>
                </a:moveTo>
                <a:lnTo>
                  <a:pt x="3886247" y="0"/>
                </a:lnTo>
                <a:lnTo>
                  <a:pt x="3886247" y="2113004"/>
                </a:lnTo>
                <a:lnTo>
                  <a:pt x="0" y="2113004"/>
                </a:lnTo>
                <a:close/>
              </a:path>
            </a:pathLst>
          </a:custGeom>
          <a:pattFill prst="pct5">
            <a:fgClr>
              <a:schemeClr val="tx1"/>
            </a:fgClr>
            <a:bgClr>
              <a:schemeClr val="bg1"/>
            </a:bgClr>
          </a:pattFill>
          <a:effectLst>
            <a:outerShdw blurRad="50800" dist="25400" dir="5400000" algn="t" rotWithShape="0">
              <a:prstClr val="black">
                <a:alpha val="15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
        <p:nvSpPr>
          <p:cNvPr id="31" name="Picture Placeholder 30"/>
          <p:cNvSpPr>
            <a:spLocks noGrp="1"/>
          </p:cNvSpPr>
          <p:nvPr>
            <p:ph type="pic" sz="quarter" idx="51"/>
          </p:nvPr>
        </p:nvSpPr>
        <p:spPr>
          <a:xfrm>
            <a:off x="108524" y="2283949"/>
            <a:ext cx="4009767" cy="4487821"/>
          </a:xfrm>
          <a:custGeom>
            <a:avLst/>
            <a:gdLst>
              <a:gd name="connsiteX0" fmla="*/ 0 w 4009767"/>
              <a:gd name="connsiteY0" fmla="*/ 0 h 4487821"/>
              <a:gd name="connsiteX1" fmla="*/ 4009767 w 4009767"/>
              <a:gd name="connsiteY1" fmla="*/ 0 h 4487821"/>
              <a:gd name="connsiteX2" fmla="*/ 4009767 w 4009767"/>
              <a:gd name="connsiteY2" fmla="*/ 4487821 h 4487821"/>
              <a:gd name="connsiteX3" fmla="*/ 0 w 4009767"/>
              <a:gd name="connsiteY3" fmla="*/ 4487821 h 4487821"/>
            </a:gdLst>
            <a:ahLst/>
            <a:cxnLst>
              <a:cxn ang="0">
                <a:pos x="connsiteX0" y="connsiteY0"/>
              </a:cxn>
              <a:cxn ang="0">
                <a:pos x="connsiteX1" y="connsiteY1"/>
              </a:cxn>
              <a:cxn ang="0">
                <a:pos x="connsiteX2" y="connsiteY2"/>
              </a:cxn>
              <a:cxn ang="0">
                <a:pos x="connsiteX3" y="connsiteY3"/>
              </a:cxn>
            </a:cxnLst>
            <a:rect l="l" t="t" r="r" b="b"/>
            <a:pathLst>
              <a:path w="4009767" h="4487821">
                <a:moveTo>
                  <a:pt x="0" y="0"/>
                </a:moveTo>
                <a:lnTo>
                  <a:pt x="4009767" y="0"/>
                </a:lnTo>
                <a:lnTo>
                  <a:pt x="4009767" y="4487821"/>
                </a:lnTo>
                <a:lnTo>
                  <a:pt x="0" y="4487821"/>
                </a:lnTo>
                <a:close/>
              </a:path>
            </a:pathLst>
          </a:custGeom>
          <a:pattFill prst="pct5">
            <a:fgClr>
              <a:schemeClr val="tx1"/>
            </a:fgClr>
            <a:bgClr>
              <a:schemeClr val="bg1"/>
            </a:bgClr>
          </a:pattFill>
          <a:effectLst>
            <a:outerShdw blurRad="381000" dist="127000" dir="18900000" algn="t" rotWithShape="0">
              <a:prstClr val="black">
                <a:alpha val="12000"/>
              </a:prstClr>
            </a:outerShdw>
          </a:effectLst>
        </p:spPr>
        <p:txBody>
          <a:bodyPr rtlCol="0" anchor="ctr">
            <a:noAutofit/>
          </a:bodyPr>
          <a:lstStyle>
            <a:lvl1pPr marL="0" indent="0" algn="ctr">
              <a:buNone/>
              <a:defRPr sz="1600" b="0" i="0">
                <a:latin typeface="Source Sans Pro" charset="0"/>
                <a:ea typeface="Source Sans Pro" charset="0"/>
                <a:cs typeface="Source Sans Pro" charset="0"/>
              </a:defRPr>
            </a:lvl1pPr>
          </a:lstStyle>
          <a:p>
            <a:pPr lvl="0"/>
            <a:r>
              <a:rPr lang="zh-CN" altLang="en-US" noProof="0"/>
              <a:t>将图片拖动到占位符，或单击添加图标</a:t>
            </a:r>
            <a:endParaRPr lang="en-US" noProof="0" dirty="0"/>
          </a:p>
        </p:txBody>
      </p:sp>
    </p:spTree>
    <p:extLst>
      <p:ext uri="{BB962C8B-B14F-4D97-AF65-F5344CB8AC3E}">
        <p14:creationId xmlns:p14="http://schemas.microsoft.com/office/powerpoint/2010/main" val="2506358632"/>
      </p:ext>
    </p:extLst>
  </p:cSld>
  <p:clrMapOvr>
    <a:masterClrMapping/>
  </p:clrMapOvr>
  <p:transition spd="slow" advTm="2000">
    <p:blinds dir="vert"/>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目录">
    <p:spTree>
      <p:nvGrpSpPr>
        <p:cNvPr id="1" name=""/>
        <p:cNvGrpSpPr/>
        <p:nvPr/>
      </p:nvGrpSpPr>
      <p:grpSpPr>
        <a:xfrm>
          <a:off x="0" y="0"/>
          <a:ext cx="0" cy="0"/>
          <a:chOff x="0" y="0"/>
          <a:chExt cx="0" cy="0"/>
        </a:xfrm>
      </p:grpSpPr>
      <p:sp>
        <p:nvSpPr>
          <p:cNvPr id="4" name="幻灯片编号占位符 3"/>
          <p:cNvSpPr>
            <a:spLocks noGrp="1"/>
          </p:cNvSpPr>
          <p:nvPr>
            <p:ph type="sldNum" sz="quarter" idx="11"/>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5" name="Title 1"/>
          <p:cNvSpPr>
            <a:spLocks noGrp="1"/>
          </p:cNvSpPr>
          <p:nvPr>
            <p:ph type="title" hasCustomPrompt="1"/>
          </p:nvPr>
        </p:nvSpPr>
        <p:spPr>
          <a:xfrm>
            <a:off x="1319126" y="632523"/>
            <a:ext cx="9879555" cy="593682"/>
          </a:xfrm>
          <a:prstGeom prst="rect">
            <a:avLst/>
          </a:prstGeom>
          <a:solidFill>
            <a:schemeClr val="bg1"/>
          </a:solidFill>
        </p:spPr>
        <p:txBody>
          <a:bodyPr anchor="b"/>
          <a:lstStyle>
            <a:lvl1pPr algn="l">
              <a:defRPr sz="3600" b="1" i="0">
                <a:solidFill>
                  <a:schemeClr val="accent4"/>
                </a:solidFill>
                <a:latin typeface="Microsoft YaHei" charset="-122"/>
                <a:ea typeface="Microsoft YaHei" charset="-122"/>
                <a:cs typeface="Microsoft YaHei" charset="-122"/>
              </a:defRPr>
            </a:lvl1pPr>
          </a:lstStyle>
          <a:p>
            <a:r>
              <a:rPr lang="zh-CN" altLang="en-US" dirty="0"/>
              <a:t>目录</a:t>
            </a:r>
            <a:endParaRPr lang="en-US" dirty="0"/>
          </a:p>
        </p:txBody>
      </p:sp>
      <p:cxnSp>
        <p:nvCxnSpPr>
          <p:cNvPr id="6"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Text Placeholder 20"/>
          <p:cNvSpPr>
            <a:spLocks noGrp="1"/>
          </p:cNvSpPr>
          <p:nvPr>
            <p:ph type="body" sz="quarter" idx="12" hasCustomPrompt="1"/>
          </p:nvPr>
        </p:nvSpPr>
        <p:spPr>
          <a:xfrm>
            <a:off x="1457298" y="1550168"/>
            <a:ext cx="9741383" cy="430213"/>
          </a:xfrm>
          <a:prstGeom prst="rect">
            <a:avLst/>
          </a:prstGeom>
        </p:spPr>
        <p:txBody>
          <a:bodyPr lIns="0" tIns="0" rIns="0" bIns="0">
            <a:noAutofit/>
          </a:bodyPr>
          <a:lstStyle>
            <a:lvl1pPr marL="0" indent="0">
              <a:lnSpc>
                <a:spcPts val="1700"/>
              </a:lnSpc>
              <a:spcBef>
                <a:spcPts val="0"/>
              </a:spcBef>
              <a:buFont typeface="Arial" panose="020B0604020202020204" pitchFamily="34" charset="0"/>
              <a:buNone/>
              <a:defRPr sz="1400" b="0" i="0" spc="100" baseline="0">
                <a:solidFill>
                  <a:schemeClr val="bg1">
                    <a:lumMod val="50000"/>
                  </a:schemeClr>
                </a:solidFill>
                <a:latin typeface="Microsoft YaHei Light" charset="-122"/>
                <a:ea typeface="Microsoft YaHei Light" charset="-122"/>
                <a:cs typeface="Microsoft YaHei Light" charset="-122"/>
              </a:defRPr>
            </a:lvl1pPr>
            <a:lvl2pPr marL="457200" indent="0">
              <a:buFont typeface="Arial" panose="020B0604020202020204" pitchFamily="34" charset="0"/>
              <a:buNone/>
              <a:defRPr sz="1100">
                <a:solidFill>
                  <a:schemeClr val="bg2"/>
                </a:solidFill>
              </a:defRPr>
            </a:lvl2pPr>
            <a:lvl3pPr marL="914400" indent="0">
              <a:buFont typeface="Arial" panose="020B0604020202020204" pitchFamily="34" charset="0"/>
              <a:buNone/>
              <a:defRPr sz="1100">
                <a:solidFill>
                  <a:schemeClr val="bg2"/>
                </a:solidFill>
              </a:defRPr>
            </a:lvl3pPr>
            <a:lvl4pPr marL="1371600" indent="0">
              <a:buFont typeface="Arial" panose="020B0604020202020204" pitchFamily="34" charset="0"/>
              <a:buNone/>
              <a:defRPr sz="1100">
                <a:solidFill>
                  <a:schemeClr val="bg2"/>
                </a:solidFill>
              </a:defRPr>
            </a:lvl4pPr>
            <a:lvl5pPr marL="1828800" indent="0">
              <a:buFont typeface="Arial" panose="020B0604020202020204" pitchFamily="34" charset="0"/>
              <a:buNone/>
              <a:defRPr sz="1100">
                <a:solidFill>
                  <a:schemeClr val="bg2"/>
                </a:solidFill>
              </a:defRPr>
            </a:lvl5pPr>
          </a:lstStyle>
          <a:p>
            <a:pPr lvl="0"/>
            <a:r>
              <a:rPr lang="en-US" dirty="0"/>
              <a:t>Insert Your Text Here</a:t>
            </a:r>
          </a:p>
        </p:txBody>
      </p:sp>
      <p:sp>
        <p:nvSpPr>
          <p:cNvPr id="8" name="Text Placeholder 22"/>
          <p:cNvSpPr>
            <a:spLocks noGrp="1"/>
          </p:cNvSpPr>
          <p:nvPr>
            <p:ph type="body" sz="quarter" idx="13" hasCustomPrompt="1"/>
          </p:nvPr>
        </p:nvSpPr>
        <p:spPr>
          <a:xfrm>
            <a:off x="1457298" y="2368539"/>
            <a:ext cx="9741383" cy="2637492"/>
          </a:xfrm>
          <a:prstGeom prst="rect">
            <a:avLst/>
          </a:prstGeom>
        </p:spPr>
        <p:txBody>
          <a:bodyPr lIns="0" tIns="0" rIns="0" bIns="0" numCol="2" spcCol="360000">
            <a:noAutofit/>
          </a:bodyPr>
          <a:lstStyle>
            <a:lvl1pPr marL="342900" indent="-342900">
              <a:lnSpc>
                <a:spcPct val="150000"/>
              </a:lnSpc>
              <a:spcBef>
                <a:spcPts val="1300"/>
              </a:spcBef>
              <a:buFont typeface="+mj-lt"/>
              <a:buAutoNum type="arabicPeriod"/>
              <a:defRPr sz="1600" b="0" i="0" spc="100" baseline="0">
                <a:solidFill>
                  <a:schemeClr val="tx1">
                    <a:lumMod val="75000"/>
                    <a:lumOff val="25000"/>
                  </a:schemeClr>
                </a:solidFill>
                <a:latin typeface="Microsoft YaHei" charset="-122"/>
                <a:ea typeface="Microsoft YaHei" charset="-122"/>
                <a:cs typeface="Microsoft YaHei" charset="-122"/>
              </a:defRPr>
            </a:lvl1pPr>
            <a:lvl2pPr>
              <a:defRPr sz="1400"/>
            </a:lvl2pPr>
            <a:lvl3pPr>
              <a:defRPr sz="1400"/>
            </a:lvl3pPr>
            <a:lvl4pPr>
              <a:defRPr sz="1400"/>
            </a:lvl4pPr>
            <a:lvl5pPr>
              <a:defRPr sz="1400"/>
            </a:lvl5pPr>
          </a:lstStyle>
          <a:p>
            <a:pPr lvl="0"/>
            <a:r>
              <a:rPr lang="zh-CN" altLang="en-US" dirty="0"/>
              <a:t>在此处编辑目录内容</a:t>
            </a:r>
            <a:endParaRPr lang="en-US" dirty="0"/>
          </a:p>
        </p:txBody>
      </p:sp>
      <p:sp>
        <p:nvSpPr>
          <p:cNvPr id="10" name="Footer Placeholder 4"/>
          <p:cNvSpPr>
            <a:spLocks noGrp="1"/>
          </p:cNvSpPr>
          <p:nvPr>
            <p:ph type="ftr" sz="quarter" idx="14"/>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cxnSp>
        <p:nvCxnSpPr>
          <p:cNvPr id="9" name="Straight Connector 18"/>
          <p:cNvCxnSpPr/>
          <p:nvPr/>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1" name="Straight Connector 18"/>
          <p:cNvCxnSpPr/>
          <p:nvPr userDrawn="1"/>
        </p:nvCxnSpPr>
        <p:spPr>
          <a:xfrm>
            <a:off x="1457298" y="1346220"/>
            <a:ext cx="337016"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91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标题文本">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chemeClr val="accent3"/>
                </a:solidFill>
                <a:latin typeface="Microsoft YaHei" charset="-122"/>
                <a:ea typeface="Microsoft YaHei" charset="-122"/>
                <a:cs typeface="Microsoft YaHei" charset="-122"/>
              </a:defRPr>
            </a:lvl1pPr>
          </a:lstStyle>
          <a:p>
            <a:r>
              <a:rPr lang="zh-CN" altLang="en-US" dirty="0"/>
              <a:t>点击编辑主标题</a:t>
            </a:r>
            <a:endParaRPr lang="en-US" dirty="0"/>
          </a:p>
        </p:txBody>
      </p:sp>
      <p:sp>
        <p:nvSpPr>
          <p:cNvPr id="6" name="Text Placeholder 38"/>
          <p:cNvSpPr>
            <a:spLocks noGrp="1"/>
          </p:cNvSpPr>
          <p:nvPr>
            <p:ph type="body" sz="quarter" idx="13" hasCustomPrompt="1"/>
          </p:nvPr>
        </p:nvSpPr>
        <p:spPr>
          <a:xfrm>
            <a:off x="1067593" y="1360450"/>
            <a:ext cx="10056812" cy="4634856"/>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0"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19" name="图片 18">
            <a:extLst>
              <a:ext uri="{FF2B5EF4-FFF2-40B4-BE49-F238E27FC236}">
                <a16:creationId xmlns:a16="http://schemas.microsoft.com/office/drawing/2014/main" id="{82148F6C-EA24-4B28-83DD-2B11C0A97B8F}"/>
              </a:ext>
            </a:extLst>
          </p:cNvPr>
          <p:cNvPicPr>
            <a:picLocks noChangeAspect="1"/>
          </p:cNvPicPr>
          <p:nvPr userDrawn="1"/>
        </p:nvPicPr>
        <p:blipFill>
          <a:blip r:embed="rId2"/>
          <a:stretch>
            <a:fillRect/>
          </a:stretch>
        </p:blipFill>
        <p:spPr>
          <a:xfrm>
            <a:off x="10303161" y="288676"/>
            <a:ext cx="1526155" cy="456808"/>
          </a:xfrm>
          <a:prstGeom prst="rect">
            <a:avLst/>
          </a:prstGeom>
        </p:spPr>
      </p:pic>
      <p:grpSp>
        <p:nvGrpSpPr>
          <p:cNvPr id="20" name="组 17">
            <a:extLst>
              <a:ext uri="{FF2B5EF4-FFF2-40B4-BE49-F238E27FC236}">
                <a16:creationId xmlns:a16="http://schemas.microsoft.com/office/drawing/2014/main" id="{5F7055B1-5A58-4076-A46A-C192D8338491}"/>
              </a:ext>
            </a:extLst>
          </p:cNvPr>
          <p:cNvGrpSpPr/>
          <p:nvPr userDrawn="1"/>
        </p:nvGrpSpPr>
        <p:grpSpPr>
          <a:xfrm>
            <a:off x="0" y="369310"/>
            <a:ext cx="210961" cy="344922"/>
            <a:chOff x="0" y="369310"/>
            <a:chExt cx="210961" cy="344922"/>
          </a:xfrm>
        </p:grpSpPr>
        <p:sp>
          <p:nvSpPr>
            <p:cNvPr id="21" name="三角形 18">
              <a:extLst>
                <a:ext uri="{FF2B5EF4-FFF2-40B4-BE49-F238E27FC236}">
                  <a16:creationId xmlns:a16="http://schemas.microsoft.com/office/drawing/2014/main" id="{A6F4B062-096A-4AFC-BC6E-1AB3D9537D46}"/>
                </a:ext>
              </a:extLst>
            </p:cNvPr>
            <p:cNvSpPr/>
            <p:nvPr userDrawn="1"/>
          </p:nvSpPr>
          <p:spPr>
            <a:xfrm rot="5400000">
              <a:off x="-92886" y="462196"/>
              <a:ext cx="344922" cy="159150"/>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19">
              <a:extLst>
                <a:ext uri="{FF2B5EF4-FFF2-40B4-BE49-F238E27FC236}">
                  <a16:creationId xmlns:a16="http://schemas.microsoft.com/office/drawing/2014/main" id="{1F80CFC1-EBB9-491F-9324-2639B55F9083}"/>
                </a:ext>
              </a:extLst>
            </p:cNvPr>
            <p:cNvSpPr/>
            <p:nvPr userDrawn="1"/>
          </p:nvSpPr>
          <p:spPr>
            <a:xfrm rot="5400000">
              <a:off x="-41075" y="462196"/>
              <a:ext cx="344922" cy="159150"/>
            </a:xfrm>
            <a:prstGeom prst="triangle">
              <a:avLst/>
            </a:prstGeom>
            <a:solidFill>
              <a:srgbClr val="1D8CF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extLst>
      <p:ext uri="{BB962C8B-B14F-4D97-AF65-F5344CB8AC3E}">
        <p14:creationId xmlns:p14="http://schemas.microsoft.com/office/powerpoint/2010/main" val="3593189823"/>
      </p:ext>
    </p:extLst>
  </p:cSld>
  <p:clrMapOvr>
    <a:masterClrMapping/>
  </p:clrMapOvr>
  <p:extLst>
    <p:ext uri="{DCECCB84-F9BA-43D5-87BE-67443E8EF086}">
      <p15:sldGuideLst xmlns:p15="http://schemas.microsoft.com/office/powerpoint/2012/main">
        <p15:guide id="5" orient="horz" pos="323" userDrawn="1">
          <p15:clr>
            <a:srgbClr val="FBAE40"/>
          </p15:clr>
        </p15:guide>
        <p15:guide id="6"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7" name="图片占位符 7"/>
          <p:cNvSpPr>
            <a:spLocks noGrp="1"/>
          </p:cNvSpPr>
          <p:nvPr>
            <p:ph type="pic" sz="quarter" idx="15"/>
          </p:nvPr>
        </p:nvSpPr>
        <p:spPr>
          <a:xfrm>
            <a:off x="1067593" y="1360449"/>
            <a:ext cx="10056812"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6"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7" name="组 16"/>
          <p:cNvGrpSpPr/>
          <p:nvPr/>
        </p:nvGrpSpPr>
        <p:grpSpPr>
          <a:xfrm>
            <a:off x="0" y="369310"/>
            <a:ext cx="210961" cy="344922"/>
            <a:chOff x="0" y="369310"/>
            <a:chExt cx="210961" cy="344922"/>
          </a:xfrm>
        </p:grpSpPr>
        <p:sp>
          <p:nvSpPr>
            <p:cNvPr id="18"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sp>
        <p:nvSpPr>
          <p:cNvPr id="22"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6"/>
          <p:cNvGrpSpPr/>
          <p:nvPr/>
        </p:nvGrpSpPr>
        <p:grpSpPr>
          <a:xfrm>
            <a:off x="0" y="369310"/>
            <a:ext cx="210961" cy="344922"/>
            <a:chOff x="0" y="369310"/>
            <a:chExt cx="210961" cy="344922"/>
          </a:xfrm>
        </p:grpSpPr>
        <p:sp>
          <p:nvSpPr>
            <p:cNvPr id="11"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6"/>
          <p:cNvGrpSpPr/>
          <p:nvPr userDrawn="1"/>
        </p:nvGrpSpPr>
        <p:grpSpPr>
          <a:xfrm>
            <a:off x="0" y="369310"/>
            <a:ext cx="210961" cy="344922"/>
            <a:chOff x="0" y="369310"/>
            <a:chExt cx="210961" cy="344922"/>
          </a:xfrm>
        </p:grpSpPr>
        <p:sp>
          <p:nvSpPr>
            <p:cNvPr id="15" name="三角形 17"/>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18"/>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9702434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4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269707" cy="4857472"/>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8" name="Text Placeholder 38"/>
          <p:cNvSpPr>
            <a:spLocks noGrp="1"/>
          </p:cNvSpPr>
          <p:nvPr>
            <p:ph type="body" sz="quarter" idx="13" hasCustomPrompt="1"/>
          </p:nvPr>
        </p:nvSpPr>
        <p:spPr>
          <a:xfrm>
            <a:off x="6400801" y="1360449"/>
            <a:ext cx="4723604" cy="4857471"/>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7"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18" name="组 17"/>
          <p:cNvGrpSpPr/>
          <p:nvPr/>
        </p:nvGrpSpPr>
        <p:grpSpPr>
          <a:xfrm>
            <a:off x="0" y="369310"/>
            <a:ext cx="210961" cy="344922"/>
            <a:chOff x="0" y="369310"/>
            <a:chExt cx="210961" cy="344922"/>
          </a:xfrm>
        </p:grpSpPr>
        <p:sp>
          <p:nvSpPr>
            <p:cNvPr id="19"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0"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1" name="图片 20"/>
          <p:cNvPicPr>
            <a:picLocks noChangeAspect="1"/>
          </p:cNvPicPr>
          <p:nvPr/>
        </p:nvPicPr>
        <p:blipFill>
          <a:blip r:embed="rId2"/>
          <a:stretch>
            <a:fillRect/>
          </a:stretch>
        </p:blipFill>
        <p:spPr>
          <a:xfrm>
            <a:off x="10687431" y="323923"/>
            <a:ext cx="1102401" cy="499306"/>
          </a:xfrm>
          <a:prstGeom prst="rect">
            <a:avLst/>
          </a:prstGeom>
        </p:spPr>
      </p:pic>
      <p:sp>
        <p:nvSpPr>
          <p:cNvPr id="23"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0" name="组 17"/>
          <p:cNvGrpSpPr/>
          <p:nvPr/>
        </p:nvGrpSpPr>
        <p:grpSpPr>
          <a:xfrm>
            <a:off x="0" y="369310"/>
            <a:ext cx="210961" cy="344922"/>
            <a:chOff x="0" y="369310"/>
            <a:chExt cx="210961" cy="344922"/>
          </a:xfrm>
        </p:grpSpPr>
        <p:sp>
          <p:nvSpPr>
            <p:cNvPr id="11"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2"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3" name="图片 12"/>
          <p:cNvPicPr>
            <a:picLocks noChangeAspect="1"/>
          </p:cNvPicPr>
          <p:nvPr/>
        </p:nvPicPr>
        <p:blipFill>
          <a:blip r:embed="rId2"/>
          <a:stretch>
            <a:fillRect/>
          </a:stretch>
        </p:blipFill>
        <p:spPr>
          <a:xfrm>
            <a:off x="10687431" y="323923"/>
            <a:ext cx="1102401" cy="499306"/>
          </a:xfrm>
          <a:prstGeom prst="rect">
            <a:avLst/>
          </a:prstGeom>
        </p:spPr>
      </p:pic>
      <p:grpSp>
        <p:nvGrpSpPr>
          <p:cNvPr id="14" name="组 17"/>
          <p:cNvGrpSpPr/>
          <p:nvPr userDrawn="1"/>
        </p:nvGrpSpPr>
        <p:grpSpPr>
          <a:xfrm>
            <a:off x="0" y="369310"/>
            <a:ext cx="210961" cy="344922"/>
            <a:chOff x="0" y="369310"/>
            <a:chExt cx="210961" cy="344922"/>
          </a:xfrm>
        </p:grpSpPr>
        <p:sp>
          <p:nvSpPr>
            <p:cNvPr id="15" name="三角形 18"/>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19"/>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2" name="图片 21"/>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7198586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5_标题图片">
    <p:spTree>
      <p:nvGrpSpPr>
        <p:cNvPr id="1" name=""/>
        <p:cNvGrpSpPr/>
        <p:nvPr/>
      </p:nvGrpSpPr>
      <p:grpSpPr>
        <a:xfrm>
          <a:off x="0" y="0"/>
          <a:ext cx="0" cy="0"/>
          <a:chOff x="0" y="0"/>
          <a:chExt cx="0" cy="0"/>
        </a:xfrm>
      </p:grpSpPr>
      <p:sp>
        <p:nvSpPr>
          <p:cNvPr id="7" name="图片占位符 7"/>
          <p:cNvSpPr>
            <a:spLocks noGrp="1"/>
          </p:cNvSpPr>
          <p:nvPr>
            <p:ph type="pic" sz="quarter" idx="15"/>
          </p:nvPr>
        </p:nvSpPr>
        <p:spPr>
          <a:xfrm>
            <a:off x="852755" y="1360449"/>
            <a:ext cx="5065445"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4" name="图片占位符 7"/>
          <p:cNvSpPr>
            <a:spLocks noGrp="1"/>
          </p:cNvSpPr>
          <p:nvPr>
            <p:ph type="pic" sz="quarter" idx="30"/>
          </p:nvPr>
        </p:nvSpPr>
        <p:spPr>
          <a:xfrm>
            <a:off x="6210301" y="1360449"/>
            <a:ext cx="5029200" cy="2678151"/>
          </a:xfrm>
          <a:prstGeom prst="rect">
            <a:avLst/>
          </a:prstGeom>
          <a:pattFill prst="pct5">
            <a:fgClr>
              <a:schemeClr val="accent1"/>
            </a:fgClr>
            <a:bgClr>
              <a:schemeClr val="bg1"/>
            </a:bgClr>
          </a:pattFill>
          <a:ln>
            <a:solidFill>
              <a:schemeClr val="bg1">
                <a:lumMod val="85000"/>
                <a:alpha val="40000"/>
              </a:schemeClr>
            </a:solidFill>
          </a:ln>
        </p:spPr>
        <p:txBody>
          <a:bodyPr/>
          <a:lstStyle>
            <a:lvl1pPr marL="0" indent="0">
              <a:buNone/>
              <a:defRPr sz="1400" b="0" i="0">
                <a:solidFill>
                  <a:schemeClr val="tx1">
                    <a:lumMod val="50000"/>
                    <a:lumOff val="50000"/>
                  </a:schemeClr>
                </a:solidFill>
                <a:latin typeface="Microsoft YaHei Light" charset="-122"/>
                <a:ea typeface="Microsoft YaHei Light" charset="-122"/>
                <a:cs typeface="Microsoft YaHei Light" charset="-122"/>
              </a:defRPr>
            </a:lvl1pPr>
          </a:lstStyle>
          <a:p>
            <a:endParaRPr kumimoji="1" lang="zh-CN" altLang="en-US" dirty="0"/>
          </a:p>
        </p:txBody>
      </p:sp>
      <p:sp>
        <p:nvSpPr>
          <p:cNvPr id="15" name="Text Placeholder 38"/>
          <p:cNvSpPr>
            <a:spLocks noGrp="1"/>
          </p:cNvSpPr>
          <p:nvPr>
            <p:ph type="body" sz="quarter" idx="13" hasCustomPrompt="1"/>
          </p:nvPr>
        </p:nvSpPr>
        <p:spPr>
          <a:xfrm>
            <a:off x="852755" y="4394200"/>
            <a:ext cx="10271650" cy="1823720"/>
          </a:xfrm>
          <a:prstGeom prst="rect">
            <a:avLst/>
          </a:prstGeom>
        </p:spPr>
        <p:txBody>
          <a:bodyPr lIns="0" tIns="0" rIns="0" bIns="0">
            <a:noAutofit/>
          </a:bodyPr>
          <a:lstStyle>
            <a:lvl1pPr marL="0" marR="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lang="en-US" sz="1400" b="0" i="0" kern="1200" spc="100" baseline="0" dirty="0" smtClean="0">
                <a:solidFill>
                  <a:schemeClr val="tx1">
                    <a:lumMod val="50000"/>
                    <a:lumOff val="50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点击编辑正文</a:t>
            </a:r>
            <a:endParaRPr lang="en-US" dirty="0"/>
          </a:p>
        </p:txBody>
      </p:sp>
      <p:sp>
        <p:nvSpPr>
          <p:cNvPr id="19"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0" name="组 19"/>
          <p:cNvGrpSpPr/>
          <p:nvPr/>
        </p:nvGrpSpPr>
        <p:grpSpPr>
          <a:xfrm>
            <a:off x="0" y="369310"/>
            <a:ext cx="210961" cy="344922"/>
            <a:chOff x="0" y="369310"/>
            <a:chExt cx="210961" cy="344922"/>
          </a:xfrm>
        </p:grpSpPr>
        <p:sp>
          <p:nvSpPr>
            <p:cNvPr id="21"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2"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3" name="图片 22"/>
          <p:cNvPicPr>
            <a:picLocks noChangeAspect="1"/>
          </p:cNvPicPr>
          <p:nvPr/>
        </p:nvPicPr>
        <p:blipFill>
          <a:blip r:embed="rId2"/>
          <a:stretch>
            <a:fillRect/>
          </a:stretch>
        </p:blipFill>
        <p:spPr>
          <a:xfrm>
            <a:off x="10687431" y="323923"/>
            <a:ext cx="1102401" cy="499306"/>
          </a:xfrm>
          <a:prstGeom prst="rect">
            <a:avLst/>
          </a:prstGeom>
        </p:spPr>
      </p:pic>
      <p:sp>
        <p:nvSpPr>
          <p:cNvPr id="25"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1" name="组 19"/>
          <p:cNvGrpSpPr/>
          <p:nvPr/>
        </p:nvGrpSpPr>
        <p:grpSpPr>
          <a:xfrm>
            <a:off x="0" y="369310"/>
            <a:ext cx="210961" cy="344922"/>
            <a:chOff x="0" y="369310"/>
            <a:chExt cx="210961" cy="344922"/>
          </a:xfrm>
        </p:grpSpPr>
        <p:sp>
          <p:nvSpPr>
            <p:cNvPr id="12"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3"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6" name="图片 15"/>
          <p:cNvPicPr>
            <a:picLocks noChangeAspect="1"/>
          </p:cNvPicPr>
          <p:nvPr/>
        </p:nvPicPr>
        <p:blipFill>
          <a:blip r:embed="rId2"/>
          <a:stretch>
            <a:fillRect/>
          </a:stretch>
        </p:blipFill>
        <p:spPr>
          <a:xfrm>
            <a:off x="10687431" y="323923"/>
            <a:ext cx="1102401" cy="499306"/>
          </a:xfrm>
          <a:prstGeom prst="rect">
            <a:avLst/>
          </a:prstGeom>
        </p:spPr>
      </p:pic>
      <p:grpSp>
        <p:nvGrpSpPr>
          <p:cNvPr id="17" name="组 19"/>
          <p:cNvGrpSpPr/>
          <p:nvPr userDrawn="1"/>
        </p:nvGrpSpPr>
        <p:grpSpPr>
          <a:xfrm>
            <a:off x="0" y="369310"/>
            <a:ext cx="210961" cy="344922"/>
            <a:chOff x="0" y="369310"/>
            <a:chExt cx="210961" cy="344922"/>
          </a:xfrm>
        </p:grpSpPr>
        <p:sp>
          <p:nvSpPr>
            <p:cNvPr id="18" name="三角形 20"/>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21"/>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6292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1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9" name="Text Placeholder 38"/>
          <p:cNvSpPr>
            <a:spLocks noGrp="1"/>
          </p:cNvSpPr>
          <p:nvPr>
            <p:ph type="body" sz="quarter" idx="17" hasCustomPrompt="1"/>
          </p:nvPr>
        </p:nvSpPr>
        <p:spPr>
          <a:xfrm>
            <a:off x="1860084"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1" name="Text Placeholder 38"/>
          <p:cNvSpPr>
            <a:spLocks noGrp="1"/>
          </p:cNvSpPr>
          <p:nvPr>
            <p:ph type="body" sz="quarter" idx="19" hasCustomPrompt="1"/>
          </p:nvPr>
        </p:nvSpPr>
        <p:spPr>
          <a:xfrm>
            <a:off x="5023507"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3" name="Text Placeholder 38"/>
          <p:cNvSpPr>
            <a:spLocks noGrp="1"/>
          </p:cNvSpPr>
          <p:nvPr>
            <p:ph type="body" sz="quarter" idx="21" hasCustomPrompt="1"/>
          </p:nvPr>
        </p:nvSpPr>
        <p:spPr>
          <a:xfrm>
            <a:off x="8186930" y="4844280"/>
            <a:ext cx="2163672" cy="751298"/>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14" name="图片占位符 5"/>
          <p:cNvSpPr>
            <a:spLocks noGrp="1"/>
          </p:cNvSpPr>
          <p:nvPr>
            <p:ph type="pic" sz="quarter" idx="13"/>
          </p:nvPr>
        </p:nvSpPr>
        <p:spPr>
          <a:xfrm>
            <a:off x="1860084"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图片占位符 5"/>
          <p:cNvSpPr>
            <a:spLocks noGrp="1"/>
          </p:cNvSpPr>
          <p:nvPr>
            <p:ph type="pic" sz="quarter" idx="18"/>
          </p:nvPr>
        </p:nvSpPr>
        <p:spPr>
          <a:xfrm>
            <a:off x="5023507"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6" name="图片占位符 5"/>
          <p:cNvSpPr>
            <a:spLocks noGrp="1"/>
          </p:cNvSpPr>
          <p:nvPr>
            <p:ph type="pic" sz="quarter" idx="20"/>
          </p:nvPr>
        </p:nvSpPr>
        <p:spPr>
          <a:xfrm>
            <a:off x="8186930" y="2159001"/>
            <a:ext cx="2163672" cy="2182084"/>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5"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6" name="组 25"/>
          <p:cNvGrpSpPr/>
          <p:nvPr/>
        </p:nvGrpSpPr>
        <p:grpSpPr>
          <a:xfrm>
            <a:off x="0" y="369310"/>
            <a:ext cx="210961" cy="344922"/>
            <a:chOff x="0" y="369310"/>
            <a:chExt cx="210961" cy="344922"/>
          </a:xfrm>
        </p:grpSpPr>
        <p:sp>
          <p:nvSpPr>
            <p:cNvPr id="27"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p:nvPicPr>
        <p:blipFill>
          <a:blip r:embed="rId2"/>
          <a:stretch>
            <a:fillRect/>
          </a:stretch>
        </p:blipFill>
        <p:spPr>
          <a:xfrm>
            <a:off x="10687431" y="323923"/>
            <a:ext cx="1102401" cy="499306"/>
          </a:xfrm>
          <a:prstGeom prst="rect">
            <a:avLst/>
          </a:prstGeom>
        </p:spPr>
      </p:pic>
      <p:sp>
        <p:nvSpPr>
          <p:cNvPr id="31"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grpSp>
        <p:nvGrpSpPr>
          <p:cNvPr id="17" name="组 25"/>
          <p:cNvGrpSpPr/>
          <p:nvPr/>
        </p:nvGrpSpPr>
        <p:grpSpPr>
          <a:xfrm>
            <a:off x="0" y="369310"/>
            <a:ext cx="210961" cy="344922"/>
            <a:chOff x="0" y="369310"/>
            <a:chExt cx="210961" cy="344922"/>
          </a:xfrm>
        </p:grpSpPr>
        <p:sp>
          <p:nvSpPr>
            <p:cNvPr id="18"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9"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0" name="图片 19"/>
          <p:cNvPicPr>
            <a:picLocks noChangeAspect="1"/>
          </p:cNvPicPr>
          <p:nvPr/>
        </p:nvPicPr>
        <p:blipFill>
          <a:blip r:embed="rId2"/>
          <a:stretch>
            <a:fillRect/>
          </a:stretch>
        </p:blipFill>
        <p:spPr>
          <a:xfrm>
            <a:off x="10687431" y="323923"/>
            <a:ext cx="1102401" cy="499306"/>
          </a:xfrm>
          <a:prstGeom prst="rect">
            <a:avLst/>
          </a:prstGeom>
        </p:spPr>
      </p:pic>
      <p:grpSp>
        <p:nvGrpSpPr>
          <p:cNvPr id="21" name="组 25"/>
          <p:cNvGrpSpPr/>
          <p:nvPr userDrawn="1"/>
        </p:nvGrpSpPr>
        <p:grpSpPr>
          <a:xfrm>
            <a:off x="0" y="369310"/>
            <a:ext cx="210961" cy="344922"/>
            <a:chOff x="0" y="369310"/>
            <a:chExt cx="210961" cy="344922"/>
          </a:xfrm>
        </p:grpSpPr>
        <p:sp>
          <p:nvSpPr>
            <p:cNvPr id="22" name="三角形 26"/>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3" name="三角形 27"/>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4" name="图片 23"/>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41572113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4" name="图片占位符 5"/>
          <p:cNvSpPr>
            <a:spLocks noGrp="1"/>
          </p:cNvSpPr>
          <p:nvPr>
            <p:ph type="pic" sz="quarter" idx="13"/>
          </p:nvPr>
        </p:nvSpPr>
        <p:spPr>
          <a:xfrm>
            <a:off x="119314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5" name="Text Placeholder 38"/>
          <p:cNvSpPr>
            <a:spLocks noGrp="1"/>
          </p:cNvSpPr>
          <p:nvPr>
            <p:ph type="body" sz="quarter" idx="17" hasCustomPrompt="1"/>
          </p:nvPr>
        </p:nvSpPr>
        <p:spPr>
          <a:xfrm>
            <a:off x="119365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6" name="图片占位符 5"/>
          <p:cNvSpPr>
            <a:spLocks noGrp="1"/>
          </p:cNvSpPr>
          <p:nvPr>
            <p:ph type="pic" sz="quarter" idx="18"/>
          </p:nvPr>
        </p:nvSpPr>
        <p:spPr>
          <a:xfrm>
            <a:off x="384603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Text Placeholder 38"/>
          <p:cNvSpPr>
            <a:spLocks noGrp="1"/>
          </p:cNvSpPr>
          <p:nvPr>
            <p:ph type="body" sz="quarter" idx="19" hasCustomPrompt="1"/>
          </p:nvPr>
        </p:nvSpPr>
        <p:spPr>
          <a:xfrm>
            <a:off x="384654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8" name="图片占位符 5"/>
          <p:cNvSpPr>
            <a:spLocks noGrp="1"/>
          </p:cNvSpPr>
          <p:nvPr>
            <p:ph type="pic" sz="quarter" idx="20"/>
          </p:nvPr>
        </p:nvSpPr>
        <p:spPr>
          <a:xfrm>
            <a:off x="649892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9" name="Text Placeholder 38"/>
          <p:cNvSpPr>
            <a:spLocks noGrp="1"/>
          </p:cNvSpPr>
          <p:nvPr>
            <p:ph type="body" sz="quarter" idx="21" hasCustomPrompt="1"/>
          </p:nvPr>
        </p:nvSpPr>
        <p:spPr>
          <a:xfrm>
            <a:off x="649943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0" name="图片占位符 5"/>
          <p:cNvSpPr>
            <a:spLocks noGrp="1"/>
          </p:cNvSpPr>
          <p:nvPr>
            <p:ph type="pic" sz="quarter" idx="22"/>
          </p:nvPr>
        </p:nvSpPr>
        <p:spPr>
          <a:xfrm>
            <a:off x="9151816" y="2358761"/>
            <a:ext cx="1868023" cy="1868023"/>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1" name="Text Placeholder 38"/>
          <p:cNvSpPr>
            <a:spLocks noGrp="1"/>
          </p:cNvSpPr>
          <p:nvPr>
            <p:ph type="body" sz="quarter" idx="23" hasCustomPrompt="1"/>
          </p:nvPr>
        </p:nvSpPr>
        <p:spPr>
          <a:xfrm>
            <a:off x="9152322" y="4592902"/>
            <a:ext cx="1867518" cy="648465"/>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0"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1" name="组 30"/>
          <p:cNvGrpSpPr/>
          <p:nvPr/>
        </p:nvGrpSpPr>
        <p:grpSpPr>
          <a:xfrm>
            <a:off x="0" y="369310"/>
            <a:ext cx="210961" cy="344922"/>
            <a:chOff x="0" y="369310"/>
            <a:chExt cx="210961" cy="344922"/>
          </a:xfrm>
        </p:grpSpPr>
        <p:sp>
          <p:nvSpPr>
            <p:cNvPr id="32"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22" name="组 30"/>
          <p:cNvGrpSpPr/>
          <p:nvPr/>
        </p:nvGrpSpPr>
        <p:grpSpPr>
          <a:xfrm>
            <a:off x="0" y="369310"/>
            <a:ext cx="210961" cy="344922"/>
            <a:chOff x="0" y="369310"/>
            <a:chExt cx="210961" cy="344922"/>
          </a:xfrm>
        </p:grpSpPr>
        <p:sp>
          <p:nvSpPr>
            <p:cNvPr id="23"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4"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5" name="图片 24"/>
          <p:cNvPicPr>
            <a:picLocks noChangeAspect="1"/>
          </p:cNvPicPr>
          <p:nvPr/>
        </p:nvPicPr>
        <p:blipFill>
          <a:blip r:embed="rId2"/>
          <a:stretch>
            <a:fillRect/>
          </a:stretch>
        </p:blipFill>
        <p:spPr>
          <a:xfrm>
            <a:off x="10687431" y="323923"/>
            <a:ext cx="1102401" cy="499306"/>
          </a:xfrm>
          <a:prstGeom prst="rect">
            <a:avLst/>
          </a:prstGeom>
        </p:spPr>
      </p:pic>
      <p:grpSp>
        <p:nvGrpSpPr>
          <p:cNvPr id="26" name="组 30"/>
          <p:cNvGrpSpPr/>
          <p:nvPr userDrawn="1"/>
        </p:nvGrpSpPr>
        <p:grpSpPr>
          <a:xfrm>
            <a:off x="0" y="369310"/>
            <a:ext cx="210961" cy="344922"/>
            <a:chOff x="0" y="369310"/>
            <a:chExt cx="210961" cy="344922"/>
          </a:xfrm>
        </p:grpSpPr>
        <p:sp>
          <p:nvSpPr>
            <p:cNvPr id="27" name="三角形 31"/>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8" name="三角形 32"/>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9" name="图片 28"/>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13027410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_标题图片">
    <p:spTree>
      <p:nvGrpSpPr>
        <p:cNvPr id="1" name=""/>
        <p:cNvGrpSpPr/>
        <p:nvPr/>
      </p:nvGrpSpPr>
      <p:grpSpPr>
        <a:xfrm>
          <a:off x="0" y="0"/>
          <a:ext cx="0" cy="0"/>
          <a:chOff x="0" y="0"/>
          <a:chExt cx="0" cy="0"/>
        </a:xfrm>
      </p:grpSpPr>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3" name="图片占位符 5"/>
          <p:cNvSpPr>
            <a:spLocks noGrp="1"/>
          </p:cNvSpPr>
          <p:nvPr>
            <p:ph type="pic" sz="quarter" idx="13"/>
          </p:nvPr>
        </p:nvSpPr>
        <p:spPr>
          <a:xfrm>
            <a:off x="2436262"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dirty="0"/>
          </a:p>
        </p:txBody>
      </p:sp>
      <p:sp>
        <p:nvSpPr>
          <p:cNvPr id="22" name="Text Placeholder 38"/>
          <p:cNvSpPr>
            <a:spLocks noGrp="1"/>
          </p:cNvSpPr>
          <p:nvPr>
            <p:ph type="body" sz="quarter" idx="17" hasCustomPrompt="1"/>
          </p:nvPr>
        </p:nvSpPr>
        <p:spPr>
          <a:xfrm>
            <a:off x="2191799"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3" name="图片占位符 5"/>
          <p:cNvSpPr>
            <a:spLocks noGrp="1"/>
          </p:cNvSpPr>
          <p:nvPr>
            <p:ph type="pic" sz="quarter" idx="18"/>
          </p:nvPr>
        </p:nvSpPr>
        <p:spPr>
          <a:xfrm>
            <a:off x="5356641"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4" name="Text Placeholder 38"/>
          <p:cNvSpPr>
            <a:spLocks noGrp="1"/>
          </p:cNvSpPr>
          <p:nvPr>
            <p:ph type="body" sz="quarter" idx="19" hasCustomPrompt="1"/>
          </p:nvPr>
        </p:nvSpPr>
        <p:spPr>
          <a:xfrm>
            <a:off x="5112178"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5" name="图片占位符 5"/>
          <p:cNvSpPr>
            <a:spLocks noGrp="1"/>
          </p:cNvSpPr>
          <p:nvPr>
            <p:ph type="pic" sz="quarter" idx="20"/>
          </p:nvPr>
        </p:nvSpPr>
        <p:spPr>
          <a:xfrm>
            <a:off x="8277020" y="1559288"/>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6" name="Text Placeholder 38"/>
          <p:cNvSpPr>
            <a:spLocks noGrp="1"/>
          </p:cNvSpPr>
          <p:nvPr>
            <p:ph type="body" sz="quarter" idx="21" hasCustomPrompt="1"/>
          </p:nvPr>
        </p:nvSpPr>
        <p:spPr>
          <a:xfrm>
            <a:off x="8032557" y="3454401"/>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7" name="图片占位符 5"/>
          <p:cNvSpPr>
            <a:spLocks noGrp="1"/>
          </p:cNvSpPr>
          <p:nvPr>
            <p:ph type="pic" sz="quarter" idx="24"/>
          </p:nvPr>
        </p:nvSpPr>
        <p:spPr>
          <a:xfrm>
            <a:off x="2436262"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28" name="Text Placeholder 38"/>
          <p:cNvSpPr>
            <a:spLocks noGrp="1"/>
          </p:cNvSpPr>
          <p:nvPr>
            <p:ph type="body" sz="quarter" idx="25" hasCustomPrompt="1"/>
          </p:nvPr>
        </p:nvSpPr>
        <p:spPr>
          <a:xfrm>
            <a:off x="2191799"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29" name="图片占位符 5"/>
          <p:cNvSpPr>
            <a:spLocks noGrp="1"/>
          </p:cNvSpPr>
          <p:nvPr>
            <p:ph type="pic" sz="quarter" idx="26"/>
          </p:nvPr>
        </p:nvSpPr>
        <p:spPr>
          <a:xfrm>
            <a:off x="5356641"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0" name="Text Placeholder 38"/>
          <p:cNvSpPr>
            <a:spLocks noGrp="1"/>
          </p:cNvSpPr>
          <p:nvPr>
            <p:ph type="body" sz="quarter" idx="27" hasCustomPrompt="1"/>
          </p:nvPr>
        </p:nvSpPr>
        <p:spPr>
          <a:xfrm>
            <a:off x="5112178"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1" name="图片占位符 5"/>
          <p:cNvSpPr>
            <a:spLocks noGrp="1"/>
          </p:cNvSpPr>
          <p:nvPr>
            <p:ph type="pic" sz="quarter" idx="28"/>
          </p:nvPr>
        </p:nvSpPr>
        <p:spPr>
          <a:xfrm>
            <a:off x="8277020" y="3967562"/>
            <a:ext cx="1596802" cy="1596802"/>
          </a:xfrm>
          <a:prstGeom prst="ellipse">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lgn="ctr">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9" hasCustomPrompt="1"/>
          </p:nvPr>
        </p:nvSpPr>
        <p:spPr>
          <a:xfrm>
            <a:off x="8032557" y="5862675"/>
            <a:ext cx="2078331" cy="214850"/>
          </a:xfrm>
          <a:prstGeom prst="rect">
            <a:avLst/>
          </a:prstGeom>
        </p:spPr>
        <p:txBody>
          <a:bodyPr lIns="0" tIns="0" rIns="0" bIns="0">
            <a:noAutofit/>
          </a:bodyPr>
          <a:lstStyle>
            <a:lvl1pPr marL="0" marR="0" indent="0" algn="ct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a:t>点击编辑文字</a:t>
            </a:r>
            <a:endParaRPr lang="en-US" dirty="0"/>
          </a:p>
        </p:txBody>
      </p:sp>
      <p:sp>
        <p:nvSpPr>
          <p:cNvPr id="38"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39" name="组 38"/>
          <p:cNvGrpSpPr/>
          <p:nvPr/>
        </p:nvGrpSpPr>
        <p:grpSpPr>
          <a:xfrm>
            <a:off x="0" y="369310"/>
            <a:ext cx="210961" cy="344922"/>
            <a:chOff x="0" y="369310"/>
            <a:chExt cx="210961" cy="344922"/>
          </a:xfrm>
        </p:grpSpPr>
        <p:sp>
          <p:nvSpPr>
            <p:cNvPr id="40"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41"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2" name="图片 41"/>
          <p:cNvPicPr>
            <a:picLocks noChangeAspect="1"/>
          </p:cNvPicPr>
          <p:nvPr/>
        </p:nvPicPr>
        <p:blipFill>
          <a:blip r:embed="rId2"/>
          <a:stretch>
            <a:fillRect/>
          </a:stretch>
        </p:blipFill>
        <p:spPr>
          <a:xfrm>
            <a:off x="10687431" y="323923"/>
            <a:ext cx="1102401" cy="499306"/>
          </a:xfrm>
          <a:prstGeom prst="rect">
            <a:avLst/>
          </a:prstGeom>
        </p:spPr>
      </p:pic>
      <p:grpSp>
        <p:nvGrpSpPr>
          <p:cNvPr id="20" name="组 38"/>
          <p:cNvGrpSpPr/>
          <p:nvPr/>
        </p:nvGrpSpPr>
        <p:grpSpPr>
          <a:xfrm>
            <a:off x="0" y="369310"/>
            <a:ext cx="210961" cy="344922"/>
            <a:chOff x="0" y="369310"/>
            <a:chExt cx="210961" cy="344922"/>
          </a:xfrm>
        </p:grpSpPr>
        <p:sp>
          <p:nvSpPr>
            <p:cNvPr id="21"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3"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34" name="图片 33"/>
          <p:cNvPicPr>
            <a:picLocks noChangeAspect="1"/>
          </p:cNvPicPr>
          <p:nvPr/>
        </p:nvPicPr>
        <p:blipFill>
          <a:blip r:embed="rId2"/>
          <a:stretch>
            <a:fillRect/>
          </a:stretch>
        </p:blipFill>
        <p:spPr>
          <a:xfrm>
            <a:off x="10687431" y="323923"/>
            <a:ext cx="1102401" cy="499306"/>
          </a:xfrm>
          <a:prstGeom prst="rect">
            <a:avLst/>
          </a:prstGeom>
        </p:spPr>
      </p:pic>
      <p:grpSp>
        <p:nvGrpSpPr>
          <p:cNvPr id="35" name="组 38"/>
          <p:cNvGrpSpPr/>
          <p:nvPr userDrawn="1"/>
        </p:nvGrpSpPr>
        <p:grpSpPr>
          <a:xfrm>
            <a:off x="0" y="369310"/>
            <a:ext cx="210961" cy="344922"/>
            <a:chOff x="0" y="369310"/>
            <a:chExt cx="210961" cy="344922"/>
          </a:xfrm>
        </p:grpSpPr>
        <p:sp>
          <p:nvSpPr>
            <p:cNvPr id="36" name="三角形 39"/>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37" name="三角形 40"/>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43" name="图片 42"/>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5952253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时间轴">
    <p:spTree>
      <p:nvGrpSpPr>
        <p:cNvPr id="1" name=""/>
        <p:cNvGrpSpPr/>
        <p:nvPr/>
      </p:nvGrpSpPr>
      <p:grpSpPr>
        <a:xfrm>
          <a:off x="0" y="0"/>
          <a:ext cx="0" cy="0"/>
          <a:chOff x="0" y="0"/>
          <a:chExt cx="0" cy="0"/>
        </a:xfrm>
      </p:grpSpPr>
      <p:sp>
        <p:nvSpPr>
          <p:cNvPr id="9" name="Text Placeholder 38"/>
          <p:cNvSpPr>
            <a:spLocks noGrp="1"/>
          </p:cNvSpPr>
          <p:nvPr>
            <p:ph type="body" sz="quarter" idx="17" hasCustomPrompt="1"/>
          </p:nvPr>
        </p:nvSpPr>
        <p:spPr>
          <a:xfrm>
            <a:off x="1464150"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14" name="图片占位符 5"/>
          <p:cNvSpPr>
            <a:spLocks noGrp="1"/>
          </p:cNvSpPr>
          <p:nvPr>
            <p:ph type="pic" sz="quarter" idx="13"/>
          </p:nvPr>
        </p:nvSpPr>
        <p:spPr>
          <a:xfrm>
            <a:off x="1212558" y="1838791"/>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2" name="图片占位符 5"/>
          <p:cNvSpPr>
            <a:spLocks noGrp="1"/>
          </p:cNvSpPr>
          <p:nvPr>
            <p:ph type="pic" sz="quarter" idx="22"/>
          </p:nvPr>
        </p:nvSpPr>
        <p:spPr>
          <a:xfrm>
            <a:off x="459846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17" name="图片占位符 5"/>
          <p:cNvSpPr>
            <a:spLocks noGrp="1"/>
          </p:cNvSpPr>
          <p:nvPr>
            <p:ph type="pic" sz="quarter" idx="23"/>
          </p:nvPr>
        </p:nvSpPr>
        <p:spPr>
          <a:xfrm>
            <a:off x="7965686" y="1854945"/>
            <a:ext cx="2940206" cy="2179958"/>
          </a:xfrm>
          <a:prstGeom prst="rect">
            <a:avLst/>
          </a:prstGeom>
          <a:pattFill prst="pct5">
            <a:fgClr>
              <a:schemeClr val="accent1"/>
            </a:fgClr>
            <a:bgClr>
              <a:schemeClr val="bg1"/>
            </a:bgClr>
          </a:pattFill>
          <a:ln>
            <a:solidFill>
              <a:schemeClr val="bg1">
                <a:lumMod val="85000"/>
                <a:alpha val="40000"/>
              </a:schemeClr>
            </a:solidFill>
          </a:ln>
          <a:effectLst>
            <a:outerShdw blurRad="254000" dist="127000" dir="5400000" algn="ctr" rotWithShape="0">
              <a:srgbClr val="000000">
                <a:alpha val="10000"/>
              </a:srgbClr>
            </a:outerShdw>
          </a:effectLst>
        </p:spPr>
        <p:txBody>
          <a:bodyPr/>
          <a:lstStyle>
            <a:lvl1pPr marL="0" indent="0">
              <a:buNone/>
              <a:defRPr sz="1200">
                <a:solidFill>
                  <a:schemeClr val="tx1">
                    <a:lumMod val="75000"/>
                    <a:lumOff val="25000"/>
                  </a:schemeClr>
                </a:solidFill>
                <a:latin typeface="Microsoft YaHei" charset="-122"/>
                <a:ea typeface="Microsoft YaHei" charset="-122"/>
                <a:cs typeface="Microsoft YaHei" charset="-122"/>
              </a:defRPr>
            </a:lvl1pPr>
          </a:lstStyle>
          <a:p>
            <a:endParaRPr kumimoji="1" lang="zh-CN" altLang="en-US"/>
          </a:p>
        </p:txBody>
      </p:sp>
      <p:sp>
        <p:nvSpPr>
          <p:cNvPr id="32" name="Text Placeholder 38"/>
          <p:cNvSpPr>
            <a:spLocks noGrp="1"/>
          </p:cNvSpPr>
          <p:nvPr>
            <p:ph type="body" sz="quarter" idx="27" hasCustomPrompt="1"/>
          </p:nvPr>
        </p:nvSpPr>
        <p:spPr>
          <a:xfrm>
            <a:off x="4850058" y="4565272"/>
            <a:ext cx="2688614"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33" name="Text Placeholder 38"/>
          <p:cNvSpPr>
            <a:spLocks noGrp="1"/>
          </p:cNvSpPr>
          <p:nvPr>
            <p:ph type="body" sz="quarter" idx="28" hasCustomPrompt="1"/>
          </p:nvPr>
        </p:nvSpPr>
        <p:spPr>
          <a:xfrm>
            <a:off x="8300671" y="4565272"/>
            <a:ext cx="2605221" cy="1277967"/>
          </a:xfrm>
          <a:prstGeom prst="rect">
            <a:avLst/>
          </a:prstGeom>
        </p:spPr>
        <p:txBody>
          <a:bodyPr lIns="0" tIns="0" rIns="0" bIns="0">
            <a:noAutofit/>
          </a:bodyPr>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200" b="0" i="0" kern="1200" spc="100" baseline="0" dirty="0" smtClean="0">
                <a:solidFill>
                  <a:schemeClr val="tx1">
                    <a:lumMod val="75000"/>
                    <a:lumOff val="25000"/>
                  </a:schemeClr>
                </a:solidFill>
                <a:latin typeface="Microsoft YaHei Light" charset="-122"/>
                <a:ea typeface="Microsoft YaHei Light" charset="-122"/>
                <a:cs typeface="Microsoft YaHei Light" charset="-122"/>
              </a:defRPr>
            </a:lvl1pPr>
            <a:lvl2pPr>
              <a:defRPr lang="en-US" sz="1100" kern="1200" baseline="0" dirty="0" smtClean="0">
                <a:solidFill>
                  <a:schemeClr val="bg2"/>
                </a:solidFill>
                <a:latin typeface="+mn-lt"/>
                <a:ea typeface="+mn-ea"/>
                <a:cs typeface="+mn-cs"/>
              </a:defRPr>
            </a:lvl2pPr>
            <a:lvl3pPr>
              <a:defRPr lang="en-US" sz="1100" kern="1200" baseline="0" dirty="0" smtClean="0">
                <a:solidFill>
                  <a:schemeClr val="bg2"/>
                </a:solidFill>
                <a:latin typeface="+mn-lt"/>
                <a:ea typeface="+mn-ea"/>
                <a:cs typeface="+mn-cs"/>
              </a:defRPr>
            </a:lvl3pPr>
            <a:lvl4pPr>
              <a:defRPr lang="en-US" sz="1100" kern="1200" baseline="0" dirty="0" smtClean="0">
                <a:solidFill>
                  <a:schemeClr val="bg2"/>
                </a:solidFill>
                <a:latin typeface="+mn-lt"/>
                <a:ea typeface="+mn-ea"/>
                <a:cs typeface="+mn-cs"/>
              </a:defRPr>
            </a:lvl4pPr>
            <a:lvl5pPr>
              <a:defRPr lang="en-US" sz="1100" kern="1200" baseline="0" dirty="0">
                <a:solidFill>
                  <a:schemeClr val="bg2"/>
                </a:solidFill>
                <a:latin typeface="+mn-lt"/>
                <a:ea typeface="+mn-ea"/>
                <a:cs typeface="+mn-cs"/>
              </a:defRPr>
            </a:lvl5pPr>
          </a:lstStyle>
          <a:p>
            <a:pPr lvl="0"/>
            <a:r>
              <a:rPr lang="zh-CN" altLang="en-US" dirty="0"/>
              <a:t>点击编辑文字</a:t>
            </a:r>
            <a:endParaRPr lang="en-US" dirty="0"/>
          </a:p>
        </p:txBody>
      </p:sp>
      <p:sp>
        <p:nvSpPr>
          <p:cNvPr id="22" name="Title 1"/>
          <p:cNvSpPr>
            <a:spLocks noGrp="1"/>
          </p:cNvSpPr>
          <p:nvPr>
            <p:ph type="title" hasCustomPrompt="1"/>
          </p:nvPr>
        </p:nvSpPr>
        <p:spPr>
          <a:xfrm>
            <a:off x="262772" y="132735"/>
            <a:ext cx="10056812" cy="719732"/>
          </a:xfrm>
          <a:prstGeom prst="rect">
            <a:avLst/>
          </a:prstGeom>
        </p:spPr>
        <p:txBody>
          <a:bodyPr anchor="b"/>
          <a:lstStyle>
            <a:lvl1pPr algn="l">
              <a:lnSpc>
                <a:spcPts val="4300"/>
              </a:lnSpc>
              <a:defRPr sz="2800" b="1" i="0" baseline="0">
                <a:solidFill>
                  <a:srgbClr val="007EBB"/>
                </a:solidFill>
                <a:latin typeface="Microsoft YaHei" charset="-122"/>
                <a:ea typeface="Microsoft YaHei" charset="-122"/>
                <a:cs typeface="Microsoft YaHei" charset="-122"/>
              </a:defRPr>
            </a:lvl1pPr>
          </a:lstStyle>
          <a:p>
            <a:r>
              <a:rPr lang="zh-CN" altLang="en-US" dirty="0"/>
              <a:t>点击编辑主标题</a:t>
            </a:r>
            <a:endParaRPr lang="en-US" dirty="0"/>
          </a:p>
        </p:txBody>
      </p:sp>
      <p:grpSp>
        <p:nvGrpSpPr>
          <p:cNvPr id="23" name="组 22"/>
          <p:cNvGrpSpPr/>
          <p:nvPr/>
        </p:nvGrpSpPr>
        <p:grpSpPr>
          <a:xfrm>
            <a:off x="0" y="369310"/>
            <a:ext cx="210961" cy="344922"/>
            <a:chOff x="0" y="369310"/>
            <a:chExt cx="210961" cy="344922"/>
          </a:xfrm>
        </p:grpSpPr>
        <p:sp>
          <p:nvSpPr>
            <p:cNvPr id="24"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5"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6" name="图片 25"/>
          <p:cNvPicPr>
            <a:picLocks noChangeAspect="1"/>
          </p:cNvPicPr>
          <p:nvPr/>
        </p:nvPicPr>
        <p:blipFill>
          <a:blip r:embed="rId2"/>
          <a:stretch>
            <a:fillRect/>
          </a:stretch>
        </p:blipFill>
        <p:spPr>
          <a:xfrm>
            <a:off x="10687431" y="323923"/>
            <a:ext cx="1102401" cy="499306"/>
          </a:xfrm>
          <a:prstGeom prst="rect">
            <a:avLst/>
          </a:prstGeom>
        </p:spPr>
      </p:pic>
      <p:grpSp>
        <p:nvGrpSpPr>
          <p:cNvPr id="13" name="组 22"/>
          <p:cNvGrpSpPr/>
          <p:nvPr/>
        </p:nvGrpSpPr>
        <p:grpSpPr>
          <a:xfrm>
            <a:off x="0" y="369310"/>
            <a:ext cx="210961" cy="344922"/>
            <a:chOff x="0" y="369310"/>
            <a:chExt cx="210961" cy="344922"/>
          </a:xfrm>
        </p:grpSpPr>
        <p:sp>
          <p:nvSpPr>
            <p:cNvPr id="15"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16"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18" name="图片 17"/>
          <p:cNvPicPr>
            <a:picLocks noChangeAspect="1"/>
          </p:cNvPicPr>
          <p:nvPr/>
        </p:nvPicPr>
        <p:blipFill>
          <a:blip r:embed="rId2"/>
          <a:stretch>
            <a:fillRect/>
          </a:stretch>
        </p:blipFill>
        <p:spPr>
          <a:xfrm>
            <a:off x="10687431" y="323923"/>
            <a:ext cx="1102401" cy="499306"/>
          </a:xfrm>
          <a:prstGeom prst="rect">
            <a:avLst/>
          </a:prstGeom>
        </p:spPr>
      </p:pic>
      <p:grpSp>
        <p:nvGrpSpPr>
          <p:cNvPr id="19" name="组 22"/>
          <p:cNvGrpSpPr/>
          <p:nvPr userDrawn="1"/>
        </p:nvGrpSpPr>
        <p:grpSpPr>
          <a:xfrm>
            <a:off x="0" y="369310"/>
            <a:ext cx="210961" cy="344922"/>
            <a:chOff x="0" y="369310"/>
            <a:chExt cx="210961" cy="344922"/>
          </a:xfrm>
        </p:grpSpPr>
        <p:sp>
          <p:nvSpPr>
            <p:cNvPr id="20" name="三角形 23"/>
            <p:cNvSpPr/>
            <p:nvPr userDrawn="1"/>
          </p:nvSpPr>
          <p:spPr>
            <a:xfrm rot="5400000">
              <a:off x="-92886" y="462196"/>
              <a:ext cx="344922" cy="159150"/>
            </a:xfrm>
            <a:prstGeom prst="triangle">
              <a:avLst/>
            </a:prstGeom>
            <a:solidFill>
              <a:srgbClr val="1588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4"/>
                </a:solidFill>
              </a:endParaRPr>
            </a:p>
          </p:txBody>
        </p:sp>
        <p:sp>
          <p:nvSpPr>
            <p:cNvPr id="21" name="三角形 24"/>
            <p:cNvSpPr/>
            <p:nvPr userDrawn="1"/>
          </p:nvSpPr>
          <p:spPr>
            <a:xfrm rot="5400000">
              <a:off x="-41075" y="462196"/>
              <a:ext cx="344922" cy="159150"/>
            </a:xfrm>
            <a:prstGeom prst="triangle">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27" name="图片 26"/>
          <p:cNvPicPr>
            <a:picLocks noChangeAspect="1"/>
          </p:cNvPicPr>
          <p:nvPr userDrawn="1"/>
        </p:nvPicPr>
        <p:blipFill>
          <a:blip r:embed="rId2"/>
          <a:stretch>
            <a:fillRect/>
          </a:stretch>
        </p:blipFill>
        <p:spPr>
          <a:xfrm>
            <a:off x="10687431" y="323923"/>
            <a:ext cx="1102401" cy="499306"/>
          </a:xfrm>
          <a:prstGeom prst="rect">
            <a:avLst/>
          </a:prstGeom>
        </p:spPr>
      </p:pic>
    </p:spTree>
    <p:extLst>
      <p:ext uri="{BB962C8B-B14F-4D97-AF65-F5344CB8AC3E}">
        <p14:creationId xmlns:p14="http://schemas.microsoft.com/office/powerpoint/2010/main" val="23571828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1_Cover">
    <p:bg>
      <p:bgPr>
        <a:solidFill>
          <a:schemeClr val="bg1"/>
        </a:solidFill>
        <a:effectLst/>
      </p:bgPr>
    </p:bg>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F30F9FC-094A-43E5-A6EA-49B1F178D667}"/>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8" name="Footer Placeholder 4"/>
          <p:cNvSpPr>
            <a:spLocks noGrp="1"/>
          </p:cNvSpPr>
          <p:nvPr>
            <p:ph type="ftr" sz="quarter" idx="14"/>
          </p:nvPr>
        </p:nvSpPr>
        <p:spPr>
          <a:xfrm>
            <a:off x="10229850" y="6286419"/>
            <a:ext cx="1657350" cy="584200"/>
          </a:xfrm>
        </p:spPr>
        <p:txBody>
          <a:bodyPr/>
          <a:lstStyle>
            <a:lvl1pPr algn="dist">
              <a:defRPr sz="1200">
                <a:solidFill>
                  <a:schemeClr val="bg1">
                    <a:lumMod val="65000"/>
                  </a:schemeClr>
                </a:solidFill>
              </a:defRPr>
            </a:lvl1pPr>
          </a:lstStyle>
          <a:p>
            <a:r>
              <a:rPr lang="en-US"/>
              <a:t>www.qianxin.com</a:t>
            </a:r>
            <a:endParaRPr lang="en-US" dirty="0"/>
          </a:p>
        </p:txBody>
      </p:sp>
      <p:pic>
        <p:nvPicPr>
          <p:cNvPr id="5" name="图片 4">
            <a:extLst>
              <a:ext uri="{FF2B5EF4-FFF2-40B4-BE49-F238E27FC236}">
                <a16:creationId xmlns:a16="http://schemas.microsoft.com/office/drawing/2014/main" id="{14742594-765D-4C9A-B471-13926CB2D210}"/>
              </a:ext>
            </a:extLst>
          </p:cNvPr>
          <p:cNvPicPr>
            <a:picLocks noChangeAspect="1"/>
          </p:cNvPicPr>
          <p:nvPr userDrawn="1"/>
        </p:nvPicPr>
        <p:blipFill>
          <a:blip r:embed="rId3"/>
          <a:stretch>
            <a:fillRect/>
          </a:stretch>
        </p:blipFill>
        <p:spPr>
          <a:xfrm>
            <a:off x="10303161" y="288676"/>
            <a:ext cx="1526155" cy="456808"/>
          </a:xfrm>
          <a:prstGeom prst="rect">
            <a:avLst/>
          </a:prstGeom>
        </p:spPr>
      </p:pic>
    </p:spTree>
    <p:extLst>
      <p:ext uri="{BB962C8B-B14F-4D97-AF65-F5344CB8AC3E}">
        <p14:creationId xmlns:p14="http://schemas.microsoft.com/office/powerpoint/2010/main" val="3655743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x">
  <p:cSld name="2_空白">
    <p:spTree>
      <p:nvGrpSpPr>
        <p:cNvPr id="1" name=""/>
        <p:cNvGrpSpPr/>
        <p:nvPr/>
      </p:nvGrpSpPr>
      <p:grpSpPr>
        <a:xfrm>
          <a:off x="0" y="0"/>
          <a:ext cx="0" cy="0"/>
          <a:chOff x="0" y="0"/>
          <a:chExt cx="0" cy="0"/>
        </a:xfrm>
      </p:grpSpPr>
      <p:sp>
        <p:nvSpPr>
          <p:cNvPr id="1048579" name="Shape 27"/>
          <p:cNvSpPr>
            <a:spLocks noGrp="1"/>
          </p:cNvSpPr>
          <p:nvPr>
            <p:ph type="sldNum" sz="quarter" idx="2"/>
          </p:nvPr>
        </p:nvSpPr>
        <p:spPr>
          <a:prstGeom prst="rect">
            <a:avLst/>
          </a:prstGeom>
        </p:spPr>
        <p:txBody>
          <a:bodyPr/>
          <a:lstStyle/>
          <a:p>
            <a:fld id="{86CB4B4D-7CA3-9044-876B-883B54F8677D}" type="slidenum">
              <a:rPr/>
              <a:t>‹#›</a:t>
            </a:fld>
            <a:endParaRPr/>
          </a:p>
        </p:txBody>
      </p:sp>
    </p:spTree>
    <p:extLst>
      <p:ext uri="{BB962C8B-B14F-4D97-AF65-F5344CB8AC3E}">
        <p14:creationId xmlns:p14="http://schemas.microsoft.com/office/powerpoint/2010/main" val="1399516349"/>
      </p:ext>
    </p:extLst>
  </p:cSld>
  <p:clrMapOvr>
    <a:masterClrMapping/>
  </p:clrMapOvr>
  <p:transition spd="med">
    <p:pull/>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标题页">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A941B54-DDA2-46F8-8627-B004AE4F5912}"/>
              </a:ext>
            </a:extLst>
          </p:cNvPr>
          <p:cNvPicPr>
            <a:picLocks noChangeAspect="1"/>
          </p:cNvPicPr>
          <p:nvPr userDrawn="1"/>
        </p:nvPicPr>
        <p:blipFill rotWithShape="1">
          <a:blip r:embed="rId2"/>
          <a:srcRect l="22585" t="17537" r="4513" b="25736"/>
          <a:stretch/>
        </p:blipFill>
        <p:spPr>
          <a:xfrm>
            <a:off x="0" y="0"/>
            <a:ext cx="8088923" cy="6870619"/>
          </a:xfrm>
          <a:prstGeom prst="rect">
            <a:avLst/>
          </a:prstGeom>
        </p:spPr>
      </p:pic>
      <p:sp>
        <p:nvSpPr>
          <p:cNvPr id="3" name="幻灯片编号占位符 2"/>
          <p:cNvSpPr>
            <a:spLocks noGrp="1"/>
          </p:cNvSpPr>
          <p:nvPr>
            <p:ph type="sldNum" sz="quarter" idx="10"/>
          </p:nvPr>
        </p:nvSpPr>
        <p:spPr>
          <a:xfrm>
            <a:off x="568810" y="6395957"/>
            <a:ext cx="567891" cy="365125"/>
          </a:xfrm>
          <a:prstGeom prst="rect">
            <a:avLst/>
          </a:prstGeom>
        </p:spPr>
        <p:txBody>
          <a:bodyPr/>
          <a:lstStyle/>
          <a:p>
            <a:fld id="{22D566B5-AA7A-A14D-94FC-034BE6355FB5}" type="slidenum">
              <a:rPr kumimoji="1" lang="zh-CN" altLang="en-US" smtClean="0"/>
              <a:pPr/>
              <a:t>‹#›</a:t>
            </a:fld>
            <a:endParaRPr kumimoji="1" lang="zh-CN" altLang="en-US" dirty="0"/>
          </a:p>
        </p:txBody>
      </p:sp>
      <p:sp>
        <p:nvSpPr>
          <p:cNvPr id="11" name="文本占位符 10"/>
          <p:cNvSpPr>
            <a:spLocks noGrp="1"/>
          </p:cNvSpPr>
          <p:nvPr>
            <p:ph type="body" sz="quarter" idx="11" hasCustomPrompt="1"/>
          </p:nvPr>
        </p:nvSpPr>
        <p:spPr>
          <a:xfrm>
            <a:off x="3934767" y="3076559"/>
            <a:ext cx="6096000" cy="676275"/>
          </a:xfrm>
          <a:prstGeom prst="rect">
            <a:avLst/>
          </a:prstGeom>
        </p:spPr>
        <p:txBody>
          <a:bodyPr/>
          <a:lstStyle>
            <a:lvl1pPr marL="0" indent="0">
              <a:buNone/>
              <a:defRPr sz="4400" b="1" i="0">
                <a:solidFill>
                  <a:schemeClr val="tx1">
                    <a:lumMod val="75000"/>
                    <a:lumOff val="25000"/>
                  </a:schemeClr>
                </a:solidFill>
                <a:latin typeface="Microsoft YaHei" charset="-122"/>
                <a:ea typeface="Microsoft YaHei" charset="-122"/>
                <a:cs typeface="Microsoft YaHei" charset="-122"/>
              </a:defRPr>
            </a:lvl1pPr>
          </a:lstStyle>
          <a:p>
            <a:pPr lvl="0"/>
            <a:r>
              <a:rPr kumimoji="1" lang="zh-CN" altLang="en-US"/>
              <a:t>单击编辑模块标题</a:t>
            </a:r>
            <a:endParaRPr kumimoji="1" lang="zh-CN" altLang="en-US" dirty="0"/>
          </a:p>
        </p:txBody>
      </p:sp>
    </p:spTree>
    <p:extLst>
      <p:ext uri="{BB962C8B-B14F-4D97-AF65-F5344CB8AC3E}">
        <p14:creationId xmlns:p14="http://schemas.microsoft.com/office/powerpoint/2010/main" val="1219916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theme" Target="../theme/theme3.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8437FC-AA26-194E-BBBF-0B580117E072}" type="datetime1">
              <a:rPr kumimoji="1" lang="zh-CN" altLang="en-US" smtClean="0"/>
              <a:t>2019/8/19</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E64E76-E0C7-3745-B0E4-084458200B82}" type="slidenum">
              <a:rPr kumimoji="1" lang="zh-CN" altLang="en-US" smtClean="0"/>
              <a:t>‹#›</a:t>
            </a:fld>
            <a:endParaRPr kumimoji="1" lang="zh-CN" altLang="en-US"/>
          </a:p>
        </p:txBody>
      </p:sp>
    </p:spTree>
    <p:extLst>
      <p:ext uri="{BB962C8B-B14F-4D97-AF65-F5344CB8AC3E}">
        <p14:creationId xmlns:p14="http://schemas.microsoft.com/office/powerpoint/2010/main" val="1117338664"/>
      </p:ext>
    </p:extLst>
  </p:cSld>
  <p:clrMap bg1="lt1" tx1="dk1" bg2="lt2" tx2="dk2" accent1="accent1" accent2="accent2" accent3="accent3" accent4="accent4" accent5="accent5" accent6="accent6" hlink="hlink" folHlink="folHlink"/>
  <p:sldLayoutIdLst>
    <p:sldLayoutId id="2147483696" r:id="rId1"/>
    <p:sldLayoutId id="2147485148" r:id="rId2"/>
    <p:sldLayoutId id="2147485187"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6" name="Footer Placeholder 4"/>
          <p:cNvSpPr>
            <a:spLocks noGrp="1"/>
          </p:cNvSpPr>
          <p:nvPr>
            <p:ph type="ftr" sz="quarter" idx="3"/>
          </p:nvPr>
        </p:nvSpPr>
        <p:spPr>
          <a:xfrm>
            <a:off x="10229850" y="6286419"/>
            <a:ext cx="1657350" cy="584200"/>
          </a:xfrm>
          <a:prstGeom prst="rect">
            <a:avLst/>
          </a:prstGeom>
        </p:spPr>
        <p:txBody>
          <a:bodyPr/>
          <a:lstStyle>
            <a:lvl1pPr algn="dist">
              <a:defRPr sz="1200">
                <a:solidFill>
                  <a:schemeClr val="bg1">
                    <a:lumMod val="65000"/>
                  </a:schemeClr>
                </a:solidFill>
              </a:defRPr>
            </a:lvl1pPr>
          </a:lstStyle>
          <a:p>
            <a:r>
              <a:rPr lang="en-US"/>
              <a:t>www.qianxin.com</a:t>
            </a:r>
            <a:endParaRPr lang="en-US" dirty="0"/>
          </a:p>
        </p:txBody>
      </p:sp>
    </p:spTree>
    <p:extLst>
      <p:ext uri="{BB962C8B-B14F-4D97-AF65-F5344CB8AC3E}">
        <p14:creationId xmlns:p14="http://schemas.microsoft.com/office/powerpoint/2010/main" val="1140125950"/>
      </p:ext>
    </p:extLst>
  </p:cSld>
  <p:clrMap bg1="lt1" tx1="dk1" bg2="lt2" tx2="dk2" accent1="accent1" accent2="accent2" accent3="accent3" accent4="accent4" accent5="accent5" accent6="accent6" hlink="hlink" folHlink="folHlink"/>
  <p:sldLayoutIdLst>
    <p:sldLayoutId id="2147483651" r:id="rId1"/>
    <p:sldLayoutId id="2147483698" r:id="rId2"/>
    <p:sldLayoutId id="2147483689" r:id="rId3"/>
    <p:sldLayoutId id="2147483694" r:id="rId4"/>
    <p:sldLayoutId id="2147483695" r:id="rId5"/>
    <p:sldLayoutId id="2147483690" r:id="rId6"/>
    <p:sldLayoutId id="2147483691" r:id="rId7"/>
    <p:sldLayoutId id="2147483692" r:id="rId8"/>
    <p:sldLayoutId id="2147483693"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fld id="{E28437FC-AA26-194E-BBBF-0B580117E072}" type="datetime1">
              <a:rPr kumimoji="1" lang="zh-CN" altLang="en-US" smtClean="0"/>
              <a:t>2019/8/19</a:t>
            </a:fld>
            <a:endParaRPr kumimoji="1"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endParaRPr kumimoji="1"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fld id="{0EE64E76-E0C7-3745-B0E4-084458200B82}" type="slidenum">
              <a:rPr kumimoji="1" lang="zh-CN" altLang="en-US" smtClean="0"/>
              <a:t>‹#›</a:t>
            </a:fld>
            <a:endParaRPr kumimoji="1" lang="zh-CN" altLang="en-US"/>
          </a:p>
        </p:txBody>
      </p:sp>
      <p:sp>
        <p:nvSpPr>
          <p:cNvPr id="7"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8" name="Rectangle 9"/>
          <p:cNvSpPr>
            <a:spLocks noChangeArrowheads="1"/>
          </p:cNvSpPr>
          <p:nvPr/>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
        <p:nvSpPr>
          <p:cNvPr id="9" name="Rectangle 9"/>
          <p:cNvSpPr>
            <a:spLocks noChangeArrowheads="1"/>
          </p:cNvSpPr>
          <p:nvPr userDrawn="1"/>
        </p:nvSpPr>
        <p:spPr bwMode="auto">
          <a:xfrm flipV="1">
            <a:off x="0" y="6802667"/>
            <a:ext cx="12192000" cy="70117"/>
          </a:xfrm>
          <a:prstGeom prst="rect">
            <a:avLst/>
          </a:prstGeom>
          <a:gradFill>
            <a:gsLst>
              <a:gs pos="0">
                <a:schemeClr val="accent2"/>
              </a:gs>
              <a:gs pos="100000">
                <a:schemeClr val="accent4"/>
              </a:gs>
            </a:gsLst>
            <a:lin ang="0" scaled="0"/>
          </a:gra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580368153"/>
      </p:ext>
    </p:extLst>
  </p:cSld>
  <p:clrMap bg1="lt1" tx1="dk1" bg2="lt2" tx2="dk2" accent1="accent1" accent2="accent2" accent3="accent3" accent4="accent4" accent5="accent5" accent6="accent6" hlink="hlink" folHlink="folHlink"/>
  <p:sldLayoutIdLst>
    <p:sldLayoutId id="2147485155" r:id="rId1"/>
    <p:sldLayoutId id="2147485156" r:id="rId2"/>
    <p:sldLayoutId id="2147485157" r:id="rId3"/>
    <p:sldLayoutId id="2147485158" r:id="rId4"/>
    <p:sldLayoutId id="2147485159" r:id="rId5"/>
    <p:sldLayoutId id="2147485160" r:id="rId6"/>
    <p:sldLayoutId id="2147485161" r:id="rId7"/>
    <p:sldLayoutId id="2147485162" r:id="rId8"/>
    <p:sldLayoutId id="2147485163" r:id="rId9"/>
    <p:sldLayoutId id="2147485164" r:id="rId10"/>
    <p:sldLayoutId id="2147485165" r:id="rId11"/>
    <p:sldLayoutId id="2147485166" r:id="rId12"/>
    <p:sldLayoutId id="2147485167" r:id="rId13"/>
    <p:sldLayoutId id="2147485168" r:id="rId14"/>
    <p:sldLayoutId id="2147485169" r:id="rId15"/>
    <p:sldLayoutId id="2147485170" r:id="rId16"/>
    <p:sldLayoutId id="2147485171" r:id="rId17"/>
    <p:sldLayoutId id="2147485172" r:id="rId18"/>
    <p:sldLayoutId id="2147485173" r:id="rId19"/>
    <p:sldLayoutId id="2147485174" r:id="rId20"/>
    <p:sldLayoutId id="2147485175" r:id="rId21"/>
    <p:sldLayoutId id="2147485177" r:id="rId22"/>
    <p:sldLayoutId id="2147485178" r:id="rId23"/>
    <p:sldLayoutId id="2147485179" r:id="rId24"/>
    <p:sldLayoutId id="2147485180" r:id="rId25"/>
    <p:sldLayoutId id="2147485181" r:id="rId26"/>
    <p:sldLayoutId id="2147485182" r:id="rId27"/>
    <p:sldLayoutId id="2147485183" r:id="rId28"/>
    <p:sldLayoutId id="2147485184" r:id="rId29"/>
    <p:sldLayoutId id="2147485186" r:id="rId30"/>
    <p:sldLayoutId id="2147485223" r:id="rId31"/>
    <p:sldLayoutId id="2147485225" r:id="rId32"/>
  </p:sldLayoutIdLst>
  <p:transition spd="slow" advTm="2000">
    <p:blinds dir="vert"/>
  </p:transition>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Calibri Light" charset="0"/>
        </a:defRPr>
      </a:lvl2pPr>
      <a:lvl3pPr algn="l" rtl="0" eaLnBrk="1" fontAlgn="base" hangingPunct="1">
        <a:lnSpc>
          <a:spcPct val="90000"/>
        </a:lnSpc>
        <a:spcBef>
          <a:spcPct val="0"/>
        </a:spcBef>
        <a:spcAft>
          <a:spcPct val="0"/>
        </a:spcAft>
        <a:defRPr sz="4400">
          <a:solidFill>
            <a:schemeClr val="tx1"/>
          </a:solidFill>
          <a:latin typeface="Calibri Light" charset="0"/>
        </a:defRPr>
      </a:lvl3pPr>
      <a:lvl4pPr algn="l" rtl="0" eaLnBrk="1" fontAlgn="base" hangingPunct="1">
        <a:lnSpc>
          <a:spcPct val="90000"/>
        </a:lnSpc>
        <a:spcBef>
          <a:spcPct val="0"/>
        </a:spcBef>
        <a:spcAft>
          <a:spcPct val="0"/>
        </a:spcAft>
        <a:defRPr sz="4400">
          <a:solidFill>
            <a:schemeClr val="tx1"/>
          </a:solidFill>
          <a:latin typeface="Calibri Light" charset="0"/>
        </a:defRPr>
      </a:lvl4pPr>
      <a:lvl5pPr algn="l" rtl="0" eaLnBrk="1" fontAlgn="base" hangingPunct="1">
        <a:lnSpc>
          <a:spcPct val="90000"/>
        </a:lnSpc>
        <a:spcBef>
          <a:spcPct val="0"/>
        </a:spcBef>
        <a:spcAft>
          <a:spcPct val="0"/>
        </a:spcAft>
        <a:defRPr sz="4400">
          <a:solidFill>
            <a:schemeClr val="tx1"/>
          </a:solidFill>
          <a:latin typeface="Calibri Light" charset="0"/>
        </a:defRPr>
      </a:lvl5pPr>
      <a:lvl6pPr marL="457200" algn="l" rtl="0" eaLnBrk="1" fontAlgn="base" hangingPunct="1">
        <a:lnSpc>
          <a:spcPct val="90000"/>
        </a:lnSpc>
        <a:spcBef>
          <a:spcPct val="0"/>
        </a:spcBef>
        <a:spcAft>
          <a:spcPct val="0"/>
        </a:spcAft>
        <a:defRPr sz="4400">
          <a:solidFill>
            <a:schemeClr val="tx1"/>
          </a:solidFill>
          <a:latin typeface="Calibri Light" charset="0"/>
        </a:defRPr>
      </a:lvl6pPr>
      <a:lvl7pPr marL="914400" algn="l" rtl="0" eaLnBrk="1" fontAlgn="base" hangingPunct="1">
        <a:lnSpc>
          <a:spcPct val="90000"/>
        </a:lnSpc>
        <a:spcBef>
          <a:spcPct val="0"/>
        </a:spcBef>
        <a:spcAft>
          <a:spcPct val="0"/>
        </a:spcAft>
        <a:defRPr sz="4400">
          <a:solidFill>
            <a:schemeClr val="tx1"/>
          </a:solidFill>
          <a:latin typeface="Calibri Light" charset="0"/>
        </a:defRPr>
      </a:lvl7pPr>
      <a:lvl8pPr marL="1371600" algn="l" rtl="0" eaLnBrk="1" fontAlgn="base" hangingPunct="1">
        <a:lnSpc>
          <a:spcPct val="90000"/>
        </a:lnSpc>
        <a:spcBef>
          <a:spcPct val="0"/>
        </a:spcBef>
        <a:spcAft>
          <a:spcPct val="0"/>
        </a:spcAft>
        <a:defRPr sz="4400">
          <a:solidFill>
            <a:schemeClr val="tx1"/>
          </a:solidFill>
          <a:latin typeface="Calibri Light" charset="0"/>
        </a:defRPr>
      </a:lvl8pPr>
      <a:lvl9pPr marL="1828800" algn="l" rtl="0" eaLnBrk="1" fontAlgn="base" hangingPunct="1">
        <a:lnSpc>
          <a:spcPct val="90000"/>
        </a:lnSpc>
        <a:spcBef>
          <a:spcPct val="0"/>
        </a:spcBef>
        <a:spcAft>
          <a:spcPct val="0"/>
        </a:spcAft>
        <a:defRPr sz="4400">
          <a:solidFill>
            <a:schemeClr val="tx1"/>
          </a:solidFill>
          <a:latin typeface="Calibri Light" charset="0"/>
        </a:defRPr>
      </a:lvl9pPr>
    </p:titleStyle>
    <p:bodyStyle>
      <a:lvl1pPr marL="228600" indent="-228600" algn="l" rtl="0" eaLnBrk="1" fontAlgn="base" hangingPunct="1">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4.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package" Target="../embeddings/Microsoft_Visio___.vsdx"/></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4.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package" Target="../embeddings/Microsoft_Visio___1.vsdx"/></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4.xml"/><Relationship Id="rId1" Type="http://schemas.openxmlformats.org/officeDocument/2006/relationships/vmlDrawing" Target="../drawings/vmlDrawing3.vml"/><Relationship Id="rId5" Type="http://schemas.openxmlformats.org/officeDocument/2006/relationships/image" Target="../media/image8.emf"/><Relationship Id="rId4" Type="http://schemas.openxmlformats.org/officeDocument/2006/relationships/package" Target="../embeddings/Microsoft_Visio___2.vsdx"/></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4.xml"/><Relationship Id="rId1" Type="http://schemas.openxmlformats.org/officeDocument/2006/relationships/vmlDrawing" Target="../drawings/vmlDrawing4.vml"/><Relationship Id="rId5" Type="http://schemas.openxmlformats.org/officeDocument/2006/relationships/image" Target="../media/image9.emf"/><Relationship Id="rId4" Type="http://schemas.openxmlformats.org/officeDocument/2006/relationships/package" Target="../embeddings/Microsoft_Visio___3.vsdx"/></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34.xml"/><Relationship Id="rId1" Type="http://schemas.openxmlformats.org/officeDocument/2006/relationships/vmlDrawing" Target="../drawings/vmlDrawing5.vml"/><Relationship Id="rId5" Type="http://schemas.openxmlformats.org/officeDocument/2006/relationships/image" Target="../media/image10.emf"/><Relationship Id="rId4" Type="http://schemas.openxmlformats.org/officeDocument/2006/relationships/package" Target="../embeddings/Microsoft_Visio___4.vsdx"/></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34.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package" Target="../embeddings/Microsoft_Visio___5.vsdx"/></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3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4.xml"/></Relationships>
</file>

<file path=ppt/slides/_rels/slide5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7.xml"/><Relationship Id="rId1" Type="http://schemas.openxmlformats.org/officeDocument/2006/relationships/slideLayout" Target="../slideLayouts/slideLayout34.xml"/></Relationships>
</file>

<file path=ppt/slides/_rels/slide5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8.xml"/><Relationship Id="rId1" Type="http://schemas.openxmlformats.org/officeDocument/2006/relationships/slideLayout" Target="../slideLayouts/slideLayout3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0.xml"/><Relationship Id="rId1" Type="http://schemas.openxmlformats.org/officeDocument/2006/relationships/slideLayout" Target="../slideLayouts/slideLayout34.xml"/></Relationships>
</file>

<file path=ppt/slides/_rels/slide5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51.xml"/><Relationship Id="rId1" Type="http://schemas.openxmlformats.org/officeDocument/2006/relationships/slideLayout" Target="../slideLayouts/slideLayout3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4.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6"/>
          <p:cNvSpPr txBox="1"/>
          <p:nvPr/>
        </p:nvSpPr>
        <p:spPr bwMode="auto">
          <a:xfrm>
            <a:off x="2075542" y="2319954"/>
            <a:ext cx="8217989" cy="1107996"/>
          </a:xfrm>
          <a:prstGeom prst="rect">
            <a:avLst/>
          </a:prstGeom>
          <a:noFill/>
        </p:spPr>
        <p:txBody>
          <a:bodyPr wrap="square">
            <a:spAutoFit/>
          </a:bodyPr>
          <a:lstStyle/>
          <a:p>
            <a:pPr algn="ctr">
              <a:lnSpc>
                <a:spcPct val="150000"/>
              </a:lnSpc>
              <a:buNone/>
            </a:pPr>
            <a:r>
              <a:rPr lang="zh-CN" altLang="en-US" sz="4400" b="1" spc="300" dirty="0" smtClean="0">
                <a:solidFill>
                  <a:srgbClr val="117EC8"/>
                </a:solidFill>
                <a:latin typeface="Microsoft YaHei" charset="-122"/>
                <a:ea typeface="Microsoft YaHei" charset="-122"/>
                <a:cs typeface="Microsoft YaHei" charset="-122"/>
              </a:rPr>
              <a:t>第</a:t>
            </a:r>
            <a:r>
              <a:rPr lang="en-US" altLang="zh-CN" sz="4400" b="1" spc="300" dirty="0" smtClean="0">
                <a:solidFill>
                  <a:srgbClr val="117EC8"/>
                </a:solidFill>
                <a:latin typeface="Microsoft YaHei" charset="-122"/>
                <a:ea typeface="Microsoft YaHei" charset="-122"/>
                <a:cs typeface="Microsoft YaHei" charset="-122"/>
              </a:rPr>
              <a:t>7</a:t>
            </a:r>
            <a:r>
              <a:rPr lang="zh-CN" altLang="en-US" sz="4400" b="1" spc="300" dirty="0" smtClean="0">
                <a:solidFill>
                  <a:srgbClr val="117EC8"/>
                </a:solidFill>
                <a:latin typeface="Microsoft YaHei" charset="-122"/>
                <a:ea typeface="Microsoft YaHei" charset="-122"/>
                <a:cs typeface="Microsoft YaHei" charset="-122"/>
              </a:rPr>
              <a:t>章 </a:t>
            </a:r>
            <a:r>
              <a:rPr lang="zh-CN" altLang="en-US" sz="4400" b="1" spc="300" dirty="0">
                <a:solidFill>
                  <a:srgbClr val="117EC8"/>
                </a:solidFill>
                <a:latin typeface="Microsoft YaHei" charset="-122"/>
                <a:ea typeface="Microsoft YaHei" charset="-122"/>
                <a:cs typeface="Microsoft YaHei" charset="-122"/>
              </a:rPr>
              <a:t>典型案例</a:t>
            </a:r>
          </a:p>
        </p:txBody>
      </p:sp>
      <p:sp>
        <p:nvSpPr>
          <p:cNvPr id="4" name="文本框 3"/>
          <p:cNvSpPr txBox="1"/>
          <p:nvPr/>
        </p:nvSpPr>
        <p:spPr>
          <a:xfrm>
            <a:off x="9567333" y="6434667"/>
            <a:ext cx="184731" cy="369332"/>
          </a:xfrm>
          <a:prstGeom prst="rect">
            <a:avLst/>
          </a:prstGeom>
          <a:noFill/>
        </p:spPr>
        <p:txBody>
          <a:bodyPr wrap="none" rtlCol="0">
            <a:spAutoFit/>
          </a:bodyPr>
          <a:lstStyle/>
          <a:p>
            <a:endParaRPr kumimoji="1" lang="zh-CN" altLang="en-US"/>
          </a:p>
        </p:txBody>
      </p:sp>
      <p:sp>
        <p:nvSpPr>
          <p:cNvPr id="5" name="Footer Placeholder 4"/>
          <p:cNvSpPr>
            <a:spLocks noGrp="1"/>
          </p:cNvSpPr>
          <p:nvPr>
            <p:ph type="ftr" sz="quarter" idx="14"/>
          </p:nvPr>
        </p:nvSpPr>
        <p:spPr>
          <a:xfrm>
            <a:off x="10496342" y="6267202"/>
            <a:ext cx="1470212" cy="584200"/>
          </a:xfrm>
        </p:spPr>
        <p:txBody>
          <a:bodyPr/>
          <a:lstStyle>
            <a:lvl1pPr algn="dist">
              <a:defRPr sz="1200">
                <a:solidFill>
                  <a:schemeClr val="bg1">
                    <a:lumMod val="65000"/>
                  </a:schemeClr>
                </a:solidFill>
              </a:defRPr>
            </a:lvl1pPr>
          </a:lstStyle>
          <a:p>
            <a:r>
              <a:rPr lang="en-US" sz="900" dirty="0">
                <a:solidFill>
                  <a:schemeClr val="bg1">
                    <a:lumMod val="75000"/>
                  </a:schemeClr>
                </a:solidFill>
                <a:latin typeface="Arial" charset="0"/>
                <a:ea typeface="Arial" charset="0"/>
                <a:cs typeface="Arial" charset="0"/>
              </a:rPr>
              <a:t>www.qianxin.com</a:t>
            </a:r>
          </a:p>
        </p:txBody>
      </p:sp>
      <p:sp>
        <p:nvSpPr>
          <p:cNvPr id="6" name="矩形 5"/>
          <p:cNvSpPr/>
          <p:nvPr/>
        </p:nvSpPr>
        <p:spPr>
          <a:xfrm>
            <a:off x="12053282" y="6527843"/>
            <a:ext cx="138718" cy="962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66424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04488" y="1295490"/>
            <a:ext cx="6836734"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7.1 </a:t>
            </a:r>
            <a:r>
              <a:rPr lang="zh-CN" altLang="en-US" dirty="0"/>
              <a:t>高校日志审计解决方案</a:t>
            </a:r>
            <a:endParaRPr lang="en-US" altLang="zh-CN" dirty="0"/>
          </a:p>
          <a:p>
            <a:r>
              <a:rPr lang="en-US" altLang="zh-CN" dirty="0"/>
              <a:t>7.2 </a:t>
            </a:r>
            <a:r>
              <a:rPr lang="zh-CN" altLang="en-US" dirty="0"/>
              <a:t>金融行业日志审计解决方案</a:t>
            </a:r>
            <a:endParaRPr lang="en-US" altLang="zh-CN" dirty="0"/>
          </a:p>
          <a:p>
            <a:r>
              <a:rPr lang="en-US" altLang="zh-CN" dirty="0"/>
              <a:t>7.3 </a:t>
            </a:r>
            <a:r>
              <a:rPr lang="zh-CN" altLang="en-US" dirty="0"/>
              <a:t>航空公司日志审计解决方案</a:t>
            </a:r>
            <a:endParaRPr lang="en-US" altLang="zh-CN" dirty="0"/>
          </a:p>
          <a:p>
            <a:r>
              <a:rPr lang="en-US" altLang="zh-CN" dirty="0">
                <a:sym typeface="微软雅黑" panose="020B0503020204020204" pitchFamily="34" charset="-122"/>
              </a:rPr>
              <a:t>7.4 </a:t>
            </a:r>
            <a:r>
              <a:rPr lang="zh-CN" altLang="en-US" dirty="0">
                <a:sym typeface="微软雅黑" panose="020B0503020204020204" pitchFamily="34" charset="-122"/>
              </a:rPr>
              <a:t>政府</a:t>
            </a:r>
            <a:r>
              <a:rPr lang="zh-CN" altLang="en-US" dirty="0"/>
              <a:t>日志审计解决方案</a:t>
            </a:r>
            <a:endParaRPr lang="en-US" altLang="zh-CN" dirty="0"/>
          </a:p>
          <a:p>
            <a:r>
              <a:rPr lang="en-US" altLang="zh-CN" dirty="0"/>
              <a:t>7.5 </a:t>
            </a:r>
            <a:r>
              <a:rPr lang="zh-CN" altLang="en-US" dirty="0"/>
              <a:t>日志高级应用：如何通过日志溯源</a:t>
            </a:r>
          </a:p>
        </p:txBody>
      </p:sp>
      <p:sp>
        <p:nvSpPr>
          <p:cNvPr id="2" name="标题 1"/>
          <p:cNvSpPr>
            <a:spLocks noGrp="1"/>
          </p:cNvSpPr>
          <p:nvPr>
            <p:ph type="title"/>
          </p:nvPr>
        </p:nvSpPr>
        <p:spPr/>
        <p:txBody>
          <a:bodyPr/>
          <a:lstStyle/>
          <a:p>
            <a:r>
              <a:rPr lang="zh-CN" altLang="en-US" dirty="0"/>
              <a:t>目录</a:t>
            </a:r>
          </a:p>
        </p:txBody>
      </p:sp>
    </p:spTree>
    <p:extLst>
      <p:ext uri="{BB962C8B-B14F-4D97-AF65-F5344CB8AC3E}">
        <p14:creationId xmlns:p14="http://schemas.microsoft.com/office/powerpoint/2010/main" val="3986318045"/>
      </p:ext>
    </p:extLst>
  </p:cSld>
  <p:clrMapOvr>
    <a:masterClrMapping/>
  </p:clrMapOvr>
  <p:transition spd="slow">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1432788" y="1261423"/>
            <a:ext cx="6912767"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marR="0" indent="0" fontAlgn="auto">
              <a:lnSpc>
                <a:spcPct val="150000"/>
              </a:lnSpc>
              <a:spcBef>
                <a:spcPts val="0"/>
              </a:spcBef>
              <a:spcAft>
                <a:spcPts val="0"/>
              </a:spcAft>
              <a:buClrTx/>
              <a:buSzTx/>
              <a:buFont typeface="Arial" panose="020B0604020202020204" pitchFamily="34" charset="0"/>
              <a:buNone/>
              <a:tabLst/>
              <a:defRPr sz="2400" b="0" i="0" spc="100" baseline="0">
                <a:latin typeface="微软雅黑" panose="020B0503020204020204" pitchFamily="34" charset="-122"/>
                <a:ea typeface="微软雅黑" panose="020B0503020204020204" pitchFamily="34" charset="-122"/>
              </a:defRPr>
            </a:lvl1pPr>
            <a:lvl2pPr marL="685800" indent="-228600" fontAlgn="base">
              <a:lnSpc>
                <a:spcPct val="90000"/>
              </a:lnSpc>
              <a:spcBef>
                <a:spcPts val="500"/>
              </a:spcBef>
              <a:spcAft>
                <a:spcPct val="0"/>
              </a:spcAft>
              <a:buFont typeface="Arial" charset="0"/>
              <a:buChar char="•"/>
              <a:defRPr sz="1100" baseline="0">
                <a:solidFill>
                  <a:schemeClr val="bg2"/>
                </a:solidFill>
              </a:defRPr>
            </a:lvl2pPr>
            <a:lvl3pPr marL="1143000" indent="-228600" fontAlgn="base">
              <a:lnSpc>
                <a:spcPct val="90000"/>
              </a:lnSpc>
              <a:spcBef>
                <a:spcPts val="500"/>
              </a:spcBef>
              <a:spcAft>
                <a:spcPct val="0"/>
              </a:spcAft>
              <a:buFont typeface="Arial" charset="0"/>
              <a:buChar char="•"/>
              <a:defRPr sz="1100" baseline="0">
                <a:solidFill>
                  <a:schemeClr val="bg2"/>
                </a:solidFill>
              </a:defRPr>
            </a:lvl3pPr>
            <a:lvl4pPr marL="1600200" indent="-228600" fontAlgn="base">
              <a:lnSpc>
                <a:spcPct val="90000"/>
              </a:lnSpc>
              <a:spcBef>
                <a:spcPts val="500"/>
              </a:spcBef>
              <a:spcAft>
                <a:spcPct val="0"/>
              </a:spcAft>
              <a:buFont typeface="Arial" charset="0"/>
              <a:buChar char="•"/>
              <a:defRPr sz="1100" baseline="0">
                <a:solidFill>
                  <a:schemeClr val="bg2"/>
                </a:solidFill>
              </a:defRPr>
            </a:lvl4pPr>
            <a:lvl5pPr marL="2057400" indent="-228600" fontAlgn="base">
              <a:lnSpc>
                <a:spcPct val="90000"/>
              </a:lnSpc>
              <a:spcBef>
                <a:spcPts val="500"/>
              </a:spcBef>
              <a:spcAft>
                <a:spcPct val="0"/>
              </a:spcAft>
              <a:buFont typeface="Arial" charset="0"/>
              <a:buChar char="•"/>
              <a:defRPr sz="1100" baseline="0">
                <a:solidFill>
                  <a:schemeClr val="bg2"/>
                </a:solidFill>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t>1. </a:t>
            </a:r>
            <a:r>
              <a:rPr lang="zh-CN" altLang="en-US" dirty="0"/>
              <a:t>了解高校日志审计解决方案；</a:t>
            </a:r>
            <a:endParaRPr lang="en-US" altLang="zh-CN" dirty="0"/>
          </a:p>
          <a:p>
            <a:r>
              <a:rPr lang="en-US" altLang="zh-CN" dirty="0"/>
              <a:t>2.</a:t>
            </a:r>
            <a:r>
              <a:rPr lang="zh-CN" altLang="en-US" dirty="0"/>
              <a:t> 了解金融行业日志审计解决方案；</a:t>
            </a:r>
            <a:endParaRPr lang="en-US" altLang="zh-CN" dirty="0"/>
          </a:p>
          <a:p>
            <a:r>
              <a:rPr lang="en-US" altLang="zh-CN" dirty="0"/>
              <a:t>3. </a:t>
            </a:r>
            <a:r>
              <a:rPr lang="zh-CN" altLang="en-US" dirty="0"/>
              <a:t>了解航空公司日志审计解决方案；</a:t>
            </a:r>
            <a:endParaRPr lang="en-US" altLang="zh-CN" dirty="0"/>
          </a:p>
          <a:p>
            <a:r>
              <a:rPr lang="en-US" altLang="zh-CN" dirty="0"/>
              <a:t>4.</a:t>
            </a:r>
            <a:r>
              <a:rPr lang="zh-CN" altLang="en-US" dirty="0"/>
              <a:t> 了解政府日志审计解决方案；</a:t>
            </a:r>
            <a:endParaRPr lang="en-US" altLang="zh-CN" dirty="0"/>
          </a:p>
          <a:p>
            <a:r>
              <a:rPr lang="en-US" altLang="zh-CN" dirty="0"/>
              <a:t>5. </a:t>
            </a:r>
            <a:r>
              <a:rPr lang="zh-CN" altLang="en-US" dirty="0"/>
              <a:t>了解如何通过日志溯源</a:t>
            </a:r>
            <a:endParaRPr lang="en-US" altLang="zh-CN" dirty="0"/>
          </a:p>
        </p:txBody>
      </p:sp>
      <p:sp>
        <p:nvSpPr>
          <p:cNvPr id="2" name="标题 1"/>
          <p:cNvSpPr>
            <a:spLocks noGrp="1"/>
          </p:cNvSpPr>
          <p:nvPr>
            <p:ph type="title"/>
          </p:nvPr>
        </p:nvSpPr>
        <p:spPr/>
        <p:txBody>
          <a:bodyPr/>
          <a:lstStyle/>
          <a:p>
            <a:r>
              <a:rPr lang="zh-CN" altLang="en-US" dirty="0"/>
              <a:t>本章学习目标</a:t>
            </a:r>
          </a:p>
        </p:txBody>
      </p:sp>
    </p:spTree>
    <p:extLst>
      <p:ext uri="{BB962C8B-B14F-4D97-AF65-F5344CB8AC3E}">
        <p14:creationId xmlns:p14="http://schemas.microsoft.com/office/powerpoint/2010/main" val="2560245323"/>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高校日志审计解决方案</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7.1</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3682873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Rot="1" noChangeArrowheads="1"/>
          </p:cNvSpPr>
          <p:nvPr/>
        </p:nvSpPr>
        <p:spPr>
          <a:xfrm>
            <a:off x="1058091" y="1101585"/>
            <a:ext cx="9718766"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sym typeface="+mn-ea"/>
              </a:rPr>
              <a:t>（</a:t>
            </a:r>
            <a:r>
              <a:rPr lang="en-US" altLang="zh-CN" dirty="0">
                <a:sym typeface="+mn-ea"/>
              </a:rPr>
              <a:t>1</a:t>
            </a:r>
            <a:r>
              <a:rPr lang="zh-CN" altLang="en-US" dirty="0">
                <a:sym typeface="+mn-ea"/>
              </a:rPr>
              <a:t>）海量日志数据的集中审计管理：采集信息系统</a:t>
            </a:r>
            <a:r>
              <a:rPr lang="en-US" altLang="zh-CN" dirty="0">
                <a:sym typeface="+mn-ea"/>
              </a:rPr>
              <a:t>IT</a:t>
            </a:r>
            <a:r>
              <a:rPr lang="zh-CN" altLang="en-US" dirty="0">
                <a:sym typeface="+mn-ea"/>
              </a:rPr>
              <a:t>基础设施日志信息，规范日志信息格式，实现海量日志数据的标准化集中存储，加强海量日志数据集中管理。</a:t>
            </a:r>
            <a:endParaRPr lang="en-US" altLang="zh-CN" dirty="0">
              <a:sym typeface="+mn-ea"/>
            </a:endParaRPr>
          </a:p>
          <a:p>
            <a:r>
              <a:rPr lang="zh-CN" altLang="en-US" noProof="1"/>
              <a:t>（</a:t>
            </a:r>
            <a:r>
              <a:rPr lang="en-US" altLang="zh-CN" noProof="1"/>
              <a:t>2</a:t>
            </a:r>
            <a:r>
              <a:rPr lang="zh-CN" altLang="en-US" noProof="1"/>
              <a:t>）系统运行风险及时报警与报表管理：</a:t>
            </a:r>
            <a:r>
              <a:rPr lang="zh-CN" altLang="en-US" dirty="0"/>
              <a:t>基于标准化的日志数据进行关联分析，及时发现安全隐患，及时报警并实现安全隐患的报表管理。</a:t>
            </a:r>
            <a:endParaRPr lang="en-US" altLang="zh-CN" noProof="1"/>
          </a:p>
          <a:p>
            <a:r>
              <a:rPr lang="zh-CN" altLang="en-US" noProof="1"/>
              <a:t>（</a:t>
            </a:r>
            <a:r>
              <a:rPr lang="en-US" altLang="zh-CN" noProof="1"/>
              <a:t>3</a:t>
            </a:r>
            <a:r>
              <a:rPr lang="zh-CN" altLang="en-US" noProof="1"/>
              <a:t>）为落实有关法律法规提供技术支撑：</a:t>
            </a:r>
            <a:r>
              <a:rPr lang="zh-CN" altLang="en-US" dirty="0"/>
              <a:t>利用安全审计结果评估国家法规和行业监管中有关安全管理和审计规定的落实情况，进一步提高安全管理和审计水平。</a:t>
            </a:r>
            <a:endParaRPr lang="en-US" altLang="zh-CN" noProof="1"/>
          </a:p>
          <a:p>
            <a:r>
              <a:rPr lang="zh-CN" altLang="en-US" noProof="1"/>
              <a:t>（</a:t>
            </a:r>
            <a:r>
              <a:rPr lang="en-US" altLang="zh-CN" noProof="1"/>
              <a:t>4</a:t>
            </a:r>
            <a:r>
              <a:rPr lang="zh-CN" altLang="en-US" noProof="1"/>
              <a:t>）落实业务数据审计：利用</a:t>
            </a:r>
            <a:r>
              <a:rPr lang="zh-CN" altLang="en-US" dirty="0"/>
              <a:t>审计系统，及时发现业务数据访问中的违规行为，进行有效的监控，从而对违规行为进行追查。</a:t>
            </a:r>
          </a:p>
          <a:p>
            <a:endParaRPr lang="zh-CN" altLang="en-US" noProof="1"/>
          </a:p>
        </p:txBody>
      </p:sp>
      <p:sp>
        <p:nvSpPr>
          <p:cNvPr id="2" name="标题 1"/>
          <p:cNvSpPr>
            <a:spLocks noGrp="1"/>
          </p:cNvSpPr>
          <p:nvPr>
            <p:ph type="title"/>
          </p:nvPr>
        </p:nvSpPr>
        <p:spPr/>
        <p:txBody>
          <a:bodyPr/>
          <a:lstStyle/>
          <a:p>
            <a:r>
              <a:rPr lang="zh-CN" altLang="en-US" dirty="0"/>
              <a:t>需求分析</a:t>
            </a:r>
          </a:p>
        </p:txBody>
      </p:sp>
    </p:spTree>
    <p:extLst>
      <p:ext uri="{BB962C8B-B14F-4D97-AF65-F5344CB8AC3E}">
        <p14:creationId xmlns:p14="http://schemas.microsoft.com/office/powerpoint/2010/main" val="2122805715"/>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369314" y="1423400"/>
            <a:ext cx="5292743"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）网神</a:t>
            </a:r>
            <a:r>
              <a:rPr lang="en-US" altLang="zh-CN" sz="1600" spc="100" dirty="0" err="1">
                <a:latin typeface="微软雅黑" panose="020B0503020204020204" pitchFamily="34" charset="-122"/>
                <a:ea typeface="微软雅黑" panose="020B0503020204020204" pitchFamily="34" charset="-122"/>
              </a:rPr>
              <a:t>SecFox</a:t>
            </a:r>
            <a:r>
              <a:rPr lang="en-US" altLang="zh-CN" sz="1600" spc="100" dirty="0">
                <a:latin typeface="微软雅黑" panose="020B0503020204020204" pitchFamily="34" charset="-122"/>
                <a:ea typeface="微软雅黑" panose="020B0503020204020204" pitchFamily="34" charset="-122"/>
              </a:rPr>
              <a:t>-LAS</a:t>
            </a:r>
            <a:r>
              <a:rPr lang="zh-CN" altLang="en-US" sz="1600" spc="100" dirty="0">
                <a:latin typeface="微软雅黑" panose="020B0503020204020204" pitchFamily="34" charset="-122"/>
                <a:ea typeface="微软雅黑" panose="020B0503020204020204" pitchFamily="34" charset="-122"/>
              </a:rPr>
              <a:t>日志审计系统具有成熟和完整的体系架构，在日志收集、日志分析、数据挖掘和符合性管理等关键技术领域处于业界领先的位置。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）该日志审计系统提供了对大多数主流设备、操作系统和应用系统日志格式的支持，不支持的设备可通过系统提供的功能定制开发。</a:t>
            </a:r>
          </a:p>
        </p:txBody>
      </p:sp>
      <p:sp>
        <p:nvSpPr>
          <p:cNvPr id="2" name="标题 1"/>
          <p:cNvSpPr>
            <a:spLocks noGrp="1"/>
          </p:cNvSpPr>
          <p:nvPr>
            <p:ph type="title"/>
          </p:nvPr>
        </p:nvSpPr>
        <p:spPr/>
        <p:txBody>
          <a:bodyPr/>
          <a:lstStyle/>
          <a:p>
            <a:r>
              <a:rPr lang="zh-CN" altLang="en-US" dirty="0"/>
              <a:t>解决方案</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7858" y="3009900"/>
            <a:ext cx="3778935" cy="1489157"/>
          </a:xfrm>
          <a:prstGeom prst="rect">
            <a:avLst/>
          </a:prstGeom>
        </p:spPr>
      </p:pic>
    </p:spTree>
    <p:extLst>
      <p:ext uri="{BB962C8B-B14F-4D97-AF65-F5344CB8AC3E}">
        <p14:creationId xmlns:p14="http://schemas.microsoft.com/office/powerpoint/2010/main" val="2544047061"/>
      </p:ext>
    </p:extLst>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nvGraphicFramePr>
        <p:xfrm>
          <a:off x="7925435" y="1256878"/>
          <a:ext cx="1998177" cy="4973550"/>
        </p:xfrm>
        <a:graphic>
          <a:graphicData uri="http://schemas.openxmlformats.org/presentationml/2006/ole">
            <mc:AlternateContent xmlns:mc="http://schemas.openxmlformats.org/markup-compatibility/2006">
              <mc:Choice xmlns:v="urn:schemas-microsoft-com:vml" Requires="v">
                <p:oleObj spid="_x0000_s1062" name="Visio" r:id="rId4" imgW="2108200" imgH="5308600" progId="Visio.DrawingConvertable.15">
                  <p:embed/>
                </p:oleObj>
              </mc:Choice>
              <mc:Fallback>
                <p:oleObj name="Visio" r:id="rId4" imgW="2108200" imgH="5308600" progId="Visio.DrawingConvertable.15">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5435" y="1256878"/>
                        <a:ext cx="1998177" cy="4973550"/>
                      </a:xfrm>
                      <a:prstGeom prst="rect">
                        <a:avLst/>
                      </a:prstGeom>
                      <a:noFill/>
                    </p:spPr>
                  </p:pic>
                </p:oleObj>
              </mc:Fallback>
            </mc:AlternateContent>
          </a:graphicData>
        </a:graphic>
      </p:graphicFrame>
      <p:sp>
        <p:nvSpPr>
          <p:cNvPr id="11" name="矩形 10"/>
          <p:cNvSpPr/>
          <p:nvPr/>
        </p:nvSpPr>
        <p:spPr>
          <a:xfrm>
            <a:off x="1342076" y="1657374"/>
            <a:ext cx="594699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）系统自身安全性设计：</a:t>
            </a:r>
            <a:r>
              <a:rPr lang="zh-CN" altLang="zh-CN" sz="1600" spc="100" dirty="0">
                <a:latin typeface="微软雅黑" panose="020B0503020204020204" pitchFamily="34" charset="-122"/>
                <a:ea typeface="微软雅黑" panose="020B0503020204020204" pitchFamily="34" charset="-122"/>
              </a:rPr>
              <a:t>安全审计类产品，日志审计系统自身具备完善的安全性保证</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）性能与存储空间：系统设计支持在线存储和离线存储两种方式对数据进行存储。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）部署方案：日志审计系统采用</a:t>
            </a:r>
            <a:r>
              <a:rPr lang="en-US" altLang="zh-CN" sz="1600" spc="100" dirty="0">
                <a:latin typeface="微软雅黑" panose="020B0503020204020204" pitchFamily="34" charset="-122"/>
                <a:ea typeface="微软雅黑" panose="020B0503020204020204" pitchFamily="34" charset="-122"/>
              </a:rPr>
              <a:t>B/S</a:t>
            </a:r>
            <a:r>
              <a:rPr lang="zh-CN" altLang="en-US" sz="1600" spc="100" dirty="0">
                <a:latin typeface="微软雅黑" panose="020B0503020204020204" pitchFamily="34" charset="-122"/>
                <a:ea typeface="微软雅黑" panose="020B0503020204020204" pitchFamily="34" charset="-122"/>
              </a:rPr>
              <a:t>架构。</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解决方案分析</a:t>
            </a:r>
          </a:p>
        </p:txBody>
      </p:sp>
    </p:spTree>
    <p:extLst>
      <p:ext uri="{BB962C8B-B14F-4D97-AF65-F5344CB8AC3E}">
        <p14:creationId xmlns:p14="http://schemas.microsoft.com/office/powerpoint/2010/main" val="359416108"/>
      </p:ext>
    </p:extLst>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40971" y="1162207"/>
            <a:ext cx="9496697"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）系统内部的各个组件之间通信都支持加密传输，保证网络通讯的机密性。例如浏览器访问管理中心支持</a:t>
            </a:r>
            <a:r>
              <a:rPr lang="en-US" altLang="zh-CN" sz="1600" spc="100" dirty="0">
                <a:latin typeface="微软雅黑" panose="020B0503020204020204" pitchFamily="34" charset="-122"/>
                <a:ea typeface="微软雅黑" panose="020B0503020204020204" pitchFamily="34" charset="-122"/>
              </a:rPr>
              <a:t>HTTPS</a:t>
            </a:r>
            <a:r>
              <a:rPr lang="zh-CN" altLang="en-US" sz="1600" spc="100" dirty="0">
                <a:latin typeface="微软雅黑" panose="020B0503020204020204" pitchFamily="34" charset="-122"/>
                <a:ea typeface="微软雅黑" panose="020B0503020204020204" pitchFamily="34" charset="-122"/>
              </a:rPr>
              <a:t>、通用日志采集器（</a:t>
            </a:r>
            <a:r>
              <a:rPr lang="en-US" altLang="zh-CN" sz="1600" spc="100" dirty="0">
                <a:latin typeface="微软雅黑" panose="020B0503020204020204" pitchFamily="34" charset="-122"/>
                <a:ea typeface="微软雅黑" panose="020B0503020204020204" pitchFamily="34" charset="-122"/>
              </a:rPr>
              <a:t>GLC</a:t>
            </a:r>
            <a:r>
              <a:rPr lang="zh-CN" altLang="en-US" sz="1600" spc="100" dirty="0">
                <a:latin typeface="微软雅黑" panose="020B0503020204020204" pitchFamily="34" charset="-122"/>
                <a:ea typeface="微软雅黑" panose="020B0503020204020204" pitchFamily="34" charset="-122"/>
              </a:rPr>
              <a:t>）与管理中心之间采用加密压缩协议进行传输、多级管理中心之间采用加密协议进行传输，等等，</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）系统对采集到的日志都进行了加密存储，保证数据的完整性和机密性。</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）系统具备自身运行健康状态监视功能，存储的数据支持自动备份和恢复，保证系统的可用性。</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）硬件型产品，底层的操作系统是安全操作系统。</a:t>
            </a:r>
          </a:p>
        </p:txBody>
      </p:sp>
      <p:sp>
        <p:nvSpPr>
          <p:cNvPr id="2" name="标题 1"/>
          <p:cNvSpPr>
            <a:spLocks noGrp="1"/>
          </p:cNvSpPr>
          <p:nvPr>
            <p:ph type="title"/>
          </p:nvPr>
        </p:nvSpPr>
        <p:spPr/>
        <p:txBody>
          <a:bodyPr/>
          <a:lstStyle/>
          <a:p>
            <a:r>
              <a:rPr lang="zh-CN" altLang="en-US" dirty="0"/>
              <a:t>系统自身安全性设计</a:t>
            </a:r>
          </a:p>
        </p:txBody>
      </p:sp>
    </p:spTree>
    <p:extLst>
      <p:ext uri="{BB962C8B-B14F-4D97-AF65-F5344CB8AC3E}">
        <p14:creationId xmlns:p14="http://schemas.microsoft.com/office/powerpoint/2010/main" val="1220867508"/>
      </p:ext>
    </p:extLst>
  </p:cSld>
  <p:clrMapOvr>
    <a:masterClrMapping/>
  </p:clrMapOvr>
  <p:transition spd="slow">
    <p:blinds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05840" y="1177597"/>
            <a:ext cx="9797143"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系统设计支持在线存储和离线存储两种方式对数据进行存储。</a:t>
            </a:r>
          </a:p>
          <a:p>
            <a:pPr marL="742950" lvl="1" indent="-285750">
              <a:lnSpc>
                <a:spcPct val="150000"/>
              </a:lnSpc>
              <a:buFont typeface="Arial" panose="020B0604020202020204" pitchFamily="34" charset="0"/>
              <a:buChar char="•"/>
            </a:pPr>
            <a:r>
              <a:rPr lang="zh-CN" altLang="en-US" sz="1600" spc="100" dirty="0">
                <a:latin typeface="微软雅黑" panose="020B0503020204020204" pitchFamily="34" charset="-122"/>
                <a:ea typeface="微软雅黑" panose="020B0503020204020204" pitchFamily="34" charset="-122"/>
              </a:rPr>
              <a:t>在线存储按一个月计算，需要大约</a:t>
            </a:r>
            <a:r>
              <a:rPr lang="en-US" altLang="zh-CN" sz="1600" spc="100" dirty="0">
                <a:latin typeface="微软雅黑" panose="020B0503020204020204" pitchFamily="34" charset="-122"/>
                <a:ea typeface="微软雅黑" panose="020B0503020204020204" pitchFamily="34" charset="-122"/>
              </a:rPr>
              <a:t>1T</a:t>
            </a:r>
            <a:r>
              <a:rPr lang="zh-CN" altLang="en-US" sz="1600" spc="100" dirty="0">
                <a:latin typeface="微软雅黑" panose="020B0503020204020204" pitchFamily="34" charset="-122"/>
                <a:ea typeface="微软雅黑" panose="020B0503020204020204" pitchFamily="34" charset="-122"/>
              </a:rPr>
              <a:t>的空间，加上索引和系统自身的空间，大约需</a:t>
            </a:r>
            <a:r>
              <a:rPr lang="en-US" altLang="zh-CN" sz="1600" spc="100" dirty="0">
                <a:latin typeface="微软雅黑" panose="020B0503020204020204" pitchFamily="34" charset="-122"/>
                <a:ea typeface="微软雅黑" panose="020B0503020204020204" pitchFamily="34" charset="-122"/>
              </a:rPr>
              <a:t>1.5T</a:t>
            </a:r>
            <a:r>
              <a:rPr lang="zh-CN" altLang="en-US" sz="1600" spc="100" dirty="0">
                <a:latin typeface="微软雅黑" panose="020B0503020204020204" pitchFamily="34" charset="-122"/>
                <a:ea typeface="微软雅黑" panose="020B0503020204020204" pitchFamily="34" charset="-122"/>
              </a:rPr>
              <a:t>的存储空间。</a:t>
            </a:r>
          </a:p>
          <a:p>
            <a:pPr marL="742950" lvl="1" indent="-285750">
              <a:lnSpc>
                <a:spcPct val="150000"/>
              </a:lnSpc>
              <a:buFont typeface="Arial" panose="020B0604020202020204" pitchFamily="34" charset="0"/>
              <a:buChar char="•"/>
            </a:pPr>
            <a:r>
              <a:rPr lang="zh-CN" altLang="en-US" sz="1600" spc="100" dirty="0">
                <a:latin typeface="微软雅黑" panose="020B0503020204020204" pitchFamily="34" charset="-122"/>
                <a:ea typeface="微软雅黑" panose="020B0503020204020204" pitchFamily="34" charset="-122"/>
              </a:rPr>
              <a:t>离线存储是压缩存储，压缩比为</a:t>
            </a:r>
            <a:r>
              <a:rPr lang="en-US" altLang="zh-CN" sz="1600" spc="100" dirty="0">
                <a:latin typeface="微软雅黑" panose="020B0503020204020204" pitchFamily="34" charset="-122"/>
                <a:ea typeface="微软雅黑" panose="020B0503020204020204" pitchFamily="34" charset="-122"/>
              </a:rPr>
              <a:t>10</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，根据审计要求，原始信息及审计结果需保留</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个月</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年，按最长</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年计算大约也需要</a:t>
            </a:r>
            <a:r>
              <a:rPr lang="en-US" altLang="zh-CN" sz="1600" spc="100" dirty="0">
                <a:latin typeface="微软雅黑" panose="020B0503020204020204" pitchFamily="34" charset="-122"/>
                <a:ea typeface="微软雅黑" panose="020B0503020204020204" pitchFamily="34" charset="-122"/>
              </a:rPr>
              <a:t>1.5T</a:t>
            </a:r>
            <a:r>
              <a:rPr lang="zh-CN" altLang="en-US" sz="1600" spc="100" dirty="0">
                <a:latin typeface="微软雅黑" panose="020B0503020204020204" pitchFamily="34" charset="-122"/>
                <a:ea typeface="微软雅黑" panose="020B0503020204020204" pitchFamily="34" charset="-122"/>
              </a:rPr>
              <a:t>的空间。</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所以日志审计系统的有效存储容量最少在线存储空间加上离线存储空间，是</a:t>
            </a:r>
            <a:r>
              <a:rPr lang="en-US" altLang="zh-CN" sz="1600" spc="100" dirty="0">
                <a:latin typeface="微软雅黑" panose="020B0503020204020204" pitchFamily="34" charset="-122"/>
                <a:ea typeface="微软雅黑" panose="020B0503020204020204" pitchFamily="34" charset="-122"/>
              </a:rPr>
              <a:t>3T</a:t>
            </a:r>
            <a:r>
              <a:rPr lang="zh-CN" altLang="en-US" sz="1600" spc="100" dirty="0">
                <a:latin typeface="微软雅黑" panose="020B0503020204020204" pitchFamily="34" charset="-122"/>
                <a:ea typeface="微软雅黑" panose="020B0503020204020204" pitchFamily="34" charset="-122"/>
              </a:rPr>
              <a:t>。</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事件存储解决方案，事件在做存储时使用的解决方案是将每天所有的事件原始消息和事件解析后的结果存放在一个事件表中，这个表每天会自动产生一个，也是时间备份归档的对象，该表可供普通查询和高级查询使用；另外同时会将事件的原始消息保存在一个</a:t>
            </a:r>
            <a:r>
              <a:rPr lang="en-US" altLang="zh-CN" sz="1600" spc="100" dirty="0" err="1">
                <a:latin typeface="微软雅黑" panose="020B0503020204020204" pitchFamily="34" charset="-122"/>
                <a:ea typeface="微软雅黑" panose="020B0503020204020204" pitchFamily="34" charset="-122"/>
              </a:rPr>
              <a:t>nosql</a:t>
            </a:r>
            <a:r>
              <a:rPr lang="zh-CN" altLang="en-US" sz="1600" spc="100" dirty="0">
                <a:latin typeface="微软雅黑" panose="020B0503020204020204" pitchFamily="34" charset="-122"/>
                <a:ea typeface="微软雅黑" panose="020B0503020204020204" pitchFamily="34" charset="-122"/>
              </a:rPr>
              <a:t>的文件中，以便查询任务使用，查询任务会从</a:t>
            </a:r>
            <a:r>
              <a:rPr lang="en-US" altLang="zh-CN" sz="1600" spc="100" dirty="0" err="1">
                <a:latin typeface="微软雅黑" panose="020B0503020204020204" pitchFamily="34" charset="-122"/>
                <a:ea typeface="微软雅黑" panose="020B0503020204020204" pitchFamily="34" charset="-122"/>
              </a:rPr>
              <a:t>nosql</a:t>
            </a:r>
            <a:r>
              <a:rPr lang="zh-CN" altLang="en-US" sz="1600" spc="100" dirty="0">
                <a:latin typeface="微软雅黑" panose="020B0503020204020204" pitchFamily="34" charset="-122"/>
                <a:ea typeface="微软雅黑" panose="020B0503020204020204" pitchFamily="34" charset="-122"/>
              </a:rPr>
              <a:t>中进行查询，同时在返回结果时会重新加载解析文件以便用户得到解析后的结果。</a:t>
            </a:r>
          </a:p>
        </p:txBody>
      </p:sp>
      <p:sp>
        <p:nvSpPr>
          <p:cNvPr id="2" name="标题 1"/>
          <p:cNvSpPr>
            <a:spLocks noGrp="1"/>
          </p:cNvSpPr>
          <p:nvPr>
            <p:ph type="title"/>
          </p:nvPr>
        </p:nvSpPr>
        <p:spPr/>
        <p:txBody>
          <a:bodyPr/>
          <a:lstStyle/>
          <a:p>
            <a:r>
              <a:rPr lang="zh-CN" altLang="en-US" dirty="0"/>
              <a:t>性能与存储空间</a:t>
            </a:r>
          </a:p>
        </p:txBody>
      </p:sp>
    </p:spTree>
    <p:extLst>
      <p:ext uri="{BB962C8B-B14F-4D97-AF65-F5344CB8AC3E}">
        <p14:creationId xmlns:p14="http://schemas.microsoft.com/office/powerpoint/2010/main" val="1408889311"/>
      </p:ext>
    </p:extLst>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6526088" y="1493027"/>
          <a:ext cx="4081300" cy="4103441"/>
        </p:xfrm>
        <a:graphic>
          <a:graphicData uri="http://schemas.openxmlformats.org/presentationml/2006/ole">
            <mc:AlternateContent xmlns:mc="http://schemas.openxmlformats.org/markup-compatibility/2006">
              <mc:Choice xmlns:v="urn:schemas-microsoft-com:vml" Requires="v">
                <p:oleObj spid="_x0000_s2086" name="Visio" r:id="rId4" imgW="12827000" imgH="9385300" progId="Visio.DrawingConvertable.15">
                  <p:embed/>
                </p:oleObj>
              </mc:Choice>
              <mc:Fallback>
                <p:oleObj name="Visio" r:id="rId4" imgW="12827000" imgH="9385300" progId="Visio.DrawingConvertable.15">
                  <p:embed/>
                  <p:pic>
                    <p:nvPicPr>
                      <p:cNvPr id="1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6088" y="1493027"/>
                        <a:ext cx="4081300" cy="4103441"/>
                      </a:xfrm>
                      <a:prstGeom prst="rect">
                        <a:avLst/>
                      </a:prstGeom>
                      <a:noFill/>
                    </p:spPr>
                  </p:pic>
                </p:oleObj>
              </mc:Fallback>
            </mc:AlternateContent>
          </a:graphicData>
        </a:graphic>
      </p:graphicFrame>
      <p:sp>
        <p:nvSpPr>
          <p:cNvPr id="11" name="矩形 10"/>
          <p:cNvSpPr/>
          <p:nvPr/>
        </p:nvSpPr>
        <p:spPr>
          <a:xfrm>
            <a:off x="548639" y="1937164"/>
            <a:ext cx="5656218"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日志审计系统采用</a:t>
            </a:r>
            <a:r>
              <a:rPr lang="en-US" altLang="zh-CN" sz="1600" spc="100" dirty="0">
                <a:latin typeface="微软雅黑" panose="020B0503020204020204" pitchFamily="34" charset="-122"/>
                <a:ea typeface="微软雅黑" panose="020B0503020204020204" pitchFamily="34" charset="-122"/>
              </a:rPr>
              <a:t>B/S</a:t>
            </a:r>
            <a:r>
              <a:rPr lang="zh-CN" altLang="en-US" sz="1600" spc="100" dirty="0">
                <a:latin typeface="微软雅黑" panose="020B0503020204020204" pitchFamily="34" charset="-122"/>
                <a:ea typeface="微软雅黑" panose="020B0503020204020204" pitchFamily="34" charset="-122"/>
              </a:rPr>
              <a:t>架构，管理员无需安装任何客户端软件，通过</a:t>
            </a:r>
            <a:r>
              <a:rPr lang="en-US" altLang="zh-CN" sz="1600" spc="100" dirty="0">
                <a:latin typeface="微软雅黑" panose="020B0503020204020204" pitchFamily="34" charset="-122"/>
                <a:ea typeface="微软雅黑" panose="020B0503020204020204" pitchFamily="34" charset="-122"/>
              </a:rPr>
              <a:t>IE</a:t>
            </a:r>
            <a:r>
              <a:rPr lang="zh-CN" altLang="en-US" sz="1600" spc="100" dirty="0">
                <a:latin typeface="微软雅黑" panose="020B0503020204020204" pitchFamily="34" charset="-122"/>
                <a:ea typeface="微软雅黑" panose="020B0503020204020204" pitchFamily="34" charset="-122"/>
              </a:rPr>
              <a:t>浏览器登录管理中心即可进行各种操作。</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一般来说，可将系统的管理中心服务器放置在网管中心或者安全中心区域，然后对被审计对象进行必要的配置，使得他们的日志信息能够发送到管理中心。管理员通过浏览器可以从任何位置登录管理中心服务器，进行各项操作。</a:t>
            </a:r>
          </a:p>
        </p:txBody>
      </p:sp>
      <p:sp>
        <p:nvSpPr>
          <p:cNvPr id="2" name="标题 1"/>
          <p:cNvSpPr>
            <a:spLocks noGrp="1"/>
          </p:cNvSpPr>
          <p:nvPr>
            <p:ph type="title"/>
          </p:nvPr>
        </p:nvSpPr>
        <p:spPr/>
        <p:txBody>
          <a:bodyPr/>
          <a:lstStyle/>
          <a:p>
            <a:r>
              <a:rPr lang="zh-CN" altLang="en-US" dirty="0"/>
              <a:t>部署方案</a:t>
            </a:r>
          </a:p>
        </p:txBody>
      </p:sp>
    </p:spTree>
    <p:extLst>
      <p:ext uri="{BB962C8B-B14F-4D97-AF65-F5344CB8AC3E}">
        <p14:creationId xmlns:p14="http://schemas.microsoft.com/office/powerpoint/2010/main" val="268727002"/>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097280" y="1181600"/>
            <a:ext cx="9640389"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B/S</a:t>
            </a:r>
            <a:r>
              <a:rPr lang="zh-CN" altLang="en-US" sz="1600" spc="100" dirty="0">
                <a:latin typeface="微软雅黑" panose="020B0503020204020204" pitchFamily="34" charset="-122"/>
                <a:ea typeface="微软雅黑" panose="020B0503020204020204" pitchFamily="34" charset="-122"/>
              </a:rPr>
              <a:t>结构即浏览器和服务器结构。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B/S</a:t>
            </a:r>
            <a:r>
              <a:rPr lang="zh-CN" altLang="en-US" sz="1600" spc="100" dirty="0">
                <a:latin typeface="微软雅黑" panose="020B0503020204020204" pitchFamily="34" charset="-122"/>
                <a:ea typeface="微软雅黑" panose="020B0503020204020204" pitchFamily="34" charset="-122"/>
              </a:rPr>
              <a:t>结构是</a:t>
            </a:r>
            <a:r>
              <a:rPr lang="en-US" altLang="zh-CN" sz="1600" spc="100" dirty="0">
                <a:latin typeface="微软雅黑" panose="020B0503020204020204" pitchFamily="34" charset="-122"/>
                <a:ea typeface="微软雅黑" panose="020B0503020204020204" pitchFamily="34" charset="-122"/>
              </a:rPr>
              <a:t>WEB</a:t>
            </a:r>
            <a:r>
              <a:rPr lang="zh-CN" altLang="en-US" sz="1600" spc="100" dirty="0">
                <a:latin typeface="微软雅黑" panose="020B0503020204020204" pitchFamily="34" charset="-122"/>
                <a:ea typeface="微软雅黑" panose="020B0503020204020204" pitchFamily="34" charset="-122"/>
              </a:rPr>
              <a:t>兴起后的一种网络结构模式</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）用户工作界面是通过</a:t>
            </a:r>
            <a:r>
              <a:rPr lang="en-US" altLang="zh-CN" sz="1600" spc="100" dirty="0">
                <a:latin typeface="微软雅黑" panose="020B0503020204020204" pitchFamily="34" charset="-122"/>
                <a:ea typeface="微软雅黑" panose="020B0503020204020204" pitchFamily="34" charset="-122"/>
              </a:rPr>
              <a:t>WWW</a:t>
            </a:r>
            <a:r>
              <a:rPr lang="zh-CN" altLang="en-US" sz="1600" spc="100" dirty="0">
                <a:latin typeface="微软雅黑" panose="020B0503020204020204" pitchFamily="34" charset="-122"/>
                <a:ea typeface="微软雅黑" panose="020B0503020204020204" pitchFamily="34" charset="-122"/>
              </a:rPr>
              <a:t>浏览器来实现，极少部分事务逻辑在前端</a:t>
            </a:r>
            <a:r>
              <a:rPr lang="en-US" altLang="zh-CN" sz="1600" spc="100" dirty="0">
                <a:latin typeface="微软雅黑" panose="020B0503020204020204" pitchFamily="34" charset="-122"/>
                <a:ea typeface="微软雅黑" panose="020B0503020204020204" pitchFamily="34" charset="-122"/>
              </a:rPr>
              <a:t>(Browser)</a:t>
            </a:r>
            <a:r>
              <a:rPr lang="zh-CN" altLang="en-US" sz="1600" spc="100" dirty="0">
                <a:latin typeface="微软雅黑" panose="020B0503020204020204" pitchFamily="34" charset="-122"/>
                <a:ea typeface="微软雅黑" panose="020B0503020204020204" pitchFamily="34" charset="-122"/>
              </a:rPr>
              <a:t>实现，但是主要事务逻辑在服务器端</a:t>
            </a:r>
            <a:r>
              <a:rPr lang="en-US" altLang="zh-CN" sz="1600" spc="100" dirty="0">
                <a:latin typeface="微软雅黑" panose="020B0503020204020204" pitchFamily="34" charset="-122"/>
                <a:ea typeface="微软雅黑" panose="020B0503020204020204" pitchFamily="34" charset="-122"/>
              </a:rPr>
              <a:t>(Server)</a:t>
            </a:r>
            <a:r>
              <a:rPr lang="zh-CN" altLang="en-US" sz="1600" spc="100" dirty="0">
                <a:latin typeface="微软雅黑" panose="020B0503020204020204" pitchFamily="34" charset="-122"/>
                <a:ea typeface="微软雅黑" panose="020B0503020204020204" pitchFamily="34" charset="-122"/>
              </a:rPr>
              <a:t>实现，形成所谓三层</a:t>
            </a:r>
            <a:r>
              <a:rPr lang="en-US" altLang="zh-CN" sz="1600" spc="100" dirty="0">
                <a:latin typeface="微软雅黑" panose="020B0503020204020204" pitchFamily="34" charset="-122"/>
                <a:ea typeface="微软雅黑" panose="020B0503020204020204" pitchFamily="34" charset="-122"/>
              </a:rPr>
              <a:t>3-tier</a:t>
            </a:r>
            <a:r>
              <a:rPr lang="zh-CN" altLang="en-US" sz="1600" spc="100" dirty="0">
                <a:latin typeface="微软雅黑" panose="020B0503020204020204" pitchFamily="34" charset="-122"/>
                <a:ea typeface="微软雅黑" panose="020B0503020204020204" pitchFamily="34" charset="-122"/>
              </a:rPr>
              <a:t>结构。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）这种模式统一了客户端，将系统功能实现的核心部分集中到服务器上，简化了系统的开发、维护和使用。</a:t>
            </a:r>
          </a:p>
        </p:txBody>
      </p:sp>
      <p:sp>
        <p:nvSpPr>
          <p:cNvPr id="2" name="标题 1"/>
          <p:cNvSpPr>
            <a:spLocks noGrp="1"/>
          </p:cNvSpPr>
          <p:nvPr>
            <p:ph type="title"/>
          </p:nvPr>
        </p:nvSpPr>
        <p:spPr/>
        <p:txBody>
          <a:bodyPr/>
          <a:lstStyle/>
          <a:p>
            <a:r>
              <a:rPr lang="en-US" altLang="zh-CN" dirty="0"/>
              <a:t>B/S</a:t>
            </a:r>
            <a:r>
              <a:rPr lang="zh-CN" altLang="en-US" dirty="0"/>
              <a:t>架构</a:t>
            </a:r>
          </a:p>
        </p:txBody>
      </p:sp>
    </p:spTree>
    <p:extLst>
      <p:ext uri="{BB962C8B-B14F-4D97-AF65-F5344CB8AC3E}">
        <p14:creationId xmlns:p14="http://schemas.microsoft.com/office/powerpoint/2010/main" val="393230889"/>
      </p:ext>
    </p:extLst>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71153" y="1181091"/>
            <a:ext cx="967957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）统一日志监控：通过单一的管理控制台对</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环境的安全信息（日志）进行统一监控，全面掌控环境的安全状况。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）全面的日志采集手段：多种日志采集方式，支持通过</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SNMP</a:t>
            </a:r>
            <a:r>
              <a:rPr lang="zh-CN" altLang="en-US" sz="1600" spc="100" dirty="0">
                <a:latin typeface="微软雅黑" panose="020B0503020204020204" pitchFamily="34" charset="-122"/>
                <a:ea typeface="微软雅黑" panose="020B0503020204020204" pitchFamily="34" charset="-122"/>
              </a:rPr>
              <a:t>、</a:t>
            </a:r>
            <a:r>
              <a:rPr lang="en-US" altLang="zh-CN" sz="1600" spc="100" dirty="0" err="1">
                <a:latin typeface="微软雅黑" panose="020B0503020204020204" pitchFamily="34" charset="-122"/>
                <a:ea typeface="微软雅黑" panose="020B0503020204020204" pitchFamily="34" charset="-122"/>
              </a:rPr>
              <a:t>NetFlow</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ODBC/JDBC</a:t>
            </a:r>
            <a:r>
              <a:rPr lang="zh-CN" altLang="en-US" sz="1600" spc="100" dirty="0">
                <a:latin typeface="微软雅黑" panose="020B0503020204020204" pitchFamily="34" charset="-122"/>
                <a:ea typeface="微软雅黑" panose="020B0503020204020204" pitchFamily="34" charset="-122"/>
              </a:rPr>
              <a:t>等进行日志采集。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）丰富的日志类型支持：支持国内外主流设备、系统的日志类型。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）灵活的部署模式：部署方式灵活，适应性强。</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）日志归一化和实时关联分析：通过归一化和智能日志关联分析引擎，协助用户准确、快速地识别安全事故，从而及时做出响应。</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方案优势</a:t>
            </a:r>
          </a:p>
        </p:txBody>
      </p:sp>
    </p:spTree>
    <p:extLst>
      <p:ext uri="{BB962C8B-B14F-4D97-AF65-F5344CB8AC3E}">
        <p14:creationId xmlns:p14="http://schemas.microsoft.com/office/powerpoint/2010/main" val="659314841"/>
      </p:ext>
    </p:extLst>
  </p:cSld>
  <p:clrMapOvr>
    <a:masterClrMapping/>
  </p:clrMapOvr>
  <p:transition spd="slow">
    <p:blinds dir="ver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86450" y="1162817"/>
            <a:ext cx="9490407"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）该方案将企业和组织的</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资源环境中部署的各类网络或安全设备、安全系统、主机操作系统、数据库以及各种应用系统的日志、事件、告警全部汇集起来，使得用户通过单一的管理控制台对</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环境的安全信息（日志）进行统一监控。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）统一安全监控给客户带来的直接收益就是态势感知（</a:t>
            </a:r>
            <a:r>
              <a:rPr lang="en-US" altLang="zh-CN" sz="1600" spc="100" dirty="0">
                <a:latin typeface="微软雅黑" panose="020B0503020204020204" pitchFamily="34" charset="-122"/>
                <a:ea typeface="微软雅黑" panose="020B0503020204020204" pitchFamily="34" charset="-122"/>
              </a:rPr>
              <a:t>Situation Awareness</a:t>
            </a:r>
            <a:r>
              <a:rPr lang="zh-CN" altLang="en-US" sz="1600" spc="100" dirty="0">
                <a:latin typeface="微软雅黑" panose="020B0503020204020204" pitchFamily="34" charset="-122"/>
                <a:ea typeface="微软雅黑" panose="020B0503020204020204" pitchFamily="34" charset="-122"/>
              </a:rPr>
              <a:t>）。通过态势感知，客户实现对全网综合安全的总体把控。</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 该方案通过统一日志监控使用户不必时常在多个控制台软件之间来回切换、浪费宝贵的时间。与此同时，由于企业和组织的所有安全信息都汇聚到一起，使得用户可以全面掌控</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环境的安全状况，对安全威胁做出更加全面、准确的判断。</a:t>
            </a:r>
          </a:p>
        </p:txBody>
      </p:sp>
      <p:sp>
        <p:nvSpPr>
          <p:cNvPr id="2" name="标题 1"/>
          <p:cNvSpPr>
            <a:spLocks noGrp="1"/>
          </p:cNvSpPr>
          <p:nvPr>
            <p:ph type="title"/>
          </p:nvPr>
        </p:nvSpPr>
        <p:spPr/>
        <p:txBody>
          <a:bodyPr/>
          <a:lstStyle/>
          <a:p>
            <a:r>
              <a:rPr lang="zh-CN" altLang="en-US" dirty="0"/>
              <a:t>统一日志监控</a:t>
            </a:r>
          </a:p>
        </p:txBody>
      </p:sp>
    </p:spTree>
    <p:extLst>
      <p:ext uri="{BB962C8B-B14F-4D97-AF65-F5344CB8AC3E}">
        <p14:creationId xmlns:p14="http://schemas.microsoft.com/office/powerpoint/2010/main" val="1730733317"/>
      </p:ext>
    </p:extLst>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44839" y="1374538"/>
            <a:ext cx="944057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）通过多种方式全面采集网络中各种设备、应用和系统的日志信息，确保用户能够收集并审计所有必需的日志信息，避免出现审计漏洞。</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）支持通过</a:t>
            </a:r>
            <a:r>
              <a:rPr lang="en-US" altLang="zh-CN" sz="1600" spc="100" dirty="0">
                <a:latin typeface="微软雅黑" panose="020B0503020204020204" pitchFamily="34" charset="-122"/>
                <a:ea typeface="微软雅黑" panose="020B0503020204020204" pitchFamily="34" charset="-122"/>
              </a:rPr>
              <a:t>Syslog</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SNMP</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NetFlow</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ODBC/JDBC</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OPSEC LEA</a:t>
            </a:r>
            <a:r>
              <a:rPr lang="zh-CN" altLang="en-US" sz="1600" spc="100" dirty="0">
                <a:latin typeface="微软雅黑" panose="020B0503020204020204" pitchFamily="34" charset="-122"/>
                <a:ea typeface="微软雅黑" panose="020B0503020204020204" pitchFamily="34" charset="-122"/>
              </a:rPr>
              <a:t>、内部私有</a:t>
            </a:r>
            <a:r>
              <a:rPr lang="en-US" altLang="zh-CN" sz="1600" spc="100" dirty="0">
                <a:latin typeface="微软雅黑" panose="020B0503020204020204" pitchFamily="34" charset="-122"/>
                <a:ea typeface="微软雅黑" panose="020B0503020204020204" pitchFamily="34" charset="-122"/>
              </a:rPr>
              <a:t>TCP/ UDP</a:t>
            </a:r>
            <a:r>
              <a:rPr lang="zh-CN" altLang="en-US" sz="1600" spc="100" dirty="0">
                <a:latin typeface="微软雅黑" panose="020B0503020204020204" pitchFamily="34" charset="-122"/>
                <a:ea typeface="微软雅黑" panose="020B0503020204020204" pitchFamily="34" charset="-122"/>
              </a:rPr>
              <a:t>等网络协议进行日志采集。</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全面的日志采集手段</a:t>
            </a:r>
          </a:p>
        </p:txBody>
      </p:sp>
    </p:spTree>
    <p:extLst>
      <p:ext uri="{BB962C8B-B14F-4D97-AF65-F5344CB8AC3E}">
        <p14:creationId xmlns:p14="http://schemas.microsoft.com/office/powerpoint/2010/main" val="419488732"/>
      </p:ext>
    </p:extLst>
  </p:cSld>
  <p:clrMapOvr>
    <a:masterClrMapping/>
  </p:clrMapOvr>
  <p:transition spd="slow">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62593" y="1175878"/>
            <a:ext cx="9823269"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支持国内外大部分主流的设备、系统品牌和型号，能够审计的日志类型如：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Windows</a:t>
            </a:r>
            <a:r>
              <a:rPr lang="zh-CN" altLang="en-US" sz="1600" spc="100" dirty="0">
                <a:latin typeface="微软雅黑" panose="020B0503020204020204" pitchFamily="34" charset="-122"/>
                <a:ea typeface="微软雅黑" panose="020B0503020204020204" pitchFamily="34" charset="-122"/>
              </a:rPr>
              <a:t>操作系统；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NIX</a:t>
            </a:r>
            <a:r>
              <a:rPr lang="zh-CN" altLang="en-US" sz="1600" spc="100" dirty="0">
                <a:latin typeface="微软雅黑" panose="020B0503020204020204" pitchFamily="34" charset="-122"/>
                <a:ea typeface="微软雅黑" panose="020B0503020204020204" pitchFamily="34" charset="-122"/>
              </a:rPr>
              <a:t>操作系统（</a:t>
            </a:r>
            <a:r>
              <a:rPr lang="en-US" altLang="zh-CN" sz="1600" spc="100" dirty="0">
                <a:latin typeface="微软雅黑" panose="020B0503020204020204" pitchFamily="34" charset="-122"/>
                <a:ea typeface="微软雅黑" panose="020B0503020204020204" pitchFamily="34" charset="-122"/>
              </a:rPr>
              <a:t>Solaris</a:t>
            </a: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HP-UX</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Linux</a:t>
            </a: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AIX</a:t>
            </a:r>
            <a:r>
              <a:rPr lang="zh-CN" altLang="en-US" sz="1600" spc="100" dirty="0">
                <a:latin typeface="微软雅黑" panose="020B0503020204020204" pitchFamily="34" charset="-122"/>
                <a:ea typeface="微软雅黑" panose="020B0503020204020204" pitchFamily="34" charset="-122"/>
              </a:rPr>
              <a:t>等）；</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）防火墙、</a:t>
            </a:r>
            <a:r>
              <a:rPr lang="en-US" altLang="zh-CN" sz="1600" spc="100" dirty="0">
                <a:latin typeface="微软雅黑" panose="020B0503020204020204" pitchFamily="34" charset="-122"/>
                <a:ea typeface="微软雅黑" panose="020B0503020204020204" pitchFamily="34" charset="-122"/>
              </a:rPr>
              <a:t>VPN</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）交换机</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路由器；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）应用系统安全；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）入侵检测系统、入侵防御系统等。</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丰富的日志类型支持</a:t>
            </a:r>
          </a:p>
        </p:txBody>
      </p:sp>
    </p:spTree>
    <p:extLst>
      <p:ext uri="{BB962C8B-B14F-4D97-AF65-F5344CB8AC3E}">
        <p14:creationId xmlns:p14="http://schemas.microsoft.com/office/powerpoint/2010/main" val="3511024204"/>
      </p:ext>
    </p:extLst>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72989" y="1395118"/>
            <a:ext cx="802776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部署方式十分灵活；</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网络环境的适应性极强；</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支持单一的中小型网络；</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支持跨区域、分级分层、物理</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逻辑隔离的大规模网络</a:t>
            </a:r>
            <a:endParaRPr lang="zh-CN"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灵活的部署方式</a:t>
            </a:r>
          </a:p>
        </p:txBody>
      </p:sp>
    </p:spTree>
    <p:extLst>
      <p:ext uri="{BB962C8B-B14F-4D97-AF65-F5344CB8AC3E}">
        <p14:creationId xmlns:p14="http://schemas.microsoft.com/office/powerpoint/2010/main" val="1248712797"/>
      </p:ext>
    </p:extLst>
  </p:cSld>
  <p:clrMapOvr>
    <a:masterClrMapping/>
  </p:clrMapOvr>
  <p:transition spd="slow">
    <p:blinds dir="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60417" y="1135606"/>
            <a:ext cx="982544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）收集企业和组织中的所有安全日志和告警信息，通过归一化和智能日志关联分析引擎，协助用户准确、快速地识别安全事故，及时做出响应。</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）将异构的日志变成系统可识别的统一的日志，屏蔽不同厂商以及不同类型的产品之间的日志差异，使得日志关联分析成为可能。</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）通过关联分析，将来自不同信息源的日志融合到一起，发掘日志之间的关系，找到真正的外部入侵和内部违规。</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）在采集和归一化日志后，一方面将日志存入数据库，另一方面同步地在内存中（</a:t>
            </a:r>
            <a:r>
              <a:rPr lang="en-US" altLang="zh-CN" sz="1600" spc="100" dirty="0">
                <a:latin typeface="微软雅黑" panose="020B0503020204020204" pitchFamily="34" charset="-122"/>
                <a:ea typeface="微软雅黑" panose="020B0503020204020204" pitchFamily="34" charset="-122"/>
              </a:rPr>
              <a:t>In-Memory</a:t>
            </a:r>
            <a:r>
              <a:rPr lang="zh-CN" altLang="en-US" sz="1600" spc="100" dirty="0">
                <a:latin typeface="微软雅黑" panose="020B0503020204020204" pitchFamily="34" charset="-122"/>
                <a:ea typeface="微软雅黑" panose="020B0503020204020204" pitchFamily="34" charset="-122"/>
              </a:rPr>
              <a:t>）进行实时关联分析。实时性确保了日志被及时审计，同时能够快速发现安全隐患。</a:t>
            </a:r>
          </a:p>
        </p:txBody>
      </p:sp>
      <p:sp>
        <p:nvSpPr>
          <p:cNvPr id="2" name="标题 1"/>
          <p:cNvSpPr>
            <a:spLocks noGrp="1"/>
          </p:cNvSpPr>
          <p:nvPr>
            <p:ph type="title"/>
          </p:nvPr>
        </p:nvSpPr>
        <p:spPr/>
        <p:txBody>
          <a:bodyPr/>
          <a:lstStyle/>
          <a:p>
            <a:r>
              <a:rPr lang="zh-CN" altLang="en-US" dirty="0"/>
              <a:t>日志归一化和实时关联分析</a:t>
            </a:r>
          </a:p>
        </p:txBody>
      </p:sp>
    </p:spTree>
    <p:extLst>
      <p:ext uri="{BB962C8B-B14F-4D97-AF65-F5344CB8AC3E}">
        <p14:creationId xmlns:p14="http://schemas.microsoft.com/office/powerpoint/2010/main" val="1945370908"/>
      </p:ext>
    </p:extLst>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金融行业日志审计解决方案</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7.2</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6218942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988823" y="1163412"/>
            <a:ext cx="9840286"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）实现日志信息的集中采集与存储：银行每天产生大量日志信息，缺乏有效的管理工具实现日志信息的集中采集与存储。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）统一日志格式，提高日志可读性差：不同系统产生不同的日志格式，且原始日志可读性较差，需提高日志可读性。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）实现全面、准确、及时地分析日志，并发现运行安全风险。</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）实现系统审计，满足系统安全管理的监管要求。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）实现报表自动选取，定时发送：支持邮件每日、每周、每月、每年报表，且客户可以自己选择所有报表的</a:t>
            </a:r>
            <a:r>
              <a:rPr lang="en-US" altLang="zh-CN" sz="1600" spc="100" dirty="0">
                <a:latin typeface="微软雅黑" panose="020B0503020204020204" pitchFamily="34" charset="-122"/>
                <a:ea typeface="微软雅黑" panose="020B0503020204020204" pitchFamily="34" charset="-122"/>
              </a:rPr>
              <a:t>TOPX</a:t>
            </a:r>
            <a:r>
              <a:rPr lang="zh-CN" altLang="en-US" sz="1600" spc="100" dirty="0">
                <a:latin typeface="微软雅黑" panose="020B0503020204020204" pitchFamily="34" charset="-122"/>
                <a:ea typeface="微软雅黑" panose="020B0503020204020204" pitchFamily="34" charset="-122"/>
              </a:rPr>
              <a:t>。</a:t>
            </a:r>
          </a:p>
        </p:txBody>
      </p:sp>
      <p:sp>
        <p:nvSpPr>
          <p:cNvPr id="2" name="标题 1"/>
          <p:cNvSpPr>
            <a:spLocks noGrp="1"/>
          </p:cNvSpPr>
          <p:nvPr>
            <p:ph type="title"/>
          </p:nvPr>
        </p:nvSpPr>
        <p:spPr/>
        <p:txBody>
          <a:bodyPr/>
          <a:lstStyle/>
          <a:p>
            <a:r>
              <a:rPr lang="zh-CN" altLang="en-US" dirty="0"/>
              <a:t>需求分析</a:t>
            </a:r>
          </a:p>
        </p:txBody>
      </p:sp>
    </p:spTree>
    <p:extLst>
      <p:ext uri="{BB962C8B-B14F-4D97-AF65-F5344CB8AC3E}">
        <p14:creationId xmlns:p14="http://schemas.microsoft.com/office/powerpoint/2010/main" val="2025773908"/>
      </p:ext>
    </p:extLst>
  </p:cSld>
  <p:clrMapOvr>
    <a:masterClrMapping/>
  </p:clrMapOvr>
  <p:transition spd="slow">
    <p:blinds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225732" y="1285195"/>
            <a:ext cx="5331822"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网神</a:t>
            </a:r>
            <a:r>
              <a:rPr lang="en-US" altLang="zh-CN" sz="1600" spc="100" dirty="0" err="1">
                <a:latin typeface="微软雅黑" panose="020B0503020204020204" pitchFamily="34" charset="-122"/>
                <a:ea typeface="微软雅黑" panose="020B0503020204020204" pitchFamily="34" charset="-122"/>
              </a:rPr>
              <a:t>SecFox</a:t>
            </a:r>
            <a:r>
              <a:rPr lang="en-US" altLang="zh-CN" sz="1600" spc="100" dirty="0">
                <a:latin typeface="微软雅黑" panose="020B0503020204020204" pitchFamily="34" charset="-122"/>
                <a:ea typeface="微软雅黑" panose="020B0503020204020204" pitchFamily="34" charset="-122"/>
              </a:rPr>
              <a:t>-LAS</a:t>
            </a:r>
            <a:r>
              <a:rPr lang="zh-CN" altLang="en-US" sz="1600" spc="100" dirty="0">
                <a:latin typeface="微软雅黑" panose="020B0503020204020204" pitchFamily="34" charset="-122"/>
                <a:ea typeface="微软雅黑" panose="020B0503020204020204" pitchFamily="34" charset="-122"/>
              </a:rPr>
              <a:t>日志审计系统，在网络环境中旁路部署到交换机旁，不改变网络拓扑，不影响正常业务流通，只需网络设备与日志设计设备网络层可达即可，能接收到设备发过来的日志。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）实现高性能日志采集与海量存储。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）解析日志消息生成日志报表。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）实现日志归一化和关联分析。</a:t>
            </a:r>
          </a:p>
        </p:txBody>
      </p:sp>
      <p:sp>
        <p:nvSpPr>
          <p:cNvPr id="2" name="标题 1"/>
          <p:cNvSpPr>
            <a:spLocks noGrp="1"/>
          </p:cNvSpPr>
          <p:nvPr>
            <p:ph type="title"/>
          </p:nvPr>
        </p:nvSpPr>
        <p:spPr/>
        <p:txBody>
          <a:bodyPr/>
          <a:lstStyle/>
          <a:p>
            <a:r>
              <a:rPr lang="zh-CN" altLang="en-US" dirty="0"/>
              <a:t>解决方案</a:t>
            </a: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7858" y="3009900"/>
            <a:ext cx="3778935" cy="1489157"/>
          </a:xfrm>
          <a:prstGeom prst="rect">
            <a:avLst/>
          </a:prstGeom>
        </p:spPr>
      </p:pic>
    </p:spTree>
    <p:extLst>
      <p:ext uri="{BB962C8B-B14F-4D97-AF65-F5344CB8AC3E}">
        <p14:creationId xmlns:p14="http://schemas.microsoft.com/office/powerpoint/2010/main" val="3358346233"/>
      </p:ext>
    </p:extLst>
  </p:cSld>
  <p:clrMapOvr>
    <a:masterClrMapping/>
  </p:clrMapOvr>
  <p:transition spd="slow">
    <p:blinds dir="vert"/>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988822" y="1273426"/>
            <a:ext cx="1020146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defPPr>
              <a:defRPr lang="zh-CN"/>
            </a:defPPr>
            <a:lvl1pPr>
              <a:lnSpc>
                <a:spcPct val="150000"/>
              </a:lnSpc>
              <a:buFont typeface="Arial" panose="020B0604020202020204" pitchFamily="34" charset="0"/>
              <a:buNone/>
              <a:defRPr sz="1600" spc="100">
                <a:latin typeface="微软雅黑" panose="020B0503020204020204" pitchFamily="34" charset="-122"/>
                <a:ea typeface="微软雅黑" panose="020B0503020204020204" pitchFamily="34" charset="-122"/>
              </a:defRPr>
            </a:lvl1pPr>
          </a:lstStyle>
          <a:p>
            <a:r>
              <a:rPr lang="zh-CN" altLang="en-US" dirty="0"/>
              <a:t>（</a:t>
            </a:r>
            <a:r>
              <a:rPr lang="en-US" altLang="zh-CN" dirty="0"/>
              <a:t>1</a:t>
            </a:r>
            <a:r>
              <a:rPr lang="zh-CN" altLang="en-US" dirty="0"/>
              <a:t>）日志审计系统统一存储采集得到的所有日志、事件和告警信息，建立集中日志存储系统；</a:t>
            </a:r>
            <a:endParaRPr lang="en-US" altLang="zh-CN" dirty="0"/>
          </a:p>
          <a:p>
            <a:r>
              <a:rPr lang="zh-CN" altLang="en-US" dirty="0"/>
              <a:t>（</a:t>
            </a:r>
            <a:r>
              <a:rPr lang="en-US" altLang="zh-CN" dirty="0"/>
              <a:t>2</a:t>
            </a:r>
            <a:r>
              <a:rPr lang="zh-CN" altLang="en-US" dirty="0"/>
              <a:t>）实现国家标准和法律法规中对于日志存储的强制性要求；</a:t>
            </a:r>
            <a:endParaRPr lang="en-US" altLang="zh-CN" dirty="0"/>
          </a:p>
          <a:p>
            <a:r>
              <a:rPr lang="zh-CN" altLang="en-US" dirty="0"/>
              <a:t>（</a:t>
            </a:r>
            <a:r>
              <a:rPr lang="en-US" altLang="zh-CN" dirty="0"/>
              <a:t>3</a:t>
            </a:r>
            <a:r>
              <a:rPr lang="zh-CN" altLang="en-US" dirty="0"/>
              <a:t>）日志集中存储降低日志分散存储的管理成本，提高日志管理的可靠性，消除本地日志存储情况下可能被抹掉的危险；</a:t>
            </a:r>
            <a:endParaRPr lang="en-US" altLang="zh-CN" dirty="0"/>
          </a:p>
          <a:p>
            <a:r>
              <a:rPr lang="zh-CN" altLang="en-US" dirty="0"/>
              <a:t>（</a:t>
            </a:r>
            <a:r>
              <a:rPr lang="en-US" altLang="zh-CN" dirty="0"/>
              <a:t>4</a:t>
            </a:r>
            <a:r>
              <a:rPr lang="zh-CN" altLang="en-US" dirty="0"/>
              <a:t>）日志集中存储可以在发生安全事故的时候增加一个追查取证的信息来源和依据。</a:t>
            </a:r>
            <a:endParaRPr lang="en-US" altLang="zh-CN" dirty="0"/>
          </a:p>
          <a:p>
            <a:r>
              <a:rPr lang="zh-CN" altLang="en-US" dirty="0"/>
              <a:t>（</a:t>
            </a:r>
            <a:r>
              <a:rPr lang="en-US" altLang="zh-CN" dirty="0"/>
              <a:t>5</a:t>
            </a:r>
            <a:r>
              <a:rPr lang="zh-CN" altLang="en-US" dirty="0"/>
              <a:t>）系统具有海量日志接收和存储的能力，提供多种日志存储策略，能够方便地进行日志备份和恢复。</a:t>
            </a:r>
            <a:endParaRPr lang="zh-CN" altLang="zh-CN" dirty="0"/>
          </a:p>
        </p:txBody>
      </p:sp>
      <p:sp>
        <p:nvSpPr>
          <p:cNvPr id="2" name="标题 1"/>
          <p:cNvSpPr>
            <a:spLocks noGrp="1"/>
          </p:cNvSpPr>
          <p:nvPr>
            <p:ph type="title"/>
          </p:nvPr>
        </p:nvSpPr>
        <p:spPr/>
        <p:txBody>
          <a:bodyPr/>
          <a:lstStyle/>
          <a:p>
            <a:r>
              <a:rPr lang="zh-CN" altLang="en-US" dirty="0"/>
              <a:t>实现高性能日志采集与海量存储</a:t>
            </a:r>
          </a:p>
        </p:txBody>
      </p:sp>
    </p:spTree>
    <p:extLst>
      <p:ext uri="{BB962C8B-B14F-4D97-AF65-F5344CB8AC3E}">
        <p14:creationId xmlns:p14="http://schemas.microsoft.com/office/powerpoint/2010/main" val="335474940"/>
      </p:ext>
    </p:extLst>
  </p:cSld>
  <p:clrMapOvr>
    <a:masterClrMapping/>
  </p:clrMapOvr>
  <p:transition spd="slow">
    <p:blinds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75899" y="1200527"/>
            <a:ext cx="947033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）日志审计系统可以对每日收到的日志消息解析后生成需要的报表，并通过邮件发送发送给用户；</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）客户可通过每日或每周生成日志统计报表来查看分析网络设备的故障等问题。</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解析日志消息生成日志表表</a:t>
            </a:r>
          </a:p>
        </p:txBody>
      </p:sp>
    </p:spTree>
    <p:extLst>
      <p:ext uri="{BB962C8B-B14F-4D97-AF65-F5344CB8AC3E}">
        <p14:creationId xmlns:p14="http://schemas.microsoft.com/office/powerpoint/2010/main" val="532417556"/>
      </p:ext>
    </p:extLst>
  </p:cSld>
  <p:clrMapOvr>
    <a:masterClrMapping/>
  </p:clrMapOvr>
  <p:transition spd="slow">
    <p:blinds dir="vert"/>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68884" y="1097501"/>
            <a:ext cx="9621036"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）网神</a:t>
            </a:r>
            <a:r>
              <a:rPr lang="en-US" altLang="zh-CN" sz="1600" spc="100" dirty="0" err="1">
                <a:latin typeface="微软雅黑" panose="020B0503020204020204" pitchFamily="34" charset="-122"/>
                <a:ea typeface="微软雅黑" panose="020B0503020204020204" pitchFamily="34" charset="-122"/>
              </a:rPr>
              <a:t>SecFox</a:t>
            </a:r>
            <a:r>
              <a:rPr lang="en-US" altLang="zh-CN" sz="1600" spc="100" dirty="0">
                <a:latin typeface="微软雅黑" panose="020B0503020204020204" pitchFamily="34" charset="-122"/>
                <a:ea typeface="微软雅黑" panose="020B0503020204020204" pitchFamily="34" charset="-122"/>
              </a:rPr>
              <a:t>-LAS</a:t>
            </a:r>
            <a:r>
              <a:rPr lang="zh-CN" altLang="en-US" sz="1600" spc="100" dirty="0">
                <a:latin typeface="微软雅黑" panose="020B0503020204020204" pitchFamily="34" charset="-122"/>
                <a:ea typeface="微软雅黑" panose="020B0503020204020204" pitchFamily="34" charset="-122"/>
              </a:rPr>
              <a:t>日志审计系统将异构的日志变成系统可识别的统一的日志，屏蔽不同厂商以及不同类型的产品之间的日志差异，使得日志关联分析成为可能；而传统的日志审计系统仅针对原始日志的时间、源</a:t>
            </a:r>
            <a:r>
              <a:rPr lang="en-US" altLang="zh-CN" sz="1600" spc="100" dirty="0">
                <a:latin typeface="微软雅黑" panose="020B0503020204020204" pitchFamily="34" charset="-122"/>
                <a:ea typeface="微软雅黑" panose="020B0503020204020204" pitchFamily="34" charset="-122"/>
              </a:rPr>
              <a:t>/</a:t>
            </a:r>
            <a:r>
              <a:rPr lang="zh-CN" altLang="en-US" sz="1600" spc="100" dirty="0">
                <a:latin typeface="微软雅黑" panose="020B0503020204020204" pitchFamily="34" charset="-122"/>
                <a:ea typeface="微软雅黑" panose="020B0503020204020204" pitchFamily="34" charset="-122"/>
              </a:rPr>
              <a:t>目的</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地址等信息进行简单分解，其他主要内容则原封不动，全部存储在数据库中，仅仅提供普通的日志查询功能。</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）在进行日志归一化的同时，还保留了原始日志记录，便于将来进行具有司法证据效力的调查取证分析。</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实时关联分析是该日志审计系统的核心，也是该系统区别于传统安全日志审计系统的最关键特征。正是通过关联分析，将来自不同信息源的日志融合到一起，发掘出日志之间的关系，找到真正的外部入侵和内部违规。</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实现日志归一化和关联分析</a:t>
            </a:r>
          </a:p>
        </p:txBody>
      </p:sp>
    </p:spTree>
    <p:extLst>
      <p:ext uri="{BB962C8B-B14F-4D97-AF65-F5344CB8AC3E}">
        <p14:creationId xmlns:p14="http://schemas.microsoft.com/office/powerpoint/2010/main" val="2205594115"/>
      </p:ext>
    </p:extLst>
  </p:cSld>
  <p:clrMapOvr>
    <a:masterClrMapping/>
  </p:clrMapOvr>
  <p:transition spd="slow">
    <p:blinds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8299649" y="1200312"/>
          <a:ext cx="1497378" cy="5255523"/>
        </p:xfrm>
        <a:graphic>
          <a:graphicData uri="http://schemas.openxmlformats.org/presentationml/2006/ole">
            <mc:AlternateContent xmlns:mc="http://schemas.openxmlformats.org/markup-compatibility/2006">
              <mc:Choice xmlns:v="urn:schemas-microsoft-com:vml" Requires="v">
                <p:oleObj spid="_x0000_s3110" name="Visio" r:id="rId4" imgW="2095500" imgH="8191500" progId="Visio.DrawingConvertable.15">
                  <p:embed/>
                </p:oleObj>
              </mc:Choice>
              <mc:Fallback>
                <p:oleObj name="Visio" r:id="rId4" imgW="2095500" imgH="8191500" progId="Visio.DrawingConvertable.15">
                  <p:embed/>
                  <p:pic>
                    <p:nvPicPr>
                      <p:cNvPr id="1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9649" y="1200312"/>
                        <a:ext cx="1497378" cy="5255523"/>
                      </a:xfrm>
                      <a:prstGeom prst="rect">
                        <a:avLst/>
                      </a:prstGeom>
                      <a:noFill/>
                    </p:spPr>
                  </p:pic>
                </p:oleObj>
              </mc:Fallback>
            </mc:AlternateContent>
          </a:graphicData>
        </a:graphic>
      </p:graphicFrame>
      <p:sp>
        <p:nvSpPr>
          <p:cNvPr id="11" name="矩形 10"/>
          <p:cNvSpPr/>
          <p:nvPr/>
        </p:nvSpPr>
        <p:spPr>
          <a:xfrm>
            <a:off x="1254403" y="1200312"/>
            <a:ext cx="5603945"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）保障日志的完整性和安全性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）高效地采集日志，丰富的日志采集方式</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）高效的实时分析统计与报表分析统计</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）定制事件警告规则</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）统一的安全管理平台，提高工作效率</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）定制安全统计报表</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方案优势</a:t>
            </a:r>
          </a:p>
        </p:txBody>
      </p:sp>
    </p:spTree>
    <p:extLst>
      <p:ext uri="{BB962C8B-B14F-4D97-AF65-F5344CB8AC3E}">
        <p14:creationId xmlns:p14="http://schemas.microsoft.com/office/powerpoint/2010/main" val="729174973"/>
      </p:ext>
    </p:extLst>
  </p:cSld>
  <p:clrMapOvr>
    <a:masterClrMapping/>
  </p:clrMapOvr>
  <p:transition spd="slow">
    <p:blinds dir="ver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11268" y="1210707"/>
            <a:ext cx="9678652"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实现对用户业务数据网络中的网络设备、安全设备日志的集中采集与存储，使得日志的完整性、安全性得到保障。</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保障日志的完整性和安全性</a:t>
            </a:r>
          </a:p>
        </p:txBody>
      </p:sp>
    </p:spTree>
    <p:extLst>
      <p:ext uri="{BB962C8B-B14F-4D97-AF65-F5344CB8AC3E}">
        <p14:creationId xmlns:p14="http://schemas.microsoft.com/office/powerpoint/2010/main" val="1342102243"/>
      </p:ext>
    </p:extLst>
  </p:cSld>
  <p:clrMapOvr>
    <a:masterClrMapping/>
  </p:clrMapOvr>
  <p:transition spd="slow">
    <p:blinds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142032" y="1179322"/>
            <a:ext cx="967401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）通过多种方式全面采集网络中各种设备、应用和系统的日志信息，确保用户能够收集并审计所有必需的日志信息，避免出现审计漏洞。</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）系统为用户提供一个软件的通用日志采集器（</a:t>
            </a:r>
            <a:r>
              <a:rPr lang="en-US" altLang="zh-CN" sz="1600" spc="100" dirty="0">
                <a:latin typeface="微软雅黑" panose="020B0503020204020204" pitchFamily="34" charset="-122"/>
                <a:ea typeface="微软雅黑" panose="020B0503020204020204" pitchFamily="34" charset="-122"/>
              </a:rPr>
              <a:t>Generic Log Collector</a:t>
            </a:r>
            <a:r>
              <a:rPr lang="zh-CN" altLang="en-US" sz="1600" spc="100" dirty="0">
                <a:latin typeface="微软雅黑" panose="020B0503020204020204" pitchFamily="34" charset="-122"/>
                <a:ea typeface="微软雅黑" panose="020B0503020204020204" pitchFamily="34" charset="-122"/>
              </a:rPr>
              <a:t>，简称</a:t>
            </a:r>
            <a:r>
              <a:rPr lang="en-US" altLang="zh-CN" sz="1600" spc="100" dirty="0">
                <a:latin typeface="微软雅黑" panose="020B0503020204020204" pitchFamily="34" charset="-122"/>
                <a:ea typeface="微软雅黑" panose="020B0503020204020204" pitchFamily="34" charset="-122"/>
              </a:rPr>
              <a:t>GLC</a:t>
            </a:r>
            <a:r>
              <a:rPr lang="zh-CN" altLang="en-US" sz="1600" spc="100" dirty="0">
                <a:latin typeface="微软雅黑" panose="020B0503020204020204" pitchFamily="34" charset="-122"/>
                <a:ea typeface="微软雅黑" panose="020B0503020204020204" pitchFamily="34" charset="-122"/>
              </a:rPr>
              <a:t>，也称为事件传感器）。该日志采集器能够自动将指定的日志（文件或者数据库记录）发送到审计中心。</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高效地采集日志，丰富的日志采集方式</a:t>
            </a:r>
          </a:p>
        </p:txBody>
      </p:sp>
    </p:spTree>
    <p:extLst>
      <p:ext uri="{BB962C8B-B14F-4D97-AF65-F5344CB8AC3E}">
        <p14:creationId xmlns:p14="http://schemas.microsoft.com/office/powerpoint/2010/main" val="1922557388"/>
      </p:ext>
    </p:extLst>
  </p:cSld>
  <p:clrMapOvr>
    <a:masterClrMapping/>
  </p:clrMapOvr>
  <p:transition spd="slow">
    <p:blinds dir="vert"/>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70559" y="1051127"/>
            <a:ext cx="9697737"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）实现高效的采集与高效的实时分析统计与报表分析统计，让用户更清楚的了解、感知、掌握网络的运行状况；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）满足了用户对日志审计的要求，让用户更全面及时详细的掌握全网的状态，提高工作效率，更便于其它工作的展开。</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）实时性确保日志被及时审计，同时能够快速发现安全隐患。</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高效的实时分析统计与报表分析统计</a:t>
            </a:r>
          </a:p>
        </p:txBody>
      </p:sp>
    </p:spTree>
    <p:extLst>
      <p:ext uri="{BB962C8B-B14F-4D97-AF65-F5344CB8AC3E}">
        <p14:creationId xmlns:p14="http://schemas.microsoft.com/office/powerpoint/2010/main" val="2605334279"/>
      </p:ext>
    </p:extLst>
  </p:cSld>
  <p:clrMapOvr>
    <a:masterClrMapping/>
  </p:clrMapOvr>
  <p:transition spd="slow">
    <p:blinds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88719" y="1405875"/>
            <a:ext cx="9548949"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）日志审计系统定制了事件告警规则，使得管理员第一时间知道系统所发生的高风险事件，并做出相应的事件处理，最大程度的降低安全风险。</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）通过安全事件告警的方式，在运维人员有限的条件下，有效地把握运维工作的重点，进一步增强系统安全运维工作的主动性，更好地保障系统的正常运行，有效规避日志信息分散存储存在的非法删除风险。</a:t>
            </a:r>
          </a:p>
        </p:txBody>
      </p:sp>
      <p:sp>
        <p:nvSpPr>
          <p:cNvPr id="2" name="标题 1"/>
          <p:cNvSpPr>
            <a:spLocks noGrp="1"/>
          </p:cNvSpPr>
          <p:nvPr>
            <p:ph type="title"/>
          </p:nvPr>
        </p:nvSpPr>
        <p:spPr/>
        <p:txBody>
          <a:bodyPr/>
          <a:lstStyle/>
          <a:p>
            <a:r>
              <a:rPr lang="zh-CN" altLang="en-US" dirty="0"/>
              <a:t>定制事件警告规则</a:t>
            </a:r>
          </a:p>
        </p:txBody>
      </p:sp>
    </p:spTree>
    <p:extLst>
      <p:ext uri="{BB962C8B-B14F-4D97-AF65-F5344CB8AC3E}">
        <p14:creationId xmlns:p14="http://schemas.microsoft.com/office/powerpoint/2010/main" val="3389578447"/>
      </p:ext>
    </p:extLst>
  </p:cSld>
  <p:clrMapOvr>
    <a:masterClrMapping/>
  </p:clrMapOvr>
  <p:transition spd="slow">
    <p:blinds dir="vert"/>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70968" y="1265652"/>
            <a:ext cx="937526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）日志审计系统对采集到的不同类型的信息进行归一化和关联分析，最大程度地消除误报和错报，找出漏报，</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）通过统一的安全管理平台控制台界面进行实时、可视化的呈现，协助安全管理人员迅速准确地识别安全事故，消除了管理员在多个控制台来回切换的烦恼，提高工作效率。</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统一的安全管理平台，提高工作效率</a:t>
            </a:r>
          </a:p>
        </p:txBody>
      </p:sp>
    </p:spTree>
    <p:extLst>
      <p:ext uri="{BB962C8B-B14F-4D97-AF65-F5344CB8AC3E}">
        <p14:creationId xmlns:p14="http://schemas.microsoft.com/office/powerpoint/2010/main" val="722802947"/>
      </p:ext>
    </p:extLst>
  </p:cSld>
  <p:clrMapOvr>
    <a:masterClrMapping/>
  </p:clrMapOvr>
  <p:transition spd="slow">
    <p:blinds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p:cNvGraphicFramePr>
            <a:graphicFrameLocks noChangeAspect="1"/>
          </p:cNvGraphicFramePr>
          <p:nvPr/>
        </p:nvGraphicFramePr>
        <p:xfrm>
          <a:off x="5598802" y="1276513"/>
          <a:ext cx="4844508" cy="4870289"/>
        </p:xfrm>
        <a:graphic>
          <a:graphicData uri="http://schemas.openxmlformats.org/presentationml/2006/ole">
            <mc:AlternateContent xmlns:mc="http://schemas.openxmlformats.org/markup-compatibility/2006">
              <mc:Choice xmlns:v="urn:schemas-microsoft-com:vml" Requires="v">
                <p:oleObj spid="_x0000_s4134" name="Visio" r:id="rId4" imgW="11049000" imgH="10363200" progId="Visio.DrawingConvertable.15">
                  <p:embed/>
                </p:oleObj>
              </mc:Choice>
              <mc:Fallback>
                <p:oleObj name="Visio" r:id="rId4" imgW="11049000" imgH="10363200" progId="Visio.DrawingConvertable.15">
                  <p:embed/>
                  <p:pic>
                    <p:nvPicPr>
                      <p:cNvPr id="8"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8802" y="1276513"/>
                        <a:ext cx="4844508" cy="4870289"/>
                      </a:xfrm>
                      <a:prstGeom prst="rect">
                        <a:avLst/>
                      </a:prstGeom>
                      <a:noFill/>
                    </p:spPr>
                  </p:pic>
                </p:oleObj>
              </mc:Fallback>
            </mc:AlternateContent>
          </a:graphicData>
        </a:graphic>
      </p:graphicFrame>
      <p:sp>
        <p:nvSpPr>
          <p:cNvPr id="9" name="矩形 8"/>
          <p:cNvSpPr/>
          <p:nvPr/>
        </p:nvSpPr>
        <p:spPr>
          <a:xfrm>
            <a:off x="898076" y="1657726"/>
            <a:ext cx="440544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）根据收集到的各类日志，制作各种统计报表，实现各个图表的趋势分析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）通过图表的趋势图分析，信息部门可清晰掌控现有网络的安全状况，从而进一步提高管理水平</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定制安全统计报表</a:t>
            </a:r>
          </a:p>
        </p:txBody>
      </p:sp>
    </p:spTree>
    <p:extLst>
      <p:ext uri="{BB962C8B-B14F-4D97-AF65-F5344CB8AC3E}">
        <p14:creationId xmlns:p14="http://schemas.microsoft.com/office/powerpoint/2010/main" val="2066064501"/>
      </p:ext>
    </p:extLst>
  </p:cSld>
  <p:clrMapOvr>
    <a:masterClrMapping/>
  </p:clrMapOvr>
  <p:transition spd="slow">
    <p:blinds dir="ver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航空公司日志审计解决方案</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7.3</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6032055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31966" y="1163412"/>
            <a:ext cx="966651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）全面提升安全管理：航空公司部署的大量入侵防御检测系统，仅能防堵某个方面的安全威胁，需全面提升安全管理。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）全方面对海量数据进行采集：航空公司的防御设施产生的大量安全日志数据，需进行全方面的数据采集。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）实现信息系统一体化：标准化处理海量数据，进行集中化管理，实现安全一体化管控。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）掌控全网安全态势：借助安全一体化管控，实现对全网安全态势的实时掌控。</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需求分析</a:t>
            </a:r>
          </a:p>
        </p:txBody>
      </p:sp>
    </p:spTree>
    <p:extLst>
      <p:ext uri="{BB962C8B-B14F-4D97-AF65-F5344CB8AC3E}">
        <p14:creationId xmlns:p14="http://schemas.microsoft.com/office/powerpoint/2010/main" val="1773405329"/>
      </p:ext>
    </p:extLst>
  </p:cSld>
  <p:clrMapOvr>
    <a:masterClrMapping/>
  </p:clrMapOvr>
  <p:transition spd="slow">
    <p:blinds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218894" y="1302201"/>
            <a:ext cx="5338660"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网神</a:t>
            </a:r>
            <a:r>
              <a:rPr lang="en-US" altLang="zh-CN" sz="1600" spc="100" dirty="0" err="1">
                <a:latin typeface="微软雅黑" panose="020B0503020204020204" pitchFamily="34" charset="-122"/>
                <a:ea typeface="微软雅黑" panose="020B0503020204020204" pitchFamily="34" charset="-122"/>
              </a:rPr>
              <a:t>SecFox</a:t>
            </a:r>
            <a:r>
              <a:rPr lang="en-US" altLang="zh-CN" sz="1600" spc="100" dirty="0">
                <a:latin typeface="微软雅黑" panose="020B0503020204020204" pitchFamily="34" charset="-122"/>
                <a:ea typeface="微软雅黑" panose="020B0503020204020204" pitchFamily="34" charset="-122"/>
              </a:rPr>
              <a:t>-LAS</a:t>
            </a:r>
            <a:r>
              <a:rPr lang="zh-CN" altLang="en-US" sz="1600" spc="100" dirty="0">
                <a:latin typeface="微软雅黑" panose="020B0503020204020204" pitchFamily="34" charset="-122"/>
                <a:ea typeface="微软雅黑" panose="020B0503020204020204" pitchFamily="34" charset="-122"/>
              </a:rPr>
              <a:t>日志审计系统，是一款具有成熟和完整的体系架构的产品，在日志收集、日志分析、数据挖掘和符合性管理等关键技术领域处于业界领先的位置。其提供了对大多数主流设备、操作系统和应用系统日志格式的支持，不支持的设备可通过系统提供的功能定制开发，可为航空公司提供一体化的安全管理平台。</a:t>
            </a:r>
          </a:p>
        </p:txBody>
      </p:sp>
      <p:sp>
        <p:nvSpPr>
          <p:cNvPr id="2" name="标题 1"/>
          <p:cNvSpPr>
            <a:spLocks noGrp="1"/>
          </p:cNvSpPr>
          <p:nvPr>
            <p:ph type="title"/>
          </p:nvPr>
        </p:nvSpPr>
        <p:spPr/>
        <p:txBody>
          <a:bodyPr/>
          <a:lstStyle/>
          <a:p>
            <a:r>
              <a:rPr lang="zh-CN" altLang="en-US" dirty="0"/>
              <a:t>解决方案</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7858" y="3009900"/>
            <a:ext cx="3778935" cy="1489157"/>
          </a:xfrm>
          <a:prstGeom prst="rect">
            <a:avLst/>
          </a:prstGeom>
        </p:spPr>
      </p:pic>
    </p:spTree>
    <p:extLst>
      <p:ext uri="{BB962C8B-B14F-4D97-AF65-F5344CB8AC3E}">
        <p14:creationId xmlns:p14="http://schemas.microsoft.com/office/powerpoint/2010/main" val="3318643060"/>
      </p:ext>
    </p:extLst>
  </p:cSld>
  <p:clrMapOvr>
    <a:masterClrMapping/>
  </p:clrMapOvr>
  <p:transition spd="slow">
    <p:blinds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extLst>
              <p:ext uri="{D42A27DB-BD31-4B8C-83A1-F6EECF244321}">
                <p14:modId xmlns:p14="http://schemas.microsoft.com/office/powerpoint/2010/main" val="2619799145"/>
              </p:ext>
            </p:extLst>
          </p:nvPr>
        </p:nvGraphicFramePr>
        <p:xfrm>
          <a:off x="5831100" y="1317318"/>
          <a:ext cx="5202661" cy="5029200"/>
        </p:xfrm>
        <a:graphic>
          <a:graphicData uri="http://schemas.openxmlformats.org/presentationml/2006/ole">
            <mc:AlternateContent xmlns:mc="http://schemas.openxmlformats.org/markup-compatibility/2006">
              <mc:Choice xmlns:v="urn:schemas-microsoft-com:vml" Requires="v">
                <p:oleObj spid="_x0000_s5158" name="Visio" r:id="rId4" imgW="13081000" imgH="11531600" progId="Visio.DrawingConvertable.15">
                  <p:embed/>
                </p:oleObj>
              </mc:Choice>
              <mc:Fallback>
                <p:oleObj name="Visio" r:id="rId4" imgW="13081000" imgH="11531600" progId="Visio.DrawingConvertable.15">
                  <p:embed/>
                  <p:pic>
                    <p:nvPicPr>
                      <p:cNvPr id="1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1100" y="1317318"/>
                        <a:ext cx="5202661" cy="5029200"/>
                      </a:xfrm>
                      <a:prstGeom prst="rect">
                        <a:avLst/>
                      </a:prstGeom>
                      <a:noFill/>
                    </p:spPr>
                  </p:pic>
                </p:oleObj>
              </mc:Fallback>
            </mc:AlternateContent>
          </a:graphicData>
        </a:graphic>
      </p:graphicFrame>
      <p:sp>
        <p:nvSpPr>
          <p:cNvPr id="11" name="矩形 10"/>
          <p:cNvSpPr/>
          <p:nvPr/>
        </p:nvSpPr>
        <p:spPr>
          <a:xfrm>
            <a:off x="933519" y="1434884"/>
            <a:ext cx="4409190"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通过四大层次功能，集可视化统一管理界面、管理及监控中心、数据采集层、监控对象这四大层次实现对航空公司的信息安全管理与审计，构建面向业务及服务的信息系统一体化安全集中管控平台，全面提升安全管理的水平。同时，借助安全一体化管控平台，实现度全网安全态势的实时掌控。</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）数据采集层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）管理监控中心</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）可视化的统一展现界面</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）对外接口层</a:t>
            </a:r>
          </a:p>
        </p:txBody>
      </p:sp>
      <p:sp>
        <p:nvSpPr>
          <p:cNvPr id="2" name="标题 1"/>
          <p:cNvSpPr>
            <a:spLocks noGrp="1"/>
          </p:cNvSpPr>
          <p:nvPr>
            <p:ph type="title"/>
          </p:nvPr>
        </p:nvSpPr>
        <p:spPr/>
        <p:txBody>
          <a:bodyPr/>
          <a:lstStyle/>
          <a:p>
            <a:r>
              <a:rPr lang="zh-CN" altLang="en-US" dirty="0"/>
              <a:t>解决方案分析</a:t>
            </a:r>
          </a:p>
        </p:txBody>
      </p:sp>
    </p:spTree>
    <p:extLst>
      <p:ext uri="{BB962C8B-B14F-4D97-AF65-F5344CB8AC3E}">
        <p14:creationId xmlns:p14="http://schemas.microsoft.com/office/powerpoint/2010/main" val="619374532"/>
      </p:ext>
    </p:extLst>
  </p:cSld>
  <p:clrMapOvr>
    <a:masterClrMapping/>
  </p:clrMapOvr>
  <p:transition spd="slow">
    <p:blinds dir="vert"/>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1229599" y="1238958"/>
            <a:ext cx="948194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）数据采集层相当于安全管理系统的核心处理单元与外界</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资源之间的信息中介装置。</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）数据采集层负责采集被保护对象（安全域）的资产信息、漏洞信息、由安全事件和网络行为构成的威胁信息，并将所有信息归一化为安全管理系统内部统一的数据格式，送往安全管理中心。</a:t>
            </a:r>
          </a:p>
        </p:txBody>
      </p:sp>
      <p:sp>
        <p:nvSpPr>
          <p:cNvPr id="2" name="标题 1"/>
          <p:cNvSpPr>
            <a:spLocks noGrp="1"/>
          </p:cNvSpPr>
          <p:nvPr>
            <p:ph type="title"/>
          </p:nvPr>
        </p:nvSpPr>
        <p:spPr/>
        <p:txBody>
          <a:bodyPr/>
          <a:lstStyle/>
          <a:p>
            <a:r>
              <a:rPr lang="zh-CN" altLang="en-US" dirty="0"/>
              <a:t>数据采集层</a:t>
            </a:r>
          </a:p>
        </p:txBody>
      </p:sp>
    </p:spTree>
    <p:extLst>
      <p:ext uri="{BB962C8B-B14F-4D97-AF65-F5344CB8AC3E}">
        <p14:creationId xmlns:p14="http://schemas.microsoft.com/office/powerpoint/2010/main" val="2151330468"/>
      </p:ext>
    </p:extLst>
  </p:cSld>
  <p:clrMapOvr>
    <a:masterClrMapping/>
  </p:clrMapOvr>
  <p:transition spd="slow">
    <p:blinds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321040" y="1091778"/>
            <a:ext cx="7731520"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管理监控中心是整个系统的核心。包括：</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）安全风险管理子系统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）系统自身配置与管理子系统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）安全知识管理子系统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）安全预警管理子系统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5</a:t>
            </a:r>
            <a:r>
              <a:rPr lang="zh-CN" altLang="en-US" sz="1600" spc="100" dirty="0">
                <a:latin typeface="微软雅黑" panose="020B0503020204020204" pitchFamily="34" charset="-122"/>
                <a:ea typeface="微软雅黑" panose="020B0503020204020204" pitchFamily="34" charset="-122"/>
              </a:rPr>
              <a:t>）安全响应管理子系统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6</a:t>
            </a:r>
            <a:r>
              <a:rPr lang="zh-CN" altLang="en-US" sz="1600" spc="100" dirty="0">
                <a:latin typeface="微软雅黑" panose="020B0503020204020204" pitchFamily="34" charset="-122"/>
                <a:ea typeface="微软雅黑" panose="020B0503020204020204" pitchFamily="34" charset="-122"/>
              </a:rPr>
              <a:t>）安全审计子系统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7</a:t>
            </a:r>
            <a:r>
              <a:rPr lang="zh-CN" altLang="en-US" sz="1600" spc="100" dirty="0">
                <a:latin typeface="微软雅黑" panose="020B0503020204020204" pitchFamily="34" charset="-122"/>
                <a:ea typeface="微软雅黑" panose="020B0503020204020204" pitchFamily="34" charset="-122"/>
              </a:rPr>
              <a:t>）系统数据库</a:t>
            </a:r>
          </a:p>
        </p:txBody>
      </p:sp>
      <p:sp>
        <p:nvSpPr>
          <p:cNvPr id="2" name="标题 1"/>
          <p:cNvSpPr>
            <a:spLocks noGrp="1"/>
          </p:cNvSpPr>
          <p:nvPr>
            <p:ph type="title"/>
          </p:nvPr>
        </p:nvSpPr>
        <p:spPr/>
        <p:txBody>
          <a:bodyPr/>
          <a:lstStyle/>
          <a:p>
            <a:r>
              <a:rPr lang="zh-CN" altLang="en-US" dirty="0"/>
              <a:t>管理监控中心</a:t>
            </a:r>
          </a:p>
        </p:txBody>
      </p:sp>
    </p:spTree>
    <p:extLst>
      <p:ext uri="{BB962C8B-B14F-4D97-AF65-F5344CB8AC3E}">
        <p14:creationId xmlns:p14="http://schemas.microsoft.com/office/powerpoint/2010/main" val="1956184579"/>
      </p:ext>
    </p:extLst>
  </p:cSld>
  <p:clrMapOvr>
    <a:masterClrMapping/>
  </p:clrMapOvr>
  <p:transition spd="slow">
    <p:blinds dir="ver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92899" y="1410339"/>
            <a:ext cx="965783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）管理员通过统一的管理界面实现对</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资源的全面安全管理。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）统一管理系统的交互界面最为突出的优势是信息可视化技术。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）通过信息可视化，将大量的安全信息以图表、事件图的方式呈现出来，实现了管理员从认知到感知的转变，提升了全网安全态势监控的效率。</a:t>
            </a:r>
          </a:p>
        </p:txBody>
      </p:sp>
      <p:sp>
        <p:nvSpPr>
          <p:cNvPr id="2" name="标题 1"/>
          <p:cNvSpPr>
            <a:spLocks noGrp="1"/>
          </p:cNvSpPr>
          <p:nvPr>
            <p:ph type="title"/>
          </p:nvPr>
        </p:nvSpPr>
        <p:spPr/>
        <p:txBody>
          <a:bodyPr/>
          <a:lstStyle/>
          <a:p>
            <a:r>
              <a:rPr lang="zh-CN" altLang="en-US" dirty="0"/>
              <a:t>可视化的统一展现界面</a:t>
            </a:r>
          </a:p>
        </p:txBody>
      </p:sp>
    </p:spTree>
    <p:extLst>
      <p:ext uri="{BB962C8B-B14F-4D97-AF65-F5344CB8AC3E}">
        <p14:creationId xmlns:p14="http://schemas.microsoft.com/office/powerpoint/2010/main" val="1836292636"/>
      </p:ext>
    </p:extLst>
  </p:cSld>
  <p:clrMapOvr>
    <a:masterClrMapping/>
  </p:clrMapOvr>
  <p:transition spd="slow">
    <p:blinds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71154" y="1179077"/>
            <a:ext cx="975795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）对外接口层是指安全管理系统与外部系统的接口模块。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）统一管理系统具有良好的对外接口，可以实现三个层次的对外接口服务。所有接口服务都内置安全机制，包括信息认证、信息加密等。</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）安全管理界面层的对外接口服务。通过安全管理系统的界面层接口，实现与第三方系统的统一门户的集成。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）安全管理系统的界面层接口支持标准的</a:t>
            </a:r>
            <a:r>
              <a:rPr lang="en-US" altLang="zh-CN" sz="1600" spc="100" dirty="0">
                <a:latin typeface="微软雅黑" panose="020B0503020204020204" pitchFamily="34" charset="-122"/>
                <a:ea typeface="微软雅黑" panose="020B0503020204020204" pitchFamily="34" charset="-122"/>
              </a:rPr>
              <a:t>Portal</a:t>
            </a:r>
            <a:r>
              <a:rPr lang="zh-CN" altLang="en-US" sz="1600" spc="100" dirty="0">
                <a:latin typeface="微软雅黑" panose="020B0503020204020204" pitchFamily="34" charset="-122"/>
                <a:ea typeface="微软雅黑" panose="020B0503020204020204" pitchFamily="34" charset="-122"/>
              </a:rPr>
              <a:t>标准，同时还支持基于</a:t>
            </a:r>
            <a:r>
              <a:rPr lang="en-US" altLang="zh-CN" sz="1600" spc="100" dirty="0">
                <a:latin typeface="微软雅黑" panose="020B0503020204020204" pitchFamily="34" charset="-122"/>
                <a:ea typeface="微软雅黑" panose="020B0503020204020204" pitchFamily="34" charset="-122"/>
              </a:rPr>
              <a:t>Web2.0</a:t>
            </a:r>
            <a:r>
              <a:rPr lang="zh-CN" altLang="en-US" sz="1600" spc="100" dirty="0">
                <a:latin typeface="微软雅黑" panose="020B0503020204020204" pitchFamily="34" charset="-122"/>
                <a:ea typeface="微软雅黑" panose="020B0503020204020204" pitchFamily="34" charset="-122"/>
              </a:rPr>
              <a:t>的</a:t>
            </a:r>
            <a:r>
              <a:rPr lang="en-US" altLang="zh-CN" sz="1600" spc="100" dirty="0" err="1">
                <a:latin typeface="微软雅黑" panose="020B0503020204020204" pitchFamily="34" charset="-122"/>
                <a:ea typeface="微软雅黑" panose="020B0503020204020204" pitchFamily="34" charset="-122"/>
              </a:rPr>
              <a:t>meshup</a:t>
            </a:r>
            <a:r>
              <a:rPr lang="zh-CN" altLang="en-US" sz="1600" spc="100" dirty="0">
                <a:latin typeface="微软雅黑" panose="020B0503020204020204" pitchFamily="34" charset="-122"/>
                <a:ea typeface="微软雅黑" panose="020B0503020204020204" pitchFamily="34" charset="-122"/>
              </a:rPr>
              <a:t>技术，实现与第三方系统统一门户基于</a:t>
            </a:r>
            <a:r>
              <a:rPr lang="en-US" altLang="zh-CN" sz="1600" spc="100" dirty="0">
                <a:latin typeface="微软雅黑" panose="020B0503020204020204" pitchFamily="34" charset="-122"/>
                <a:ea typeface="微软雅黑" panose="020B0503020204020204" pitchFamily="34" charset="-122"/>
              </a:rPr>
              <a:t>URL</a:t>
            </a:r>
            <a:r>
              <a:rPr lang="zh-CN" altLang="en-US" sz="1600" spc="100" dirty="0">
                <a:latin typeface="微软雅黑" panose="020B0503020204020204" pitchFamily="34" charset="-122"/>
                <a:ea typeface="微软雅黑" panose="020B0503020204020204" pitchFamily="34" charset="-122"/>
              </a:rPr>
              <a:t>的集成。</a:t>
            </a:r>
          </a:p>
        </p:txBody>
      </p:sp>
      <p:sp>
        <p:nvSpPr>
          <p:cNvPr id="2" name="标题 1"/>
          <p:cNvSpPr>
            <a:spLocks noGrp="1"/>
          </p:cNvSpPr>
          <p:nvPr>
            <p:ph type="title"/>
          </p:nvPr>
        </p:nvSpPr>
        <p:spPr/>
        <p:txBody>
          <a:bodyPr/>
          <a:lstStyle/>
          <a:p>
            <a:r>
              <a:rPr lang="zh-CN" altLang="en-US" dirty="0"/>
              <a:t>对外接口层</a:t>
            </a:r>
          </a:p>
        </p:txBody>
      </p:sp>
    </p:spTree>
    <p:extLst>
      <p:ext uri="{BB962C8B-B14F-4D97-AF65-F5344CB8AC3E}">
        <p14:creationId xmlns:p14="http://schemas.microsoft.com/office/powerpoint/2010/main" val="514060963"/>
      </p:ext>
    </p:extLst>
  </p:cSld>
  <p:clrMapOvr>
    <a:masterClrMapping/>
  </p:clrMapOvr>
  <p:transition spd="slow">
    <p:blinds dir="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045029" y="1163412"/>
            <a:ext cx="1000614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通过航空公司安全一体化管控平台的建设与运营，构建了一套针对航空公司整体</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计算环境的统一安全管理架构，对包括网络、安全、主机和应用在内的各类 </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资源从业务系统的角度进行统一监控（包括运行监控与安全监控）、统一安全事件审计与分析、统一预警与响应，提升航空公司现有信息与网络整体安全保障水平，并符合国家等级保护、企业内部控制的相关管理、审计和内控的要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）海量安全事件的标准化集中管理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）系统运行风险及时报警与报表管理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）为落实有关信息安全管理规定提供技术支撑</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4</a:t>
            </a:r>
            <a:r>
              <a:rPr lang="zh-CN" altLang="en-US" sz="1600" spc="100" dirty="0">
                <a:latin typeface="微软雅黑" panose="020B0503020204020204" pitchFamily="34" charset="-122"/>
                <a:ea typeface="微软雅黑" panose="020B0503020204020204" pitchFamily="34" charset="-122"/>
              </a:rPr>
              <a:t>）规范信息系统日志信息管理</a:t>
            </a:r>
          </a:p>
        </p:txBody>
      </p:sp>
      <p:sp>
        <p:nvSpPr>
          <p:cNvPr id="2" name="标题 1"/>
          <p:cNvSpPr>
            <a:spLocks noGrp="1"/>
          </p:cNvSpPr>
          <p:nvPr>
            <p:ph type="title"/>
          </p:nvPr>
        </p:nvSpPr>
        <p:spPr/>
        <p:txBody>
          <a:bodyPr/>
          <a:lstStyle/>
          <a:p>
            <a:r>
              <a:rPr lang="zh-CN" altLang="en-US" dirty="0"/>
              <a:t>方案优势</a:t>
            </a:r>
          </a:p>
        </p:txBody>
      </p:sp>
    </p:spTree>
    <p:extLst>
      <p:ext uri="{BB962C8B-B14F-4D97-AF65-F5344CB8AC3E}">
        <p14:creationId xmlns:p14="http://schemas.microsoft.com/office/powerpoint/2010/main" val="1875885437"/>
      </p:ext>
    </p:extLst>
  </p:cSld>
  <p:clrMapOvr>
    <a:masterClrMapping/>
  </p:clrMapOvr>
  <p:transition spd="slow">
    <p:blinds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32841" y="1294068"/>
            <a:ext cx="974851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）根据预定采集策略，采集信息系统</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基础设施和应用日志及事件信息，规范事件信息格式， 实现海量安全事件的标准化集中存储，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）保存安全事件的原始数据，规避日志信息被非法删除而带来的安全事故处置工作无法追查取证的风险；加强海量安全事件数据集中管理，特别历史安全事件数据的管理。</a:t>
            </a:r>
          </a:p>
        </p:txBody>
      </p:sp>
      <p:sp>
        <p:nvSpPr>
          <p:cNvPr id="2" name="标题 1"/>
          <p:cNvSpPr>
            <a:spLocks noGrp="1"/>
          </p:cNvSpPr>
          <p:nvPr>
            <p:ph type="title"/>
          </p:nvPr>
        </p:nvSpPr>
        <p:spPr/>
        <p:txBody>
          <a:bodyPr/>
          <a:lstStyle/>
          <a:p>
            <a:r>
              <a:rPr lang="zh-CN" altLang="en-US" dirty="0"/>
              <a:t>海量安全事件的标准化集中管理</a:t>
            </a:r>
          </a:p>
        </p:txBody>
      </p:sp>
    </p:spTree>
    <p:extLst>
      <p:ext uri="{BB962C8B-B14F-4D97-AF65-F5344CB8AC3E}">
        <p14:creationId xmlns:p14="http://schemas.microsoft.com/office/powerpoint/2010/main" val="1953283158"/>
      </p:ext>
    </p:extLst>
  </p:cSld>
  <p:clrMapOvr>
    <a:masterClrMapping/>
  </p:clrMapOvr>
  <p:transition spd="slow">
    <p:blinds dir="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40971" y="1393164"/>
            <a:ext cx="941414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）基于标准化的安全事件进行关联分析，及时发现信息系统</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基础设施及其核心业务系统运行过程中存在的安全隐患，</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）根据策略进行及时报警，为运维人员主动保障系统安全运行工作提供有效的技术支撑；</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）实现安全隐患的报表管理，更好地支持系统运行安全管理工作。</a:t>
            </a:r>
          </a:p>
        </p:txBody>
      </p:sp>
      <p:sp>
        <p:nvSpPr>
          <p:cNvPr id="2" name="标题 1"/>
          <p:cNvSpPr>
            <a:spLocks noGrp="1"/>
          </p:cNvSpPr>
          <p:nvPr>
            <p:ph type="title"/>
          </p:nvPr>
        </p:nvSpPr>
        <p:spPr/>
        <p:txBody>
          <a:bodyPr/>
          <a:lstStyle/>
          <a:p>
            <a:r>
              <a:rPr lang="zh-CN" altLang="en-US" dirty="0"/>
              <a:t>及时报警与报表管理</a:t>
            </a:r>
          </a:p>
        </p:txBody>
      </p:sp>
    </p:spTree>
    <p:extLst>
      <p:ext uri="{BB962C8B-B14F-4D97-AF65-F5344CB8AC3E}">
        <p14:creationId xmlns:p14="http://schemas.microsoft.com/office/powerpoint/2010/main" val="1492940366"/>
      </p:ext>
    </p:extLst>
  </p:cSld>
  <p:clrMapOvr>
    <a:masterClrMapping/>
  </p:clrMapOvr>
  <p:transition spd="slow">
    <p:blinds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12130" y="1370661"/>
            <a:ext cx="966022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利用安全事件分析结果可以评估信息安全管理规定的落实情况，发现信息安全管理办法存在的问题，为完善信息安全管理办法提供依据，持续改进，进一步提高安全管理水平。</a:t>
            </a:r>
          </a:p>
          <a:p>
            <a:pPr>
              <a:lnSpc>
                <a:spcPct val="150000"/>
              </a:lnSpc>
              <a:buFont typeface="Arial" panose="020B0604020202020204" pitchFamily="34" charset="0"/>
              <a:buNone/>
            </a:pPr>
            <a:endParaRPr lang="zh-CN" altLang="en-US"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落实规定提供技术支持</a:t>
            </a:r>
          </a:p>
        </p:txBody>
      </p:sp>
    </p:spTree>
    <p:extLst>
      <p:ext uri="{BB962C8B-B14F-4D97-AF65-F5344CB8AC3E}">
        <p14:creationId xmlns:p14="http://schemas.microsoft.com/office/powerpoint/2010/main" val="1424709414"/>
      </p:ext>
    </p:extLst>
  </p:cSld>
  <p:clrMapOvr>
    <a:masterClrMapping/>
  </p:clrMapOvr>
  <p:transition spd="slow">
    <p:blinds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19473" y="1303447"/>
            <a:ext cx="9757384" cy="2954655"/>
          </a:xfrm>
          <a:prstGeom prst="rect">
            <a:avLst/>
          </a:prstGeom>
        </p:spPr>
        <p:txBody>
          <a:bodyPr wrap="square">
            <a:spAutoFit/>
          </a:bodyPr>
          <a:lstStyle/>
          <a:p>
            <a:pPr>
              <a:lnSpc>
                <a:spcPct val="150000"/>
              </a:lnSpc>
            </a:pPr>
            <a:r>
              <a:rPr lang="zh-CN" altLang="en-US" sz="2000" dirty="0">
                <a:latin typeface="黑体" panose="02010609060101010101" pitchFamily="49" charset="-122"/>
                <a:ea typeface="黑体" panose="02010609060101010101" pitchFamily="49" charset="-122"/>
              </a:rPr>
              <a:t>    根据安全管理工作现状，提出信息系统日志信息管理规范，明确信息系统</a:t>
            </a:r>
            <a:r>
              <a:rPr lang="en-US" altLang="zh-CN" sz="2000" dirty="0">
                <a:latin typeface="黑体" panose="02010609060101010101" pitchFamily="49" charset="-122"/>
                <a:ea typeface="黑体" panose="02010609060101010101" pitchFamily="49" charset="-122"/>
              </a:rPr>
              <a:t>IT</a:t>
            </a:r>
            <a:r>
              <a:rPr lang="zh-CN" altLang="en-US" sz="2000" dirty="0">
                <a:latin typeface="黑体" panose="02010609060101010101" pitchFamily="49" charset="-122"/>
                <a:ea typeface="黑体" panose="02010609060101010101" pitchFamily="49" charset="-122"/>
              </a:rPr>
              <a:t>基础设施及其核心业务系统日志配置基本要求、日志内容基本要求等。</a:t>
            </a:r>
            <a:endParaRPr lang="en-US" altLang="zh-CN" sz="2000" dirty="0">
              <a:latin typeface="黑体" panose="02010609060101010101" pitchFamily="49" charset="-122"/>
              <a:ea typeface="黑体" panose="02010609060101010101" pitchFamily="49" charset="-122"/>
            </a:endParaRPr>
          </a:p>
          <a:p>
            <a:pPr>
              <a:lnSpc>
                <a:spcPct val="15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1</a:t>
            </a:r>
            <a:r>
              <a:rPr lang="zh-CN" altLang="en-US" sz="2000" dirty="0">
                <a:latin typeface="黑体" panose="02010609060101010101" pitchFamily="49" charset="-122"/>
                <a:ea typeface="黑体" panose="02010609060101010101" pitchFamily="49" charset="-122"/>
              </a:rPr>
              <a:t>）一方面确保安全管控系统建设实现即定目标；</a:t>
            </a:r>
            <a:endParaRPr lang="en-US" altLang="zh-CN" sz="2000" dirty="0">
              <a:latin typeface="黑体" panose="02010609060101010101" pitchFamily="49" charset="-122"/>
              <a:ea typeface="黑体" panose="02010609060101010101" pitchFamily="49" charset="-122"/>
            </a:endParaRPr>
          </a:p>
          <a:p>
            <a:pPr>
              <a:lnSpc>
                <a:spcPct val="150000"/>
              </a:lnSpc>
            </a:pPr>
            <a:r>
              <a:rPr lang="zh-CN" altLang="en-US" sz="2000" dirty="0">
                <a:latin typeface="黑体" panose="02010609060101010101" pitchFamily="49" charset="-122"/>
                <a:ea typeface="黑体" panose="02010609060101010101" pitchFamily="49" charset="-122"/>
              </a:rPr>
              <a:t>（</a:t>
            </a:r>
            <a:r>
              <a:rPr lang="en-US" altLang="zh-CN" sz="2000" dirty="0">
                <a:latin typeface="黑体" panose="02010609060101010101" pitchFamily="49" charset="-122"/>
                <a:ea typeface="黑体" panose="02010609060101010101" pitchFamily="49" charset="-122"/>
              </a:rPr>
              <a:t>2</a:t>
            </a:r>
            <a:r>
              <a:rPr lang="zh-CN" altLang="en-US" sz="2000" dirty="0">
                <a:latin typeface="黑体" panose="02010609060101010101" pitchFamily="49" charset="-122"/>
                <a:ea typeface="黑体" panose="02010609060101010101" pitchFamily="49" charset="-122"/>
              </a:rPr>
              <a:t>）另一方面指导今后信息化项目建设，完善信息安全管理制度体系，进一步提高安全管理水平。</a:t>
            </a:r>
          </a:p>
          <a:p>
            <a:pPr>
              <a:lnSpc>
                <a:spcPct val="200000"/>
              </a:lnSpc>
            </a:pPr>
            <a:endParaRPr lang="zh-CN" altLang="en-US"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规范信息系统日志信息管理</a:t>
            </a:r>
          </a:p>
        </p:txBody>
      </p:sp>
    </p:spTree>
    <p:extLst>
      <p:ext uri="{BB962C8B-B14F-4D97-AF65-F5344CB8AC3E}">
        <p14:creationId xmlns:p14="http://schemas.microsoft.com/office/powerpoint/2010/main" val="331158951"/>
      </p:ext>
    </p:extLst>
  </p:cSld>
  <p:clrMapOvr>
    <a:masterClrMapping/>
  </p:clrMapOvr>
  <p:transition spd="slow">
    <p:blinds dir="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3105647"/>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kumimoji="1" lang="zh-CN" altLang="en-US" b="1" dirty="0">
                <a:solidFill>
                  <a:schemeClr val="tx1">
                    <a:lumMod val="75000"/>
                    <a:lumOff val="25000"/>
                  </a:schemeClr>
                </a:solidFill>
                <a:latin typeface="Microsoft YaHei" charset="-122"/>
                <a:ea typeface="Microsoft YaHei" charset="-122"/>
                <a:cs typeface="Microsoft YaHei" charset="-122"/>
                <a:sym typeface="Arial" panose="020B0604020202020204"/>
              </a:rPr>
              <a:t>政府日志审计解决方案</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7.4</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21727756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88824" y="1265047"/>
            <a:ext cx="9866410" cy="2585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通过日志分析自动发现业务系统的故障风险、非授权访问、违规操作、信息非法复制等，为信息系统的可持续合规运行和良性发展提供安全保障。</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）基于海量据技术的综合日志管理系统，以大数据平台为基础，提供全面覆盖网络、安全、服务器、存贮设备、数据库、应用系统，成熟、可靠、便捷、高效和智能的日志分析管理功能。</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）数据定制分析服务。</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以综合日志管理平台内容为基础，根据用户性能和安全管理需求，提供平台基础功能以外的综合分析服务，包括可视化分析图示或报告或建模，总数不少于</a:t>
            </a:r>
            <a:r>
              <a:rPr lang="en-US" altLang="zh-CN" sz="1600" spc="100" dirty="0">
                <a:latin typeface="微软雅黑" panose="020B0503020204020204" pitchFamily="34" charset="-122"/>
                <a:ea typeface="微软雅黑" panose="020B0503020204020204" pitchFamily="34" charset="-122"/>
              </a:rPr>
              <a:t>10</a:t>
            </a:r>
            <a:r>
              <a:rPr lang="zh-CN" altLang="en-US" sz="1600" spc="100" dirty="0">
                <a:latin typeface="微软雅黑" panose="020B0503020204020204" pitchFamily="34" charset="-122"/>
                <a:ea typeface="微软雅黑" panose="020B0503020204020204" pitchFamily="34" charset="-122"/>
              </a:rPr>
              <a:t>项。</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需求分析</a:t>
            </a:r>
          </a:p>
        </p:txBody>
      </p:sp>
    </p:spTree>
    <p:extLst>
      <p:ext uri="{BB962C8B-B14F-4D97-AF65-F5344CB8AC3E}">
        <p14:creationId xmlns:p14="http://schemas.microsoft.com/office/powerpoint/2010/main" val="3167106991"/>
      </p:ext>
    </p:extLst>
  </p:cSld>
  <p:clrMapOvr>
    <a:masterClrMapping/>
  </p:clrMapOvr>
  <p:transition spd="slow">
    <p:blinds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文本框 4"/>
          <p:cNvSpPr txBox="1">
            <a:spLocks noChangeArrowheads="1"/>
          </p:cNvSpPr>
          <p:nvPr/>
        </p:nvSpPr>
        <p:spPr bwMode="auto">
          <a:xfrm>
            <a:off x="2093913" y="415926"/>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a:solidFill>
                  <a:schemeClr val="bg1"/>
                </a:solidFill>
                <a:latin typeface="黑体" panose="02010609060101010101" pitchFamily="49" charset="-122"/>
                <a:ea typeface="黑体" panose="02010609060101010101" pitchFamily="49" charset="-122"/>
              </a:rPr>
              <a:t>解决方案</a:t>
            </a:r>
          </a:p>
        </p:txBody>
      </p:sp>
      <p:sp>
        <p:nvSpPr>
          <p:cNvPr id="10" name="矩形 9"/>
          <p:cNvSpPr/>
          <p:nvPr/>
        </p:nvSpPr>
        <p:spPr>
          <a:xfrm>
            <a:off x="1621380" y="1483239"/>
            <a:ext cx="5419500" cy="2264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网神</a:t>
            </a:r>
            <a:r>
              <a:rPr lang="en-US" altLang="zh-CN" sz="1600" spc="100" dirty="0" err="1">
                <a:latin typeface="微软雅黑" panose="020B0503020204020204" pitchFamily="34" charset="-122"/>
                <a:ea typeface="微软雅黑" panose="020B0503020204020204" pitchFamily="34" charset="-122"/>
              </a:rPr>
              <a:t>SecFox</a:t>
            </a:r>
            <a:r>
              <a:rPr lang="en-US" altLang="zh-CN" sz="1600" spc="100" dirty="0">
                <a:latin typeface="微软雅黑" panose="020B0503020204020204" pitchFamily="34" charset="-122"/>
                <a:ea typeface="微软雅黑" panose="020B0503020204020204" pitchFamily="34" charset="-122"/>
              </a:rPr>
              <a:t>-LAS</a:t>
            </a:r>
            <a:r>
              <a:rPr lang="zh-CN" altLang="en-US" sz="1600" spc="100" dirty="0">
                <a:latin typeface="微软雅黑" panose="020B0503020204020204" pitchFamily="34" charset="-122"/>
                <a:ea typeface="微软雅黑" panose="020B0503020204020204" pitchFamily="34" charset="-122"/>
              </a:rPr>
              <a:t>日志审计系统作为一个统一日志监控与审计平台，能够实时不间断地将企业和组织中来自不同厂商的安全设备、网络设备、主机、操作系统、数据库系统、用户业务系统的日志、警报等信息汇集到审计中心，实现全网综合安全审计，为政府提供符合国家等保、分保以及各种法律法规要求的合规性审计产品。</a:t>
            </a:r>
          </a:p>
        </p:txBody>
      </p:sp>
      <p:sp>
        <p:nvSpPr>
          <p:cNvPr id="2" name="标题 1"/>
          <p:cNvSpPr>
            <a:spLocks noGrp="1"/>
          </p:cNvSpPr>
          <p:nvPr>
            <p:ph type="title"/>
          </p:nvPr>
        </p:nvSpPr>
        <p:spPr/>
        <p:txBody>
          <a:bodyPr/>
          <a:lstStyle/>
          <a:p>
            <a:r>
              <a:rPr lang="zh-CN" altLang="en-US" dirty="0"/>
              <a:t>解决方案</a:t>
            </a:r>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7858" y="3009900"/>
            <a:ext cx="3778935" cy="1489157"/>
          </a:xfrm>
          <a:prstGeom prst="rect">
            <a:avLst/>
          </a:prstGeom>
        </p:spPr>
      </p:pic>
    </p:spTree>
    <p:extLst>
      <p:ext uri="{BB962C8B-B14F-4D97-AF65-F5344CB8AC3E}">
        <p14:creationId xmlns:p14="http://schemas.microsoft.com/office/powerpoint/2010/main" val="3473878149"/>
      </p:ext>
    </p:extLst>
  </p:cSld>
  <p:clrMapOvr>
    <a:masterClrMapping/>
  </p:clrMapOvr>
  <p:transition spd="slow">
    <p:blinds dir="ver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52710" y="1246391"/>
            <a:ext cx="3158337"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）日志全生命周期的管理</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）满足合规性要求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）提升运维能力</a:t>
            </a:r>
          </a:p>
        </p:txBody>
      </p:sp>
      <p:graphicFrame>
        <p:nvGraphicFramePr>
          <p:cNvPr id="2" name="对象 1"/>
          <p:cNvGraphicFramePr>
            <a:graphicFrameLocks noChangeAspect="1"/>
          </p:cNvGraphicFramePr>
          <p:nvPr>
            <p:extLst>
              <p:ext uri="{D42A27DB-BD31-4B8C-83A1-F6EECF244321}">
                <p14:modId xmlns:p14="http://schemas.microsoft.com/office/powerpoint/2010/main" val="1084937519"/>
              </p:ext>
            </p:extLst>
          </p:nvPr>
        </p:nvGraphicFramePr>
        <p:xfrm>
          <a:off x="5141059" y="2400580"/>
          <a:ext cx="5178525" cy="3332162"/>
        </p:xfrm>
        <a:graphic>
          <a:graphicData uri="http://schemas.openxmlformats.org/presentationml/2006/ole">
            <mc:AlternateContent xmlns:mc="http://schemas.openxmlformats.org/markup-compatibility/2006">
              <mc:Choice xmlns:v="urn:schemas-microsoft-com:vml" Requires="v">
                <p:oleObj spid="_x0000_s6182" name="Visio" r:id="rId4" imgW="11410956" imgH="6238890" progId="Visio.Drawing.15">
                  <p:embed/>
                </p:oleObj>
              </mc:Choice>
              <mc:Fallback>
                <p:oleObj name="Visio" r:id="rId4" imgW="11410956" imgH="6238890" progId="Visio.Drawing.15">
                  <p:embed/>
                  <p:pic>
                    <p:nvPicPr>
                      <p:cNvPr id="2" name="对象 1"/>
                      <p:cNvPicPr/>
                      <p:nvPr/>
                    </p:nvPicPr>
                    <p:blipFill>
                      <a:blip r:embed="rId5"/>
                      <a:stretch>
                        <a:fillRect/>
                      </a:stretch>
                    </p:blipFill>
                    <p:spPr>
                      <a:xfrm>
                        <a:off x="5141059" y="2400580"/>
                        <a:ext cx="5178525" cy="3332162"/>
                      </a:xfrm>
                      <a:prstGeom prst="rect">
                        <a:avLst/>
                      </a:prstGeom>
                    </p:spPr>
                  </p:pic>
                </p:oleObj>
              </mc:Fallback>
            </mc:AlternateContent>
          </a:graphicData>
        </a:graphic>
      </p:graphicFrame>
      <p:sp>
        <p:nvSpPr>
          <p:cNvPr id="3" name="标题 2"/>
          <p:cNvSpPr>
            <a:spLocks noGrp="1"/>
          </p:cNvSpPr>
          <p:nvPr>
            <p:ph type="title"/>
          </p:nvPr>
        </p:nvSpPr>
        <p:spPr/>
        <p:txBody>
          <a:bodyPr/>
          <a:lstStyle/>
          <a:p>
            <a:r>
              <a:rPr lang="zh-CN" altLang="en-US" dirty="0"/>
              <a:t>方案优势</a:t>
            </a:r>
          </a:p>
        </p:txBody>
      </p:sp>
    </p:spTree>
    <p:extLst>
      <p:ext uri="{BB962C8B-B14F-4D97-AF65-F5344CB8AC3E}">
        <p14:creationId xmlns:p14="http://schemas.microsoft.com/office/powerpoint/2010/main" val="1642130781"/>
      </p:ext>
    </p:extLst>
  </p:cSld>
  <p:clrMapOvr>
    <a:masterClrMapping/>
  </p:clrMapOvr>
  <p:transition spd="slow">
    <p:blinds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5" name="图片 1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65178" y="71"/>
            <a:ext cx="1971143" cy="197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文本框 4"/>
          <p:cNvSpPr txBox="1">
            <a:spLocks noChangeArrowheads="1"/>
          </p:cNvSpPr>
          <p:nvPr/>
        </p:nvSpPr>
        <p:spPr bwMode="auto">
          <a:xfrm>
            <a:off x="2093913" y="415926"/>
            <a:ext cx="32784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kumimoji="1"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kumimoji="1"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r>
              <a:rPr lang="zh-CN" altLang="en-US" sz="2400" b="1" dirty="0">
                <a:solidFill>
                  <a:schemeClr val="bg1"/>
                </a:solidFill>
                <a:latin typeface="黑体" panose="02010609060101010101" pitchFamily="49" charset="-122"/>
                <a:ea typeface="黑体" panose="02010609060101010101" pitchFamily="49" charset="-122"/>
              </a:rPr>
              <a:t>日志全生命周期的管理</a:t>
            </a:r>
          </a:p>
        </p:txBody>
      </p:sp>
      <p:sp>
        <p:nvSpPr>
          <p:cNvPr id="10" name="矩形 9"/>
          <p:cNvSpPr/>
          <p:nvPr/>
        </p:nvSpPr>
        <p:spPr>
          <a:xfrm>
            <a:off x="1240971" y="1438705"/>
            <a:ext cx="941414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）本方案将采集来的所有日志、事件和告警信息统一存储起来，建立一个企业和组织的集中日志存储系统。</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）本方案实现了国家标准和法律法规中对于日志存储的强制性要求。</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）本方案降低了日志分散存储的管理成本，提高了日志管理的可靠性，消除了本地日志存储情况下可能被抹掉的危险。</a:t>
            </a:r>
          </a:p>
        </p:txBody>
      </p:sp>
      <p:sp>
        <p:nvSpPr>
          <p:cNvPr id="2" name="标题 1"/>
          <p:cNvSpPr>
            <a:spLocks noGrp="1"/>
          </p:cNvSpPr>
          <p:nvPr>
            <p:ph type="title"/>
          </p:nvPr>
        </p:nvSpPr>
        <p:spPr/>
        <p:txBody>
          <a:bodyPr/>
          <a:lstStyle/>
          <a:p>
            <a:r>
              <a:rPr lang="zh-CN" altLang="en-US" dirty="0"/>
              <a:t>日志全生命周期的管理</a:t>
            </a:r>
          </a:p>
        </p:txBody>
      </p:sp>
    </p:spTree>
    <p:extLst>
      <p:ext uri="{BB962C8B-B14F-4D97-AF65-F5344CB8AC3E}">
        <p14:creationId xmlns:p14="http://schemas.microsoft.com/office/powerpoint/2010/main" val="3947876448"/>
      </p:ext>
    </p:extLst>
  </p:cSld>
  <p:clrMapOvr>
    <a:masterClrMapping/>
  </p:clrMapOvr>
  <p:transition spd="slow">
    <p:blinds dir="ver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22584" y="1288406"/>
            <a:ext cx="9567336"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）系统内置基于等保、分保等合规性要求的分析场景，为用户开展合规性建设工作提供技术支撑。</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）用户可以通过丰富的合规分析策略对全网的安全事件进行全方位、多视角、大跨度、细粒度的实时监测、分析、查询、调查、追溯，动态了解系统的合规情况。</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）通过系统对海量日志的采集、存储、分析能力，完全满足合规性要求。</a:t>
            </a:r>
            <a:endParaRPr lang="en-US" altLang="zh-CN" sz="1600" spc="100" dirty="0">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满足合规性要求</a:t>
            </a:r>
          </a:p>
        </p:txBody>
      </p:sp>
    </p:spTree>
    <p:extLst>
      <p:ext uri="{BB962C8B-B14F-4D97-AF65-F5344CB8AC3E}">
        <p14:creationId xmlns:p14="http://schemas.microsoft.com/office/powerpoint/2010/main" val="1943288519"/>
      </p:ext>
    </p:extLst>
  </p:cSld>
  <p:clrMapOvr>
    <a:masterClrMapping/>
  </p:clrMapOvr>
  <p:transition spd="slow">
    <p:blinds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49531" y="1372346"/>
            <a:ext cx="9601200"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）通过系统自动化的对海量数据的采集、存储、分析、统计，可以及时发现</a:t>
            </a:r>
            <a:r>
              <a:rPr lang="en-US" altLang="zh-CN" sz="1600" spc="100" dirty="0">
                <a:latin typeface="微软雅黑" panose="020B0503020204020204" pitchFamily="34" charset="-122"/>
                <a:ea typeface="微软雅黑" panose="020B0503020204020204" pitchFamily="34" charset="-122"/>
              </a:rPr>
              <a:t>IT</a:t>
            </a:r>
            <a:r>
              <a:rPr lang="zh-CN" altLang="en-US" sz="1600" spc="100" dirty="0">
                <a:latin typeface="微软雅黑" panose="020B0503020204020204" pitchFamily="34" charset="-122"/>
                <a:ea typeface="微软雅黑" panose="020B0503020204020204" pitchFamily="34" charset="-122"/>
              </a:rPr>
              <a:t>系统中的安全事件。</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）本方案解决了人工效率低下以及面对海量数据人工无法进行管理的难题，是运维人员日常运维中不可或缺的技术支撑。</a:t>
            </a:r>
          </a:p>
        </p:txBody>
      </p:sp>
      <p:sp>
        <p:nvSpPr>
          <p:cNvPr id="2" name="标题 1"/>
          <p:cNvSpPr>
            <a:spLocks noGrp="1"/>
          </p:cNvSpPr>
          <p:nvPr>
            <p:ph type="title"/>
          </p:nvPr>
        </p:nvSpPr>
        <p:spPr/>
        <p:txBody>
          <a:bodyPr/>
          <a:lstStyle/>
          <a:p>
            <a:r>
              <a:rPr lang="zh-CN" altLang="en-US" dirty="0"/>
              <a:t>提升运维能力</a:t>
            </a:r>
          </a:p>
        </p:txBody>
      </p:sp>
    </p:spTree>
    <p:extLst>
      <p:ext uri="{BB962C8B-B14F-4D97-AF65-F5344CB8AC3E}">
        <p14:creationId xmlns:p14="http://schemas.microsoft.com/office/powerpoint/2010/main" val="3053031528"/>
      </p:ext>
    </p:extLst>
  </p:cSld>
  <p:clrMapOvr>
    <a:masterClrMapping/>
  </p:clrMapOvr>
  <p:transition spd="slow">
    <p:blinds dir="vert"/>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2"/>
          <p:cNvSpPr txBox="1">
            <a:spLocks/>
          </p:cNvSpPr>
          <p:nvPr/>
        </p:nvSpPr>
        <p:spPr>
          <a:xfrm>
            <a:off x="4476291" y="2994992"/>
            <a:ext cx="5869491" cy="71973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165"/>
            <a:r>
              <a:rPr lang="zh-CN" altLang="en-US" b="1" dirty="0">
                <a:latin typeface="微软雅黑" panose="020B0503020204020204" pitchFamily="34" charset="-122"/>
                <a:ea typeface="微软雅黑" panose="020B0503020204020204" pitchFamily="34" charset="-122"/>
                <a:sym typeface="Arial" panose="020B0604020202020204"/>
              </a:rPr>
              <a:t>日志高级应用：</a:t>
            </a:r>
            <a:endParaRPr lang="en-US" altLang="zh-CN" b="1" dirty="0">
              <a:latin typeface="微软雅黑" panose="020B0503020204020204" pitchFamily="34" charset="-122"/>
              <a:ea typeface="微软雅黑" panose="020B0503020204020204" pitchFamily="34" charset="-122"/>
              <a:sym typeface="Arial" panose="020B0604020202020204"/>
            </a:endParaRPr>
          </a:p>
          <a:p>
            <a:pPr algn="ctr" defTabSz="685165"/>
            <a:r>
              <a:rPr lang="zh-CN" altLang="en-US" b="1" dirty="0">
                <a:latin typeface="微软雅黑" panose="020B0503020204020204" pitchFamily="34" charset="-122"/>
                <a:ea typeface="微软雅黑" panose="020B0503020204020204" pitchFamily="34" charset="-122"/>
                <a:sym typeface="Arial" panose="020B0604020202020204"/>
              </a:rPr>
              <a:t>如何通过日志溯源</a:t>
            </a:r>
          </a:p>
        </p:txBody>
      </p:sp>
      <p:cxnSp>
        <p:nvCxnSpPr>
          <p:cNvPr id="12" name="直线连接符 11"/>
          <p:cNvCxnSpPr/>
          <p:nvPr/>
        </p:nvCxnSpPr>
        <p:spPr>
          <a:xfrm>
            <a:off x="4056366" y="3105647"/>
            <a:ext cx="0" cy="649916"/>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标题 2"/>
          <p:cNvSpPr txBox="1">
            <a:spLocks/>
          </p:cNvSpPr>
          <p:nvPr/>
        </p:nvSpPr>
        <p:spPr>
          <a:xfrm>
            <a:off x="2788608" y="2994992"/>
            <a:ext cx="1477722" cy="83038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6000" b="1" dirty="0">
                <a:solidFill>
                  <a:srgbClr val="117EC8"/>
                </a:solidFill>
                <a:latin typeface="Arial" charset="0"/>
                <a:ea typeface="Arial" charset="0"/>
                <a:cs typeface="Arial" charset="0"/>
              </a:rPr>
              <a:t>7.5</a:t>
            </a:r>
            <a:endParaRPr kumimoji="1" lang="zh-CN" altLang="en-US" sz="7200" b="1" dirty="0">
              <a:solidFill>
                <a:srgbClr val="117EC8"/>
              </a:solidFill>
              <a:latin typeface="Arial" charset="0"/>
              <a:ea typeface="Arial" charset="0"/>
              <a:cs typeface="Arial" charset="0"/>
            </a:endParaRPr>
          </a:p>
        </p:txBody>
      </p:sp>
    </p:spTree>
    <p:extLst>
      <p:ext uri="{BB962C8B-B14F-4D97-AF65-F5344CB8AC3E}">
        <p14:creationId xmlns:p14="http://schemas.microsoft.com/office/powerpoint/2010/main" val="146083925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84217" y="1372345"/>
            <a:ext cx="956201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事件</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某企业的客服收到用户的反馈说自己的账户存在异常登陆的行为并且成功登陆，客服部门第一时间把这个情况反馈给了企业的安全运营中心（</a:t>
            </a:r>
            <a:r>
              <a:rPr lang="en-US" altLang="zh-CN" sz="1600" spc="100" dirty="0">
                <a:latin typeface="微软雅黑" panose="020B0503020204020204" pitchFamily="34" charset="-122"/>
                <a:ea typeface="微软雅黑" panose="020B0503020204020204" pitchFamily="34" charset="-122"/>
              </a:rPr>
              <a:t>Security Operations Center</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通过相关事件的调查取证认定这是一起撞库事件。</a:t>
            </a:r>
          </a:p>
        </p:txBody>
      </p:sp>
      <p:sp>
        <p:nvSpPr>
          <p:cNvPr id="2" name="标题 1"/>
          <p:cNvSpPr>
            <a:spLocks noGrp="1"/>
          </p:cNvSpPr>
          <p:nvPr>
            <p:ph type="title"/>
          </p:nvPr>
        </p:nvSpPr>
        <p:spPr/>
        <p:txBody>
          <a:bodyPr/>
          <a:lstStyle/>
          <a:p>
            <a:r>
              <a:rPr lang="zh-CN" altLang="en-US" dirty="0"/>
              <a:t>事件概述</a:t>
            </a:r>
          </a:p>
        </p:txBody>
      </p:sp>
    </p:spTree>
    <p:extLst>
      <p:ext uri="{BB962C8B-B14F-4D97-AF65-F5344CB8AC3E}">
        <p14:creationId xmlns:p14="http://schemas.microsoft.com/office/powerpoint/2010/main" val="2844683249"/>
      </p:ext>
    </p:extLst>
  </p:cSld>
  <p:clrMapOvr>
    <a:masterClrMapping/>
  </p:clrMapOvr>
  <p:transition spd="slow">
    <p:blinds dir="vert"/>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199638" y="2015812"/>
            <a:ext cx="4531079" cy="3533706"/>
          </a:xfrm>
          <a:prstGeom prst="rect">
            <a:avLst/>
          </a:prstGeom>
        </p:spPr>
      </p:pic>
      <p:sp>
        <p:nvSpPr>
          <p:cNvPr id="10" name="矩形 9"/>
          <p:cNvSpPr/>
          <p:nvPr/>
        </p:nvSpPr>
        <p:spPr>
          <a:xfrm>
            <a:off x="988823" y="1302201"/>
            <a:ext cx="380153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安全运营中心</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分析模型：钻石模型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）调取了事件发生前后的一段时间的日志</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）统计分析发现：被攻击的服务器确实遭受撞库的行为且统计得出撞库成功率在</a:t>
            </a:r>
            <a:r>
              <a:rPr lang="en-US" altLang="zh-CN" sz="1600" spc="100" dirty="0">
                <a:latin typeface="微软雅黑" panose="020B0503020204020204" pitchFamily="34" charset="-122"/>
                <a:ea typeface="微软雅黑" panose="020B0503020204020204" pitchFamily="34" charset="-122"/>
              </a:rPr>
              <a:t>30%</a:t>
            </a:r>
            <a:r>
              <a:rPr lang="zh-CN" altLang="en-US" sz="1600" spc="100" dirty="0">
                <a:latin typeface="微软雅黑" panose="020B0503020204020204" pitchFamily="34" charset="-122"/>
                <a:ea typeface="微软雅黑" panose="020B0503020204020204" pitchFamily="34" charset="-122"/>
              </a:rPr>
              <a:t>，同时发现了一些存在可疑行为的</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地址并对其进行了封禁。</a:t>
            </a:r>
          </a:p>
        </p:txBody>
      </p:sp>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事件分析：</a:t>
            </a:r>
            <a:r>
              <a:rPr lang="en-US" altLang="zh-CN" dirty="0"/>
              <a:t>SOC</a:t>
            </a:r>
            <a:r>
              <a:rPr lang="zh-CN" altLang="en-US" dirty="0"/>
              <a:t>钻石模型</a:t>
            </a:r>
          </a:p>
        </p:txBody>
      </p:sp>
    </p:spTree>
    <p:extLst>
      <p:ext uri="{BB962C8B-B14F-4D97-AF65-F5344CB8AC3E}">
        <p14:creationId xmlns:p14="http://schemas.microsoft.com/office/powerpoint/2010/main" val="1320449531"/>
      </p:ext>
    </p:extLst>
  </p:cSld>
  <p:clrMapOvr>
    <a:masterClrMapping/>
  </p:clrMapOvr>
  <p:transition spd="slow">
    <p:blinds dir="ver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93311" y="1046684"/>
            <a:ext cx="962273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我方安全分析师对该攻击者更进一步的溯源发现：攻击者的挑选目标和攻击手段的步骤为：</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）通过小流量短时间</a:t>
            </a:r>
            <a:r>
              <a:rPr lang="en-US" altLang="zh-CN" sz="1600" spc="100" dirty="0">
                <a:latin typeface="微软雅黑" panose="020B0503020204020204" pitchFamily="34" charset="-122"/>
                <a:ea typeface="微软雅黑" panose="020B0503020204020204" pitchFamily="34" charset="-122"/>
              </a:rPr>
              <a:t>DDoS</a:t>
            </a:r>
            <a:r>
              <a:rPr lang="zh-CN" altLang="en-US" sz="1600" spc="100" dirty="0">
                <a:latin typeface="微软雅黑" panose="020B0503020204020204" pitchFamily="34" charset="-122"/>
                <a:ea typeface="微软雅黑" panose="020B0503020204020204" pitchFamily="34" charset="-122"/>
              </a:rPr>
              <a:t>攻击测试目标系统的安全响应时间和反应速度，评估其</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的素质</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）制作针对性的钓鱼</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网站骗取这些</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能力较</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弱企业的用户认证信息</a:t>
            </a: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）对该企业进行撞库</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，获取利润</a:t>
            </a:r>
          </a:p>
        </p:txBody>
      </p:sp>
      <p:pic>
        <p:nvPicPr>
          <p:cNvPr id="2" name="图片 1"/>
          <p:cNvPicPr>
            <a:picLocks noChangeAspect="1"/>
          </p:cNvPicPr>
          <p:nvPr/>
        </p:nvPicPr>
        <p:blipFill>
          <a:blip r:embed="rId3"/>
          <a:stretch>
            <a:fillRect/>
          </a:stretch>
        </p:blipFill>
        <p:spPr>
          <a:xfrm>
            <a:off x="5147734" y="2726268"/>
            <a:ext cx="5384799" cy="4001794"/>
          </a:xfrm>
          <a:prstGeom prst="rect">
            <a:avLst/>
          </a:prstGeom>
        </p:spPr>
      </p:pic>
      <p:sp>
        <p:nvSpPr>
          <p:cNvPr id="3" name="标题 2"/>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事件分析：安全分析师溯源</a:t>
            </a:r>
          </a:p>
        </p:txBody>
      </p:sp>
    </p:spTree>
    <p:extLst>
      <p:ext uri="{BB962C8B-B14F-4D97-AF65-F5344CB8AC3E}">
        <p14:creationId xmlns:p14="http://schemas.microsoft.com/office/powerpoint/2010/main" val="3517243146"/>
      </p:ext>
    </p:extLst>
  </p:cSld>
  <p:clrMapOvr>
    <a:masterClrMapping/>
  </p:clrMapOvr>
  <p:transition spd="slow">
    <p:blinds dir="vert"/>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018175" y="1189466"/>
            <a:ext cx="975868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事件</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某企业的客服收到用户的反馈说自己的手机收到了该企业发来的验证码短信，但是客户并没有办理任何需要验证码相关的业务，客服部门第一时间把这个情况反馈给了企业的</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通过调查和分析后发现是攻击的接口没有进行人机验证，遂督促产品部门进行修复。修复完成后一段时间，运维部门发现服务器占用率较大，并且请求</a:t>
            </a:r>
            <a:r>
              <a:rPr lang="en-US" altLang="zh-CN" sz="1600" spc="100" dirty="0">
                <a:latin typeface="微软雅黑" panose="020B0503020204020204" pitchFamily="34" charset="-122"/>
                <a:ea typeface="微软雅黑" panose="020B0503020204020204" pitchFamily="34" charset="-122"/>
              </a:rPr>
              <a:t>URL</a:t>
            </a:r>
            <a:r>
              <a:rPr lang="zh-CN" altLang="en-US" sz="1600" spc="100" dirty="0">
                <a:latin typeface="微软雅黑" panose="020B0503020204020204" pitchFamily="34" charset="-122"/>
                <a:ea typeface="微软雅黑" panose="020B0503020204020204" pitchFamily="34" charset="-122"/>
              </a:rPr>
              <a:t>类似，通过与</a:t>
            </a: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部门的配合，认为遭受到了</a:t>
            </a:r>
            <a:r>
              <a:rPr lang="en-US" altLang="zh-CN" sz="1600" spc="100" dirty="0">
                <a:latin typeface="微软雅黑" panose="020B0503020204020204" pitchFamily="34" charset="-122"/>
                <a:ea typeface="微软雅黑" panose="020B0503020204020204" pitchFamily="34" charset="-122"/>
              </a:rPr>
              <a:t>CC/DDoS</a:t>
            </a:r>
            <a:r>
              <a:rPr lang="zh-CN" altLang="en-US" sz="1600" spc="100" dirty="0">
                <a:latin typeface="微软雅黑" panose="020B0503020204020204" pitchFamily="34" charset="-122"/>
                <a:ea typeface="微软雅黑" panose="020B0503020204020204" pitchFamily="34" charset="-122"/>
              </a:rPr>
              <a:t>攻击。</a:t>
            </a:r>
          </a:p>
        </p:txBody>
      </p:sp>
      <p:sp>
        <p:nvSpPr>
          <p:cNvPr id="2" name="标题 1"/>
          <p:cNvSpPr>
            <a:spLocks noGrp="1"/>
          </p:cNvSpPr>
          <p:nvPr>
            <p:ph type="title"/>
          </p:nvPr>
        </p:nvSpPr>
        <p:spPr/>
        <p:txBody>
          <a:bodyPr/>
          <a:lstStyle/>
          <a:p>
            <a:r>
              <a:rPr lang="zh-CN" altLang="en-US" dirty="0"/>
              <a:t>事件概述</a:t>
            </a:r>
          </a:p>
        </p:txBody>
      </p:sp>
    </p:spTree>
    <p:extLst>
      <p:ext uri="{BB962C8B-B14F-4D97-AF65-F5344CB8AC3E}">
        <p14:creationId xmlns:p14="http://schemas.microsoft.com/office/powerpoint/2010/main" val="3933319370"/>
      </p:ext>
    </p:extLst>
  </p:cSld>
  <p:clrMapOvr>
    <a:masterClrMapping/>
  </p:clrMapOvr>
  <p:transition spd="slow">
    <p:blinds dir="ver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1251857" y="818482"/>
            <a:ext cx="9773194"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SOC</a:t>
            </a:r>
            <a:r>
              <a:rPr lang="zh-CN" altLang="en-US" sz="1600" spc="100" dirty="0">
                <a:latin typeface="微软雅黑" panose="020B0503020204020204" pitchFamily="34" charset="-122"/>
                <a:ea typeface="微软雅黑" panose="020B0503020204020204" pitchFamily="34" charset="-122"/>
              </a:rPr>
              <a:t>的工程师：</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分析模型：钻石模型</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）对出现严重资源占用的服务器和与之相关的服务器进行了</a:t>
            </a:r>
            <a:r>
              <a:rPr lang="en-US" altLang="zh-CN" sz="1600" spc="100" dirty="0">
                <a:latin typeface="微软雅黑" panose="020B0503020204020204" pitchFamily="34" charset="-122"/>
                <a:ea typeface="微软雅黑" panose="020B0503020204020204" pitchFamily="34" charset="-122"/>
              </a:rPr>
              <a:t>Web</a:t>
            </a:r>
            <a:r>
              <a:rPr lang="zh-CN" altLang="en-US" sz="1600" spc="100" dirty="0">
                <a:latin typeface="微软雅黑" panose="020B0503020204020204" pitchFamily="34" charset="-122"/>
                <a:ea typeface="微软雅黑" panose="020B0503020204020204" pitchFamily="34" charset="-122"/>
              </a:rPr>
              <a:t>日志分析和审计，并且通过对</a:t>
            </a:r>
            <a:r>
              <a:rPr lang="en-US" altLang="zh-CN" sz="1600" spc="100" dirty="0">
                <a:latin typeface="微软雅黑" panose="020B0503020204020204" pitchFamily="34" charset="-122"/>
                <a:ea typeface="微软雅黑" panose="020B0503020204020204" pitchFamily="34" charset="-122"/>
              </a:rPr>
              <a:t>IDS/WAF</a:t>
            </a:r>
            <a:r>
              <a:rPr lang="zh-CN" altLang="en-US" sz="1600" spc="100" dirty="0">
                <a:latin typeface="微软雅黑" panose="020B0503020204020204" pitchFamily="34" charset="-122"/>
                <a:ea typeface="微软雅黑" panose="020B0503020204020204" pitchFamily="34" charset="-122"/>
              </a:rPr>
              <a:t>的日志进行分析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）统计分析发现：</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同一个</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地址发起了多次请求，并且这样的</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数量有</a:t>
            </a:r>
            <a:r>
              <a:rPr lang="en-US" altLang="zh-CN" sz="1600" spc="100" dirty="0">
                <a:latin typeface="微软雅黑" panose="020B0503020204020204" pitchFamily="34" charset="-122"/>
                <a:ea typeface="微软雅黑" panose="020B0503020204020204" pitchFamily="34" charset="-122"/>
              </a:rPr>
              <a:t>2000</a:t>
            </a:r>
            <a:r>
              <a:rPr lang="zh-CN" altLang="en-US" sz="1600" spc="100" dirty="0">
                <a:latin typeface="微软雅黑" panose="020B0503020204020204" pitchFamily="34" charset="-122"/>
                <a:ea typeface="微软雅黑" panose="020B0503020204020204" pitchFamily="34" charset="-122"/>
              </a:rPr>
              <a:t>左右；</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有</a:t>
            </a:r>
            <a:r>
              <a:rPr lang="en-US" altLang="zh-CN" sz="1600" spc="100" dirty="0">
                <a:latin typeface="微软雅黑" panose="020B0503020204020204" pitchFamily="34" charset="-122"/>
                <a:ea typeface="微软雅黑" panose="020B0503020204020204" pitchFamily="34" charset="-122"/>
              </a:rPr>
              <a:t>20% </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地址被标记为恶意的</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，同时被标记为</a:t>
            </a:r>
            <a:r>
              <a:rPr lang="en-US" altLang="zh-CN" sz="1600" spc="100" dirty="0">
                <a:latin typeface="微软雅黑" panose="020B0503020204020204" pitchFamily="34" charset="-122"/>
                <a:ea typeface="微软雅黑" panose="020B0503020204020204" pitchFamily="34" charset="-122"/>
              </a:rPr>
              <a:t>DDoS</a:t>
            </a:r>
            <a:r>
              <a:rPr lang="zh-CN" altLang="en-US" sz="1600" spc="100" dirty="0">
                <a:latin typeface="微软雅黑" panose="020B0503020204020204" pitchFamily="34" charset="-122"/>
                <a:ea typeface="微软雅黑" panose="020B0503020204020204" pitchFamily="34" charset="-122"/>
              </a:rPr>
              <a:t>源</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结论：该事件为对服务器的</a:t>
            </a:r>
            <a:r>
              <a:rPr lang="en-US" altLang="zh-CN" sz="1600" spc="100" dirty="0">
                <a:latin typeface="微软雅黑" panose="020B0503020204020204" pitchFamily="34" charset="-122"/>
                <a:ea typeface="微软雅黑" panose="020B0503020204020204" pitchFamily="34" charset="-122"/>
              </a:rPr>
              <a:t>CC/DDoS</a:t>
            </a:r>
            <a:r>
              <a:rPr lang="zh-CN" altLang="en-US" sz="1600" spc="100" dirty="0">
                <a:latin typeface="微软雅黑" panose="020B0503020204020204" pitchFamily="34" charset="-122"/>
                <a:ea typeface="微软雅黑" panose="020B0503020204020204" pitchFamily="34" charset="-122"/>
              </a:rPr>
              <a:t>事件</a:t>
            </a:r>
          </a:p>
        </p:txBody>
      </p:sp>
      <p:pic>
        <p:nvPicPr>
          <p:cNvPr id="3" name="图片 2"/>
          <p:cNvPicPr>
            <a:picLocks noChangeAspect="1"/>
          </p:cNvPicPr>
          <p:nvPr/>
        </p:nvPicPr>
        <p:blipFill>
          <a:blip r:embed="rId3"/>
          <a:stretch>
            <a:fillRect/>
          </a:stretch>
        </p:blipFill>
        <p:spPr>
          <a:xfrm>
            <a:off x="3489814" y="4075184"/>
            <a:ext cx="7082018" cy="2666506"/>
          </a:xfrm>
          <a:prstGeom prst="rect">
            <a:avLst/>
          </a:prstGeom>
        </p:spPr>
      </p:pic>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事件分析：</a:t>
            </a:r>
            <a:r>
              <a:rPr lang="en-US" altLang="zh-CN" dirty="0"/>
              <a:t>SOC</a:t>
            </a:r>
            <a:r>
              <a:rPr lang="zh-CN" altLang="en-US" dirty="0"/>
              <a:t>工程师</a:t>
            </a:r>
          </a:p>
        </p:txBody>
      </p:sp>
    </p:spTree>
    <p:extLst>
      <p:ext uri="{BB962C8B-B14F-4D97-AF65-F5344CB8AC3E}">
        <p14:creationId xmlns:p14="http://schemas.microsoft.com/office/powerpoint/2010/main" val="2509540340"/>
      </p:ext>
    </p:extLst>
  </p:cSld>
  <p:clrMapOvr>
    <a:masterClrMapping/>
  </p:clrMapOvr>
  <p:transition spd="slow">
    <p:blinds dir="vert"/>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53589" y="902992"/>
            <a:ext cx="9744891"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我方安全分析师对该事件产生的攻击向量和</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地址进行了分析发现：</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的数据确实为</a:t>
            </a:r>
            <a:r>
              <a:rPr lang="en-US" altLang="zh-CN" sz="1600" spc="100" dirty="0">
                <a:latin typeface="微软雅黑" panose="020B0503020204020204" pitchFamily="34" charset="-122"/>
                <a:ea typeface="微软雅黑" panose="020B0503020204020204" pitchFamily="34" charset="-122"/>
              </a:rPr>
              <a:t>20% </a:t>
            </a:r>
            <a:r>
              <a:rPr lang="zh-CN" altLang="en-US" sz="1600" spc="100" dirty="0">
                <a:latin typeface="微软雅黑" panose="020B0503020204020204" pitchFamily="34" charset="-122"/>
                <a:ea typeface="微软雅黑" panose="020B0503020204020204" pitchFamily="34" charset="-122"/>
              </a:rPr>
              <a:t>是被标记肉鸡数据，</a:t>
            </a:r>
            <a:r>
              <a:rPr lang="en-US" altLang="zh-CN" sz="1600" spc="100" dirty="0">
                <a:latin typeface="微软雅黑" panose="020B0503020204020204" pitchFamily="34" charset="-122"/>
                <a:ea typeface="微软雅黑" panose="020B0503020204020204" pitchFamily="34" charset="-122"/>
              </a:rPr>
              <a:t>80% </a:t>
            </a:r>
            <a:r>
              <a:rPr lang="zh-CN" altLang="en-US" sz="1600" spc="100" dirty="0">
                <a:latin typeface="微软雅黑" panose="020B0503020204020204" pitchFamily="34" charset="-122"/>
                <a:ea typeface="微软雅黑" panose="020B0503020204020204" pitchFamily="34" charset="-122"/>
              </a:rPr>
              <a:t>为正常的</a:t>
            </a:r>
            <a:r>
              <a:rPr lang="en-US" altLang="zh-CN" sz="1600" spc="100" dirty="0">
                <a:latin typeface="微软雅黑" panose="020B0503020204020204" pitchFamily="34" charset="-122"/>
                <a:ea typeface="微软雅黑" panose="020B0503020204020204" pitchFamily="34" charset="-122"/>
              </a:rPr>
              <a:t>ADSL</a:t>
            </a:r>
            <a:r>
              <a:rPr lang="zh-CN" altLang="en-US" sz="1600" spc="100" dirty="0">
                <a:latin typeface="微软雅黑" panose="020B0503020204020204" pitchFamily="34" charset="-122"/>
                <a:ea typeface="微软雅黑" panose="020B0503020204020204" pitchFamily="34" charset="-122"/>
              </a:rPr>
              <a:t>接入数据和动态</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配置，也就是剩下的</a:t>
            </a:r>
            <a:r>
              <a:rPr lang="en-US" altLang="zh-CN" sz="1600" spc="100" dirty="0">
                <a:latin typeface="微软雅黑" panose="020B0503020204020204" pitchFamily="34" charset="-122"/>
                <a:ea typeface="微软雅黑" panose="020B0503020204020204" pitchFamily="34" charset="-122"/>
              </a:rPr>
              <a:t>80%</a:t>
            </a:r>
            <a:r>
              <a:rPr lang="zh-CN" altLang="en-US" sz="1600" spc="100" dirty="0">
                <a:latin typeface="微软雅黑" panose="020B0503020204020204" pitchFamily="34" charset="-122"/>
                <a:ea typeface="微软雅黑" panose="020B0503020204020204" pitchFamily="34" charset="-122"/>
              </a:rPr>
              <a:t>均为终端用户，而非</a:t>
            </a:r>
            <a:r>
              <a:rPr lang="en-US" altLang="zh-CN" sz="1600" spc="100" dirty="0">
                <a:latin typeface="微软雅黑" panose="020B0503020204020204" pitchFamily="34" charset="-122"/>
                <a:ea typeface="微软雅黑" panose="020B0503020204020204" pitchFamily="34" charset="-122"/>
              </a:rPr>
              <a:t>IDC</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）安全分析师通过使用商业化的威胁情报数据对这些</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地址和请求进行了分析，发现这些</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地址里面有</a:t>
            </a:r>
            <a:r>
              <a:rPr lang="en-US" altLang="zh-CN" sz="1600" spc="100" dirty="0">
                <a:latin typeface="微软雅黑" panose="020B0503020204020204" pitchFamily="34" charset="-122"/>
                <a:ea typeface="微软雅黑" panose="020B0503020204020204" pitchFamily="34" charset="-122"/>
              </a:rPr>
              <a:t>75% </a:t>
            </a:r>
            <a:r>
              <a:rPr lang="zh-CN" altLang="en-US" sz="1600" spc="100" dirty="0">
                <a:latin typeface="微软雅黑" panose="020B0503020204020204" pitchFamily="34" charset="-122"/>
                <a:ea typeface="微软雅黑" panose="020B0503020204020204" pitchFamily="34" charset="-122"/>
              </a:rPr>
              <a:t>的</a:t>
            </a:r>
            <a:r>
              <a:rPr lang="en-US" altLang="zh-CN" sz="1600" spc="100" dirty="0">
                <a:latin typeface="微软雅黑" panose="020B0503020204020204" pitchFamily="34" charset="-122"/>
                <a:ea typeface="微软雅黑" panose="020B0503020204020204" pitchFamily="34" charset="-122"/>
              </a:rPr>
              <a:t>IP</a:t>
            </a:r>
            <a:r>
              <a:rPr lang="zh-CN" altLang="en-US" sz="1600" spc="100" dirty="0">
                <a:latin typeface="微软雅黑" panose="020B0503020204020204" pitchFamily="34" charset="-122"/>
                <a:ea typeface="微软雅黑" panose="020B0503020204020204" pitchFamily="34" charset="-122"/>
              </a:rPr>
              <a:t>地址使用一种名为轰炸机的</a:t>
            </a:r>
            <a:r>
              <a:rPr lang="en-US" altLang="zh-CN" sz="1600" spc="100" dirty="0">
                <a:latin typeface="微软雅黑" panose="020B0503020204020204" pitchFamily="34" charset="-122"/>
                <a:ea typeface="微软雅黑" panose="020B0503020204020204" pitchFamily="34" charset="-122"/>
              </a:rPr>
              <a:t>Android</a:t>
            </a:r>
            <a:r>
              <a:rPr lang="zh-CN" altLang="en-US" sz="1600" spc="100" dirty="0">
                <a:latin typeface="微软雅黑" panose="020B0503020204020204" pitchFamily="34" charset="-122"/>
                <a:ea typeface="微软雅黑" panose="020B0503020204020204" pitchFamily="34" charset="-122"/>
              </a:rPr>
              <a:t>应用程序。</a:t>
            </a:r>
          </a:p>
        </p:txBody>
      </p:sp>
      <p:pic>
        <p:nvPicPr>
          <p:cNvPr id="3" name="图片 2"/>
          <p:cNvPicPr>
            <a:picLocks noChangeAspect="1"/>
          </p:cNvPicPr>
          <p:nvPr/>
        </p:nvPicPr>
        <p:blipFill>
          <a:blip r:embed="rId3"/>
          <a:stretch>
            <a:fillRect/>
          </a:stretch>
        </p:blipFill>
        <p:spPr>
          <a:xfrm>
            <a:off x="3613984" y="3687992"/>
            <a:ext cx="6705600" cy="2448607"/>
          </a:xfrm>
          <a:prstGeom prst="rect">
            <a:avLst/>
          </a:prstGeom>
        </p:spPr>
      </p:pic>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事件分析：安全分析师溯源</a:t>
            </a:r>
          </a:p>
        </p:txBody>
      </p:sp>
    </p:spTree>
    <p:extLst>
      <p:ext uri="{BB962C8B-B14F-4D97-AF65-F5344CB8AC3E}">
        <p14:creationId xmlns:p14="http://schemas.microsoft.com/office/powerpoint/2010/main" val="2898565443"/>
      </p:ext>
    </p:extLst>
  </p:cSld>
  <p:clrMapOvr>
    <a:masterClrMapping/>
  </p:clrMapOvr>
  <p:transition spd="slow">
    <p:blinds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17601" y="1082002"/>
            <a:ext cx="9737633"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工具的原理是：</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）通过对网络上使用验证码的系统的分析，会找到一些不用验证码只需要对特定</a:t>
            </a:r>
            <a:r>
              <a:rPr lang="en-US" altLang="zh-CN" sz="1600" spc="100" dirty="0">
                <a:latin typeface="微软雅黑" panose="020B0503020204020204" pitchFamily="34" charset="-122"/>
                <a:ea typeface="微软雅黑" panose="020B0503020204020204" pitchFamily="34" charset="-122"/>
              </a:rPr>
              <a:t>URL</a:t>
            </a:r>
            <a:r>
              <a:rPr lang="zh-CN" altLang="en-US" sz="1600" spc="100" dirty="0">
                <a:latin typeface="微软雅黑" panose="020B0503020204020204" pitchFamily="34" charset="-122"/>
                <a:ea typeface="微软雅黑" panose="020B0503020204020204" pitchFamily="34" charset="-122"/>
              </a:rPr>
              <a:t>请求的服务器；</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    （</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）直接大批量请求这些</a:t>
            </a:r>
            <a:r>
              <a:rPr lang="en-US" altLang="zh-CN" sz="1600" spc="100" dirty="0">
                <a:latin typeface="微软雅黑" panose="020B0503020204020204" pitchFamily="34" charset="-122"/>
                <a:ea typeface="微软雅黑" panose="020B0503020204020204" pitchFamily="34" charset="-122"/>
              </a:rPr>
              <a:t>URL</a:t>
            </a:r>
            <a:r>
              <a:rPr lang="zh-CN" altLang="en-US" sz="1600" spc="100" dirty="0">
                <a:latin typeface="微软雅黑" panose="020B0503020204020204" pitchFamily="34" charset="-122"/>
                <a:ea typeface="微软雅黑" panose="020B0503020204020204" pitchFamily="34" charset="-122"/>
              </a:rPr>
              <a:t>即可获取验证码；</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en-US" altLang="zh-CN" sz="1600" spc="100" dirty="0">
                <a:latin typeface="微软雅黑" panose="020B0503020204020204" pitchFamily="34" charset="-122"/>
                <a:ea typeface="微软雅黑" panose="020B0503020204020204" pitchFamily="34" charset="-122"/>
              </a:rPr>
              <a:t>    </a:t>
            </a: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3</a:t>
            </a:r>
            <a:r>
              <a:rPr lang="zh-CN" altLang="en-US" sz="1600" spc="100" dirty="0">
                <a:latin typeface="微软雅黑" panose="020B0503020204020204" pitchFamily="34" charset="-122"/>
                <a:ea typeface="微软雅黑" panose="020B0503020204020204" pitchFamily="34" charset="-122"/>
              </a:rPr>
              <a:t>）如果把这些验证码的手机目标替换为想要整蛊的对象的手机号码，即可让该对象收到大量的短信验证码，从而达到整人的目的。</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事件分析：</a:t>
            </a:r>
            <a:r>
              <a:rPr lang="en-US" altLang="zh-CN" dirty="0"/>
              <a:t>Android</a:t>
            </a:r>
            <a:r>
              <a:rPr lang="zh-CN" altLang="en-US" dirty="0"/>
              <a:t>应用程序</a:t>
            </a:r>
          </a:p>
        </p:txBody>
      </p:sp>
    </p:spTree>
    <p:extLst>
      <p:ext uri="{BB962C8B-B14F-4D97-AF65-F5344CB8AC3E}">
        <p14:creationId xmlns:p14="http://schemas.microsoft.com/office/powerpoint/2010/main" val="1482105394"/>
      </p:ext>
    </p:extLst>
  </p:cSld>
  <p:clrMapOvr>
    <a:masterClrMapping/>
  </p:clrMapOvr>
  <p:transition spd="slow">
    <p:blinds dir="vert"/>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74796" y="1164566"/>
            <a:ext cx="9327741"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1</a:t>
            </a:r>
            <a:r>
              <a:rPr lang="zh-CN" altLang="en-US" sz="1600" spc="100" dirty="0">
                <a:latin typeface="微软雅黑" panose="020B0503020204020204" pitchFamily="34" charset="-122"/>
                <a:ea typeface="微软雅黑" panose="020B0503020204020204" pitchFamily="34" charset="-122"/>
              </a:rPr>
              <a:t>）可以更有效和准确的检测和对抗来自于互联网的攻击；</a:t>
            </a:r>
            <a:endParaRPr lang="en-US" altLang="zh-CN" sz="1600" spc="1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None/>
            </a:pPr>
            <a:r>
              <a:rPr lang="zh-CN" altLang="en-US" sz="1600" spc="100" dirty="0">
                <a:latin typeface="微软雅黑" panose="020B0503020204020204" pitchFamily="34" charset="-122"/>
                <a:ea typeface="微软雅黑" panose="020B0503020204020204" pitchFamily="34" charset="-122"/>
              </a:rPr>
              <a:t>（</a:t>
            </a:r>
            <a:r>
              <a:rPr lang="en-US" altLang="zh-CN" sz="1600" spc="100" dirty="0">
                <a:latin typeface="微软雅黑" panose="020B0503020204020204" pitchFamily="34" charset="-122"/>
                <a:ea typeface="微软雅黑" panose="020B0503020204020204" pitchFamily="34" charset="-122"/>
              </a:rPr>
              <a:t>2</a:t>
            </a:r>
            <a:r>
              <a:rPr lang="zh-CN" altLang="en-US" sz="1600" spc="100" dirty="0">
                <a:latin typeface="微软雅黑" panose="020B0503020204020204" pitchFamily="34" charset="-122"/>
                <a:ea typeface="微软雅黑" panose="020B0503020204020204" pitchFamily="34" charset="-122"/>
              </a:rPr>
              <a:t>）同时也能更好地去识别类似于案例一中真实的高级威胁和类似于案例二中具备攻击假象的产品漏洞利用。</a:t>
            </a:r>
          </a:p>
        </p:txBody>
      </p:sp>
      <p:sp>
        <p:nvSpPr>
          <p:cNvPr id="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r>
              <a:rPr lang="zh-CN" altLang="en-US" dirty="0"/>
              <a:t>高级威胁分析搭配威胁情报的优势</a:t>
            </a:r>
          </a:p>
        </p:txBody>
      </p:sp>
    </p:spTree>
    <p:extLst>
      <p:ext uri="{BB962C8B-B14F-4D97-AF65-F5344CB8AC3E}">
        <p14:creationId xmlns:p14="http://schemas.microsoft.com/office/powerpoint/2010/main" val="28079078"/>
      </p:ext>
    </p:extLst>
  </p:cSld>
  <p:clrMapOvr>
    <a:masterClrMapping/>
  </p:clrMapOvr>
  <p:transition spd="slow">
    <p:blinds dir="ver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文本框 2"/>
          <p:cNvSpPr txBox="1"/>
          <p:nvPr/>
        </p:nvSpPr>
        <p:spPr>
          <a:xfrm>
            <a:off x="0" y="2514262"/>
            <a:ext cx="12192000"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rPr>
              <a:t>潜心读书，专心学习，成就</a:t>
            </a:r>
            <a:r>
              <a:rPr kumimoji="0" lang="zh-CN" altLang="en-US" sz="6000" b="0" i="0" u="none" strike="noStrike" kern="1200" cap="none" spc="0" normalizeH="0" baseline="0" noProof="0" dirty="0" smtClean="0">
                <a:ln>
                  <a:noFill/>
                </a:ln>
                <a:solidFill>
                  <a:srgbClr val="0083C9"/>
                </a:solidFill>
                <a:effectLst/>
                <a:uLnTx/>
                <a:uFillTx/>
                <a:latin typeface="华文行楷" panose="02010800040101010101" pitchFamily="2" charset="-122"/>
                <a:ea typeface="华文行楷" panose="02010800040101010101" pitchFamily="2" charset="-122"/>
                <a:cs typeface="+mn-cs"/>
              </a:rPr>
              <a:t>未来</a:t>
            </a:r>
            <a:endParaRPr kumimoji="0" lang="zh-CN" altLang="en-US" sz="6000" b="0" i="0" u="none" strike="noStrike" kern="1200" cap="none" spc="0" normalizeH="0" baseline="0" noProof="0" dirty="0">
              <a:ln>
                <a:noFill/>
              </a:ln>
              <a:solidFill>
                <a:srgbClr val="0083C9"/>
              </a:solidFill>
              <a:effectLst/>
              <a:uLnTx/>
              <a:uFillTx/>
              <a:latin typeface="华文行楷" panose="02010800040101010101" pitchFamily="2" charset="-122"/>
              <a:ea typeface="华文行楷" panose="02010800040101010101" pitchFamily="2" charset="-122"/>
              <a:cs typeface="+mn-cs"/>
              <a:sym typeface="Arial"/>
            </a:endParaRPr>
          </a:p>
        </p:txBody>
      </p:sp>
      <p:sp>
        <p:nvSpPr>
          <p:cNvPr id="4" name="Rectangle 24"/>
          <p:cNvSpPr>
            <a:spLocks noChangeArrowheads="1"/>
          </p:cNvSpPr>
          <p:nvPr/>
        </p:nvSpPr>
        <p:spPr bwMode="auto">
          <a:xfrm>
            <a:off x="3632056" y="4751390"/>
            <a:ext cx="4916112" cy="695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charset="0"/>
              </a:defRPr>
            </a:lvl1pPr>
            <a:lvl2pPr marL="742950" indent="-285750">
              <a:defRPr>
                <a:solidFill>
                  <a:schemeClr val="tx1"/>
                </a:solidFill>
                <a:latin typeface="Calibri" charset="0"/>
              </a:defRPr>
            </a:lvl2pPr>
            <a:lvl3pPr marL="1143000" indent="-228600">
              <a:defRPr>
                <a:solidFill>
                  <a:schemeClr val="tx1"/>
                </a:solidFill>
                <a:latin typeface="Calibri" charset="0"/>
              </a:defRPr>
            </a:lvl3pPr>
            <a:lvl4pPr marL="1600200" indent="-228600">
              <a:defRPr>
                <a:solidFill>
                  <a:schemeClr val="tx1"/>
                </a:solidFill>
                <a:latin typeface="Calibri" charset="0"/>
              </a:defRPr>
            </a:lvl4pPr>
            <a:lvl5pPr marL="2057400" indent="-228600">
              <a:defRPr>
                <a:solidFill>
                  <a:schemeClr val="tx1"/>
                </a:solidFill>
                <a:latin typeface="Calibri" charset="0"/>
              </a:defRPr>
            </a:lvl5pPr>
            <a:lvl6pPr marL="2514600" indent="-228600" fontAlgn="base">
              <a:spcBef>
                <a:spcPct val="0"/>
              </a:spcBef>
              <a:spcAft>
                <a:spcPct val="0"/>
              </a:spcAft>
              <a:defRPr>
                <a:solidFill>
                  <a:schemeClr val="tx1"/>
                </a:solidFill>
                <a:latin typeface="Calibri" charset="0"/>
              </a:defRPr>
            </a:lvl6pPr>
            <a:lvl7pPr marL="2971800" indent="-228600" fontAlgn="base">
              <a:spcBef>
                <a:spcPct val="0"/>
              </a:spcBef>
              <a:spcAft>
                <a:spcPct val="0"/>
              </a:spcAft>
              <a:defRPr>
                <a:solidFill>
                  <a:schemeClr val="tx1"/>
                </a:solidFill>
                <a:latin typeface="Calibri" charset="0"/>
              </a:defRPr>
            </a:lvl7pPr>
            <a:lvl8pPr marL="3429000" indent="-228600" fontAlgn="base">
              <a:spcBef>
                <a:spcPct val="0"/>
              </a:spcBef>
              <a:spcAft>
                <a:spcPct val="0"/>
              </a:spcAft>
              <a:defRPr>
                <a:solidFill>
                  <a:schemeClr val="tx1"/>
                </a:solidFill>
                <a:latin typeface="Calibri" charset="0"/>
              </a:defRPr>
            </a:lvl8pPr>
            <a:lvl9pPr marL="3886200" indent="-228600" fontAlgn="base">
              <a:spcBef>
                <a:spcPct val="0"/>
              </a:spcBef>
              <a:spcAft>
                <a:spcPct val="0"/>
              </a:spcAft>
              <a:defRPr>
                <a:solidFill>
                  <a:schemeClr val="tx1"/>
                </a:solidFill>
                <a:latin typeface="Calibri" charset="0"/>
              </a:defRPr>
            </a:lvl9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rPr>
              <a:t>奇安</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信</a:t>
            </a:r>
            <a:r>
              <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a:t>
            </a:r>
            <a:r>
              <a:rPr kumimoji="0" lang="zh-CN" altLang="en-US"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安全教育</a:t>
            </a:r>
            <a:endParaRPr kumimoji="0" lang="en-US" altLang="zh-CN" sz="16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endParaRPr>
          </a:p>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2018</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年</a:t>
            </a:r>
            <a:r>
              <a:rPr kumimoji="0" lang="en-US" altLang="zh-CN"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12</a:t>
            </a:r>
            <a:r>
              <a:rPr kumimoji="0" lang="zh-CN" altLang="en-US" sz="1200" b="0" i="0" u="none" strike="noStrike" kern="1200" cap="none" spc="0" normalizeH="0" baseline="0" noProof="0" dirty="0" smtClean="0">
                <a:ln>
                  <a:noFill/>
                </a:ln>
                <a:solidFill>
                  <a:srgbClr val="656D78">
                    <a:lumMod val="75000"/>
                  </a:srgbClr>
                </a:solidFill>
                <a:effectLst/>
                <a:uLnTx/>
                <a:uFillTx/>
                <a:latin typeface="Hiragino Sans GB W3" charset="-122"/>
                <a:ea typeface="Hiragino Sans GB W3" charset="-122"/>
                <a:cs typeface="Hiragino Sans GB W3" charset="-122"/>
              </a:rPr>
              <a:t>月</a:t>
            </a:r>
            <a:endParaRPr kumimoji="0" lang="en-US" altLang="zh-CN" sz="1200" b="0" i="0" u="none" strike="noStrike" kern="1200" cap="none" spc="0" normalizeH="0" baseline="0" noProof="0" dirty="0">
              <a:ln>
                <a:noFill/>
              </a:ln>
              <a:solidFill>
                <a:srgbClr val="656D78">
                  <a:lumMod val="75000"/>
                </a:srgbClr>
              </a:solidFill>
              <a:effectLst/>
              <a:uLnTx/>
              <a:uFillTx/>
              <a:latin typeface="Hiragino Sans GB W3" charset="-122"/>
              <a:ea typeface="Hiragino Sans GB W3" charset="-122"/>
              <a:cs typeface="Hiragino Sans GB W3" charset="-122"/>
            </a:endParaRPr>
          </a:p>
        </p:txBody>
      </p:sp>
    </p:spTree>
    <p:extLst>
      <p:ext uri="{BB962C8B-B14F-4D97-AF65-F5344CB8AC3E}">
        <p14:creationId xmlns:p14="http://schemas.microsoft.com/office/powerpoint/2010/main" val="4811676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7033556D-3971-9E47-9DDC-7E3D3ED1A653}"/>
    </a:ext>
  </a:extLst>
</a:theme>
</file>

<file path=ppt/theme/theme2.xml><?xml version="1.0" encoding="utf-8"?>
<a:theme xmlns:a="http://schemas.openxmlformats.org/drawingml/2006/main" name="目录及模块">
  <a:themeElements>
    <a:clrScheme name="自定义 22">
      <a:dk1>
        <a:srgbClr val="000000"/>
      </a:dk1>
      <a:lt1>
        <a:srgbClr val="FFFFFF"/>
      </a:lt1>
      <a:dk2>
        <a:srgbClr val="44546A"/>
      </a:dk2>
      <a:lt2>
        <a:srgbClr val="E7E6E6"/>
      </a:lt2>
      <a:accent1>
        <a:srgbClr val="52C1AF"/>
      </a:accent1>
      <a:accent2>
        <a:srgbClr val="4CA8BF"/>
      </a:accent2>
      <a:accent3>
        <a:srgbClr val="477EB7"/>
      </a:accent3>
      <a:accent4>
        <a:srgbClr val="3169BB"/>
      </a:accent4>
      <a:accent5>
        <a:srgbClr val="2757B7"/>
      </a:accent5>
      <a:accent6>
        <a:srgbClr val="2F87A4"/>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22C29BD7-062E-4647-83A2-C77A0ABB2446}"/>
    </a:ext>
  </a:extLst>
</a:theme>
</file>

<file path=ppt/theme/theme3.xml><?xml version="1.0" encoding="utf-8"?>
<a:theme xmlns:a="http://schemas.openxmlformats.org/drawingml/2006/main" name="44_Approach - Color 09">
  <a:themeElements>
    <a:clrScheme name="自定义 24">
      <a:dk1>
        <a:srgbClr val="0C0D0E"/>
      </a:dk1>
      <a:lt1>
        <a:srgbClr val="FFFFFF"/>
      </a:lt1>
      <a:dk2>
        <a:srgbClr val="151A22"/>
      </a:dk2>
      <a:lt2>
        <a:srgbClr val="E7E6E6"/>
      </a:lt2>
      <a:accent1>
        <a:srgbClr val="42A5F5"/>
      </a:accent1>
      <a:accent2>
        <a:srgbClr val="2196F3"/>
      </a:accent2>
      <a:accent3>
        <a:srgbClr val="1E88E5"/>
      </a:accent3>
      <a:accent4>
        <a:srgbClr val="1976D2"/>
      </a:accent4>
      <a:accent5>
        <a:srgbClr val="1565C0"/>
      </a:accent5>
      <a:accent6>
        <a:srgbClr val="0D47A1"/>
      </a:accent6>
      <a:hlink>
        <a:srgbClr val="0563C1"/>
      </a:hlink>
      <a:folHlink>
        <a:srgbClr val="954F72"/>
      </a:folHlink>
    </a:clrScheme>
    <a:fontScheme name="Cambria-Calibri">
      <a:majorFont>
        <a:latin typeface="Cambria" panose="02040503050406030204"/>
        <a:ea typeface=""/>
        <a:cs typeface=""/>
        <a:font script="Jpan" typeface="ＭＳ Ｐゴシック"/>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奇安信ppt(浅色)的副本" id="{743E4DEE-E65B-A74F-8E1B-95A46557A860}" vid="{E3824F92-6DC0-E544-93E5-059CEBC37BD3}"/>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ppt/theme/themeOverride2.xml><?xml version="1.0" encoding="utf-8"?>
<a:themeOverride xmlns:a="http://schemas.openxmlformats.org/drawingml/2006/main">
  <a:clrScheme name="自定义 13">
    <a:dk1>
      <a:srgbClr val="656D78"/>
    </a:dk1>
    <a:lt1>
      <a:srgbClr val="FFFFFF"/>
    </a:lt1>
    <a:dk2>
      <a:srgbClr val="44546A"/>
    </a:dk2>
    <a:lt2>
      <a:srgbClr val="E7E6E6"/>
    </a:lt2>
    <a:accent1>
      <a:srgbClr val="56CCE4"/>
    </a:accent1>
    <a:accent2>
      <a:srgbClr val="3FC1D8"/>
    </a:accent2>
    <a:accent3>
      <a:srgbClr val="34A2CC"/>
    </a:accent3>
    <a:accent4>
      <a:srgbClr val="3E90C0"/>
    </a:accent4>
    <a:accent5>
      <a:srgbClr val="30B0B4"/>
    </a:accent5>
    <a:accent6>
      <a:srgbClr val="37A8B8"/>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17995</TotalTime>
  <Words>5033</Words>
  <Application>Microsoft Office PowerPoint</Application>
  <PresentationFormat>宽屏</PresentationFormat>
  <Paragraphs>307</Paragraphs>
  <Slides>60</Slides>
  <Notes>53</Notes>
  <HiddenSlides>0</HiddenSlides>
  <MMClips>0</MMClips>
  <ScaleCrop>false</ScaleCrop>
  <HeadingPairs>
    <vt:vector size="8" baseType="variant">
      <vt:variant>
        <vt:lpstr>已用的字体</vt:lpstr>
      </vt:variant>
      <vt:variant>
        <vt:i4>16</vt:i4>
      </vt:variant>
      <vt:variant>
        <vt:lpstr>主题</vt:lpstr>
      </vt:variant>
      <vt:variant>
        <vt:i4>3</vt:i4>
      </vt:variant>
      <vt:variant>
        <vt:lpstr>嵌入 OLE 服务器</vt:lpstr>
      </vt:variant>
      <vt:variant>
        <vt:i4>1</vt:i4>
      </vt:variant>
      <vt:variant>
        <vt:lpstr>幻灯片标题</vt:lpstr>
      </vt:variant>
      <vt:variant>
        <vt:i4>60</vt:i4>
      </vt:variant>
    </vt:vector>
  </HeadingPairs>
  <TitlesOfParts>
    <vt:vector size="80" baseType="lpstr">
      <vt:lpstr>Hiragino Sans GB W3</vt:lpstr>
      <vt:lpstr>Microsoft YaHei Light</vt:lpstr>
      <vt:lpstr>Roboto Black</vt:lpstr>
      <vt:lpstr>Source Sans Pro</vt:lpstr>
      <vt:lpstr>Source Sans Pro Light</vt:lpstr>
      <vt:lpstr>DengXian</vt:lpstr>
      <vt:lpstr>DengXian Light</vt:lpstr>
      <vt:lpstr>黑体</vt:lpstr>
      <vt:lpstr>华文行楷</vt:lpstr>
      <vt:lpstr>宋体</vt:lpstr>
      <vt:lpstr>Microsoft YaHei</vt:lpstr>
      <vt:lpstr>Microsoft YaHei</vt:lpstr>
      <vt:lpstr>Arial</vt:lpstr>
      <vt:lpstr>Calibri</vt:lpstr>
      <vt:lpstr>Calibri Light</vt:lpstr>
      <vt:lpstr>Cambria</vt:lpstr>
      <vt:lpstr>自定义设计方案</vt:lpstr>
      <vt:lpstr>目录及模块</vt:lpstr>
      <vt:lpstr>44_Approach - Color 09</vt:lpstr>
      <vt:lpstr>Visio</vt:lpstr>
      <vt:lpstr>PowerPoint 演示文稿</vt:lpstr>
      <vt:lpstr>目录</vt:lpstr>
      <vt:lpstr>本章学习目标</vt:lpstr>
      <vt:lpstr>PowerPoint 演示文稿</vt:lpstr>
      <vt:lpstr>需求分析</vt:lpstr>
      <vt:lpstr>解决方案</vt:lpstr>
      <vt:lpstr>解决方案分析</vt:lpstr>
      <vt:lpstr>系统自身安全性设计</vt:lpstr>
      <vt:lpstr>性能与存储空间</vt:lpstr>
      <vt:lpstr>部署方案</vt:lpstr>
      <vt:lpstr>B/S架构</vt:lpstr>
      <vt:lpstr>方案优势</vt:lpstr>
      <vt:lpstr>统一日志监控</vt:lpstr>
      <vt:lpstr>全面的日志采集手段</vt:lpstr>
      <vt:lpstr>丰富的日志类型支持</vt:lpstr>
      <vt:lpstr>灵活的部署方式</vt:lpstr>
      <vt:lpstr>日志归一化和实时关联分析</vt:lpstr>
      <vt:lpstr>PowerPoint 演示文稿</vt:lpstr>
      <vt:lpstr>需求分析</vt:lpstr>
      <vt:lpstr>解决方案</vt:lpstr>
      <vt:lpstr>实现高性能日志采集与海量存储</vt:lpstr>
      <vt:lpstr>解析日志消息生成日志表表</vt:lpstr>
      <vt:lpstr>实现日志归一化和关联分析</vt:lpstr>
      <vt:lpstr>方案优势</vt:lpstr>
      <vt:lpstr>保障日志的完整性和安全性</vt:lpstr>
      <vt:lpstr>高效地采集日志，丰富的日志采集方式</vt:lpstr>
      <vt:lpstr>高效的实时分析统计与报表分析统计</vt:lpstr>
      <vt:lpstr>定制事件警告规则</vt:lpstr>
      <vt:lpstr>统一的安全管理平台，提高工作效率</vt:lpstr>
      <vt:lpstr>定制安全统计报表</vt:lpstr>
      <vt:lpstr>PowerPoint 演示文稿</vt:lpstr>
      <vt:lpstr>需求分析</vt:lpstr>
      <vt:lpstr>解决方案</vt:lpstr>
      <vt:lpstr>解决方案分析</vt:lpstr>
      <vt:lpstr>数据采集层</vt:lpstr>
      <vt:lpstr>管理监控中心</vt:lpstr>
      <vt:lpstr>可视化的统一展现界面</vt:lpstr>
      <vt:lpstr>对外接口层</vt:lpstr>
      <vt:lpstr>方案优势</vt:lpstr>
      <vt:lpstr>海量安全事件的标准化集中管理</vt:lpstr>
      <vt:lpstr>及时报警与报表管理</vt:lpstr>
      <vt:lpstr>落实规定提供技术支持</vt:lpstr>
      <vt:lpstr>规范信息系统日志信息管理</vt:lpstr>
      <vt:lpstr>PowerPoint 演示文稿</vt:lpstr>
      <vt:lpstr>需求分析</vt:lpstr>
      <vt:lpstr>解决方案</vt:lpstr>
      <vt:lpstr>方案优势</vt:lpstr>
      <vt:lpstr>日志全生命周期的管理</vt:lpstr>
      <vt:lpstr>满足合规性要求</vt:lpstr>
      <vt:lpstr>提升运维能力</vt:lpstr>
      <vt:lpstr>PowerPoint 演示文稿</vt:lpstr>
      <vt:lpstr>事件概述</vt:lpstr>
      <vt:lpstr>事件分析：SOC钻石模型</vt:lpstr>
      <vt:lpstr>事件分析：安全分析师溯源</vt:lpstr>
      <vt:lpstr>事件概述</vt:lpstr>
      <vt:lpstr>事件分析：SOC工程师</vt:lpstr>
      <vt:lpstr>事件分析：安全分析师溯源</vt:lpstr>
      <vt:lpstr>事件分析：Android应用程序</vt:lpstr>
      <vt:lpstr>高级威胁分析搭配威胁情报的优势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王萌03</cp:lastModifiedBy>
  <cp:revision>329</cp:revision>
  <dcterms:created xsi:type="dcterms:W3CDTF">2018-11-06T06:32:09Z</dcterms:created>
  <dcterms:modified xsi:type="dcterms:W3CDTF">2019-08-19T03:25:47Z</dcterms:modified>
</cp:coreProperties>
</file>