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 id="2147483650" r:id="rId2"/>
    <p:sldMasterId id="2147485154" r:id="rId3"/>
  </p:sldMasterIdLst>
  <p:notesMasterIdLst>
    <p:notesMasterId r:id="rId52"/>
  </p:notesMasterIdLst>
  <p:handoutMasterIdLst>
    <p:handoutMasterId r:id="rId53"/>
  </p:handoutMasterIdLst>
  <p:sldIdLst>
    <p:sldId id="403" r:id="rId4"/>
    <p:sldId id="573" r:id="rId5"/>
    <p:sldId id="574" r:id="rId6"/>
    <p:sldId id="619" r:id="rId7"/>
    <p:sldId id="576" r:id="rId8"/>
    <p:sldId id="577" r:id="rId9"/>
    <p:sldId id="620" r:id="rId10"/>
    <p:sldId id="579" r:id="rId11"/>
    <p:sldId id="580" r:id="rId12"/>
    <p:sldId id="581" r:id="rId13"/>
    <p:sldId id="582" r:id="rId14"/>
    <p:sldId id="583" r:id="rId15"/>
    <p:sldId id="584" r:id="rId16"/>
    <p:sldId id="585" r:id="rId17"/>
    <p:sldId id="586" r:id="rId18"/>
    <p:sldId id="587" r:id="rId19"/>
    <p:sldId id="588" r:id="rId20"/>
    <p:sldId id="589" r:id="rId21"/>
    <p:sldId id="590" r:id="rId22"/>
    <p:sldId id="591" r:id="rId23"/>
    <p:sldId id="621" r:id="rId24"/>
    <p:sldId id="593" r:id="rId25"/>
    <p:sldId id="594" r:id="rId26"/>
    <p:sldId id="595" r:id="rId27"/>
    <p:sldId id="596" r:id="rId28"/>
    <p:sldId id="597" r:id="rId29"/>
    <p:sldId id="598" r:id="rId30"/>
    <p:sldId id="599" r:id="rId31"/>
    <p:sldId id="600" r:id="rId32"/>
    <p:sldId id="601" r:id="rId33"/>
    <p:sldId id="602" r:id="rId34"/>
    <p:sldId id="603" r:id="rId35"/>
    <p:sldId id="604" r:id="rId36"/>
    <p:sldId id="605" r:id="rId37"/>
    <p:sldId id="606" r:id="rId38"/>
    <p:sldId id="607" r:id="rId39"/>
    <p:sldId id="608" r:id="rId40"/>
    <p:sldId id="609" r:id="rId41"/>
    <p:sldId id="610" r:id="rId42"/>
    <p:sldId id="611" r:id="rId43"/>
    <p:sldId id="612" r:id="rId44"/>
    <p:sldId id="613" r:id="rId45"/>
    <p:sldId id="614" r:id="rId46"/>
    <p:sldId id="615" r:id="rId47"/>
    <p:sldId id="616" r:id="rId48"/>
    <p:sldId id="617" r:id="rId49"/>
    <p:sldId id="618" r:id="rId50"/>
    <p:sldId id="622"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C9"/>
    <a:srgbClr val="1D8CF0"/>
    <a:srgbClr val="168AD7"/>
    <a:srgbClr val="1182CF"/>
    <a:srgbClr val="117EC8"/>
    <a:srgbClr val="0E4F9A"/>
    <a:srgbClr val="0B4DB6"/>
    <a:srgbClr val="117BBC"/>
    <a:srgbClr val="1483C9"/>
    <a:srgbClr val="1487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59" autoAdjust="0"/>
    <p:restoredTop sz="94674"/>
  </p:normalViewPr>
  <p:slideViewPr>
    <p:cSldViewPr snapToGrid="0" snapToObjects="1" showGuides="1">
      <p:cViewPr varScale="1">
        <p:scale>
          <a:sx n="113" d="100"/>
          <a:sy n="113" d="100"/>
        </p:scale>
        <p:origin x="108" y="258"/>
      </p:cViewPr>
      <p:guideLst>
        <p:guide orient="horz" pos="2228"/>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handoutMaster" Target="handoutMasters/handout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sz="1400">
                <a:latin typeface="微软雅黑" panose="020B0503020204020204" pitchFamily="34" charset="-122"/>
                <a:ea typeface="微软雅黑" panose="020B0503020204020204" pitchFamily="34" charset="-122"/>
              </a:rPr>
              <a:t>防火墙流日志计数</a:t>
            </a:r>
          </a:p>
        </c:rich>
      </c:tx>
      <c:layout>
        <c:manualLayout>
          <c:xMode val="edge"/>
          <c:yMode val="edge"/>
          <c:x val="0.32462453004185288"/>
          <c:y val="4.166666666666666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barChart>
        <c:barDir val="col"/>
        <c:grouping val="stacked"/>
        <c:varyColors val="0"/>
        <c:ser>
          <c:idx val="0"/>
          <c:order val="0"/>
          <c:tx>
            <c:strRef>
              <c:f>Sheet1!$A$2</c:f>
              <c:strCache>
                <c:ptCount val="1"/>
                <c:pt idx="0">
                  <c:v>Series 1</c:v>
                </c:pt>
              </c:strCache>
            </c:strRef>
          </c:tx>
          <c:spPr>
            <a:solidFill>
              <a:srgbClr val="FF0000"/>
            </a:solidFill>
            <a:ln>
              <a:noFill/>
            </a:ln>
            <a:effectLst/>
          </c:spPr>
          <c:invertIfNegative val="0"/>
          <c:cat>
            <c:strRef>
              <c:f>Sheet1!$B$1:$D$1</c:f>
              <c:strCache>
                <c:ptCount val="3"/>
                <c:pt idx="0">
                  <c:v>Jan</c:v>
                </c:pt>
                <c:pt idx="1">
                  <c:v>Feb</c:v>
                </c:pt>
                <c:pt idx="2">
                  <c:v>Mar</c:v>
                </c:pt>
              </c:strCache>
            </c:strRef>
          </c:cat>
          <c:val>
            <c:numRef>
              <c:f>Sheet1!$B$2:$D$2</c:f>
              <c:numCache>
                <c:formatCode>General</c:formatCode>
                <c:ptCount val="3"/>
                <c:pt idx="0">
                  <c:v>10</c:v>
                </c:pt>
                <c:pt idx="1">
                  <c:v>12</c:v>
                </c:pt>
                <c:pt idx="2">
                  <c:v>13</c:v>
                </c:pt>
              </c:numCache>
            </c:numRef>
          </c:val>
          <c:extLst>
            <c:ext xmlns:c16="http://schemas.microsoft.com/office/drawing/2014/chart" uri="{C3380CC4-5D6E-409C-BE32-E72D297353CC}">
              <c16:uniqueId val="{00000000-A7CE-431A-97C4-82F3310A1386}"/>
            </c:ext>
          </c:extLst>
        </c:ser>
        <c:ser>
          <c:idx val="1"/>
          <c:order val="1"/>
          <c:tx>
            <c:strRef>
              <c:f>Sheet1!$A$3</c:f>
              <c:strCache>
                <c:ptCount val="1"/>
                <c:pt idx="0">
                  <c:v>Series 2</c:v>
                </c:pt>
              </c:strCache>
            </c:strRef>
          </c:tx>
          <c:spPr>
            <a:solidFill>
              <a:srgbClr val="00B0F0"/>
            </a:solidFill>
            <a:ln>
              <a:noFill/>
            </a:ln>
            <a:effectLst/>
          </c:spPr>
          <c:invertIfNegative val="0"/>
          <c:cat>
            <c:strRef>
              <c:f>Sheet1!$B$1:$D$1</c:f>
              <c:strCache>
                <c:ptCount val="3"/>
                <c:pt idx="0">
                  <c:v>Jan</c:v>
                </c:pt>
                <c:pt idx="1">
                  <c:v>Feb</c:v>
                </c:pt>
                <c:pt idx="2">
                  <c:v>Mar</c:v>
                </c:pt>
              </c:strCache>
            </c:strRef>
          </c:cat>
          <c:val>
            <c:numRef>
              <c:f>Sheet1!$B$3:$D$3</c:f>
              <c:numCache>
                <c:formatCode>General</c:formatCode>
                <c:ptCount val="3"/>
                <c:pt idx="0">
                  <c:v>4</c:v>
                </c:pt>
                <c:pt idx="1">
                  <c:v>3</c:v>
                </c:pt>
                <c:pt idx="2">
                  <c:v>2</c:v>
                </c:pt>
              </c:numCache>
            </c:numRef>
          </c:val>
          <c:extLst>
            <c:ext xmlns:c16="http://schemas.microsoft.com/office/drawing/2014/chart" uri="{C3380CC4-5D6E-409C-BE32-E72D297353CC}">
              <c16:uniqueId val="{00000001-A7CE-431A-97C4-82F3310A1386}"/>
            </c:ext>
          </c:extLst>
        </c:ser>
        <c:ser>
          <c:idx val="2"/>
          <c:order val="2"/>
          <c:tx>
            <c:strRef>
              <c:f>Sheet1!$A$4</c:f>
              <c:strCache>
                <c:ptCount val="1"/>
                <c:pt idx="0">
                  <c:v>Series 3</c:v>
                </c:pt>
              </c:strCache>
            </c:strRef>
          </c:tx>
          <c:spPr>
            <a:solidFill>
              <a:srgbClr val="92D050"/>
            </a:solidFill>
            <a:ln>
              <a:noFill/>
            </a:ln>
            <a:effectLst/>
          </c:spPr>
          <c:invertIfNegative val="0"/>
          <c:cat>
            <c:strRef>
              <c:f>Sheet1!$B$1:$D$1</c:f>
              <c:strCache>
                <c:ptCount val="3"/>
                <c:pt idx="0">
                  <c:v>Jan</c:v>
                </c:pt>
                <c:pt idx="1">
                  <c:v>Feb</c:v>
                </c:pt>
                <c:pt idx="2">
                  <c:v>Mar</c:v>
                </c:pt>
              </c:strCache>
            </c:strRef>
          </c:cat>
          <c:val>
            <c:numRef>
              <c:f>Sheet1!$B$4:$D$4</c:f>
              <c:numCache>
                <c:formatCode>General</c:formatCode>
                <c:ptCount val="3"/>
                <c:pt idx="0">
                  <c:v>3</c:v>
                </c:pt>
                <c:pt idx="1">
                  <c:v>4</c:v>
                </c:pt>
                <c:pt idx="2">
                  <c:v>3</c:v>
                </c:pt>
              </c:numCache>
            </c:numRef>
          </c:val>
          <c:extLst>
            <c:ext xmlns:c16="http://schemas.microsoft.com/office/drawing/2014/chart" uri="{C3380CC4-5D6E-409C-BE32-E72D297353CC}">
              <c16:uniqueId val="{00000002-A7CE-431A-97C4-82F3310A1386}"/>
            </c:ext>
          </c:extLst>
        </c:ser>
        <c:ser>
          <c:idx val="3"/>
          <c:order val="3"/>
          <c:tx>
            <c:strRef>
              <c:f>Sheet1!$A$5</c:f>
              <c:strCache>
                <c:ptCount val="1"/>
                <c:pt idx="0">
                  <c:v>Series 4</c:v>
                </c:pt>
              </c:strCache>
            </c:strRef>
          </c:tx>
          <c:spPr>
            <a:solidFill>
              <a:srgbClr val="FFFF00"/>
            </a:solidFill>
            <a:ln>
              <a:noFill/>
            </a:ln>
            <a:effectLst/>
          </c:spPr>
          <c:invertIfNegative val="0"/>
          <c:cat>
            <c:strRef>
              <c:f>Sheet1!$B$1:$D$1</c:f>
              <c:strCache>
                <c:ptCount val="3"/>
                <c:pt idx="0">
                  <c:v>Jan</c:v>
                </c:pt>
                <c:pt idx="1">
                  <c:v>Feb</c:v>
                </c:pt>
                <c:pt idx="2">
                  <c:v>Mar</c:v>
                </c:pt>
              </c:strCache>
            </c:strRef>
          </c:cat>
          <c:val>
            <c:numRef>
              <c:f>Sheet1!$B$5:$D$5</c:f>
              <c:numCache>
                <c:formatCode>General</c:formatCode>
                <c:ptCount val="3"/>
                <c:pt idx="0">
                  <c:v>3</c:v>
                </c:pt>
                <c:pt idx="1">
                  <c:v>4</c:v>
                </c:pt>
                <c:pt idx="2">
                  <c:v>5</c:v>
                </c:pt>
              </c:numCache>
            </c:numRef>
          </c:val>
          <c:extLst>
            <c:ext xmlns:c16="http://schemas.microsoft.com/office/drawing/2014/chart" uri="{C3380CC4-5D6E-409C-BE32-E72D297353CC}">
              <c16:uniqueId val="{00000003-A7CE-431A-97C4-82F3310A1386}"/>
            </c:ext>
          </c:extLst>
        </c:ser>
        <c:dLbls>
          <c:showLegendKey val="0"/>
          <c:showVal val="0"/>
          <c:showCatName val="0"/>
          <c:showSerName val="0"/>
          <c:showPercent val="0"/>
          <c:showBubbleSize val="0"/>
        </c:dLbls>
        <c:gapWidth val="100"/>
        <c:overlap val="100"/>
        <c:axId val="275601840"/>
        <c:axId val="275602400"/>
      </c:barChart>
      <c:catAx>
        <c:axId val="275601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75602400"/>
        <c:crosses val="autoZero"/>
        <c:auto val="1"/>
        <c:lblAlgn val="ctr"/>
        <c:lblOffset val="100"/>
        <c:noMultiLvlLbl val="0"/>
      </c:catAx>
      <c:valAx>
        <c:axId val="275602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756018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0D9C0A-513E-5D45-A5BD-59ABDA883CB2}" type="datetimeFigureOut">
              <a:rPr kumimoji="1" lang="zh-CN" altLang="en-US" smtClean="0"/>
              <a:t>2019/8/19</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A7D54F-769D-2D42-8A77-B952BDC9D44D}" type="slidenum">
              <a:rPr kumimoji="1" lang="zh-CN" altLang="en-US" smtClean="0"/>
              <a:t>‹#›</a:t>
            </a:fld>
            <a:endParaRPr kumimoji="1" lang="zh-CN" altLang="en-US"/>
          </a:p>
        </p:txBody>
      </p:sp>
    </p:spTree>
    <p:extLst>
      <p:ext uri="{BB962C8B-B14F-4D97-AF65-F5344CB8AC3E}">
        <p14:creationId xmlns:p14="http://schemas.microsoft.com/office/powerpoint/2010/main" val="3035994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4E0DE-8EB3-4142-8470-5DDD67C56C08}" type="datetimeFigureOut">
              <a:rPr kumimoji="1" lang="zh-CN" altLang="en-US" smtClean="0"/>
              <a:t>2019/8/19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10FF57-52CE-D749-A0B3-B7D1B6EF2809}" type="slidenum">
              <a:rPr kumimoji="1" lang="zh-CN" altLang="en-US" smtClean="0"/>
              <a:t>‹#›</a:t>
            </a:fld>
            <a:endParaRPr kumimoji="1" lang="zh-CN" altLang="en-US"/>
          </a:p>
        </p:txBody>
      </p:sp>
    </p:spTree>
    <p:extLst>
      <p:ext uri="{BB962C8B-B14F-4D97-AF65-F5344CB8AC3E}">
        <p14:creationId xmlns:p14="http://schemas.microsoft.com/office/powerpoint/2010/main" val="204551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5</a:t>
            </a:fld>
            <a:endParaRPr lang="zh-CN" altLang="en-US"/>
          </a:p>
        </p:txBody>
      </p:sp>
    </p:spTree>
    <p:extLst>
      <p:ext uri="{BB962C8B-B14F-4D97-AF65-F5344CB8AC3E}">
        <p14:creationId xmlns:p14="http://schemas.microsoft.com/office/powerpoint/2010/main" val="3001783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6</a:t>
            </a:fld>
            <a:endParaRPr lang="zh-CN" altLang="en-US"/>
          </a:p>
        </p:txBody>
      </p:sp>
    </p:spTree>
    <p:extLst>
      <p:ext uri="{BB962C8B-B14F-4D97-AF65-F5344CB8AC3E}">
        <p14:creationId xmlns:p14="http://schemas.microsoft.com/office/powerpoint/2010/main" val="1235668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8</a:t>
            </a:fld>
            <a:endParaRPr lang="zh-CN" altLang="en-US"/>
          </a:p>
        </p:txBody>
      </p:sp>
    </p:spTree>
    <p:extLst>
      <p:ext uri="{BB962C8B-B14F-4D97-AF65-F5344CB8AC3E}">
        <p14:creationId xmlns:p14="http://schemas.microsoft.com/office/powerpoint/2010/main" val="1859105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9</a:t>
            </a:fld>
            <a:endParaRPr lang="zh-CN" altLang="en-US"/>
          </a:p>
        </p:txBody>
      </p:sp>
    </p:spTree>
    <p:extLst>
      <p:ext uri="{BB962C8B-B14F-4D97-AF65-F5344CB8AC3E}">
        <p14:creationId xmlns:p14="http://schemas.microsoft.com/office/powerpoint/2010/main" val="3084072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10</a:t>
            </a:fld>
            <a:endParaRPr lang="zh-CN" altLang="en-US"/>
          </a:p>
        </p:txBody>
      </p:sp>
    </p:spTree>
    <p:extLst>
      <p:ext uri="{BB962C8B-B14F-4D97-AF65-F5344CB8AC3E}">
        <p14:creationId xmlns:p14="http://schemas.microsoft.com/office/powerpoint/2010/main" val="740108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11</a:t>
            </a:fld>
            <a:endParaRPr lang="zh-CN" altLang="en-US"/>
          </a:p>
        </p:txBody>
      </p:sp>
    </p:spTree>
    <p:extLst>
      <p:ext uri="{BB962C8B-B14F-4D97-AF65-F5344CB8AC3E}">
        <p14:creationId xmlns:p14="http://schemas.microsoft.com/office/powerpoint/2010/main" val="3213684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12</a:t>
            </a:fld>
            <a:endParaRPr lang="zh-CN" altLang="en-US"/>
          </a:p>
        </p:txBody>
      </p:sp>
    </p:spTree>
    <p:extLst>
      <p:ext uri="{BB962C8B-B14F-4D97-AF65-F5344CB8AC3E}">
        <p14:creationId xmlns:p14="http://schemas.microsoft.com/office/powerpoint/2010/main" val="901018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13</a:t>
            </a:fld>
            <a:endParaRPr lang="zh-CN" altLang="en-US"/>
          </a:p>
        </p:txBody>
      </p:sp>
    </p:spTree>
    <p:extLst>
      <p:ext uri="{BB962C8B-B14F-4D97-AF65-F5344CB8AC3E}">
        <p14:creationId xmlns:p14="http://schemas.microsoft.com/office/powerpoint/2010/main" val="161235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14</a:t>
            </a:fld>
            <a:endParaRPr lang="zh-CN" altLang="en-US"/>
          </a:p>
        </p:txBody>
      </p:sp>
    </p:spTree>
    <p:extLst>
      <p:ext uri="{BB962C8B-B14F-4D97-AF65-F5344CB8AC3E}">
        <p14:creationId xmlns:p14="http://schemas.microsoft.com/office/powerpoint/2010/main" val="3935946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15</a:t>
            </a:fld>
            <a:endParaRPr lang="zh-CN" altLang="en-US"/>
          </a:p>
        </p:txBody>
      </p:sp>
    </p:spTree>
    <p:extLst>
      <p:ext uri="{BB962C8B-B14F-4D97-AF65-F5344CB8AC3E}">
        <p14:creationId xmlns:p14="http://schemas.microsoft.com/office/powerpoint/2010/main" val="2966708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16</a:t>
            </a:fld>
            <a:endParaRPr lang="zh-CN" altLang="en-US"/>
          </a:p>
        </p:txBody>
      </p:sp>
    </p:spTree>
    <p:extLst>
      <p:ext uri="{BB962C8B-B14F-4D97-AF65-F5344CB8AC3E}">
        <p14:creationId xmlns:p14="http://schemas.microsoft.com/office/powerpoint/2010/main" val="240869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17</a:t>
            </a:fld>
            <a:endParaRPr lang="zh-CN" altLang="en-US"/>
          </a:p>
        </p:txBody>
      </p:sp>
    </p:spTree>
    <p:extLst>
      <p:ext uri="{BB962C8B-B14F-4D97-AF65-F5344CB8AC3E}">
        <p14:creationId xmlns:p14="http://schemas.microsoft.com/office/powerpoint/2010/main" val="418220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18</a:t>
            </a:fld>
            <a:endParaRPr lang="zh-CN" altLang="en-US"/>
          </a:p>
        </p:txBody>
      </p:sp>
    </p:spTree>
    <p:extLst>
      <p:ext uri="{BB962C8B-B14F-4D97-AF65-F5344CB8AC3E}">
        <p14:creationId xmlns:p14="http://schemas.microsoft.com/office/powerpoint/2010/main" val="589963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19</a:t>
            </a:fld>
            <a:endParaRPr lang="zh-CN" altLang="en-US"/>
          </a:p>
        </p:txBody>
      </p:sp>
    </p:spTree>
    <p:extLst>
      <p:ext uri="{BB962C8B-B14F-4D97-AF65-F5344CB8AC3E}">
        <p14:creationId xmlns:p14="http://schemas.microsoft.com/office/powerpoint/2010/main" val="1732503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20</a:t>
            </a:fld>
            <a:endParaRPr lang="zh-CN" altLang="en-US"/>
          </a:p>
        </p:txBody>
      </p:sp>
    </p:spTree>
    <p:extLst>
      <p:ext uri="{BB962C8B-B14F-4D97-AF65-F5344CB8AC3E}">
        <p14:creationId xmlns:p14="http://schemas.microsoft.com/office/powerpoint/2010/main" val="3446841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22</a:t>
            </a:fld>
            <a:endParaRPr lang="zh-CN" altLang="en-US"/>
          </a:p>
        </p:txBody>
      </p:sp>
    </p:spTree>
    <p:extLst>
      <p:ext uri="{BB962C8B-B14F-4D97-AF65-F5344CB8AC3E}">
        <p14:creationId xmlns:p14="http://schemas.microsoft.com/office/powerpoint/2010/main" val="1279201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23</a:t>
            </a:fld>
            <a:endParaRPr lang="zh-CN" altLang="en-US"/>
          </a:p>
        </p:txBody>
      </p:sp>
    </p:spTree>
    <p:extLst>
      <p:ext uri="{BB962C8B-B14F-4D97-AF65-F5344CB8AC3E}">
        <p14:creationId xmlns:p14="http://schemas.microsoft.com/office/powerpoint/2010/main" val="4114877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24</a:t>
            </a:fld>
            <a:endParaRPr lang="zh-CN" altLang="en-US"/>
          </a:p>
        </p:txBody>
      </p:sp>
    </p:spTree>
    <p:extLst>
      <p:ext uri="{BB962C8B-B14F-4D97-AF65-F5344CB8AC3E}">
        <p14:creationId xmlns:p14="http://schemas.microsoft.com/office/powerpoint/2010/main" val="2691070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25</a:t>
            </a:fld>
            <a:endParaRPr lang="zh-CN" altLang="en-US"/>
          </a:p>
        </p:txBody>
      </p:sp>
    </p:spTree>
    <p:extLst>
      <p:ext uri="{BB962C8B-B14F-4D97-AF65-F5344CB8AC3E}">
        <p14:creationId xmlns:p14="http://schemas.microsoft.com/office/powerpoint/2010/main" val="216718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26</a:t>
            </a:fld>
            <a:endParaRPr lang="zh-CN" altLang="en-US"/>
          </a:p>
        </p:txBody>
      </p:sp>
    </p:spTree>
    <p:extLst>
      <p:ext uri="{BB962C8B-B14F-4D97-AF65-F5344CB8AC3E}">
        <p14:creationId xmlns:p14="http://schemas.microsoft.com/office/powerpoint/2010/main" val="38720768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27</a:t>
            </a:fld>
            <a:endParaRPr lang="zh-CN" altLang="en-US"/>
          </a:p>
        </p:txBody>
      </p:sp>
    </p:spTree>
    <p:extLst>
      <p:ext uri="{BB962C8B-B14F-4D97-AF65-F5344CB8AC3E}">
        <p14:creationId xmlns:p14="http://schemas.microsoft.com/office/powerpoint/2010/main" val="2663525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28</a:t>
            </a:fld>
            <a:endParaRPr lang="zh-CN" altLang="en-US"/>
          </a:p>
        </p:txBody>
      </p:sp>
    </p:spTree>
    <p:extLst>
      <p:ext uri="{BB962C8B-B14F-4D97-AF65-F5344CB8AC3E}">
        <p14:creationId xmlns:p14="http://schemas.microsoft.com/office/powerpoint/2010/main" val="2726540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29</a:t>
            </a:fld>
            <a:endParaRPr lang="zh-CN" altLang="en-US"/>
          </a:p>
        </p:txBody>
      </p:sp>
    </p:spTree>
    <p:extLst>
      <p:ext uri="{BB962C8B-B14F-4D97-AF65-F5344CB8AC3E}">
        <p14:creationId xmlns:p14="http://schemas.microsoft.com/office/powerpoint/2010/main" val="3088782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30</a:t>
            </a:fld>
            <a:endParaRPr lang="zh-CN" altLang="en-US"/>
          </a:p>
        </p:txBody>
      </p:sp>
    </p:spTree>
    <p:extLst>
      <p:ext uri="{BB962C8B-B14F-4D97-AF65-F5344CB8AC3E}">
        <p14:creationId xmlns:p14="http://schemas.microsoft.com/office/powerpoint/2010/main" val="24976794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31</a:t>
            </a:fld>
            <a:endParaRPr lang="zh-CN" altLang="en-US"/>
          </a:p>
        </p:txBody>
      </p:sp>
    </p:spTree>
    <p:extLst>
      <p:ext uri="{BB962C8B-B14F-4D97-AF65-F5344CB8AC3E}">
        <p14:creationId xmlns:p14="http://schemas.microsoft.com/office/powerpoint/2010/main" val="3871624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32</a:t>
            </a:fld>
            <a:endParaRPr lang="zh-CN" altLang="en-US"/>
          </a:p>
        </p:txBody>
      </p:sp>
    </p:spTree>
    <p:extLst>
      <p:ext uri="{BB962C8B-B14F-4D97-AF65-F5344CB8AC3E}">
        <p14:creationId xmlns:p14="http://schemas.microsoft.com/office/powerpoint/2010/main" val="4081636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33</a:t>
            </a:fld>
            <a:endParaRPr lang="zh-CN" altLang="en-US"/>
          </a:p>
        </p:txBody>
      </p:sp>
    </p:spTree>
    <p:extLst>
      <p:ext uri="{BB962C8B-B14F-4D97-AF65-F5344CB8AC3E}">
        <p14:creationId xmlns:p14="http://schemas.microsoft.com/office/powerpoint/2010/main" val="9470558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34</a:t>
            </a:fld>
            <a:endParaRPr lang="zh-CN" altLang="en-US"/>
          </a:p>
        </p:txBody>
      </p:sp>
    </p:spTree>
    <p:extLst>
      <p:ext uri="{BB962C8B-B14F-4D97-AF65-F5344CB8AC3E}">
        <p14:creationId xmlns:p14="http://schemas.microsoft.com/office/powerpoint/2010/main" val="4527518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35</a:t>
            </a:fld>
            <a:endParaRPr lang="zh-CN" altLang="en-US"/>
          </a:p>
        </p:txBody>
      </p:sp>
    </p:spTree>
    <p:extLst>
      <p:ext uri="{BB962C8B-B14F-4D97-AF65-F5344CB8AC3E}">
        <p14:creationId xmlns:p14="http://schemas.microsoft.com/office/powerpoint/2010/main" val="11240706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36</a:t>
            </a:fld>
            <a:endParaRPr lang="zh-CN" altLang="en-US"/>
          </a:p>
        </p:txBody>
      </p:sp>
    </p:spTree>
    <p:extLst>
      <p:ext uri="{BB962C8B-B14F-4D97-AF65-F5344CB8AC3E}">
        <p14:creationId xmlns:p14="http://schemas.microsoft.com/office/powerpoint/2010/main" val="24817509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37</a:t>
            </a:fld>
            <a:endParaRPr lang="zh-CN" altLang="en-US"/>
          </a:p>
        </p:txBody>
      </p:sp>
    </p:spTree>
    <p:extLst>
      <p:ext uri="{BB962C8B-B14F-4D97-AF65-F5344CB8AC3E}">
        <p14:creationId xmlns:p14="http://schemas.microsoft.com/office/powerpoint/2010/main" val="21564886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38</a:t>
            </a:fld>
            <a:endParaRPr lang="zh-CN" altLang="en-US"/>
          </a:p>
        </p:txBody>
      </p:sp>
    </p:spTree>
    <p:extLst>
      <p:ext uri="{BB962C8B-B14F-4D97-AF65-F5344CB8AC3E}">
        <p14:creationId xmlns:p14="http://schemas.microsoft.com/office/powerpoint/2010/main" val="36073192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39</a:t>
            </a:fld>
            <a:endParaRPr lang="zh-CN" altLang="en-US"/>
          </a:p>
        </p:txBody>
      </p:sp>
    </p:spTree>
    <p:extLst>
      <p:ext uri="{BB962C8B-B14F-4D97-AF65-F5344CB8AC3E}">
        <p14:creationId xmlns:p14="http://schemas.microsoft.com/office/powerpoint/2010/main" val="40174393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40</a:t>
            </a:fld>
            <a:endParaRPr lang="zh-CN" altLang="en-US"/>
          </a:p>
        </p:txBody>
      </p:sp>
    </p:spTree>
    <p:extLst>
      <p:ext uri="{BB962C8B-B14F-4D97-AF65-F5344CB8AC3E}">
        <p14:creationId xmlns:p14="http://schemas.microsoft.com/office/powerpoint/2010/main" val="1436457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41</a:t>
            </a:fld>
            <a:endParaRPr lang="zh-CN" altLang="en-US"/>
          </a:p>
        </p:txBody>
      </p:sp>
    </p:spTree>
    <p:extLst>
      <p:ext uri="{BB962C8B-B14F-4D97-AF65-F5344CB8AC3E}">
        <p14:creationId xmlns:p14="http://schemas.microsoft.com/office/powerpoint/2010/main" val="11597700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42</a:t>
            </a:fld>
            <a:endParaRPr lang="zh-CN" altLang="en-US"/>
          </a:p>
        </p:txBody>
      </p:sp>
    </p:spTree>
    <p:extLst>
      <p:ext uri="{BB962C8B-B14F-4D97-AF65-F5344CB8AC3E}">
        <p14:creationId xmlns:p14="http://schemas.microsoft.com/office/powerpoint/2010/main" val="33553371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43</a:t>
            </a:fld>
            <a:endParaRPr lang="zh-CN" altLang="en-US"/>
          </a:p>
        </p:txBody>
      </p:sp>
    </p:spTree>
    <p:extLst>
      <p:ext uri="{BB962C8B-B14F-4D97-AF65-F5344CB8AC3E}">
        <p14:creationId xmlns:p14="http://schemas.microsoft.com/office/powerpoint/2010/main" val="26692222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44</a:t>
            </a:fld>
            <a:endParaRPr lang="zh-CN" altLang="en-US"/>
          </a:p>
        </p:txBody>
      </p:sp>
    </p:spTree>
    <p:extLst>
      <p:ext uri="{BB962C8B-B14F-4D97-AF65-F5344CB8AC3E}">
        <p14:creationId xmlns:p14="http://schemas.microsoft.com/office/powerpoint/2010/main" val="30323592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45</a:t>
            </a:fld>
            <a:endParaRPr lang="zh-CN" altLang="en-US"/>
          </a:p>
        </p:txBody>
      </p:sp>
    </p:spTree>
    <p:extLst>
      <p:ext uri="{BB962C8B-B14F-4D97-AF65-F5344CB8AC3E}">
        <p14:creationId xmlns:p14="http://schemas.microsoft.com/office/powerpoint/2010/main" val="39068207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46</a:t>
            </a:fld>
            <a:endParaRPr lang="zh-CN" altLang="en-US"/>
          </a:p>
        </p:txBody>
      </p:sp>
    </p:spTree>
    <p:extLst>
      <p:ext uri="{BB962C8B-B14F-4D97-AF65-F5344CB8AC3E}">
        <p14:creationId xmlns:p14="http://schemas.microsoft.com/office/powerpoint/2010/main" val="21945600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47</a:t>
            </a:fld>
            <a:endParaRPr lang="zh-CN" altLang="en-US"/>
          </a:p>
        </p:txBody>
      </p:sp>
    </p:spTree>
    <p:extLst>
      <p:ext uri="{BB962C8B-B14F-4D97-AF65-F5344CB8AC3E}">
        <p14:creationId xmlns:p14="http://schemas.microsoft.com/office/powerpoint/2010/main" val="4401851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E1E8134-C115-46F7-8F95-463B90D4FEC8}"/>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F9D750F0-AB8E-4951-BD22-220F791C174D}"/>
              </a:ext>
            </a:extLst>
          </p:cNvPr>
          <p:cNvPicPr>
            <a:picLocks noChangeAspect="1"/>
          </p:cNvPicPr>
          <p:nvPr userDrawn="1"/>
        </p:nvPicPr>
        <p:blipFill>
          <a:blip r:embed="rId3"/>
          <a:stretch>
            <a:fillRect/>
          </a:stretch>
        </p:blipFill>
        <p:spPr>
          <a:xfrm>
            <a:off x="10303161" y="288676"/>
            <a:ext cx="1526155" cy="45680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fld id="{1E4B0B22-26AC-43A2-B10D-1F97D7C711AE}" type="slidenum">
              <a:rPr lang="zh-CN" altLang="en-US"/>
              <a:pPr/>
              <a:t>‹#›</a:t>
            </a:fld>
            <a:endParaRPr lang="zh-CN" altLang="en-US"/>
          </a:p>
        </p:txBody>
      </p:sp>
    </p:spTree>
    <p:extLst>
      <p:ext uri="{BB962C8B-B14F-4D97-AF65-F5344CB8AC3E}">
        <p14:creationId xmlns:p14="http://schemas.microsoft.com/office/powerpoint/2010/main" val="3489351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6" name="图片 5"/>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extLst>
      <p:ext uri="{BB962C8B-B14F-4D97-AF65-F5344CB8AC3E}">
        <p14:creationId xmlns:p14="http://schemas.microsoft.com/office/powerpoint/2010/main" val="3548335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939213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4" name="图片 3"/>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userDrawn="1"/>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userDrawn="1"/>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418997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userDrawn="1"/>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userDrawn="1"/>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userDrawn="1"/>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userDrawn="1"/>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userDrawn="1"/>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userDrawn="1"/>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userDrawn="1"/>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3" name="Date Placeholder 3"/>
          <p:cNvSpPr>
            <a:spLocks noGrp="1"/>
          </p:cNvSpPr>
          <p:nvPr>
            <p:ph type="dt" sz="half" idx="10"/>
          </p:nvPr>
        </p:nvSpPr>
        <p:spPr/>
        <p:txBody>
          <a:bodyPr/>
          <a:lstStyle>
            <a:lvl1pPr>
              <a:defRPr/>
            </a:lvl1pPr>
          </a:lstStyle>
          <a:p>
            <a:pPr>
              <a:defRPr/>
            </a:pPr>
            <a:fld id="{DB2620CF-1C2C-514E-BE55-601A62894FF6}" type="datetimeFigureOut">
              <a:rPr lang="en-US" smtClean="0"/>
              <a:pPr>
                <a:defRPr/>
              </a:pPr>
              <a:t>8/19/2019</a:t>
            </a:fld>
            <a:endParaRPr lang="en-US"/>
          </a:p>
        </p:txBody>
      </p:sp>
      <p:sp>
        <p:nvSpPr>
          <p:cNvPr id="1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15" name="Slide Number Placeholder 5"/>
          <p:cNvSpPr>
            <a:spLocks noGrp="1"/>
          </p:cNvSpPr>
          <p:nvPr>
            <p:ph type="sldNum" sz="quarter" idx="12"/>
          </p:nvPr>
        </p:nvSpPr>
        <p:spPr/>
        <p:txBody>
          <a:bodyPr/>
          <a:lstStyle>
            <a:lvl1pPr>
              <a:defRPr/>
            </a:lvl1pPr>
          </a:lstStyle>
          <a:p>
            <a:pPr>
              <a:defRPr/>
            </a:pPr>
            <a:fld id="{8FFFB377-BA69-FA42-BF9B-8CA743CBECDC}" type="slidenum">
              <a:rPr lang="en-US" smtClean="0"/>
              <a:pPr>
                <a:defRPr/>
              </a:pPr>
              <a:t>‹#›</a:t>
            </a:fld>
            <a:endParaRPr lang="en-US"/>
          </a:p>
        </p:txBody>
      </p:sp>
    </p:spTree>
    <p:extLst>
      <p:ext uri="{BB962C8B-B14F-4D97-AF65-F5344CB8AC3E}">
        <p14:creationId xmlns:p14="http://schemas.microsoft.com/office/powerpoint/2010/main" val="2603294443"/>
      </p:ext>
    </p:extLst>
  </p:cSld>
  <p:clrMapOvr>
    <a:masterClrMapping/>
  </p:clrMapOvr>
  <p:transition spd="slow" advTm="2000">
    <p:blinds dir="vert"/>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D6EA9976-E709-E14B-B2F0-645481E6F7DB}"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066CDC2-3AE9-6041-B1F2-73C3A81E77D1}" type="slidenum">
              <a:rPr lang="en-US" smtClean="0"/>
              <a:pPr>
                <a:defRPr/>
              </a:pPr>
              <a:t>‹#›</a:t>
            </a:fld>
            <a:endParaRPr lang="en-US"/>
          </a:p>
        </p:txBody>
      </p:sp>
    </p:spTree>
    <p:extLst>
      <p:ext uri="{BB962C8B-B14F-4D97-AF65-F5344CB8AC3E}">
        <p14:creationId xmlns:p14="http://schemas.microsoft.com/office/powerpoint/2010/main" val="670487010"/>
      </p:ext>
    </p:extLst>
  </p:cSld>
  <p:clrMapOvr>
    <a:masterClrMapping/>
  </p:clrMapOvr>
  <p:transition spd="slow" advTm="2000">
    <p:blinds dir="vert"/>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C0EB8BA5-3622-E44E-A0C3-5A8DBCB0F819}"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47A3679-D63C-0845-B19E-29B7EBDF778F}" type="slidenum">
              <a:rPr lang="en-US" smtClean="0"/>
              <a:pPr>
                <a:defRPr/>
              </a:pPr>
              <a:t>‹#›</a:t>
            </a:fld>
            <a:endParaRPr lang="en-US"/>
          </a:p>
        </p:txBody>
      </p:sp>
    </p:spTree>
    <p:extLst>
      <p:ext uri="{BB962C8B-B14F-4D97-AF65-F5344CB8AC3E}">
        <p14:creationId xmlns:p14="http://schemas.microsoft.com/office/powerpoint/2010/main" val="1450193379"/>
      </p:ext>
    </p:extLst>
  </p:cSld>
  <p:clrMapOvr>
    <a:masterClrMapping/>
  </p:clrMapOvr>
  <p:transition spd="slow" advTm="2000">
    <p:blinds dir="vert"/>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3"/>
          <p:cNvSpPr>
            <a:spLocks noGrp="1"/>
          </p:cNvSpPr>
          <p:nvPr>
            <p:ph type="dt" sz="half" idx="10"/>
          </p:nvPr>
        </p:nvSpPr>
        <p:spPr/>
        <p:txBody>
          <a:bodyPr/>
          <a:lstStyle>
            <a:lvl1pPr>
              <a:defRPr/>
            </a:lvl1pPr>
          </a:lstStyle>
          <a:p>
            <a:pPr>
              <a:defRPr/>
            </a:pPr>
            <a:fld id="{6682085D-73E4-6C48-951A-F78B873C711D}" type="datetimeFigureOut">
              <a:rPr lang="en-US" smtClean="0"/>
              <a:pPr>
                <a:defRPr/>
              </a:pPr>
              <a:t>8/19/2019</a:t>
            </a:fld>
            <a:endParaRPr lang="en-US"/>
          </a:p>
        </p:txBody>
      </p:sp>
      <p:sp>
        <p:nvSpPr>
          <p:cNvPr id="6"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ECF100E-A0C6-B743-9F17-B27C8043BA2E}" type="slidenum">
              <a:rPr lang="en-US" smtClean="0"/>
              <a:pPr>
                <a:defRPr/>
              </a:pPr>
              <a:t>‹#›</a:t>
            </a:fld>
            <a:endParaRPr lang="en-US"/>
          </a:p>
        </p:txBody>
      </p:sp>
    </p:spTree>
    <p:extLst>
      <p:ext uri="{BB962C8B-B14F-4D97-AF65-F5344CB8AC3E}">
        <p14:creationId xmlns:p14="http://schemas.microsoft.com/office/powerpoint/2010/main" val="1747924077"/>
      </p:ext>
    </p:extLst>
  </p:cSld>
  <p:clrMapOvr>
    <a:masterClrMapping/>
  </p:clrMapOvr>
  <p:transition spd="slow" advTm="2000">
    <p:blinds dir="vert"/>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3"/>
          <p:cNvSpPr>
            <a:spLocks noGrp="1"/>
          </p:cNvSpPr>
          <p:nvPr>
            <p:ph type="dt" sz="half" idx="10"/>
          </p:nvPr>
        </p:nvSpPr>
        <p:spPr/>
        <p:txBody>
          <a:bodyPr/>
          <a:lstStyle>
            <a:lvl1pPr>
              <a:defRPr/>
            </a:lvl1pPr>
          </a:lstStyle>
          <a:p>
            <a:pPr>
              <a:defRPr/>
            </a:pPr>
            <a:fld id="{34BB985D-E127-B34C-B814-8E70609A4D0A}" type="datetimeFigureOut">
              <a:rPr lang="en-US" smtClean="0"/>
              <a:pPr>
                <a:defRPr/>
              </a:pPr>
              <a:t>8/19/2019</a:t>
            </a:fld>
            <a:endParaRPr lang="en-US"/>
          </a:p>
        </p:txBody>
      </p:sp>
      <p:sp>
        <p:nvSpPr>
          <p:cNvPr id="8"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6303F9B-565C-A742-87AE-B7F1F892CAA5}" type="slidenum">
              <a:rPr lang="en-US" smtClean="0"/>
              <a:pPr>
                <a:defRPr/>
              </a:pPr>
              <a:t>‹#›</a:t>
            </a:fld>
            <a:endParaRPr lang="en-US"/>
          </a:p>
        </p:txBody>
      </p:sp>
    </p:spTree>
    <p:extLst>
      <p:ext uri="{BB962C8B-B14F-4D97-AF65-F5344CB8AC3E}">
        <p14:creationId xmlns:p14="http://schemas.microsoft.com/office/powerpoint/2010/main" val="4137622823"/>
      </p:ext>
    </p:extLst>
  </p:cSld>
  <p:clrMapOvr>
    <a:masterClrMapping/>
  </p:clrMapOvr>
  <p:transition spd="slow" advTm="2000">
    <p:blinds dir="vert"/>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43179C19-3F0F-6E47-9CAA-67837717159E}" type="datetimeFigureOut">
              <a:rPr lang="en-US" smtClean="0"/>
              <a:pPr>
                <a:defRPr/>
              </a:pPr>
              <a:t>8/19/2019</a:t>
            </a:fld>
            <a:endParaRPr lang="en-US"/>
          </a:p>
        </p:txBody>
      </p:sp>
      <p:sp>
        <p:nvSpPr>
          <p:cNvPr id="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6403177-DBF8-7342-968C-B714CE790052}" type="slidenum">
              <a:rPr lang="en-US" smtClean="0"/>
              <a:pPr>
                <a:defRPr/>
              </a:pPr>
              <a:t>‹#›</a:t>
            </a:fld>
            <a:endParaRPr lang="en-US"/>
          </a:p>
        </p:txBody>
      </p:sp>
    </p:spTree>
    <p:extLst>
      <p:ext uri="{BB962C8B-B14F-4D97-AF65-F5344CB8AC3E}">
        <p14:creationId xmlns:p14="http://schemas.microsoft.com/office/powerpoint/2010/main" val="172392743"/>
      </p:ext>
    </p:extLst>
  </p:cSld>
  <p:clrMapOvr>
    <a:masterClrMapping/>
  </p:clrMapOvr>
  <p:transition spd="slow" advTm="2000">
    <p:blinds dir="vert"/>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1" name="Date Placeholder 1"/>
          <p:cNvSpPr>
            <a:spLocks noGrp="1"/>
          </p:cNvSpPr>
          <p:nvPr>
            <p:ph type="dt" sz="half" idx="10"/>
          </p:nvPr>
        </p:nvSpPr>
        <p:spPr/>
        <p:txBody>
          <a:bodyPr/>
          <a:lstStyle>
            <a:lvl1pPr>
              <a:defRPr/>
            </a:lvl1pPr>
          </a:lstStyle>
          <a:p>
            <a:pPr>
              <a:defRPr/>
            </a:pPr>
            <a:fld id="{E535A3C9-C03E-484B-AF9B-F9889BF2532F}" type="datetimeFigureOut">
              <a:rPr lang="en-US" smtClean="0"/>
              <a:pPr>
                <a:defRPr/>
              </a:pPr>
              <a:t>8/19/2019</a:t>
            </a:fld>
            <a:endParaRPr lang="en-US"/>
          </a:p>
        </p:txBody>
      </p:sp>
      <p:sp>
        <p:nvSpPr>
          <p:cNvPr id="12" name="Footer Placeholder 2"/>
          <p:cNvSpPr>
            <a:spLocks noGrp="1"/>
          </p:cNvSpPr>
          <p:nvPr>
            <p:ph type="ftr" sz="quarter" idx="11"/>
          </p:nvPr>
        </p:nvSpPr>
        <p:spPr/>
        <p:txBody>
          <a:bodyPr/>
          <a:lstStyle>
            <a:lvl1pPr>
              <a:defRPr/>
            </a:lvl1pPr>
          </a:lstStyle>
          <a:p>
            <a:r>
              <a:rPr lang="en-US"/>
              <a:t>www.qianxin.com</a:t>
            </a:r>
            <a:endParaRPr lang="en-US" dirty="0"/>
          </a:p>
        </p:txBody>
      </p:sp>
      <p:sp>
        <p:nvSpPr>
          <p:cNvPr id="13" name="Slide Number Placeholder 3"/>
          <p:cNvSpPr>
            <a:spLocks noGrp="1"/>
          </p:cNvSpPr>
          <p:nvPr>
            <p:ph type="sldNum" sz="quarter" idx="12"/>
          </p:nvPr>
        </p:nvSpPr>
        <p:spPr/>
        <p:txBody>
          <a:bodyPr/>
          <a:lstStyle>
            <a:lvl1pPr>
              <a:defRPr/>
            </a:lvl1pPr>
          </a:lstStyle>
          <a:p>
            <a:pPr>
              <a:defRPr/>
            </a:pPr>
            <a:fld id="{17A3A6D5-DD28-044F-87A8-09177897F498}" type="slidenum">
              <a:rPr lang="en-US" smtClean="0"/>
              <a:pPr>
                <a:defRPr/>
              </a:pPr>
              <a:t>‹#›</a:t>
            </a:fld>
            <a:endParaRPr lang="en-US"/>
          </a:p>
        </p:txBody>
      </p:sp>
    </p:spTree>
    <p:extLst>
      <p:ext uri="{BB962C8B-B14F-4D97-AF65-F5344CB8AC3E}">
        <p14:creationId xmlns:p14="http://schemas.microsoft.com/office/powerpoint/2010/main" val="1860710325"/>
      </p:ext>
    </p:extLst>
  </p:cSld>
  <p:clrMapOvr>
    <a:masterClrMapping/>
  </p:clrMapOvr>
  <p:transition spd="slow" advTm="2000">
    <p:blinds dir="vert"/>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F10D115D-50FA-CC4A-A0B0-6DAD9534690E}"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C99494E-5A08-984D-807E-064CB0F598F7}" type="slidenum">
              <a:rPr lang="en-US" smtClean="0"/>
              <a:pPr>
                <a:defRPr/>
              </a:pPr>
              <a:t>‹#›</a:t>
            </a:fld>
            <a:endParaRPr lang="en-US"/>
          </a:p>
        </p:txBody>
      </p:sp>
    </p:spTree>
    <p:extLst>
      <p:ext uri="{BB962C8B-B14F-4D97-AF65-F5344CB8AC3E}">
        <p14:creationId xmlns:p14="http://schemas.microsoft.com/office/powerpoint/2010/main" val="2139685654"/>
      </p:ext>
    </p:extLst>
  </p:cSld>
  <p:clrMapOvr>
    <a:masterClrMapping/>
  </p:clrMapOvr>
  <p:transition spd="slow" advTm="2000">
    <p:blinds dir="vert"/>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62B429EF-AF2F-EC48-9EA1-F6671F6DF935}"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095DC32-027F-974D-9C47-DDAE9F2EAF6D}" type="slidenum">
              <a:rPr lang="en-US" smtClean="0"/>
              <a:pPr>
                <a:defRPr/>
              </a:pPr>
              <a:t>‹#›</a:t>
            </a:fld>
            <a:endParaRPr lang="en-US"/>
          </a:p>
        </p:txBody>
      </p:sp>
    </p:spTree>
    <p:extLst>
      <p:ext uri="{BB962C8B-B14F-4D97-AF65-F5344CB8AC3E}">
        <p14:creationId xmlns:p14="http://schemas.microsoft.com/office/powerpoint/2010/main" val="3021073359"/>
      </p:ext>
    </p:extLst>
  </p:cSld>
  <p:clrMapOvr>
    <a:masterClrMapping/>
  </p:clrMapOvr>
  <p:transition spd="slow" advTm="2000">
    <p:blinds dir="vert"/>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cxnSp>
        <p:nvCxnSpPr>
          <p:cNvPr id="26" name="Прямая соединительная линия 7"/>
          <p:cNvCxnSpPr/>
          <p:nvPr/>
        </p:nvCxnSpPr>
        <p:spPr>
          <a:xfrm flipV="1">
            <a:off x="32766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8"/>
          <p:cNvCxnSpPr/>
          <p:nvPr/>
        </p:nvCxnSpPr>
        <p:spPr>
          <a:xfrm flipV="1">
            <a:off x="60960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9"/>
          <p:cNvCxnSpPr/>
          <p:nvPr/>
        </p:nvCxnSpPr>
        <p:spPr>
          <a:xfrm flipV="1">
            <a:off x="89154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6" name="Текст 7"/>
          <p:cNvSpPr>
            <a:spLocks noGrp="1"/>
          </p:cNvSpPr>
          <p:nvPr>
            <p:ph type="body" sz="quarter" idx="60"/>
          </p:nvPr>
        </p:nvSpPr>
        <p:spPr>
          <a:xfrm>
            <a:off x="119488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2" name="Текст 7"/>
          <p:cNvSpPr>
            <a:spLocks noGrp="1"/>
          </p:cNvSpPr>
          <p:nvPr>
            <p:ph type="body" sz="quarter" idx="61"/>
          </p:nvPr>
        </p:nvSpPr>
        <p:spPr>
          <a:xfrm>
            <a:off x="1181105"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3" name="Текст 7"/>
          <p:cNvSpPr>
            <a:spLocks noGrp="1"/>
          </p:cNvSpPr>
          <p:nvPr>
            <p:ph type="body" sz="quarter" idx="62"/>
          </p:nvPr>
        </p:nvSpPr>
        <p:spPr>
          <a:xfrm>
            <a:off x="3975101"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4" name="Текст 7"/>
          <p:cNvSpPr>
            <a:spLocks noGrp="1"/>
          </p:cNvSpPr>
          <p:nvPr>
            <p:ph type="body" sz="quarter" idx="63"/>
          </p:nvPr>
        </p:nvSpPr>
        <p:spPr>
          <a:xfrm>
            <a:off x="3971480"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5" name="Текст 7"/>
          <p:cNvSpPr>
            <a:spLocks noGrp="1"/>
          </p:cNvSpPr>
          <p:nvPr>
            <p:ph type="body" sz="quarter" idx="64"/>
          </p:nvPr>
        </p:nvSpPr>
        <p:spPr>
          <a:xfrm>
            <a:off x="6798130"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6" name="Текст 7"/>
          <p:cNvSpPr>
            <a:spLocks noGrp="1"/>
          </p:cNvSpPr>
          <p:nvPr>
            <p:ph type="body" sz="quarter" idx="65"/>
          </p:nvPr>
        </p:nvSpPr>
        <p:spPr>
          <a:xfrm>
            <a:off x="68199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7" name="Текст 7"/>
          <p:cNvSpPr>
            <a:spLocks noGrp="1"/>
          </p:cNvSpPr>
          <p:nvPr>
            <p:ph type="body" sz="quarter" idx="66"/>
          </p:nvPr>
        </p:nvSpPr>
        <p:spPr>
          <a:xfrm>
            <a:off x="961752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8" name="Текст 7"/>
          <p:cNvSpPr>
            <a:spLocks noGrp="1"/>
          </p:cNvSpPr>
          <p:nvPr>
            <p:ph type="body" sz="quarter" idx="67"/>
          </p:nvPr>
        </p:nvSpPr>
        <p:spPr>
          <a:xfrm>
            <a:off x="96393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Tree>
    <p:extLst>
      <p:ext uri="{BB962C8B-B14F-4D97-AF65-F5344CB8AC3E}">
        <p14:creationId xmlns:p14="http://schemas.microsoft.com/office/powerpoint/2010/main" val="4282314430"/>
      </p:ext>
    </p:extLst>
  </p:cSld>
  <p:clrMapOvr>
    <a:masterClrMapping/>
  </p:clrMapOvr>
  <p:transition spd="slow" advTm="2000">
    <p:blinds dir="vert"/>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Portfolio 01">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014440"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8" name="Picture Placeholder 2"/>
          <p:cNvSpPr>
            <a:spLocks noGrp="1"/>
          </p:cNvSpPr>
          <p:nvPr>
            <p:ph type="pic" sz="quarter" idx="12"/>
          </p:nvPr>
        </p:nvSpPr>
        <p:spPr>
          <a:xfrm>
            <a:off x="5902713"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790986"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679259"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5902713"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679259"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790986"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679259"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790986" y="246999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40" name="Text Placeholder 2"/>
          <p:cNvSpPr>
            <a:spLocks noGrp="1"/>
          </p:cNvSpPr>
          <p:nvPr>
            <p:ph type="body" sz="quarter" idx="20"/>
          </p:nvPr>
        </p:nvSpPr>
        <p:spPr>
          <a:xfrm>
            <a:off x="1017537" y="3717013"/>
            <a:ext cx="2850354" cy="895930"/>
          </a:xfrm>
        </p:spPr>
        <p:txBody>
          <a:bodyPr>
            <a:noAutofit/>
          </a:bodyPr>
          <a:lstStyle>
            <a:lvl1pPr marL="0" indent="0">
              <a:buNone/>
              <a:defRPr sz="3200" b="1" baseline="0">
                <a:solidFill>
                  <a:schemeClr val="tx1"/>
                </a:solidFill>
                <a:latin typeface="Source Sans Pro" panose="020B0503030403020204" pitchFamily="34" charset="0"/>
                <a:ea typeface="Roboto Black" panose="02000000000000000000" pitchFamily="2" charset="0"/>
                <a:cs typeface="Roboto Black" panose="02000000000000000000" pitchFamily="2" charset="0"/>
              </a:defRPr>
            </a:lvl1pPr>
            <a:lvl2pPr>
              <a:defRPr sz="3200">
                <a:latin typeface="Roboto Black" panose="02000000000000000000" pitchFamily="2" charset="0"/>
                <a:ea typeface="Roboto Black" panose="02000000000000000000" pitchFamily="2" charset="0"/>
                <a:cs typeface="Roboto Black" panose="02000000000000000000" pitchFamily="2" charset="0"/>
              </a:defRPr>
            </a:lvl2pPr>
            <a:lvl3pPr>
              <a:defRPr sz="3200">
                <a:latin typeface="Roboto Black" panose="02000000000000000000" pitchFamily="2" charset="0"/>
                <a:ea typeface="Roboto Black" panose="02000000000000000000" pitchFamily="2" charset="0"/>
                <a:cs typeface="Roboto Black" panose="02000000000000000000" pitchFamily="2" charset="0"/>
              </a:defRPr>
            </a:lvl3pPr>
            <a:lvl4pPr>
              <a:defRPr sz="3200">
                <a:latin typeface="Roboto Black" panose="02000000000000000000" pitchFamily="2" charset="0"/>
                <a:ea typeface="Roboto Black" panose="02000000000000000000" pitchFamily="2" charset="0"/>
                <a:cs typeface="Roboto Black" panose="02000000000000000000" pitchFamily="2" charset="0"/>
              </a:defRPr>
            </a:lvl4pPr>
            <a:lvl5pPr>
              <a:defRPr sz="3200">
                <a:latin typeface="Roboto Black" panose="02000000000000000000" pitchFamily="2" charset="0"/>
                <a:ea typeface="Roboto Black" panose="02000000000000000000" pitchFamily="2" charset="0"/>
                <a:cs typeface="Roboto Black" panose="02000000000000000000" pitchFamily="2" charset="0"/>
              </a:defRPr>
            </a:lvl5pPr>
          </a:lstStyle>
          <a:p>
            <a:pPr lvl="0"/>
            <a:r>
              <a:rPr lang="zh-CN" altLang="en-US"/>
              <a:t>单击此处编辑母版文本样式</a:t>
            </a:r>
          </a:p>
        </p:txBody>
      </p:sp>
      <p:sp>
        <p:nvSpPr>
          <p:cNvPr id="41" name="Text Placeholder 4"/>
          <p:cNvSpPr>
            <a:spLocks noGrp="1"/>
          </p:cNvSpPr>
          <p:nvPr>
            <p:ph type="body" sz="quarter" idx="21"/>
          </p:nvPr>
        </p:nvSpPr>
        <p:spPr>
          <a:xfrm>
            <a:off x="1035733" y="4612943"/>
            <a:ext cx="4660958" cy="269360"/>
          </a:xfrm>
        </p:spPr>
        <p:txBody>
          <a:bodyPr>
            <a:normAutofit/>
          </a:bodyPr>
          <a:lstStyle>
            <a:lvl1pPr marL="0" indent="0">
              <a:buNone/>
              <a:defRPr sz="1200" baseline="0">
                <a:latin typeface="Source Sans Pro Light" panose="020B0403030403020204" pitchFamily="34" charset="0"/>
              </a:defRPr>
            </a:lvl1pPr>
            <a:lvl2pPr>
              <a:defRPr>
                <a:latin typeface="Source Sans Pro Light" panose="020B0403030403020204" pitchFamily="34" charset="0"/>
              </a:defRPr>
            </a:lvl2pPr>
            <a:lvl3pPr>
              <a:defRPr>
                <a:latin typeface="Source Sans Pro Light" panose="020B0403030403020204" pitchFamily="34" charset="0"/>
              </a:defRPr>
            </a:lvl3pPr>
            <a:lvl4pPr>
              <a:defRPr>
                <a:latin typeface="Source Sans Pro Light" panose="020B0403030403020204" pitchFamily="34" charset="0"/>
              </a:defRPr>
            </a:lvl4pPr>
            <a:lvl5pPr>
              <a:defRPr>
                <a:latin typeface="Source Sans Pro Light" panose="020B0403030403020204" pitchFamily="34" charset="0"/>
              </a:defRPr>
            </a:lvl5pPr>
          </a:lstStyle>
          <a:p>
            <a:pPr lvl="0"/>
            <a:r>
              <a:rPr lang="zh-CN" altLang="en-US"/>
              <a:t>单击此处编辑母版文本样式</a:t>
            </a:r>
          </a:p>
        </p:txBody>
      </p:sp>
    </p:spTree>
    <p:extLst>
      <p:ext uri="{BB962C8B-B14F-4D97-AF65-F5344CB8AC3E}">
        <p14:creationId xmlns:p14="http://schemas.microsoft.com/office/powerpoint/2010/main" val="3176745356"/>
      </p:ext>
    </p:extLst>
  </p:cSld>
  <p:clrMapOvr>
    <a:masterClrMapping/>
  </p:clrMapOvr>
  <p:transition spd="slow" advTm="2000">
    <p:blinds dir="vert"/>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Portfolio 02">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157315"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2"/>
          <p:cNvSpPr>
            <a:spLocks noGrp="1"/>
          </p:cNvSpPr>
          <p:nvPr>
            <p:ph type="pic" sz="quarter" idx="12"/>
          </p:nvPr>
        </p:nvSpPr>
        <p:spPr>
          <a:xfrm>
            <a:off x="6045588"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933861"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822134"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6045588"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82213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93386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822134"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933861" y="248904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2" name="Picture Placeholder 2"/>
          <p:cNvSpPr>
            <a:spLocks noGrp="1"/>
          </p:cNvSpPr>
          <p:nvPr>
            <p:ph type="pic" sz="quarter" idx="20"/>
          </p:nvPr>
        </p:nvSpPr>
        <p:spPr>
          <a:xfrm>
            <a:off x="380769"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3" name="Picture Placeholder 2"/>
          <p:cNvSpPr>
            <a:spLocks noGrp="1"/>
          </p:cNvSpPr>
          <p:nvPr>
            <p:ph type="pic" sz="quarter" idx="21"/>
          </p:nvPr>
        </p:nvSpPr>
        <p:spPr>
          <a:xfrm>
            <a:off x="2269042"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6" name="Picture Placeholder 2"/>
          <p:cNvSpPr>
            <a:spLocks noGrp="1"/>
          </p:cNvSpPr>
          <p:nvPr>
            <p:ph type="pic" sz="quarter" idx="22"/>
          </p:nvPr>
        </p:nvSpPr>
        <p:spPr>
          <a:xfrm>
            <a:off x="415708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
          <p:cNvSpPr>
            <a:spLocks noGrp="1"/>
          </p:cNvSpPr>
          <p:nvPr>
            <p:ph type="pic" sz="quarter" idx="23"/>
          </p:nvPr>
        </p:nvSpPr>
        <p:spPr>
          <a:xfrm>
            <a:off x="2268811"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7" name="Picture Placeholder 2"/>
          <p:cNvSpPr>
            <a:spLocks noGrp="1"/>
          </p:cNvSpPr>
          <p:nvPr>
            <p:ph type="pic" sz="quarter" idx="24"/>
          </p:nvPr>
        </p:nvSpPr>
        <p:spPr>
          <a:xfrm>
            <a:off x="6045473"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8" name="Picture Placeholder 2"/>
          <p:cNvSpPr>
            <a:spLocks noGrp="1"/>
          </p:cNvSpPr>
          <p:nvPr>
            <p:ph type="pic" sz="quarter" idx="25"/>
          </p:nvPr>
        </p:nvSpPr>
        <p:spPr>
          <a:xfrm>
            <a:off x="41569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2"/>
          <p:cNvSpPr>
            <a:spLocks noGrp="1"/>
          </p:cNvSpPr>
          <p:nvPr>
            <p:ph type="pic" sz="quarter" idx="26"/>
          </p:nvPr>
        </p:nvSpPr>
        <p:spPr>
          <a:xfrm>
            <a:off x="380769"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2" name="Picture Placeholder 2"/>
          <p:cNvSpPr>
            <a:spLocks noGrp="1"/>
          </p:cNvSpPr>
          <p:nvPr>
            <p:ph type="pic" sz="quarter" idx="27"/>
          </p:nvPr>
        </p:nvSpPr>
        <p:spPr>
          <a:xfrm>
            <a:off x="226881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3" name="Picture Placeholder 2"/>
          <p:cNvSpPr>
            <a:spLocks noGrp="1"/>
          </p:cNvSpPr>
          <p:nvPr>
            <p:ph type="pic" sz="quarter" idx="28"/>
          </p:nvPr>
        </p:nvSpPr>
        <p:spPr>
          <a:xfrm>
            <a:off x="3807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Tree>
    <p:extLst>
      <p:ext uri="{BB962C8B-B14F-4D97-AF65-F5344CB8AC3E}">
        <p14:creationId xmlns:p14="http://schemas.microsoft.com/office/powerpoint/2010/main" val="1678830210"/>
      </p:ext>
    </p:extLst>
  </p:cSld>
  <p:clrMapOvr>
    <a:masterClrMapping/>
  </p:clrMapOvr>
  <p:transition spd="slow" advTm="2000">
    <p:blinds dir="vert"/>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Portfolio 03">
    <p:spTree>
      <p:nvGrpSpPr>
        <p:cNvPr id="1" name=""/>
        <p:cNvGrpSpPr/>
        <p:nvPr/>
      </p:nvGrpSpPr>
      <p:grpSpPr>
        <a:xfrm>
          <a:off x="0" y="0"/>
          <a:ext cx="0" cy="0"/>
          <a:chOff x="0" y="0"/>
          <a:chExt cx="0" cy="0"/>
        </a:xfrm>
      </p:grpSpPr>
      <p:sp>
        <p:nvSpPr>
          <p:cNvPr id="10" name="Picture Placeholder 2"/>
          <p:cNvSpPr>
            <a:spLocks noGrp="1"/>
          </p:cNvSpPr>
          <p:nvPr>
            <p:ph type="pic" sz="quarter" idx="20"/>
          </p:nvPr>
        </p:nvSpPr>
        <p:spPr>
          <a:xfrm>
            <a:off x="763406"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1" name="Picture Placeholder 2"/>
          <p:cNvSpPr>
            <a:spLocks noGrp="1"/>
          </p:cNvSpPr>
          <p:nvPr>
            <p:ph type="pic" sz="quarter" idx="21"/>
          </p:nvPr>
        </p:nvSpPr>
        <p:spPr>
          <a:xfrm>
            <a:off x="6139500"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307342664"/>
      </p:ext>
    </p:extLst>
  </p:cSld>
  <p:clrMapOvr>
    <a:masterClrMapping/>
  </p:clrMapOvr>
  <p:transition spd="slow" advTm="2000">
    <p:blinds dir="vert"/>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Portfolio 04">
    <p:spTree>
      <p:nvGrpSpPr>
        <p:cNvPr id="1" name=""/>
        <p:cNvGrpSpPr/>
        <p:nvPr/>
      </p:nvGrpSpPr>
      <p:grpSpPr>
        <a:xfrm>
          <a:off x="0" y="0"/>
          <a:ext cx="0" cy="0"/>
          <a:chOff x="0" y="0"/>
          <a:chExt cx="0" cy="0"/>
        </a:xfrm>
      </p:grpSpPr>
      <p:sp>
        <p:nvSpPr>
          <p:cNvPr id="14" name="Picture Placeholder 13"/>
          <p:cNvSpPr>
            <a:spLocks noGrp="1"/>
          </p:cNvSpPr>
          <p:nvPr>
            <p:ph type="pic" sz="quarter" idx="35"/>
          </p:nvPr>
        </p:nvSpPr>
        <p:spPr>
          <a:xfrm>
            <a:off x="762145" y="1969443"/>
            <a:ext cx="4288745" cy="4126558"/>
          </a:xfrm>
          <a:custGeom>
            <a:avLst/>
            <a:gdLst>
              <a:gd name="connsiteX0" fmla="*/ 0 w 4288745"/>
              <a:gd name="connsiteY0" fmla="*/ 0 h 4126558"/>
              <a:gd name="connsiteX1" fmla="*/ 4288745 w 4288745"/>
              <a:gd name="connsiteY1" fmla="*/ 0 h 4126558"/>
              <a:gd name="connsiteX2" fmla="*/ 4288745 w 4288745"/>
              <a:gd name="connsiteY2" fmla="*/ 4126558 h 4126558"/>
              <a:gd name="connsiteX3" fmla="*/ 0 w 4288745"/>
              <a:gd name="connsiteY3" fmla="*/ 4126558 h 4126558"/>
            </a:gdLst>
            <a:ahLst/>
            <a:cxnLst>
              <a:cxn ang="0">
                <a:pos x="connsiteX0" y="connsiteY0"/>
              </a:cxn>
              <a:cxn ang="0">
                <a:pos x="connsiteX1" y="connsiteY1"/>
              </a:cxn>
              <a:cxn ang="0">
                <a:pos x="connsiteX2" y="connsiteY2"/>
              </a:cxn>
              <a:cxn ang="0">
                <a:pos x="connsiteX3" y="connsiteY3"/>
              </a:cxn>
            </a:cxnLst>
            <a:rect l="l" t="t" r="r" b="b"/>
            <a:pathLst>
              <a:path w="4288745" h="4126558">
                <a:moveTo>
                  <a:pt x="0" y="0"/>
                </a:moveTo>
                <a:lnTo>
                  <a:pt x="4288745" y="0"/>
                </a:lnTo>
                <a:lnTo>
                  <a:pt x="4288745" y="4126558"/>
                </a:lnTo>
                <a:lnTo>
                  <a:pt x="0" y="4126558"/>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36"/>
          </p:nvPr>
        </p:nvSpPr>
        <p:spPr>
          <a:xfrm>
            <a:off x="5185116"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37"/>
          </p:nvPr>
        </p:nvSpPr>
        <p:spPr>
          <a:xfrm>
            <a:off x="5178407"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38"/>
          </p:nvPr>
        </p:nvSpPr>
        <p:spPr>
          <a:xfrm>
            <a:off x="7315177"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39"/>
          </p:nvPr>
        </p:nvSpPr>
        <p:spPr>
          <a:xfrm>
            <a:off x="7308468"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0"/>
          </p:nvPr>
        </p:nvSpPr>
        <p:spPr>
          <a:xfrm>
            <a:off x="9435974"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1"/>
          </p:nvPr>
        </p:nvSpPr>
        <p:spPr>
          <a:xfrm>
            <a:off x="9442683"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472576051"/>
      </p:ext>
    </p:extLst>
  </p:cSld>
  <p:clrMapOvr>
    <a:masterClrMapping/>
  </p:clrMapOvr>
  <p:transition spd="slow" advTm="2000">
    <p:blinds dir="vert"/>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Portfolio 05">
    <p:spTree>
      <p:nvGrpSpPr>
        <p:cNvPr id="1" name=""/>
        <p:cNvGrpSpPr/>
        <p:nvPr/>
      </p:nvGrpSpPr>
      <p:grpSpPr>
        <a:xfrm>
          <a:off x="0" y="0"/>
          <a:ext cx="0" cy="0"/>
          <a:chOff x="0" y="0"/>
          <a:chExt cx="0" cy="0"/>
        </a:xfrm>
      </p:grpSpPr>
      <p:sp>
        <p:nvSpPr>
          <p:cNvPr id="31" name="Picture Placeholder 30"/>
          <p:cNvSpPr>
            <a:spLocks noGrp="1"/>
          </p:cNvSpPr>
          <p:nvPr>
            <p:ph type="pic" sz="quarter" idx="46"/>
          </p:nvPr>
        </p:nvSpPr>
        <p:spPr>
          <a:xfrm>
            <a:off x="607312" y="1896743"/>
            <a:ext cx="5605346" cy="1993900"/>
          </a:xfrm>
          <a:custGeom>
            <a:avLst/>
            <a:gdLst>
              <a:gd name="connsiteX0" fmla="*/ 29410 w 5605346"/>
              <a:gd name="connsiteY0" fmla="*/ 0 h 1993900"/>
              <a:gd name="connsiteX1" fmla="*/ 5575936 w 5605346"/>
              <a:gd name="connsiteY1" fmla="*/ 0 h 1993900"/>
              <a:gd name="connsiteX2" fmla="*/ 5605346 w 5605346"/>
              <a:gd name="connsiteY2" fmla="*/ 29410 h 1993900"/>
              <a:gd name="connsiteX3" fmla="*/ 5605346 w 5605346"/>
              <a:gd name="connsiteY3" fmla="*/ 1993900 h 1993900"/>
              <a:gd name="connsiteX4" fmla="*/ 0 w 5605346"/>
              <a:gd name="connsiteY4" fmla="*/ 1993900 h 1993900"/>
              <a:gd name="connsiteX5" fmla="*/ 0 w 5605346"/>
              <a:gd name="connsiteY5" fmla="*/ 29410 h 1993900"/>
              <a:gd name="connsiteX6" fmla="*/ 29410 w 5605346"/>
              <a:gd name="connsiteY6" fmla="*/ 0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5346" h="1993900">
                <a:moveTo>
                  <a:pt x="29410" y="0"/>
                </a:moveTo>
                <a:lnTo>
                  <a:pt x="5575936" y="0"/>
                </a:lnTo>
                <a:cubicBezTo>
                  <a:pt x="5592179" y="0"/>
                  <a:pt x="5605346" y="13167"/>
                  <a:pt x="5605346" y="29410"/>
                </a:cubicBezTo>
                <a:lnTo>
                  <a:pt x="5605346" y="1993900"/>
                </a:lnTo>
                <a:lnTo>
                  <a:pt x="0" y="1993900"/>
                </a:lnTo>
                <a:lnTo>
                  <a:pt x="0" y="29410"/>
                </a:lnTo>
                <a:cubicBezTo>
                  <a:pt x="0" y="13167"/>
                  <a:pt x="13167" y="0"/>
                  <a:pt x="294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47"/>
          </p:nvPr>
        </p:nvSpPr>
        <p:spPr>
          <a:xfrm>
            <a:off x="607311"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48"/>
          </p:nvPr>
        </p:nvSpPr>
        <p:spPr>
          <a:xfrm>
            <a:off x="2495584"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40" name="Picture Placeholder 39"/>
          <p:cNvSpPr>
            <a:spLocks noGrp="1"/>
          </p:cNvSpPr>
          <p:nvPr>
            <p:ph type="pic" sz="quarter" idx="49"/>
          </p:nvPr>
        </p:nvSpPr>
        <p:spPr>
          <a:xfrm>
            <a:off x="4383857"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0"/>
          </p:nvPr>
        </p:nvSpPr>
        <p:spPr>
          <a:xfrm>
            <a:off x="6352358" y="1896743"/>
            <a:ext cx="5239701" cy="4122215"/>
          </a:xfrm>
          <a:custGeom>
            <a:avLst/>
            <a:gdLst>
              <a:gd name="connsiteX0" fmla="*/ 60803 w 5239701"/>
              <a:gd name="connsiteY0" fmla="*/ 0 h 4122215"/>
              <a:gd name="connsiteX1" fmla="*/ 5178898 w 5239701"/>
              <a:gd name="connsiteY1" fmla="*/ 0 h 4122215"/>
              <a:gd name="connsiteX2" fmla="*/ 5239701 w 5239701"/>
              <a:gd name="connsiteY2" fmla="*/ 60803 h 4122215"/>
              <a:gd name="connsiteX3" fmla="*/ 5239701 w 5239701"/>
              <a:gd name="connsiteY3" fmla="*/ 4122215 h 4122215"/>
              <a:gd name="connsiteX4" fmla="*/ 0 w 5239701"/>
              <a:gd name="connsiteY4" fmla="*/ 4122215 h 4122215"/>
              <a:gd name="connsiteX5" fmla="*/ 0 w 5239701"/>
              <a:gd name="connsiteY5" fmla="*/ 60803 h 4122215"/>
              <a:gd name="connsiteX6" fmla="*/ 60803 w 5239701"/>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4122215">
                <a:moveTo>
                  <a:pt x="60803" y="0"/>
                </a:moveTo>
                <a:lnTo>
                  <a:pt x="5178898" y="0"/>
                </a:lnTo>
                <a:cubicBezTo>
                  <a:pt x="5212479" y="0"/>
                  <a:pt x="5239701" y="27222"/>
                  <a:pt x="5239701" y="60803"/>
                </a:cubicBezTo>
                <a:lnTo>
                  <a:pt x="5239701" y="4122215"/>
                </a:lnTo>
                <a:lnTo>
                  <a:pt x="0" y="4122215"/>
                </a:lnTo>
                <a:lnTo>
                  <a:pt x="0" y="60803"/>
                </a:lnTo>
                <a:cubicBezTo>
                  <a:pt x="0" y="27222"/>
                  <a:pt x="27222" y="0"/>
                  <a:pt x="6080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578019569"/>
      </p:ext>
    </p:extLst>
  </p:cSld>
  <p:clrMapOvr>
    <a:masterClrMapping/>
  </p:clrMapOvr>
  <p:transition spd="slow" advTm="2000">
    <p:blinds dir="vert"/>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Portfolio 06">
    <p:spTree>
      <p:nvGrpSpPr>
        <p:cNvPr id="1" name=""/>
        <p:cNvGrpSpPr/>
        <p:nvPr/>
      </p:nvGrpSpPr>
      <p:grpSpPr>
        <a:xfrm>
          <a:off x="0" y="0"/>
          <a:ext cx="0" cy="0"/>
          <a:chOff x="0" y="0"/>
          <a:chExt cx="0" cy="0"/>
        </a:xfrm>
      </p:grpSpPr>
      <p:sp>
        <p:nvSpPr>
          <p:cNvPr id="30" name="Picture Placeholder 29"/>
          <p:cNvSpPr>
            <a:spLocks noGrp="1"/>
          </p:cNvSpPr>
          <p:nvPr>
            <p:ph type="pic" sz="quarter" idx="50"/>
          </p:nvPr>
        </p:nvSpPr>
        <p:spPr>
          <a:xfrm>
            <a:off x="7723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3463048"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2"/>
          </p:nvPr>
        </p:nvSpPr>
        <p:spPr>
          <a:xfrm>
            <a:off x="61439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53"/>
          </p:nvPr>
        </p:nvSpPr>
        <p:spPr>
          <a:xfrm>
            <a:off x="8811194"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72094577"/>
      </p:ext>
    </p:extLst>
  </p:cSld>
  <p:clrMapOvr>
    <a:masterClrMapping/>
  </p:clrMapOvr>
  <p:transition spd="slow" advTm="2000">
    <p:blinds dir="vert"/>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Portfolio 07">
    <p:spTree>
      <p:nvGrpSpPr>
        <p:cNvPr id="1" name=""/>
        <p:cNvGrpSpPr/>
        <p:nvPr/>
      </p:nvGrpSpPr>
      <p:grpSpPr>
        <a:xfrm>
          <a:off x="0" y="0"/>
          <a:ext cx="0" cy="0"/>
          <a:chOff x="0" y="0"/>
          <a:chExt cx="0" cy="0"/>
        </a:xfrm>
      </p:grpSpPr>
      <p:sp>
        <p:nvSpPr>
          <p:cNvPr id="33" name="Picture Placeholder 32"/>
          <p:cNvSpPr>
            <a:spLocks noGrp="1"/>
          </p:cNvSpPr>
          <p:nvPr>
            <p:ph type="pic" sz="quarter" idx="53"/>
          </p:nvPr>
        </p:nvSpPr>
        <p:spPr>
          <a:xfrm>
            <a:off x="767399" y="1936699"/>
            <a:ext cx="5239701" cy="1976644"/>
          </a:xfrm>
          <a:custGeom>
            <a:avLst/>
            <a:gdLst>
              <a:gd name="connsiteX0" fmla="*/ 29155 w 5239701"/>
              <a:gd name="connsiteY0" fmla="*/ 0 h 1976644"/>
              <a:gd name="connsiteX1" fmla="*/ 5210546 w 5239701"/>
              <a:gd name="connsiteY1" fmla="*/ 0 h 1976644"/>
              <a:gd name="connsiteX2" fmla="*/ 5239701 w 5239701"/>
              <a:gd name="connsiteY2" fmla="*/ 29155 h 1976644"/>
              <a:gd name="connsiteX3" fmla="*/ 5239701 w 5239701"/>
              <a:gd name="connsiteY3" fmla="*/ 1976644 h 1976644"/>
              <a:gd name="connsiteX4" fmla="*/ 0 w 5239701"/>
              <a:gd name="connsiteY4" fmla="*/ 1976644 h 1976644"/>
              <a:gd name="connsiteX5" fmla="*/ 0 w 5239701"/>
              <a:gd name="connsiteY5" fmla="*/ 29155 h 1976644"/>
              <a:gd name="connsiteX6" fmla="*/ 29155 w 5239701"/>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1976644">
                <a:moveTo>
                  <a:pt x="29155" y="0"/>
                </a:moveTo>
                <a:lnTo>
                  <a:pt x="5210546" y="0"/>
                </a:lnTo>
                <a:cubicBezTo>
                  <a:pt x="5226648" y="0"/>
                  <a:pt x="5239701" y="13053"/>
                  <a:pt x="5239701" y="29155"/>
                </a:cubicBezTo>
                <a:lnTo>
                  <a:pt x="5239701"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4" name="Picture Placeholder 33"/>
          <p:cNvSpPr>
            <a:spLocks noGrp="1"/>
          </p:cNvSpPr>
          <p:nvPr>
            <p:ph type="pic" sz="quarter" idx="54"/>
          </p:nvPr>
        </p:nvSpPr>
        <p:spPr>
          <a:xfrm>
            <a:off x="612618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5" name="Picture Placeholder 34"/>
          <p:cNvSpPr>
            <a:spLocks noGrp="1"/>
          </p:cNvSpPr>
          <p:nvPr>
            <p:ph type="pic" sz="quarter" idx="55"/>
          </p:nvPr>
        </p:nvSpPr>
        <p:spPr>
          <a:xfrm>
            <a:off x="881137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56"/>
          </p:nvPr>
        </p:nvSpPr>
        <p:spPr>
          <a:xfrm>
            <a:off x="8821159"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8" name="Picture Placeholder 37"/>
          <p:cNvSpPr>
            <a:spLocks noGrp="1"/>
          </p:cNvSpPr>
          <p:nvPr>
            <p:ph type="pic" sz="quarter" idx="57"/>
          </p:nvPr>
        </p:nvSpPr>
        <p:spPr>
          <a:xfrm>
            <a:off x="6134966"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7" name="Picture Placeholder 36"/>
          <p:cNvSpPr>
            <a:spLocks noGrp="1"/>
          </p:cNvSpPr>
          <p:nvPr>
            <p:ph type="pic" sz="quarter" idx="58"/>
          </p:nvPr>
        </p:nvSpPr>
        <p:spPr>
          <a:xfrm>
            <a:off x="3463047"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6" name="Picture Placeholder 35"/>
          <p:cNvSpPr>
            <a:spLocks noGrp="1"/>
          </p:cNvSpPr>
          <p:nvPr>
            <p:ph type="pic" sz="quarter" idx="59"/>
          </p:nvPr>
        </p:nvSpPr>
        <p:spPr>
          <a:xfrm>
            <a:off x="767398"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414377620"/>
      </p:ext>
    </p:extLst>
  </p:cSld>
  <p:clrMapOvr>
    <a:masterClrMapping/>
  </p:clrMapOvr>
  <p:transition spd="slow" advTm="2000">
    <p:blinds dir="vert"/>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Portfolio 08">
    <p:spTree>
      <p:nvGrpSpPr>
        <p:cNvPr id="1" name=""/>
        <p:cNvGrpSpPr/>
        <p:nvPr/>
      </p:nvGrpSpPr>
      <p:grpSpPr>
        <a:xfrm>
          <a:off x="0" y="0"/>
          <a:ext cx="0" cy="0"/>
          <a:chOff x="0" y="0"/>
          <a:chExt cx="0" cy="0"/>
        </a:xfrm>
      </p:grpSpPr>
      <p:sp>
        <p:nvSpPr>
          <p:cNvPr id="16" name="Picture Placeholder 15"/>
          <p:cNvSpPr>
            <a:spLocks noGrp="1"/>
          </p:cNvSpPr>
          <p:nvPr>
            <p:ph type="pic" sz="quarter" idx="59"/>
          </p:nvPr>
        </p:nvSpPr>
        <p:spPr>
          <a:xfrm>
            <a:off x="1048189" y="2210372"/>
            <a:ext cx="3920051" cy="3580827"/>
          </a:xfrm>
          <a:custGeom>
            <a:avLst/>
            <a:gdLst>
              <a:gd name="connsiteX0" fmla="*/ 44510 w 3920051"/>
              <a:gd name="connsiteY0" fmla="*/ 0 h 3580827"/>
              <a:gd name="connsiteX1" fmla="*/ 3875541 w 3920051"/>
              <a:gd name="connsiteY1" fmla="*/ 0 h 3580827"/>
              <a:gd name="connsiteX2" fmla="*/ 3920051 w 3920051"/>
              <a:gd name="connsiteY2" fmla="*/ 44510 h 3580827"/>
              <a:gd name="connsiteX3" fmla="*/ 3920051 w 3920051"/>
              <a:gd name="connsiteY3" fmla="*/ 3580827 h 3580827"/>
              <a:gd name="connsiteX4" fmla="*/ 0 w 3920051"/>
              <a:gd name="connsiteY4" fmla="*/ 3580827 h 3580827"/>
              <a:gd name="connsiteX5" fmla="*/ 0 w 3920051"/>
              <a:gd name="connsiteY5" fmla="*/ 44510 h 3580827"/>
              <a:gd name="connsiteX6" fmla="*/ 44510 w 3920051"/>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0051" h="3580827">
                <a:moveTo>
                  <a:pt x="44510" y="0"/>
                </a:moveTo>
                <a:lnTo>
                  <a:pt x="3875541" y="0"/>
                </a:lnTo>
                <a:cubicBezTo>
                  <a:pt x="3900123" y="0"/>
                  <a:pt x="3920051" y="19928"/>
                  <a:pt x="3920051" y="44510"/>
                </a:cubicBezTo>
                <a:lnTo>
                  <a:pt x="3920051" y="3580827"/>
                </a:lnTo>
                <a:lnTo>
                  <a:pt x="0" y="3580827"/>
                </a:lnTo>
                <a:lnTo>
                  <a:pt x="0" y="44510"/>
                </a:lnTo>
                <a:cubicBezTo>
                  <a:pt x="0" y="19928"/>
                  <a:pt x="19928" y="0"/>
                  <a:pt x="445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7" name="Picture Placeholder 16"/>
          <p:cNvSpPr>
            <a:spLocks noGrp="1"/>
          </p:cNvSpPr>
          <p:nvPr>
            <p:ph type="pic" sz="quarter" idx="60"/>
          </p:nvPr>
        </p:nvSpPr>
        <p:spPr>
          <a:xfrm>
            <a:off x="5056309" y="221037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17"/>
          <p:cNvSpPr>
            <a:spLocks noGrp="1"/>
          </p:cNvSpPr>
          <p:nvPr>
            <p:ph type="pic" sz="quarter" idx="61"/>
          </p:nvPr>
        </p:nvSpPr>
        <p:spPr>
          <a:xfrm>
            <a:off x="5056309"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9" name="Picture Placeholder 18"/>
          <p:cNvSpPr>
            <a:spLocks noGrp="1"/>
          </p:cNvSpPr>
          <p:nvPr>
            <p:ph type="pic" sz="quarter" idx="62"/>
          </p:nvPr>
        </p:nvSpPr>
        <p:spPr>
          <a:xfrm>
            <a:off x="7065864"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63"/>
          </p:nvPr>
        </p:nvSpPr>
        <p:spPr>
          <a:xfrm>
            <a:off x="9075419" y="2210372"/>
            <a:ext cx="1943100" cy="3580827"/>
          </a:xfrm>
          <a:custGeom>
            <a:avLst/>
            <a:gdLst>
              <a:gd name="connsiteX0" fmla="*/ 24153 w 1943100"/>
              <a:gd name="connsiteY0" fmla="*/ 0 h 3580827"/>
              <a:gd name="connsiteX1" fmla="*/ 1918947 w 1943100"/>
              <a:gd name="connsiteY1" fmla="*/ 0 h 3580827"/>
              <a:gd name="connsiteX2" fmla="*/ 1943100 w 1943100"/>
              <a:gd name="connsiteY2" fmla="*/ 24153 h 3580827"/>
              <a:gd name="connsiteX3" fmla="*/ 1943100 w 1943100"/>
              <a:gd name="connsiteY3" fmla="*/ 3580827 h 3580827"/>
              <a:gd name="connsiteX4" fmla="*/ 0 w 1943100"/>
              <a:gd name="connsiteY4" fmla="*/ 3580827 h 3580827"/>
              <a:gd name="connsiteX5" fmla="*/ 0 w 1943100"/>
              <a:gd name="connsiteY5" fmla="*/ 24153 h 3580827"/>
              <a:gd name="connsiteX6" fmla="*/ 24153 w 1943100"/>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3580827">
                <a:moveTo>
                  <a:pt x="24153" y="0"/>
                </a:moveTo>
                <a:lnTo>
                  <a:pt x="1918947" y="0"/>
                </a:lnTo>
                <a:cubicBezTo>
                  <a:pt x="1932286" y="0"/>
                  <a:pt x="1943100" y="10814"/>
                  <a:pt x="1943100" y="24153"/>
                </a:cubicBezTo>
                <a:lnTo>
                  <a:pt x="1943100" y="3580827"/>
                </a:lnTo>
                <a:lnTo>
                  <a:pt x="0" y="3580827"/>
                </a:lnTo>
                <a:lnTo>
                  <a:pt x="0" y="24153"/>
                </a:lnTo>
                <a:cubicBezTo>
                  <a:pt x="0" y="10814"/>
                  <a:pt x="10814" y="0"/>
                  <a:pt x="2415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95602969"/>
      </p:ext>
    </p:extLst>
  </p:cSld>
  <p:clrMapOvr>
    <a:masterClrMapping/>
  </p:clrMapOvr>
  <p:transition spd="slow" advTm="2000">
    <p:blinds dir="vert"/>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Portfolio 09">
    <p:spTree>
      <p:nvGrpSpPr>
        <p:cNvPr id="1" name=""/>
        <p:cNvGrpSpPr/>
        <p:nvPr/>
      </p:nvGrpSpPr>
      <p:grpSpPr>
        <a:xfrm>
          <a:off x="0" y="0"/>
          <a:ext cx="0" cy="0"/>
          <a:chOff x="0" y="0"/>
          <a:chExt cx="0" cy="0"/>
        </a:xfrm>
      </p:grpSpPr>
      <p:sp>
        <p:nvSpPr>
          <p:cNvPr id="19" name="Picture Placeholder 18"/>
          <p:cNvSpPr>
            <a:spLocks noGrp="1"/>
          </p:cNvSpPr>
          <p:nvPr>
            <p:ph type="pic" sz="quarter" idx="41"/>
          </p:nvPr>
        </p:nvSpPr>
        <p:spPr>
          <a:xfrm>
            <a:off x="148281" y="135925"/>
            <a:ext cx="7896014" cy="4349576"/>
          </a:xfrm>
          <a:custGeom>
            <a:avLst/>
            <a:gdLst>
              <a:gd name="connsiteX0" fmla="*/ 0 w 7896014"/>
              <a:gd name="connsiteY0" fmla="*/ 0 h 4349576"/>
              <a:gd name="connsiteX1" fmla="*/ 7896014 w 7896014"/>
              <a:gd name="connsiteY1" fmla="*/ 0 h 4349576"/>
              <a:gd name="connsiteX2" fmla="*/ 7896014 w 7896014"/>
              <a:gd name="connsiteY2" fmla="*/ 4349576 h 4349576"/>
              <a:gd name="connsiteX3" fmla="*/ 0 w 7896014"/>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7896014" h="4349576">
                <a:moveTo>
                  <a:pt x="0" y="0"/>
                </a:moveTo>
                <a:lnTo>
                  <a:pt x="7896014" y="0"/>
                </a:lnTo>
                <a:lnTo>
                  <a:pt x="7896014"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42"/>
          </p:nvPr>
        </p:nvSpPr>
        <p:spPr>
          <a:xfrm>
            <a:off x="8167816"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43"/>
          </p:nvPr>
        </p:nvSpPr>
        <p:spPr>
          <a:xfrm>
            <a:off x="8167816"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44"/>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46"/>
          </p:nvPr>
        </p:nvSpPr>
        <p:spPr>
          <a:xfrm>
            <a:off x="148281"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18064278"/>
      </p:ext>
    </p:extLst>
  </p:cSld>
  <p:clrMapOvr>
    <a:masterClrMapping/>
  </p:clrMapOvr>
  <p:transition spd="slow" advTm="2000">
    <p:blinds dir="vert"/>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Portfolio 10">
    <p:spTree>
      <p:nvGrpSpPr>
        <p:cNvPr id="1" name=""/>
        <p:cNvGrpSpPr/>
        <p:nvPr/>
      </p:nvGrpSpPr>
      <p:grpSpPr>
        <a:xfrm>
          <a:off x="0" y="0"/>
          <a:ext cx="0" cy="0"/>
          <a:chOff x="0" y="0"/>
          <a:chExt cx="0" cy="0"/>
        </a:xfrm>
      </p:grpSpPr>
      <p:grpSp>
        <p:nvGrpSpPr>
          <p:cNvPr id="9" name="Group 6"/>
          <p:cNvGrpSpPr>
            <a:grpSpLocks noChangeAspect="1"/>
          </p:cNvGrpSpPr>
          <p:nvPr/>
        </p:nvGrpSpPr>
        <p:grpSpPr bwMode="auto">
          <a:xfrm>
            <a:off x="-892810" y="-640436"/>
            <a:ext cx="6988809" cy="7446155"/>
            <a:chOff x="3053" y="1324"/>
            <a:chExt cx="1574" cy="1677"/>
          </a:xfrm>
          <a:gradFill>
            <a:gsLst>
              <a:gs pos="0">
                <a:schemeClr val="accent5">
                  <a:lumMod val="67000"/>
                  <a:alpha val="0"/>
                </a:schemeClr>
              </a:gs>
              <a:gs pos="48000">
                <a:schemeClr val="accent3">
                  <a:alpha val="0"/>
                </a:schemeClr>
              </a:gs>
              <a:gs pos="100000">
                <a:schemeClr val="accent6">
                  <a:alpha val="16000"/>
                </a:schemeClr>
              </a:gs>
            </a:gsLst>
            <a:path path="circle">
              <a:fillToRect l="100000" t="100000"/>
            </a:path>
          </a:gradFill>
        </p:grpSpPr>
        <p:sp>
          <p:nvSpPr>
            <p:cNvPr id="10" name="Freeform 7"/>
            <p:cNvSpPr>
              <a:spLocks/>
            </p:cNvSpPr>
            <p:nvPr/>
          </p:nvSpPr>
          <p:spPr bwMode="auto">
            <a:xfrm>
              <a:off x="3972" y="1324"/>
              <a:ext cx="655" cy="1044"/>
            </a:xfrm>
            <a:custGeom>
              <a:avLst/>
              <a:gdLst>
                <a:gd name="T0" fmla="*/ 4 w 276"/>
                <a:gd name="T1" fmla="*/ 21 h 440"/>
                <a:gd name="T2" fmla="*/ 107 w 276"/>
                <a:gd name="T3" fmla="*/ 252 h 440"/>
                <a:gd name="T4" fmla="*/ 241 w 276"/>
                <a:gd name="T5" fmla="*/ 425 h 440"/>
                <a:gd name="T6" fmla="*/ 275 w 276"/>
                <a:gd name="T7" fmla="*/ 423 h 440"/>
                <a:gd name="T8" fmla="*/ 276 w 276"/>
                <a:gd name="T9" fmla="*/ 220 h 440"/>
                <a:gd name="T10" fmla="*/ 215 w 276"/>
                <a:gd name="T11" fmla="*/ 114 h 440"/>
                <a:gd name="T12" fmla="*/ 26 w 276"/>
                <a:gd name="T13" fmla="*/ 5 h 440"/>
                <a:gd name="T14" fmla="*/ 4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4" y="21"/>
                  </a:moveTo>
                  <a:cubicBezTo>
                    <a:pt x="22" y="73"/>
                    <a:pt x="56" y="163"/>
                    <a:pt x="107" y="252"/>
                  </a:cubicBezTo>
                  <a:cubicBezTo>
                    <a:pt x="143" y="313"/>
                    <a:pt x="197" y="377"/>
                    <a:pt x="241" y="425"/>
                  </a:cubicBezTo>
                  <a:cubicBezTo>
                    <a:pt x="255" y="440"/>
                    <a:pt x="276" y="436"/>
                    <a:pt x="275" y="423"/>
                  </a:cubicBezTo>
                  <a:cubicBezTo>
                    <a:pt x="276" y="220"/>
                    <a:pt x="276" y="220"/>
                    <a:pt x="276" y="220"/>
                  </a:cubicBezTo>
                  <a:cubicBezTo>
                    <a:pt x="276" y="181"/>
                    <a:pt x="248" y="134"/>
                    <a:pt x="215" y="114"/>
                  </a:cubicBezTo>
                  <a:cubicBezTo>
                    <a:pt x="26" y="5"/>
                    <a:pt x="26" y="5"/>
                    <a:pt x="26" y="5"/>
                  </a:cubicBezTo>
                  <a:cubicBezTo>
                    <a:pt x="17" y="0"/>
                    <a:pt x="0" y="8"/>
                    <a:pt x="4"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1" name="Freeform 8"/>
            <p:cNvSpPr>
              <a:spLocks/>
            </p:cNvSpPr>
            <p:nvPr/>
          </p:nvSpPr>
          <p:spPr bwMode="auto">
            <a:xfrm>
              <a:off x="3210" y="2548"/>
              <a:ext cx="1260" cy="453"/>
            </a:xfrm>
            <a:custGeom>
              <a:avLst/>
              <a:gdLst>
                <a:gd name="T0" fmla="*/ 519 w 531"/>
                <a:gd name="T1" fmla="*/ 32 h 191"/>
                <a:gd name="T2" fmla="*/ 269 w 531"/>
                <a:gd name="T3" fmla="*/ 0 h 191"/>
                <a:gd name="T4" fmla="*/ 14 w 531"/>
                <a:gd name="T5" fmla="*/ 32 h 191"/>
                <a:gd name="T6" fmla="*/ 9 w 531"/>
                <a:gd name="T7" fmla="*/ 59 h 191"/>
                <a:gd name="T8" fmla="*/ 204 w 531"/>
                <a:gd name="T9" fmla="*/ 171 h 191"/>
                <a:gd name="T10" fmla="*/ 326 w 531"/>
                <a:gd name="T11" fmla="*/ 172 h 191"/>
                <a:gd name="T12" fmla="*/ 520 w 531"/>
                <a:gd name="T13" fmla="*/ 60 h 191"/>
                <a:gd name="T14" fmla="*/ 519 w 531"/>
                <a:gd name="T15" fmla="*/ 32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1" h="191">
                  <a:moveTo>
                    <a:pt x="519" y="32"/>
                  </a:moveTo>
                  <a:cubicBezTo>
                    <a:pt x="457" y="17"/>
                    <a:pt x="365" y="0"/>
                    <a:pt x="269" y="0"/>
                  </a:cubicBezTo>
                  <a:cubicBezTo>
                    <a:pt x="175" y="0"/>
                    <a:pt x="80" y="17"/>
                    <a:pt x="14" y="32"/>
                  </a:cubicBezTo>
                  <a:cubicBezTo>
                    <a:pt x="0" y="36"/>
                    <a:pt x="1" y="53"/>
                    <a:pt x="9" y="59"/>
                  </a:cubicBezTo>
                  <a:cubicBezTo>
                    <a:pt x="204" y="171"/>
                    <a:pt x="204" y="171"/>
                    <a:pt x="204" y="171"/>
                  </a:cubicBezTo>
                  <a:cubicBezTo>
                    <a:pt x="238" y="191"/>
                    <a:pt x="293" y="191"/>
                    <a:pt x="326" y="172"/>
                  </a:cubicBezTo>
                  <a:cubicBezTo>
                    <a:pt x="520" y="60"/>
                    <a:pt x="520" y="60"/>
                    <a:pt x="520" y="60"/>
                  </a:cubicBezTo>
                  <a:cubicBezTo>
                    <a:pt x="530" y="54"/>
                    <a:pt x="531" y="35"/>
                    <a:pt x="5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2" name="Line 7"/>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3" name="Line 8"/>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4" name="Freeform 11"/>
            <p:cNvSpPr>
              <a:spLocks/>
            </p:cNvSpPr>
            <p:nvPr/>
          </p:nvSpPr>
          <p:spPr bwMode="auto">
            <a:xfrm>
              <a:off x="3511" y="1782"/>
              <a:ext cx="660" cy="529"/>
            </a:xfrm>
            <a:custGeom>
              <a:avLst/>
              <a:gdLst>
                <a:gd name="T0" fmla="*/ 8 w 278"/>
                <a:gd name="T1" fmla="*/ 199 h 223"/>
                <a:gd name="T2" fmla="*/ 21 w 278"/>
                <a:gd name="T3" fmla="*/ 223 h 223"/>
                <a:gd name="T4" fmla="*/ 139 w 278"/>
                <a:gd name="T5" fmla="*/ 215 h 223"/>
                <a:gd name="T6" fmla="*/ 257 w 278"/>
                <a:gd name="T7" fmla="*/ 223 h 223"/>
                <a:gd name="T8" fmla="*/ 270 w 278"/>
                <a:gd name="T9" fmla="*/ 199 h 223"/>
                <a:gd name="T10" fmla="*/ 207 w 278"/>
                <a:gd name="T11" fmla="*/ 113 h 223"/>
                <a:gd name="T12" fmla="*/ 155 w 278"/>
                <a:gd name="T13" fmla="*/ 13 h 223"/>
                <a:gd name="T14" fmla="*/ 126 w 278"/>
                <a:gd name="T15" fmla="*/ 13 h 223"/>
                <a:gd name="T16" fmla="*/ 75 w 278"/>
                <a:gd name="T17" fmla="*/ 106 h 223"/>
                <a:gd name="T18" fmla="*/ 8 w 278"/>
                <a:gd name="T19" fmla="*/ 199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 h="223">
                  <a:moveTo>
                    <a:pt x="8" y="199"/>
                  </a:moveTo>
                  <a:cubicBezTo>
                    <a:pt x="0" y="212"/>
                    <a:pt x="6" y="223"/>
                    <a:pt x="21" y="223"/>
                  </a:cubicBezTo>
                  <a:cubicBezTo>
                    <a:pt x="21" y="223"/>
                    <a:pt x="80" y="215"/>
                    <a:pt x="139" y="215"/>
                  </a:cubicBezTo>
                  <a:cubicBezTo>
                    <a:pt x="199" y="215"/>
                    <a:pt x="257" y="223"/>
                    <a:pt x="257" y="223"/>
                  </a:cubicBezTo>
                  <a:cubicBezTo>
                    <a:pt x="272" y="223"/>
                    <a:pt x="278" y="212"/>
                    <a:pt x="270" y="199"/>
                  </a:cubicBezTo>
                  <a:cubicBezTo>
                    <a:pt x="270" y="199"/>
                    <a:pt x="232" y="156"/>
                    <a:pt x="207" y="113"/>
                  </a:cubicBezTo>
                  <a:cubicBezTo>
                    <a:pt x="179" y="65"/>
                    <a:pt x="155" y="13"/>
                    <a:pt x="155" y="13"/>
                  </a:cubicBezTo>
                  <a:cubicBezTo>
                    <a:pt x="147" y="0"/>
                    <a:pt x="134" y="0"/>
                    <a:pt x="126" y="13"/>
                  </a:cubicBezTo>
                  <a:cubicBezTo>
                    <a:pt x="126" y="13"/>
                    <a:pt x="102" y="60"/>
                    <a:pt x="75" y="106"/>
                  </a:cubicBezTo>
                  <a:cubicBezTo>
                    <a:pt x="49" y="150"/>
                    <a:pt x="8" y="199"/>
                    <a:pt x="8" y="1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5" name="Line 10"/>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6" name="Line 11"/>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7" name="Freeform 14"/>
            <p:cNvSpPr>
              <a:spLocks/>
            </p:cNvSpPr>
            <p:nvPr/>
          </p:nvSpPr>
          <p:spPr bwMode="auto">
            <a:xfrm>
              <a:off x="3067" y="1324"/>
              <a:ext cx="655" cy="1044"/>
            </a:xfrm>
            <a:custGeom>
              <a:avLst/>
              <a:gdLst>
                <a:gd name="T0" fmla="*/ 272 w 276"/>
                <a:gd name="T1" fmla="*/ 21 h 440"/>
                <a:gd name="T2" fmla="*/ 169 w 276"/>
                <a:gd name="T3" fmla="*/ 252 h 440"/>
                <a:gd name="T4" fmla="*/ 35 w 276"/>
                <a:gd name="T5" fmla="*/ 425 h 440"/>
                <a:gd name="T6" fmla="*/ 0 w 276"/>
                <a:gd name="T7" fmla="*/ 423 h 440"/>
                <a:gd name="T8" fmla="*/ 0 w 276"/>
                <a:gd name="T9" fmla="*/ 220 h 440"/>
                <a:gd name="T10" fmla="*/ 61 w 276"/>
                <a:gd name="T11" fmla="*/ 114 h 440"/>
                <a:gd name="T12" fmla="*/ 249 w 276"/>
                <a:gd name="T13" fmla="*/ 5 h 440"/>
                <a:gd name="T14" fmla="*/ 272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272" y="21"/>
                  </a:moveTo>
                  <a:cubicBezTo>
                    <a:pt x="254" y="73"/>
                    <a:pt x="220" y="163"/>
                    <a:pt x="169" y="252"/>
                  </a:cubicBezTo>
                  <a:cubicBezTo>
                    <a:pt x="133" y="313"/>
                    <a:pt x="79" y="377"/>
                    <a:pt x="35" y="425"/>
                  </a:cubicBezTo>
                  <a:cubicBezTo>
                    <a:pt x="20" y="440"/>
                    <a:pt x="0" y="436"/>
                    <a:pt x="0" y="423"/>
                  </a:cubicBezTo>
                  <a:cubicBezTo>
                    <a:pt x="0" y="220"/>
                    <a:pt x="0" y="220"/>
                    <a:pt x="0" y="220"/>
                  </a:cubicBezTo>
                  <a:cubicBezTo>
                    <a:pt x="0" y="181"/>
                    <a:pt x="27" y="134"/>
                    <a:pt x="61" y="114"/>
                  </a:cubicBezTo>
                  <a:cubicBezTo>
                    <a:pt x="249" y="5"/>
                    <a:pt x="249" y="5"/>
                    <a:pt x="249" y="5"/>
                  </a:cubicBezTo>
                  <a:cubicBezTo>
                    <a:pt x="258" y="0"/>
                    <a:pt x="276" y="8"/>
                    <a:pt x="27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grpSp>
      <p:sp>
        <p:nvSpPr>
          <p:cNvPr id="29" name="Picture Placeholder 28"/>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8" name="Picture Placeholder 27"/>
          <p:cNvSpPr>
            <a:spLocks noGrp="1"/>
          </p:cNvSpPr>
          <p:nvPr>
            <p:ph type="pic" sz="quarter" idx="46"/>
          </p:nvPr>
        </p:nvSpPr>
        <p:spPr>
          <a:xfrm>
            <a:off x="4158048"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7"/>
          </p:nvPr>
        </p:nvSpPr>
        <p:spPr>
          <a:xfrm>
            <a:off x="4158048"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8"/>
          </p:nvPr>
        </p:nvSpPr>
        <p:spPr>
          <a:xfrm>
            <a:off x="148281"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7" name="Picture Placeholder 26"/>
          <p:cNvSpPr>
            <a:spLocks noGrp="1"/>
          </p:cNvSpPr>
          <p:nvPr>
            <p:ph type="pic" sz="quarter" idx="49"/>
          </p:nvPr>
        </p:nvSpPr>
        <p:spPr>
          <a:xfrm>
            <a:off x="8167816" y="135925"/>
            <a:ext cx="3886247" cy="4349576"/>
          </a:xfrm>
          <a:custGeom>
            <a:avLst/>
            <a:gdLst>
              <a:gd name="connsiteX0" fmla="*/ 0 w 3886247"/>
              <a:gd name="connsiteY0" fmla="*/ 0 h 4349576"/>
              <a:gd name="connsiteX1" fmla="*/ 3886247 w 3886247"/>
              <a:gd name="connsiteY1" fmla="*/ 0 h 4349576"/>
              <a:gd name="connsiteX2" fmla="*/ 3886247 w 3886247"/>
              <a:gd name="connsiteY2" fmla="*/ 4349576 h 4349576"/>
              <a:gd name="connsiteX3" fmla="*/ 0 w 3886247"/>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3886247" h="4349576">
                <a:moveTo>
                  <a:pt x="0" y="0"/>
                </a:moveTo>
                <a:lnTo>
                  <a:pt x="3886247" y="0"/>
                </a:lnTo>
                <a:lnTo>
                  <a:pt x="3886247"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0" name="Picture Placeholder 29"/>
          <p:cNvSpPr>
            <a:spLocks noGrp="1"/>
          </p:cNvSpPr>
          <p:nvPr>
            <p:ph type="pic" sz="quarter" idx="50"/>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108524" y="2283949"/>
            <a:ext cx="4009767" cy="4487821"/>
          </a:xfrm>
          <a:custGeom>
            <a:avLst/>
            <a:gdLst>
              <a:gd name="connsiteX0" fmla="*/ 0 w 4009767"/>
              <a:gd name="connsiteY0" fmla="*/ 0 h 4487821"/>
              <a:gd name="connsiteX1" fmla="*/ 4009767 w 4009767"/>
              <a:gd name="connsiteY1" fmla="*/ 0 h 4487821"/>
              <a:gd name="connsiteX2" fmla="*/ 4009767 w 4009767"/>
              <a:gd name="connsiteY2" fmla="*/ 4487821 h 4487821"/>
              <a:gd name="connsiteX3" fmla="*/ 0 w 4009767"/>
              <a:gd name="connsiteY3" fmla="*/ 4487821 h 4487821"/>
            </a:gdLst>
            <a:ahLst/>
            <a:cxnLst>
              <a:cxn ang="0">
                <a:pos x="connsiteX0" y="connsiteY0"/>
              </a:cxn>
              <a:cxn ang="0">
                <a:pos x="connsiteX1" y="connsiteY1"/>
              </a:cxn>
              <a:cxn ang="0">
                <a:pos x="connsiteX2" y="connsiteY2"/>
              </a:cxn>
              <a:cxn ang="0">
                <a:pos x="connsiteX3" y="connsiteY3"/>
              </a:cxn>
            </a:cxnLst>
            <a:rect l="l" t="t" r="r" b="b"/>
            <a:pathLst>
              <a:path w="4009767" h="4487821">
                <a:moveTo>
                  <a:pt x="0" y="0"/>
                </a:moveTo>
                <a:lnTo>
                  <a:pt x="4009767" y="0"/>
                </a:lnTo>
                <a:lnTo>
                  <a:pt x="4009767" y="4487821"/>
                </a:lnTo>
                <a:lnTo>
                  <a:pt x="0" y="4487821"/>
                </a:lnTo>
                <a:close/>
              </a:path>
            </a:pathLst>
          </a:custGeom>
          <a:pattFill prst="pct5">
            <a:fgClr>
              <a:schemeClr val="tx1"/>
            </a:fgClr>
            <a:bgClr>
              <a:schemeClr val="bg1"/>
            </a:bgClr>
          </a:pattFill>
          <a:effectLst>
            <a:outerShdw blurRad="381000" dist="127000" dir="18900000" algn="t" rotWithShape="0">
              <a:prstClr val="black">
                <a:alpha val="12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506358632"/>
      </p:ext>
    </p:extLst>
  </p:cSld>
  <p:clrMapOvr>
    <a:masterClrMapping/>
  </p:clrMapOvr>
  <p:transition spd="slow" advTm="2000">
    <p:blinds dir="vert"/>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cxnSp>
        <p:nvCxnSpPr>
          <p:cNvPr id="9"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6913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标题文本">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chemeClr val="accent3"/>
                </a:solidFill>
                <a:latin typeface="Microsoft YaHei" charset="-122"/>
                <a:ea typeface="Microsoft YaHei" charset="-122"/>
                <a:cs typeface="Microsoft YaHei" charset="-122"/>
              </a:defRPr>
            </a:lvl1pPr>
          </a:lstStyle>
          <a:p>
            <a:r>
              <a:rPr lang="zh-CN" altLang="en-US" dirty="0"/>
              <a:t>点击编辑主标题</a:t>
            </a:r>
            <a:endParaRPr lang="en-US" dirty="0"/>
          </a:p>
        </p:txBody>
      </p:sp>
      <p:sp>
        <p:nvSpPr>
          <p:cNvPr id="6" name="Text Placeholder 38"/>
          <p:cNvSpPr>
            <a:spLocks noGrp="1"/>
          </p:cNvSpPr>
          <p:nvPr>
            <p:ph type="body" sz="quarter" idx="13" hasCustomPrompt="1"/>
          </p:nvPr>
        </p:nvSpPr>
        <p:spPr>
          <a:xfrm>
            <a:off x="1067593" y="1360450"/>
            <a:ext cx="10056812" cy="4634856"/>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0"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19" name="图片 18">
            <a:extLst>
              <a:ext uri="{FF2B5EF4-FFF2-40B4-BE49-F238E27FC236}">
                <a16:creationId xmlns:a16="http://schemas.microsoft.com/office/drawing/2014/main" id="{06B6C8F2-B323-4DB0-B2C5-249908CF6188}"/>
              </a:ext>
            </a:extLst>
          </p:cNvPr>
          <p:cNvPicPr>
            <a:picLocks noChangeAspect="1"/>
          </p:cNvPicPr>
          <p:nvPr userDrawn="1"/>
        </p:nvPicPr>
        <p:blipFill>
          <a:blip r:embed="rId2"/>
          <a:stretch>
            <a:fillRect/>
          </a:stretch>
        </p:blipFill>
        <p:spPr>
          <a:xfrm>
            <a:off x="10303161" y="288676"/>
            <a:ext cx="1526155" cy="456808"/>
          </a:xfrm>
          <a:prstGeom prst="rect">
            <a:avLst/>
          </a:prstGeom>
        </p:spPr>
      </p:pic>
      <p:grpSp>
        <p:nvGrpSpPr>
          <p:cNvPr id="20" name="组 17">
            <a:extLst>
              <a:ext uri="{FF2B5EF4-FFF2-40B4-BE49-F238E27FC236}">
                <a16:creationId xmlns:a16="http://schemas.microsoft.com/office/drawing/2014/main" id="{CF1D1924-FACD-432E-8FC5-98CA8E5F5D38}"/>
              </a:ext>
            </a:extLst>
          </p:cNvPr>
          <p:cNvGrpSpPr/>
          <p:nvPr userDrawn="1"/>
        </p:nvGrpSpPr>
        <p:grpSpPr>
          <a:xfrm>
            <a:off x="0" y="369310"/>
            <a:ext cx="210961" cy="344922"/>
            <a:chOff x="0" y="369310"/>
            <a:chExt cx="210961" cy="344922"/>
          </a:xfrm>
        </p:grpSpPr>
        <p:sp>
          <p:nvSpPr>
            <p:cNvPr id="21" name="三角形 18">
              <a:extLst>
                <a:ext uri="{FF2B5EF4-FFF2-40B4-BE49-F238E27FC236}">
                  <a16:creationId xmlns:a16="http://schemas.microsoft.com/office/drawing/2014/main" id="{F4C8DAB8-8599-461D-9FDD-573CC4D84821}"/>
                </a:ext>
              </a:extLst>
            </p:cNvPr>
            <p:cNvSpPr/>
            <p:nvPr userDrawn="1"/>
          </p:nvSpPr>
          <p:spPr>
            <a:xfrm rot="5400000">
              <a:off x="-92886" y="462196"/>
              <a:ext cx="344922" cy="15915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19">
              <a:extLst>
                <a:ext uri="{FF2B5EF4-FFF2-40B4-BE49-F238E27FC236}">
                  <a16:creationId xmlns:a16="http://schemas.microsoft.com/office/drawing/2014/main" id="{DF157ED6-7BE0-405F-A39C-D4DBA56A3C56}"/>
                </a:ext>
              </a:extLst>
            </p:cNvPr>
            <p:cNvSpPr/>
            <p:nvPr userDrawn="1"/>
          </p:nvSpPr>
          <p:spPr>
            <a:xfrm rot="5400000">
              <a:off x="-41075" y="462196"/>
              <a:ext cx="344922" cy="159150"/>
            </a:xfrm>
            <a:prstGeom prst="triangle">
              <a:avLst/>
            </a:prstGeom>
            <a:solidFill>
              <a:srgbClr val="1D8C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3593189823"/>
      </p:ext>
    </p:extLst>
  </p:cSld>
  <p:clrMapOvr>
    <a:masterClrMapping/>
  </p:clrMapOvr>
  <p:extLst>
    <p:ext uri="{DCECCB84-F9BA-43D5-87BE-67443E8EF086}">
      <p15:sldGuideLst xmlns:p15="http://schemas.microsoft.com/office/powerpoint/2012/main">
        <p15:guide id="5" orient="horz" pos="323" userDrawn="1">
          <p15:clr>
            <a:srgbClr val="FBAE40"/>
          </p15:clr>
        </p15:guide>
        <p15:guide id="6"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6"/>
          <p:cNvGrpSpPr/>
          <p:nvPr/>
        </p:nvGrpSpPr>
        <p:grpSpPr>
          <a:xfrm>
            <a:off x="0" y="369310"/>
            <a:ext cx="210961" cy="344922"/>
            <a:chOff x="0" y="369310"/>
            <a:chExt cx="210961" cy="344922"/>
          </a:xfrm>
        </p:grpSpPr>
        <p:sp>
          <p:nvSpPr>
            <p:cNvPr id="11"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6"/>
          <p:cNvGrpSpPr/>
          <p:nvPr userDrawn="1"/>
        </p:nvGrpSpPr>
        <p:grpSpPr>
          <a:xfrm>
            <a:off x="0" y="369310"/>
            <a:ext cx="210961" cy="344922"/>
            <a:chOff x="0" y="369310"/>
            <a:chExt cx="210961" cy="344922"/>
          </a:xfrm>
        </p:grpSpPr>
        <p:sp>
          <p:nvSpPr>
            <p:cNvPr id="15"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9702434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7"/>
          <p:cNvGrpSpPr/>
          <p:nvPr/>
        </p:nvGrpSpPr>
        <p:grpSpPr>
          <a:xfrm>
            <a:off x="0" y="369310"/>
            <a:ext cx="210961" cy="344922"/>
            <a:chOff x="0" y="369310"/>
            <a:chExt cx="210961" cy="344922"/>
          </a:xfrm>
        </p:grpSpPr>
        <p:sp>
          <p:nvSpPr>
            <p:cNvPr id="11"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7"/>
          <p:cNvGrpSpPr/>
          <p:nvPr userDrawn="1"/>
        </p:nvGrpSpPr>
        <p:grpSpPr>
          <a:xfrm>
            <a:off x="0" y="369310"/>
            <a:ext cx="210961" cy="344922"/>
            <a:chOff x="0" y="369310"/>
            <a:chExt cx="210961" cy="344922"/>
          </a:xfrm>
        </p:grpSpPr>
        <p:sp>
          <p:nvSpPr>
            <p:cNvPr id="15"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2" name="图片 21"/>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7198586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1" name="组 19"/>
          <p:cNvGrpSpPr/>
          <p:nvPr/>
        </p:nvGrpSpPr>
        <p:grpSpPr>
          <a:xfrm>
            <a:off x="0" y="369310"/>
            <a:ext cx="210961" cy="344922"/>
            <a:chOff x="0" y="369310"/>
            <a:chExt cx="210961" cy="344922"/>
          </a:xfrm>
        </p:grpSpPr>
        <p:sp>
          <p:nvSpPr>
            <p:cNvPr id="12"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3"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6" name="图片 15"/>
          <p:cNvPicPr>
            <a:picLocks noChangeAspect="1"/>
          </p:cNvPicPr>
          <p:nvPr/>
        </p:nvPicPr>
        <p:blipFill>
          <a:blip r:embed="rId2"/>
          <a:stretch>
            <a:fillRect/>
          </a:stretch>
        </p:blipFill>
        <p:spPr>
          <a:xfrm>
            <a:off x="10687431" y="323923"/>
            <a:ext cx="1102401" cy="499306"/>
          </a:xfrm>
          <a:prstGeom prst="rect">
            <a:avLst/>
          </a:prstGeom>
        </p:spPr>
      </p:pic>
      <p:grpSp>
        <p:nvGrpSpPr>
          <p:cNvPr id="17" name="组 19"/>
          <p:cNvGrpSpPr/>
          <p:nvPr userDrawn="1"/>
        </p:nvGrpSpPr>
        <p:grpSpPr>
          <a:xfrm>
            <a:off x="0" y="369310"/>
            <a:ext cx="210961" cy="344922"/>
            <a:chOff x="0" y="369310"/>
            <a:chExt cx="210961" cy="344922"/>
          </a:xfrm>
        </p:grpSpPr>
        <p:sp>
          <p:nvSpPr>
            <p:cNvPr id="18"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62921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7" name="组 25"/>
          <p:cNvGrpSpPr/>
          <p:nvPr/>
        </p:nvGrpSpPr>
        <p:grpSpPr>
          <a:xfrm>
            <a:off x="0" y="369310"/>
            <a:ext cx="210961" cy="344922"/>
            <a:chOff x="0" y="369310"/>
            <a:chExt cx="210961" cy="344922"/>
          </a:xfrm>
        </p:grpSpPr>
        <p:sp>
          <p:nvSpPr>
            <p:cNvPr id="18"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grpSp>
        <p:nvGrpSpPr>
          <p:cNvPr id="21" name="组 25"/>
          <p:cNvGrpSpPr/>
          <p:nvPr userDrawn="1"/>
        </p:nvGrpSpPr>
        <p:grpSpPr>
          <a:xfrm>
            <a:off x="0" y="369310"/>
            <a:ext cx="210961" cy="344922"/>
            <a:chOff x="0" y="369310"/>
            <a:chExt cx="210961" cy="344922"/>
          </a:xfrm>
        </p:grpSpPr>
        <p:sp>
          <p:nvSpPr>
            <p:cNvPr id="22"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3"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4" name="图片 23"/>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4157211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22" name="组 30"/>
          <p:cNvGrpSpPr/>
          <p:nvPr/>
        </p:nvGrpSpPr>
        <p:grpSpPr>
          <a:xfrm>
            <a:off x="0" y="369310"/>
            <a:ext cx="210961" cy="344922"/>
            <a:chOff x="0" y="369310"/>
            <a:chExt cx="210961" cy="344922"/>
          </a:xfrm>
        </p:grpSpPr>
        <p:sp>
          <p:nvSpPr>
            <p:cNvPr id="23"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5" name="图片 24"/>
          <p:cNvPicPr>
            <a:picLocks noChangeAspect="1"/>
          </p:cNvPicPr>
          <p:nvPr/>
        </p:nvPicPr>
        <p:blipFill>
          <a:blip r:embed="rId2"/>
          <a:stretch>
            <a:fillRect/>
          </a:stretch>
        </p:blipFill>
        <p:spPr>
          <a:xfrm>
            <a:off x="10687431" y="323923"/>
            <a:ext cx="1102401" cy="499306"/>
          </a:xfrm>
          <a:prstGeom prst="rect">
            <a:avLst/>
          </a:prstGeom>
        </p:spPr>
      </p:pic>
      <p:grpSp>
        <p:nvGrpSpPr>
          <p:cNvPr id="26" name="组 30"/>
          <p:cNvGrpSpPr/>
          <p:nvPr userDrawn="1"/>
        </p:nvGrpSpPr>
        <p:grpSpPr>
          <a:xfrm>
            <a:off x="0" y="369310"/>
            <a:ext cx="210961" cy="344922"/>
            <a:chOff x="0" y="369310"/>
            <a:chExt cx="210961" cy="344922"/>
          </a:xfrm>
        </p:grpSpPr>
        <p:sp>
          <p:nvSpPr>
            <p:cNvPr id="27"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13027410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p:nvPicPr>
        <p:blipFill>
          <a:blip r:embed="rId2"/>
          <a:stretch>
            <a:fillRect/>
          </a:stretch>
        </p:blipFill>
        <p:spPr>
          <a:xfrm>
            <a:off x="10687431" y="323923"/>
            <a:ext cx="1102401" cy="499306"/>
          </a:xfrm>
          <a:prstGeom prst="rect">
            <a:avLst/>
          </a:prstGeom>
        </p:spPr>
      </p:pic>
      <p:grpSp>
        <p:nvGrpSpPr>
          <p:cNvPr id="20" name="组 38"/>
          <p:cNvGrpSpPr/>
          <p:nvPr/>
        </p:nvGrpSpPr>
        <p:grpSpPr>
          <a:xfrm>
            <a:off x="0" y="369310"/>
            <a:ext cx="210961" cy="344922"/>
            <a:chOff x="0" y="369310"/>
            <a:chExt cx="210961" cy="344922"/>
          </a:xfrm>
        </p:grpSpPr>
        <p:sp>
          <p:nvSpPr>
            <p:cNvPr id="21"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35" name="组 38"/>
          <p:cNvGrpSpPr/>
          <p:nvPr userDrawn="1"/>
        </p:nvGrpSpPr>
        <p:grpSpPr>
          <a:xfrm>
            <a:off x="0" y="369310"/>
            <a:ext cx="210961" cy="344922"/>
            <a:chOff x="0" y="369310"/>
            <a:chExt cx="210961" cy="344922"/>
          </a:xfrm>
        </p:grpSpPr>
        <p:sp>
          <p:nvSpPr>
            <p:cNvPr id="36"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7"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3" name="图片 4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952253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p:nvPicPr>
        <p:blipFill>
          <a:blip r:embed="rId2"/>
          <a:stretch>
            <a:fillRect/>
          </a:stretch>
        </p:blipFill>
        <p:spPr>
          <a:xfrm>
            <a:off x="10687431" y="323923"/>
            <a:ext cx="1102401" cy="499306"/>
          </a:xfrm>
          <a:prstGeom prst="rect">
            <a:avLst/>
          </a:prstGeom>
        </p:spPr>
      </p:pic>
      <p:grpSp>
        <p:nvGrpSpPr>
          <p:cNvPr id="13" name="组 22"/>
          <p:cNvGrpSpPr/>
          <p:nvPr/>
        </p:nvGrpSpPr>
        <p:grpSpPr>
          <a:xfrm>
            <a:off x="0" y="369310"/>
            <a:ext cx="210961" cy="344922"/>
            <a:chOff x="0" y="369310"/>
            <a:chExt cx="210961" cy="344922"/>
          </a:xfrm>
        </p:grpSpPr>
        <p:sp>
          <p:nvSpPr>
            <p:cNvPr id="15"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8" name="图片 17"/>
          <p:cNvPicPr>
            <a:picLocks noChangeAspect="1"/>
          </p:cNvPicPr>
          <p:nvPr/>
        </p:nvPicPr>
        <p:blipFill>
          <a:blip r:embed="rId2"/>
          <a:stretch>
            <a:fillRect/>
          </a:stretch>
        </p:blipFill>
        <p:spPr>
          <a:xfrm>
            <a:off x="10687431" y="323923"/>
            <a:ext cx="1102401" cy="499306"/>
          </a:xfrm>
          <a:prstGeom prst="rect">
            <a:avLst/>
          </a:prstGeom>
        </p:spPr>
      </p:pic>
      <p:grpSp>
        <p:nvGrpSpPr>
          <p:cNvPr id="19" name="组 22"/>
          <p:cNvGrpSpPr/>
          <p:nvPr userDrawn="1"/>
        </p:nvGrpSpPr>
        <p:grpSpPr>
          <a:xfrm>
            <a:off x="0" y="369310"/>
            <a:ext cx="210961" cy="344922"/>
            <a:chOff x="0" y="369310"/>
            <a:chExt cx="210961" cy="344922"/>
          </a:xfrm>
        </p:grpSpPr>
        <p:sp>
          <p:nvSpPr>
            <p:cNvPr id="20"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7" name="图片 26"/>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3571828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BE06CF-C8B3-46C3-B5A1-7515999875CD}"/>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C30BC3DA-BF9A-43DD-A6E1-474637D12A24}"/>
              </a:ext>
            </a:extLst>
          </p:cNvPr>
          <p:cNvPicPr>
            <a:picLocks noChangeAspect="1"/>
          </p:cNvPicPr>
          <p:nvPr userDrawn="1"/>
        </p:nvPicPr>
        <p:blipFill>
          <a:blip r:embed="rId3"/>
          <a:stretch>
            <a:fillRect/>
          </a:stretch>
        </p:blipFill>
        <p:spPr>
          <a:xfrm>
            <a:off x="10303161" y="288676"/>
            <a:ext cx="1526155" cy="456808"/>
          </a:xfrm>
          <a:prstGeom prst="rect">
            <a:avLst/>
          </a:prstGeom>
        </p:spPr>
      </p:pic>
    </p:spTree>
    <p:extLst>
      <p:ext uri="{BB962C8B-B14F-4D97-AF65-F5344CB8AC3E}">
        <p14:creationId xmlns:p14="http://schemas.microsoft.com/office/powerpoint/2010/main" val="3655743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2_空白">
    <p:spTree>
      <p:nvGrpSpPr>
        <p:cNvPr id="1" name=""/>
        <p:cNvGrpSpPr/>
        <p:nvPr/>
      </p:nvGrpSpPr>
      <p:grpSpPr>
        <a:xfrm>
          <a:off x="0" y="0"/>
          <a:ext cx="0" cy="0"/>
          <a:chOff x="0" y="0"/>
          <a:chExt cx="0" cy="0"/>
        </a:xfrm>
      </p:grpSpPr>
      <p:sp>
        <p:nvSpPr>
          <p:cNvPr id="1048579" name="Shape 27"/>
          <p:cNvSpPr>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399516349"/>
      </p:ext>
    </p:extLst>
  </p:cSld>
  <p:clrMapOvr>
    <a:masterClrMapping/>
  </p:clrMapOvr>
  <p:transition spd="med">
    <p:pull/>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451FAAF-202C-4C70-8C50-33B484EFA8BD}"/>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spTree>
    <p:extLst>
      <p:ext uri="{BB962C8B-B14F-4D97-AF65-F5344CB8AC3E}">
        <p14:creationId xmlns:p14="http://schemas.microsoft.com/office/powerpoint/2010/main" val="10540248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10"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theme" Target="../theme/theme3.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8437FC-AA26-194E-BBBF-0B580117E072}" type="datetime1">
              <a:rPr kumimoji="1" lang="zh-CN" altLang="en-US" smtClean="0"/>
              <a:t>2019/8/19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E64E76-E0C7-3745-B0E4-084458200B82}" type="slidenum">
              <a:rPr kumimoji="1" lang="zh-CN" altLang="en-US" smtClean="0"/>
              <a:t>‹#›</a:t>
            </a:fld>
            <a:endParaRPr kumimoji="1" lang="zh-CN" altLang="en-US"/>
          </a:p>
        </p:txBody>
      </p:sp>
    </p:spTree>
    <p:extLst>
      <p:ext uri="{BB962C8B-B14F-4D97-AF65-F5344CB8AC3E}">
        <p14:creationId xmlns:p14="http://schemas.microsoft.com/office/powerpoint/2010/main" val="1117338664"/>
      </p:ext>
    </p:extLst>
  </p:cSld>
  <p:clrMap bg1="lt1" tx1="dk1" bg2="lt2" tx2="dk2" accent1="accent1" accent2="accent2" accent3="accent3" accent4="accent4" accent5="accent5" accent6="accent6" hlink="hlink" folHlink="folHlink"/>
  <p:sldLayoutIdLst>
    <p:sldLayoutId id="2147483696" r:id="rId1"/>
    <p:sldLayoutId id="2147485148" r:id="rId2"/>
    <p:sldLayoutId id="2147485187"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6" name="Footer Placeholder 4"/>
          <p:cNvSpPr>
            <a:spLocks noGrp="1"/>
          </p:cNvSpPr>
          <p:nvPr>
            <p:ph type="ftr" sz="quarter" idx="3"/>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140125950"/>
      </p:ext>
    </p:extLst>
  </p:cSld>
  <p:clrMap bg1="lt1" tx1="dk1" bg2="lt2" tx2="dk2" accent1="accent1" accent2="accent2" accent3="accent3" accent4="accent4" accent5="accent5" accent6="accent6" hlink="hlink" folHlink="folHlink"/>
  <p:sldLayoutIdLst>
    <p:sldLayoutId id="2147483651" r:id="rId1"/>
    <p:sldLayoutId id="2147483698" r:id="rId2"/>
    <p:sldLayoutId id="2147483689" r:id="rId3"/>
    <p:sldLayoutId id="2147483694" r:id="rId4"/>
    <p:sldLayoutId id="2147483695" r:id="rId5"/>
    <p:sldLayoutId id="2147483690" r:id="rId6"/>
    <p:sldLayoutId id="2147483691" r:id="rId7"/>
    <p:sldLayoutId id="2147483692" r:id="rId8"/>
    <p:sldLayoutId id="214748369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fld id="{E28437FC-AA26-194E-BBBF-0B580117E072}" type="datetime1">
              <a:rPr kumimoji="1" lang="zh-CN" altLang="en-US" smtClean="0"/>
              <a:t>2019/8/19</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fld id="{0EE64E76-E0C7-3745-B0E4-084458200B82}" type="slidenum">
              <a:rPr kumimoji="1" lang="zh-CN" altLang="en-US" smtClean="0"/>
              <a:t>‹#›</a:t>
            </a:fld>
            <a:endParaRPr kumimoji="1" lang="zh-CN" altLang="en-US"/>
          </a:p>
        </p:txBody>
      </p:sp>
      <p:sp>
        <p:nvSpPr>
          <p:cNvPr id="7"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80368153"/>
      </p:ext>
    </p:extLst>
  </p:cSld>
  <p:clrMap bg1="lt1" tx1="dk1" bg2="lt2" tx2="dk2" accent1="accent1" accent2="accent2" accent3="accent3" accent4="accent4" accent5="accent5" accent6="accent6" hlink="hlink" folHlink="folHlink"/>
  <p:sldLayoutIdLst>
    <p:sldLayoutId id="2147485155" r:id="rId1"/>
    <p:sldLayoutId id="2147485156" r:id="rId2"/>
    <p:sldLayoutId id="2147485157" r:id="rId3"/>
    <p:sldLayoutId id="2147485158" r:id="rId4"/>
    <p:sldLayoutId id="2147485159" r:id="rId5"/>
    <p:sldLayoutId id="2147485160" r:id="rId6"/>
    <p:sldLayoutId id="2147485161" r:id="rId7"/>
    <p:sldLayoutId id="2147485162" r:id="rId8"/>
    <p:sldLayoutId id="2147485163" r:id="rId9"/>
    <p:sldLayoutId id="2147485164" r:id="rId10"/>
    <p:sldLayoutId id="2147485165" r:id="rId11"/>
    <p:sldLayoutId id="2147485166" r:id="rId12"/>
    <p:sldLayoutId id="2147485167" r:id="rId13"/>
    <p:sldLayoutId id="2147485168" r:id="rId14"/>
    <p:sldLayoutId id="2147485169" r:id="rId15"/>
    <p:sldLayoutId id="2147485170" r:id="rId16"/>
    <p:sldLayoutId id="2147485171" r:id="rId17"/>
    <p:sldLayoutId id="2147485172" r:id="rId18"/>
    <p:sldLayoutId id="2147485173" r:id="rId19"/>
    <p:sldLayoutId id="2147485174" r:id="rId20"/>
    <p:sldLayoutId id="2147485175" r:id="rId21"/>
    <p:sldLayoutId id="2147485177" r:id="rId22"/>
    <p:sldLayoutId id="2147485178" r:id="rId23"/>
    <p:sldLayoutId id="2147485179" r:id="rId24"/>
    <p:sldLayoutId id="2147485180" r:id="rId25"/>
    <p:sldLayoutId id="2147485181" r:id="rId26"/>
    <p:sldLayoutId id="2147485182" r:id="rId27"/>
    <p:sldLayoutId id="2147485183" r:id="rId28"/>
    <p:sldLayoutId id="2147485184" r:id="rId29"/>
    <p:sldLayoutId id="2147485186" r:id="rId30"/>
    <p:sldLayoutId id="2147485223" r:id="rId31"/>
    <p:sldLayoutId id="2147485226" r:id="rId32"/>
  </p:sldLayoutIdLst>
  <p:transition spd="slow" advTm="2000">
    <p:blinds dir="vert"/>
  </p:transition>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charset="0"/>
        </a:defRPr>
      </a:lvl2pPr>
      <a:lvl3pPr algn="l" rtl="0" eaLnBrk="1" fontAlgn="base" hangingPunct="1">
        <a:lnSpc>
          <a:spcPct val="90000"/>
        </a:lnSpc>
        <a:spcBef>
          <a:spcPct val="0"/>
        </a:spcBef>
        <a:spcAft>
          <a:spcPct val="0"/>
        </a:spcAft>
        <a:defRPr sz="4400">
          <a:solidFill>
            <a:schemeClr val="tx1"/>
          </a:solidFill>
          <a:latin typeface="Calibri Light" charset="0"/>
        </a:defRPr>
      </a:lvl3pPr>
      <a:lvl4pPr algn="l" rtl="0" eaLnBrk="1" fontAlgn="base" hangingPunct="1">
        <a:lnSpc>
          <a:spcPct val="90000"/>
        </a:lnSpc>
        <a:spcBef>
          <a:spcPct val="0"/>
        </a:spcBef>
        <a:spcAft>
          <a:spcPct val="0"/>
        </a:spcAft>
        <a:defRPr sz="4400">
          <a:solidFill>
            <a:schemeClr val="tx1"/>
          </a:solidFill>
          <a:latin typeface="Calibri Light" charset="0"/>
        </a:defRPr>
      </a:lvl4pPr>
      <a:lvl5pPr algn="l" rtl="0" eaLnBrk="1" fontAlgn="base" hangingPunct="1">
        <a:lnSpc>
          <a:spcPct val="90000"/>
        </a:lnSpc>
        <a:spcBef>
          <a:spcPct val="0"/>
        </a:spcBef>
        <a:spcAft>
          <a:spcPct val="0"/>
        </a:spcAft>
        <a:defRPr sz="4400">
          <a:solidFill>
            <a:schemeClr val="tx1"/>
          </a:solidFill>
          <a:latin typeface="Calibri Light" charset="0"/>
        </a:defRPr>
      </a:lvl5pPr>
      <a:lvl6pPr marL="457200" algn="l" rtl="0" eaLnBrk="1" fontAlgn="base" hangingPunct="1">
        <a:lnSpc>
          <a:spcPct val="90000"/>
        </a:lnSpc>
        <a:spcBef>
          <a:spcPct val="0"/>
        </a:spcBef>
        <a:spcAft>
          <a:spcPct val="0"/>
        </a:spcAft>
        <a:defRPr sz="4400">
          <a:solidFill>
            <a:schemeClr val="tx1"/>
          </a:solidFill>
          <a:latin typeface="Calibri Light" charset="0"/>
        </a:defRPr>
      </a:lvl6pPr>
      <a:lvl7pPr marL="914400" algn="l" rtl="0" eaLnBrk="1" fontAlgn="base" hangingPunct="1">
        <a:lnSpc>
          <a:spcPct val="90000"/>
        </a:lnSpc>
        <a:spcBef>
          <a:spcPct val="0"/>
        </a:spcBef>
        <a:spcAft>
          <a:spcPct val="0"/>
        </a:spcAft>
        <a:defRPr sz="4400">
          <a:solidFill>
            <a:schemeClr val="tx1"/>
          </a:solidFill>
          <a:latin typeface="Calibri Light" charset="0"/>
        </a:defRPr>
      </a:lvl7pPr>
      <a:lvl8pPr marL="1371600" algn="l" rtl="0" eaLnBrk="1" fontAlgn="base" hangingPunct="1">
        <a:lnSpc>
          <a:spcPct val="90000"/>
        </a:lnSpc>
        <a:spcBef>
          <a:spcPct val="0"/>
        </a:spcBef>
        <a:spcAft>
          <a:spcPct val="0"/>
        </a:spcAft>
        <a:defRPr sz="4400">
          <a:solidFill>
            <a:schemeClr val="tx1"/>
          </a:solidFill>
          <a:latin typeface="Calibri Light" charset="0"/>
        </a:defRPr>
      </a:lvl8pPr>
      <a:lvl9pPr marL="1828800" algn="l" rtl="0" eaLnBrk="1" fontAlgn="base" hangingPunct="1">
        <a:lnSpc>
          <a:spcPct val="90000"/>
        </a:lnSpc>
        <a:spcBef>
          <a:spcPct val="0"/>
        </a:spcBef>
        <a:spcAft>
          <a:spcPct val="0"/>
        </a:spcAft>
        <a:defRPr sz="4400">
          <a:solidFill>
            <a:schemeClr val="tx1"/>
          </a:solidFill>
          <a:latin typeface="Calibri Light"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34.xml"/><Relationship Id="rId5" Type="http://schemas.openxmlformats.org/officeDocument/2006/relationships/image" Target="../media/image12.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6"/>
          <p:cNvSpPr txBox="1"/>
          <p:nvPr/>
        </p:nvSpPr>
        <p:spPr bwMode="auto">
          <a:xfrm>
            <a:off x="2075542" y="2319954"/>
            <a:ext cx="8217989" cy="1107996"/>
          </a:xfrm>
          <a:prstGeom prst="rect">
            <a:avLst/>
          </a:prstGeom>
          <a:noFill/>
        </p:spPr>
        <p:txBody>
          <a:bodyPr wrap="square">
            <a:spAutoFit/>
          </a:bodyPr>
          <a:lstStyle/>
          <a:p>
            <a:pPr algn="ctr">
              <a:lnSpc>
                <a:spcPct val="150000"/>
              </a:lnSpc>
              <a:buNone/>
            </a:pPr>
            <a:r>
              <a:rPr lang="zh-CN" altLang="en-US" sz="4400" b="1" spc="300" dirty="0" smtClean="0">
                <a:solidFill>
                  <a:srgbClr val="117EC8"/>
                </a:solidFill>
                <a:latin typeface="Microsoft YaHei" charset="-122"/>
                <a:ea typeface="Microsoft YaHei" charset="-122"/>
                <a:cs typeface="Microsoft YaHei" charset="-122"/>
              </a:rPr>
              <a:t>第</a:t>
            </a:r>
            <a:r>
              <a:rPr lang="en-US" altLang="zh-CN" sz="4400" b="1" spc="300" dirty="0" smtClean="0">
                <a:solidFill>
                  <a:srgbClr val="117EC8"/>
                </a:solidFill>
                <a:latin typeface="Microsoft YaHei" charset="-122"/>
                <a:ea typeface="Microsoft YaHei" charset="-122"/>
                <a:cs typeface="Microsoft YaHei" charset="-122"/>
              </a:rPr>
              <a:t>6</a:t>
            </a:r>
            <a:r>
              <a:rPr lang="zh-CN" altLang="en-US" sz="4400" b="1" spc="300" dirty="0" smtClean="0">
                <a:solidFill>
                  <a:srgbClr val="117EC8"/>
                </a:solidFill>
                <a:latin typeface="Microsoft YaHei" charset="-122"/>
                <a:ea typeface="Microsoft YaHei" charset="-122"/>
                <a:cs typeface="Microsoft YaHei" charset="-122"/>
              </a:rPr>
              <a:t>章 </a:t>
            </a:r>
            <a:r>
              <a:rPr lang="zh-CN" altLang="en-US" sz="4400" b="1" spc="300" dirty="0">
                <a:solidFill>
                  <a:srgbClr val="117EC8"/>
                </a:solidFill>
                <a:latin typeface="Microsoft YaHei" charset="-122"/>
                <a:ea typeface="Microsoft YaHei" charset="-122"/>
                <a:cs typeface="Microsoft YaHei" charset="-122"/>
              </a:rPr>
              <a:t>查询与报表</a:t>
            </a:r>
          </a:p>
        </p:txBody>
      </p:sp>
      <p:sp>
        <p:nvSpPr>
          <p:cNvPr id="4" name="文本框 3"/>
          <p:cNvSpPr txBox="1"/>
          <p:nvPr/>
        </p:nvSpPr>
        <p:spPr>
          <a:xfrm>
            <a:off x="9567333" y="6434667"/>
            <a:ext cx="184731" cy="369332"/>
          </a:xfrm>
          <a:prstGeom prst="rect">
            <a:avLst/>
          </a:prstGeom>
          <a:noFill/>
        </p:spPr>
        <p:txBody>
          <a:bodyPr wrap="none" rtlCol="0">
            <a:spAutoFit/>
          </a:bodyPr>
          <a:lstStyle/>
          <a:p>
            <a:endParaRPr kumimoji="1" lang="zh-CN" altLang="en-US"/>
          </a:p>
        </p:txBody>
      </p:sp>
      <p:sp>
        <p:nvSpPr>
          <p:cNvPr id="5" name="Footer Placeholder 4"/>
          <p:cNvSpPr>
            <a:spLocks noGrp="1"/>
          </p:cNvSpPr>
          <p:nvPr>
            <p:ph type="ftr" sz="quarter" idx="14"/>
          </p:nvPr>
        </p:nvSpPr>
        <p:spPr>
          <a:xfrm>
            <a:off x="10496342" y="6267202"/>
            <a:ext cx="1470212" cy="584200"/>
          </a:xfrm>
        </p:spPr>
        <p:txBody>
          <a:bodyPr/>
          <a:lstStyle>
            <a:lvl1pPr algn="dist">
              <a:defRPr sz="1200">
                <a:solidFill>
                  <a:schemeClr val="bg1">
                    <a:lumMod val="65000"/>
                  </a:schemeClr>
                </a:solidFill>
              </a:defRPr>
            </a:lvl1pPr>
          </a:lstStyle>
          <a:p>
            <a:r>
              <a:rPr lang="en-US" sz="900" dirty="0">
                <a:solidFill>
                  <a:schemeClr val="bg1">
                    <a:lumMod val="75000"/>
                  </a:schemeClr>
                </a:solidFill>
                <a:latin typeface="Arial" charset="0"/>
                <a:ea typeface="Arial" charset="0"/>
                <a:cs typeface="Arial" charset="0"/>
              </a:rPr>
              <a:t>www.qianxin.com</a:t>
            </a:r>
          </a:p>
        </p:txBody>
      </p:sp>
      <p:sp>
        <p:nvSpPr>
          <p:cNvPr id="6" name="矩形 5"/>
          <p:cNvSpPr/>
          <p:nvPr/>
        </p:nvSpPr>
        <p:spPr>
          <a:xfrm>
            <a:off x="12053282" y="6527843"/>
            <a:ext cx="138718" cy="962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664248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目录</a:t>
            </a:r>
          </a:p>
        </p:txBody>
      </p:sp>
      <p:sp>
        <p:nvSpPr>
          <p:cNvPr id="16" name="文本框 15"/>
          <p:cNvSpPr txBox="1"/>
          <p:nvPr/>
        </p:nvSpPr>
        <p:spPr>
          <a:xfrm>
            <a:off x="1436662" y="1355965"/>
            <a:ext cx="6836734"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2400" spc="100">
                <a:latin typeface="微软雅黑" panose="020B0503020204020204" pitchFamily="34" charset="-122"/>
                <a:ea typeface="微软雅黑" panose="020B0503020204020204" pitchFamily="34" charset="-122"/>
              </a:defRPr>
            </a:lvl1pPr>
          </a:lstStyle>
          <a:p>
            <a:r>
              <a:rPr lang="en-US" altLang="zh-CN" dirty="0"/>
              <a:t>6.1 </a:t>
            </a:r>
            <a:r>
              <a:rPr lang="zh-CN" altLang="en-US" dirty="0"/>
              <a:t>概述</a:t>
            </a:r>
            <a:endParaRPr lang="en-US" altLang="zh-CN" dirty="0"/>
          </a:p>
          <a:p>
            <a:r>
              <a:rPr lang="en-US" altLang="zh-CN" dirty="0"/>
              <a:t>6.2 </a:t>
            </a:r>
            <a:r>
              <a:rPr lang="zh-CN" altLang="en-US" dirty="0"/>
              <a:t>事件查询</a:t>
            </a:r>
            <a:endParaRPr lang="en-US" altLang="zh-CN" dirty="0"/>
          </a:p>
          <a:p>
            <a:r>
              <a:rPr lang="en-US" altLang="zh-CN" dirty="0"/>
              <a:t>6.3 </a:t>
            </a:r>
            <a:r>
              <a:rPr lang="zh-CN" altLang="en-US" dirty="0"/>
              <a:t>日志报表的分类</a:t>
            </a:r>
            <a:endParaRPr lang="en-US" altLang="zh-CN" dirty="0"/>
          </a:p>
        </p:txBody>
      </p:sp>
    </p:spTree>
    <p:extLst>
      <p:ext uri="{BB962C8B-B14F-4D97-AF65-F5344CB8AC3E}">
        <p14:creationId xmlns:p14="http://schemas.microsoft.com/office/powerpoint/2010/main" val="38997588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本章学习目标</a:t>
            </a:r>
          </a:p>
        </p:txBody>
      </p:sp>
      <p:sp>
        <p:nvSpPr>
          <p:cNvPr id="10" name="文本框 9"/>
          <p:cNvSpPr txBox="1"/>
          <p:nvPr/>
        </p:nvSpPr>
        <p:spPr>
          <a:xfrm>
            <a:off x="1204614" y="1236348"/>
            <a:ext cx="8488465"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2400" spc="100">
                <a:latin typeface="微软雅黑" panose="020B0503020204020204" pitchFamily="34" charset="-122"/>
                <a:ea typeface="微软雅黑" panose="020B0503020204020204" pitchFamily="34" charset="-122"/>
              </a:defRPr>
            </a:lvl1pPr>
          </a:lstStyle>
          <a:p>
            <a:r>
              <a:rPr lang="en-US" altLang="zh-CN" dirty="0"/>
              <a:t>1.</a:t>
            </a:r>
            <a:r>
              <a:rPr lang="zh-CN" altLang="zh-CN" dirty="0"/>
              <a:t>了解</a:t>
            </a:r>
            <a:r>
              <a:rPr lang="zh-CN" altLang="en-US" dirty="0"/>
              <a:t>普通条件查询和模糊查询的区别</a:t>
            </a:r>
            <a:r>
              <a:rPr lang="zh-CN" altLang="zh-CN" dirty="0"/>
              <a:t>；</a:t>
            </a:r>
          </a:p>
          <a:p>
            <a:r>
              <a:rPr lang="en-US" altLang="zh-CN" dirty="0"/>
              <a:t>2.</a:t>
            </a:r>
            <a:r>
              <a:rPr lang="zh-CN" altLang="en-US" dirty="0"/>
              <a:t>了解查询任务；</a:t>
            </a:r>
          </a:p>
          <a:p>
            <a:r>
              <a:rPr lang="en-US" altLang="zh-CN" dirty="0"/>
              <a:t>3.</a:t>
            </a:r>
            <a:r>
              <a:rPr lang="zh-CN" altLang="en-US" dirty="0"/>
              <a:t>了解自定义审计报表的表示方式；</a:t>
            </a:r>
            <a:endParaRPr lang="en-US" altLang="zh-CN" dirty="0"/>
          </a:p>
          <a:p>
            <a:r>
              <a:rPr lang="en-US" altLang="zh-CN" dirty="0"/>
              <a:t>4.</a:t>
            </a:r>
            <a:r>
              <a:rPr lang="zh-CN" altLang="en-US" dirty="0"/>
              <a:t>理解日志报表的分类并概括自定义审计报表的步骤；</a:t>
            </a:r>
          </a:p>
          <a:p>
            <a:r>
              <a:rPr lang="en-US" altLang="zh-CN" dirty="0"/>
              <a:t>5.</a:t>
            </a:r>
            <a:r>
              <a:rPr lang="zh-CN" altLang="en-US" dirty="0"/>
              <a:t>掌握中间表的作用和类型；</a:t>
            </a:r>
            <a:endParaRPr lang="en-US" altLang="zh-CN" dirty="0"/>
          </a:p>
        </p:txBody>
      </p:sp>
    </p:spTree>
    <p:extLst>
      <p:ext uri="{BB962C8B-B14F-4D97-AF65-F5344CB8AC3E}">
        <p14:creationId xmlns:p14="http://schemas.microsoft.com/office/powerpoint/2010/main" val="2815523501"/>
      </p:ext>
    </p:extLst>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概述</a:t>
            </a:r>
          </a:p>
        </p:txBody>
      </p:sp>
      <p:cxnSp>
        <p:nvCxnSpPr>
          <p:cNvPr id="12" name="直线连接符 11"/>
          <p:cNvCxnSpPr/>
          <p:nvPr/>
        </p:nvCxnSpPr>
        <p:spPr>
          <a:xfrm>
            <a:off x="5232023"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3964265"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6.1</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8402659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Rot="1" noChangeArrowheads="1"/>
          </p:cNvSpPr>
          <p:nvPr/>
        </p:nvSpPr>
        <p:spPr>
          <a:xfrm>
            <a:off x="1069974" y="1300188"/>
            <a:ext cx="924961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）日志查询：实时查看所需信息以及分析统计数据。</a:t>
            </a:r>
            <a:endParaRPr lang="en-US" altLang="zh-CN" dirty="0">
              <a:sym typeface="+mn-ea"/>
            </a:endParaRPr>
          </a:p>
          <a:p>
            <a:r>
              <a:rPr lang="zh-CN" altLang="en-US" dirty="0">
                <a:sym typeface="+mn-ea"/>
              </a:rPr>
              <a:t>（</a:t>
            </a:r>
            <a:r>
              <a:rPr lang="en-US" altLang="zh-CN" dirty="0">
                <a:sym typeface="+mn-ea"/>
              </a:rPr>
              <a:t>2</a:t>
            </a:r>
            <a:r>
              <a:rPr lang="zh-CN" altLang="en-US" dirty="0">
                <a:sym typeface="+mn-ea"/>
              </a:rPr>
              <a:t>）审计报表：将事件分析的结果可视化生成报表，作为工作内容汇报的一部分提交给相关部门。</a:t>
            </a:r>
            <a:endParaRPr lang="zh-CN" altLang="en-US" noProof="1"/>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日志查询和报表的必要性</a:t>
            </a:r>
          </a:p>
        </p:txBody>
      </p:sp>
    </p:spTree>
    <p:extLst>
      <p:ext uri="{BB962C8B-B14F-4D97-AF65-F5344CB8AC3E}">
        <p14:creationId xmlns:p14="http://schemas.microsoft.com/office/powerpoint/2010/main" val="1880833089"/>
      </p:ext>
    </p:extLst>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Rot="1" noChangeArrowheads="1"/>
          </p:cNvSpPr>
          <p:nvPr/>
        </p:nvSpPr>
        <p:spPr>
          <a:xfrm>
            <a:off x="1179361" y="1293667"/>
            <a:ext cx="673061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）系统预定义报表：系统所默认的报表规格。</a:t>
            </a:r>
            <a:endParaRPr lang="en-US" altLang="zh-CN" dirty="0">
              <a:sym typeface="+mn-ea"/>
            </a:endParaRPr>
          </a:p>
          <a:p>
            <a:r>
              <a:rPr lang="zh-CN" altLang="en-US" dirty="0">
                <a:sym typeface="+mn-ea"/>
              </a:rPr>
              <a:t>（</a:t>
            </a:r>
            <a:r>
              <a:rPr lang="en-US" altLang="zh-CN" dirty="0">
                <a:sym typeface="+mn-ea"/>
              </a:rPr>
              <a:t>2</a:t>
            </a:r>
            <a:r>
              <a:rPr lang="zh-CN" altLang="en-US" dirty="0">
                <a:sym typeface="+mn-ea"/>
              </a:rPr>
              <a:t>）自定义审计报表：根据不同需求制定的审计报表类型。</a:t>
            </a:r>
            <a:endParaRPr lang="zh-CN" altLang="en-US" noProof="1"/>
          </a:p>
        </p:txBody>
      </p:sp>
      <p:sp>
        <p:nvSpPr>
          <p:cNvPr id="3" name="标题 2"/>
          <p:cNvSpPr>
            <a:spLocks noGrp="1"/>
          </p:cNvSpPr>
          <p:nvPr>
            <p:ph type="title"/>
          </p:nvPr>
        </p:nvSpPr>
        <p:spPr/>
        <p:txBody>
          <a:bodyPr/>
          <a:lstStyle/>
          <a:p>
            <a:r>
              <a:rPr lang="zh-CN" altLang="en-US" dirty="0"/>
              <a:t>报表的组成</a:t>
            </a:r>
          </a:p>
        </p:txBody>
      </p:sp>
    </p:spTree>
    <p:extLst>
      <p:ext uri="{BB962C8B-B14F-4D97-AF65-F5344CB8AC3E}">
        <p14:creationId xmlns:p14="http://schemas.microsoft.com/office/powerpoint/2010/main" val="1717215541"/>
      </p:ext>
    </p:extLst>
  </p:cSld>
  <p:clrMapOvr>
    <a:masterClrMapping/>
  </p:clrMapOvr>
  <p:transition spd="slow">
    <p:blinds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事件查询</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6.2</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35285485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Rot="1" noChangeArrowheads="1"/>
          </p:cNvSpPr>
          <p:nvPr/>
        </p:nvSpPr>
        <p:spPr>
          <a:xfrm>
            <a:off x="1045029" y="1359758"/>
            <a:ext cx="969902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）历史：</a:t>
            </a:r>
            <a:r>
              <a:rPr lang="en-US" altLang="zh-CN" dirty="0">
                <a:sym typeface="+mn-ea"/>
              </a:rPr>
              <a:t>SQL</a:t>
            </a:r>
            <a:r>
              <a:rPr lang="zh-CN" altLang="en-US" dirty="0">
                <a:sym typeface="+mn-ea"/>
              </a:rPr>
              <a:t>全称是“结构化查询语言”，最早是</a:t>
            </a:r>
            <a:r>
              <a:rPr lang="en-US" altLang="zh-CN" dirty="0">
                <a:sym typeface="+mn-ea"/>
              </a:rPr>
              <a:t>IBM</a:t>
            </a:r>
            <a:r>
              <a:rPr lang="zh-CN" altLang="en-US" dirty="0">
                <a:sym typeface="+mn-ea"/>
              </a:rPr>
              <a:t>公司的圣约瑟研究实验室为其关系数据库管理系统</a:t>
            </a:r>
            <a:r>
              <a:rPr lang="en-US" altLang="zh-CN" dirty="0">
                <a:sym typeface="+mn-ea"/>
              </a:rPr>
              <a:t>SYSTEMR </a:t>
            </a:r>
            <a:r>
              <a:rPr lang="zh-CN" altLang="en-US" dirty="0">
                <a:sym typeface="+mn-ea"/>
              </a:rPr>
              <a:t>开发的一种查询语言。</a:t>
            </a:r>
            <a:endParaRPr lang="en-US" altLang="zh-CN" dirty="0">
              <a:sym typeface="+mn-ea"/>
            </a:endParaRPr>
          </a:p>
          <a:p>
            <a:r>
              <a:rPr lang="zh-CN" altLang="en-US" noProof="1">
                <a:sym typeface="+mn-ea"/>
              </a:rPr>
              <a:t>（</a:t>
            </a:r>
            <a:r>
              <a:rPr lang="en-US" altLang="zh-CN" noProof="1">
                <a:sym typeface="+mn-ea"/>
              </a:rPr>
              <a:t>2</a:t>
            </a:r>
            <a:r>
              <a:rPr lang="zh-CN" altLang="en-US" noProof="1">
                <a:sym typeface="+mn-ea"/>
              </a:rPr>
              <a:t>）特点：</a:t>
            </a:r>
            <a:r>
              <a:rPr lang="en-US" altLang="zh-CN" noProof="1">
                <a:sym typeface="+mn-ea"/>
              </a:rPr>
              <a:t>SQL</a:t>
            </a:r>
            <a:r>
              <a:rPr lang="zh-CN" altLang="en-US" noProof="1">
                <a:sym typeface="+mn-ea"/>
              </a:rPr>
              <a:t>作为查询语言，具有语言结构间接，功能强大以及简单易学等特点。</a:t>
            </a:r>
            <a:endParaRPr lang="zh-CN" altLang="en-US" noProof="1"/>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en-US" altLang="zh-CN" dirty="0"/>
              <a:t>SQL</a:t>
            </a:r>
            <a:r>
              <a:rPr lang="zh-CN" altLang="en-US" dirty="0"/>
              <a:t>历史和特点</a:t>
            </a:r>
          </a:p>
        </p:txBody>
      </p:sp>
    </p:spTree>
    <p:extLst>
      <p:ext uri="{BB962C8B-B14F-4D97-AF65-F5344CB8AC3E}">
        <p14:creationId xmlns:p14="http://schemas.microsoft.com/office/powerpoint/2010/main" val="1899722770"/>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文本框 4"/>
          <p:cNvSpPr txBox="1">
            <a:spLocks noChangeArrowheads="1"/>
          </p:cNvSpPr>
          <p:nvPr/>
        </p:nvSpPr>
        <p:spPr bwMode="auto">
          <a:xfrm>
            <a:off x="1882898" y="435964"/>
            <a:ext cx="26597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dirty="0">
                <a:solidFill>
                  <a:schemeClr val="bg1"/>
                </a:solidFill>
                <a:latin typeface="黑体" panose="02010609060101010101" pitchFamily="49" charset="-122"/>
                <a:ea typeface="黑体" panose="02010609060101010101" pitchFamily="49" charset="-122"/>
              </a:rPr>
              <a:t>查询的定义及作用</a:t>
            </a:r>
          </a:p>
        </p:txBody>
      </p:sp>
      <p:sp>
        <p:nvSpPr>
          <p:cNvPr id="8" name="Rectangle 3"/>
          <p:cNvSpPr txBox="1">
            <a:spLocks noRot="1" noChangeArrowheads="1"/>
          </p:cNvSpPr>
          <p:nvPr/>
        </p:nvSpPr>
        <p:spPr>
          <a:xfrm>
            <a:off x="992777" y="1197521"/>
            <a:ext cx="988858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）查询属于</a:t>
            </a:r>
            <a:r>
              <a:rPr lang="en-US" altLang="zh-CN" dirty="0">
                <a:sym typeface="+mn-ea"/>
              </a:rPr>
              <a:t>SQL</a:t>
            </a:r>
            <a:r>
              <a:rPr lang="zh-CN" altLang="en-US" dirty="0">
                <a:sym typeface="+mn-ea"/>
              </a:rPr>
              <a:t>语言对数据的查询模块，又被称作</a:t>
            </a:r>
            <a:r>
              <a:rPr lang="en-US" altLang="zh-CN" dirty="0">
                <a:sym typeface="+mn-ea"/>
              </a:rPr>
              <a:t>Data Query      Language (DQL)</a:t>
            </a:r>
            <a:r>
              <a:rPr lang="zh-CN" altLang="en-US" dirty="0">
                <a:sym typeface="+mn-ea"/>
              </a:rPr>
              <a:t>，其主要</a:t>
            </a:r>
            <a:r>
              <a:rPr lang="en-US" altLang="zh-CN" dirty="0">
                <a:sym typeface="+mn-ea"/>
              </a:rPr>
              <a:t>SQL</a:t>
            </a:r>
            <a:r>
              <a:rPr lang="zh-CN" altLang="en-US" dirty="0">
                <a:sym typeface="+mn-ea"/>
              </a:rPr>
              <a:t>关键字为</a:t>
            </a:r>
            <a:r>
              <a:rPr lang="en-US" altLang="zh-CN" dirty="0">
                <a:sym typeface="+mn-ea"/>
              </a:rPr>
              <a:t>SELECT</a:t>
            </a:r>
            <a:r>
              <a:rPr lang="zh-CN" altLang="en-US" dirty="0">
                <a:sym typeface="+mn-ea"/>
              </a:rPr>
              <a:t>，而查询满足条件的数据记录是通过</a:t>
            </a:r>
            <a:r>
              <a:rPr lang="en-US" altLang="zh-CN" dirty="0">
                <a:sym typeface="+mn-ea"/>
              </a:rPr>
              <a:t>WHERE</a:t>
            </a:r>
            <a:r>
              <a:rPr lang="zh-CN" altLang="en-US" dirty="0">
                <a:sym typeface="+mn-ea"/>
              </a:rPr>
              <a:t>子句实现。</a:t>
            </a:r>
            <a:endParaRPr lang="en-US" altLang="zh-CN" dirty="0">
              <a:sym typeface="+mn-ea"/>
            </a:endParaRPr>
          </a:p>
          <a:p>
            <a:r>
              <a:rPr lang="zh-CN" altLang="en-US" dirty="0">
                <a:sym typeface="+mn-ea"/>
              </a:rPr>
              <a:t>（</a:t>
            </a:r>
            <a:r>
              <a:rPr lang="en-US" altLang="zh-CN" dirty="0">
                <a:sym typeface="+mn-ea"/>
              </a:rPr>
              <a:t>2</a:t>
            </a:r>
            <a:r>
              <a:rPr lang="zh-CN" altLang="en-US" dirty="0">
                <a:sym typeface="+mn-ea"/>
              </a:rPr>
              <a:t>）查询（</a:t>
            </a:r>
            <a:r>
              <a:rPr lang="en-US" altLang="zh-CN" dirty="0">
                <a:sym typeface="+mn-ea"/>
              </a:rPr>
              <a:t>SELECT</a:t>
            </a:r>
            <a:r>
              <a:rPr lang="zh-CN" altLang="en-US" dirty="0">
                <a:sym typeface="+mn-ea"/>
              </a:rPr>
              <a:t>）语句是</a:t>
            </a:r>
            <a:r>
              <a:rPr lang="en-US" altLang="zh-CN" dirty="0">
                <a:sym typeface="+mn-ea"/>
              </a:rPr>
              <a:t>SQL</a:t>
            </a:r>
            <a:r>
              <a:rPr lang="zh-CN" altLang="en-US" dirty="0">
                <a:sym typeface="+mn-ea"/>
              </a:rPr>
              <a:t>的核心，可以按照复杂性进行查询的划分。</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查询的定义及作用</a:t>
            </a:r>
          </a:p>
        </p:txBody>
      </p:sp>
    </p:spTree>
    <p:extLst>
      <p:ext uri="{BB962C8B-B14F-4D97-AF65-F5344CB8AC3E}">
        <p14:creationId xmlns:p14="http://schemas.microsoft.com/office/powerpoint/2010/main" val="2981178038"/>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网神</a:t>
            </a:r>
            <a:r>
              <a:rPr lang="en-US" altLang="zh-CN" dirty="0" err="1"/>
              <a:t>SecFox</a:t>
            </a:r>
            <a:r>
              <a:rPr lang="zh-CN" altLang="en-US" dirty="0"/>
              <a:t>普通查询案例</a:t>
            </a:r>
          </a:p>
        </p:txBody>
      </p:sp>
      <p:sp>
        <p:nvSpPr>
          <p:cNvPr id="4" name="文本框 3"/>
          <p:cNvSpPr txBox="1"/>
          <p:nvPr/>
        </p:nvSpPr>
        <p:spPr>
          <a:xfrm>
            <a:off x="1188720" y="1299105"/>
            <a:ext cx="953588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）奇安信网神</a:t>
            </a:r>
            <a:r>
              <a:rPr lang="en-US" altLang="zh-CN" dirty="0" err="1"/>
              <a:t>SecFox</a:t>
            </a:r>
            <a:r>
              <a:rPr lang="zh-CN" altLang="en-US" dirty="0"/>
              <a:t>日志收集与分析系统主要通过普通查询对日志事件进行审计。</a:t>
            </a:r>
            <a:endParaRPr lang="en-US" altLang="zh-CN" dirty="0"/>
          </a:p>
          <a:p>
            <a:r>
              <a:rPr lang="zh-CN" altLang="en-US" dirty="0"/>
              <a:t>（</a:t>
            </a:r>
            <a:r>
              <a:rPr lang="en-US" altLang="zh-CN" dirty="0"/>
              <a:t>2</a:t>
            </a:r>
            <a:r>
              <a:rPr lang="zh-CN" altLang="en-US" dirty="0"/>
              <a:t>）普通查询界面中的菜单列表主要有：系统类型、安全事件接收的时间、安全事件等级、源地址</a:t>
            </a:r>
            <a:r>
              <a:rPr lang="en-US" altLang="zh-CN" dirty="0"/>
              <a:t>IP</a:t>
            </a:r>
            <a:r>
              <a:rPr lang="zh-CN" altLang="en-US" dirty="0"/>
              <a:t>、源端口、目的</a:t>
            </a:r>
            <a:r>
              <a:rPr lang="en-US" altLang="zh-CN" dirty="0"/>
              <a:t>IP</a:t>
            </a:r>
            <a:r>
              <a:rPr lang="zh-CN" altLang="en-US" dirty="0"/>
              <a:t>地址、目的端口、设备类型和设备地址。</a:t>
            </a:r>
          </a:p>
        </p:txBody>
      </p:sp>
    </p:spTree>
    <p:extLst>
      <p:ext uri="{BB962C8B-B14F-4D97-AF65-F5344CB8AC3E}">
        <p14:creationId xmlns:p14="http://schemas.microsoft.com/office/powerpoint/2010/main" val="80280810"/>
      </p:ext>
    </p:extLst>
  </p:cSld>
  <p:clrMapOvr>
    <a:masterClrMapping/>
  </p:clrMapOvr>
  <p:transition spd="slow">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15"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65178" y="71"/>
            <a:ext cx="1971143" cy="197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1A76C7FD-A8D6-48D4-A99B-816F24035C6E}"/>
              </a:ext>
            </a:extLst>
          </p:cNvPr>
          <p:cNvSpPr/>
          <p:nvPr/>
        </p:nvSpPr>
        <p:spPr>
          <a:xfrm>
            <a:off x="1097280" y="1293444"/>
            <a:ext cx="956201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）是人们在进行信息检索时，使用自然语言表达的时候，由于自然语言本身具有模糊性或不确定性造成查询表述时的模糊。</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）查询的数据对象本身是包含模糊信息的。</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模糊检索来源的原因</a:t>
            </a:r>
          </a:p>
        </p:txBody>
      </p:sp>
    </p:spTree>
    <p:extLst>
      <p:ext uri="{BB962C8B-B14F-4D97-AF65-F5344CB8AC3E}">
        <p14:creationId xmlns:p14="http://schemas.microsoft.com/office/powerpoint/2010/main" val="1816579142"/>
      </p:ext>
    </p:extLst>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188720" y="1163412"/>
            <a:ext cx="819560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）关系数据库</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）异构或半结构化数据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）分布式数据库</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）图数据等的模糊查询</a:t>
            </a:r>
            <a:endParaRPr lang="zh-CN"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模糊查询方法</a:t>
            </a:r>
          </a:p>
        </p:txBody>
      </p:sp>
    </p:spTree>
    <p:extLst>
      <p:ext uri="{BB962C8B-B14F-4D97-AF65-F5344CB8AC3E}">
        <p14:creationId xmlns:p14="http://schemas.microsoft.com/office/powerpoint/2010/main" val="1346422877"/>
      </p:ext>
    </p:extLst>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577B7CF8-CAFD-43AB-8188-83841B466B8B}"/>
              </a:ext>
            </a:extLst>
          </p:cNvPr>
          <p:cNvSpPr/>
          <p:nvPr/>
        </p:nvSpPr>
        <p:spPr>
          <a:xfrm>
            <a:off x="1071154" y="1293444"/>
            <a:ext cx="974489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）模糊基本查询条件是由模糊词与规则关系“</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的结合或模糊关系（如</a:t>
            </a:r>
            <a:r>
              <a:rPr lang="en-US" altLang="zh-CN" sz="1600" spc="100" dirty="0">
                <a:latin typeface="微软雅黑" panose="020B0503020204020204" pitchFamily="34" charset="-122"/>
                <a:ea typeface="微软雅黑" panose="020B0503020204020204" pitchFamily="34" charset="-122"/>
              </a:rPr>
              <a:t>(not) at most, (not)at least</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not</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close to</a:t>
            </a:r>
            <a:r>
              <a:rPr lang="zh-CN" altLang="en-US" sz="1600" spc="100" dirty="0">
                <a:latin typeface="微软雅黑" panose="020B0503020204020204" pitchFamily="34" charset="-122"/>
                <a:ea typeface="微软雅黑" panose="020B0503020204020204" pitchFamily="34" charset="-122"/>
              </a:rPr>
              <a:t>）与精确数值的结合而形成的。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）模糊基本查询条件可由具有隶属函数的模糊集表示。</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模糊基本查询条件</a:t>
            </a:r>
          </a:p>
        </p:txBody>
      </p:sp>
    </p:spTree>
    <p:extLst>
      <p:ext uri="{BB962C8B-B14F-4D97-AF65-F5344CB8AC3E}">
        <p14:creationId xmlns:p14="http://schemas.microsoft.com/office/powerpoint/2010/main" val="2110685048"/>
      </p:ext>
    </p:extLst>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058091" y="1293444"/>
            <a:ext cx="966651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）模糊词作为操作数：规则关系与模糊次作为操作符的模糊查询。</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）模糊关系作为操作符：模糊关系与精确数值作为操作符的模糊查询。</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）数值区间作为操作数：规则关系作为操作符与数值区间作为操作数构成基本查询条件。</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模糊基本查询操作</a:t>
            </a:r>
          </a:p>
        </p:txBody>
      </p:sp>
    </p:spTree>
    <p:extLst>
      <p:ext uri="{BB962C8B-B14F-4D97-AF65-F5344CB8AC3E}">
        <p14:creationId xmlns:p14="http://schemas.microsoft.com/office/powerpoint/2010/main" val="292574944"/>
      </p:ext>
    </p:extLst>
  </p:cSld>
  <p:clrMapOvr>
    <a:masterClrMapping/>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网神</a:t>
            </a:r>
            <a:r>
              <a:rPr lang="en-US" altLang="zh-CN" dirty="0" err="1"/>
              <a:t>SecFox</a:t>
            </a:r>
            <a:r>
              <a:rPr lang="zh-CN" altLang="en-US" dirty="0"/>
              <a:t>模糊查询案例</a:t>
            </a:r>
          </a:p>
        </p:txBody>
      </p:sp>
      <p:sp>
        <p:nvSpPr>
          <p:cNvPr id="3" name="文本框 2"/>
          <p:cNvSpPr txBox="1"/>
          <p:nvPr/>
        </p:nvSpPr>
        <p:spPr>
          <a:xfrm>
            <a:off x="1293223" y="1606525"/>
            <a:ext cx="958813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）奇安信的网神</a:t>
            </a:r>
            <a:r>
              <a:rPr lang="en-US" altLang="zh-CN" dirty="0" err="1"/>
              <a:t>SecFox</a:t>
            </a:r>
            <a:r>
              <a:rPr lang="zh-CN" altLang="en-US" dirty="0"/>
              <a:t>日志收集与分析系统提供大量模糊查询，意在最大限度查询到自己感兴趣的安全事件。</a:t>
            </a:r>
            <a:endParaRPr lang="en-US" altLang="zh-CN" dirty="0"/>
          </a:p>
          <a:p>
            <a:r>
              <a:rPr lang="zh-CN" altLang="en-US" dirty="0"/>
              <a:t>（</a:t>
            </a:r>
            <a:r>
              <a:rPr lang="en-US" altLang="zh-CN" dirty="0"/>
              <a:t>2</a:t>
            </a:r>
            <a:r>
              <a:rPr lang="zh-CN" altLang="en-US" dirty="0"/>
              <a:t>）通过“不大于”，“至少”这些模糊词查询到和该安全事件相关的部分事件。</a:t>
            </a:r>
          </a:p>
        </p:txBody>
      </p:sp>
    </p:spTree>
    <p:extLst>
      <p:ext uri="{BB962C8B-B14F-4D97-AF65-F5344CB8AC3E}">
        <p14:creationId xmlns:p14="http://schemas.microsoft.com/office/powerpoint/2010/main" val="3365312837"/>
      </p:ext>
    </p:extLst>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3DBAB77E-82E9-45C8-B4B2-B1AC2E0FBF5C}"/>
              </a:ext>
            </a:extLst>
          </p:cNvPr>
          <p:cNvSpPr/>
          <p:nvPr/>
        </p:nvSpPr>
        <p:spPr>
          <a:xfrm>
            <a:off x="1110344" y="1163412"/>
            <a:ext cx="956201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）事件查询场景是管理员根据不同的需要设置的事件查询条件，不同的查询场景所要求的查询方式也不相同。</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）查询场景主要分为简单的查询、复杂的搜索条件查询和多表查询。</a:t>
            </a:r>
          </a:p>
        </p:txBody>
      </p:sp>
      <p:sp>
        <p:nvSpPr>
          <p:cNvPr id="3" name="标题 2"/>
          <p:cNvSpPr>
            <a:spLocks noGrp="1"/>
          </p:cNvSpPr>
          <p:nvPr>
            <p:ph type="title"/>
          </p:nvPr>
        </p:nvSpPr>
        <p:spPr/>
        <p:txBody>
          <a:bodyPr/>
          <a:lstStyle/>
          <a:p>
            <a:r>
              <a:rPr lang="zh-CN" altLang="en-US" dirty="0"/>
              <a:t>事件查询场景</a:t>
            </a:r>
          </a:p>
        </p:txBody>
      </p:sp>
    </p:spTree>
    <p:extLst>
      <p:ext uri="{BB962C8B-B14F-4D97-AF65-F5344CB8AC3E}">
        <p14:creationId xmlns:p14="http://schemas.microsoft.com/office/powerpoint/2010/main" val="4276740630"/>
      </p:ext>
    </p:extLst>
  </p:cSld>
  <p:clrMapOvr>
    <a:masterClrMapping/>
  </p:clrMapOvr>
  <p:transition spd="slow">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FE1C7CE-67AD-482D-B806-7F8D76148AE1}"/>
              </a:ext>
            </a:extLst>
          </p:cNvPr>
          <p:cNvSpPr/>
          <p:nvPr/>
        </p:nvSpPr>
        <p:spPr>
          <a:xfrm>
            <a:off x="1201783" y="1293445"/>
            <a:ext cx="944444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）简单的查询：查询条件已经明确确定的查询方案。</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）复杂的搜索条件查询：主要涉及到模糊查询，搜寻条件不明确。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）多表查询：利用</a:t>
            </a:r>
            <a:r>
              <a:rPr lang="en-US" altLang="zh-CN" sz="1600" spc="100" dirty="0">
                <a:latin typeface="微软雅黑" panose="020B0503020204020204" pitchFamily="34" charset="-122"/>
                <a:ea typeface="微软雅黑" panose="020B0503020204020204" pitchFamily="34" charset="-122"/>
              </a:rPr>
              <a:t>SQL</a:t>
            </a:r>
            <a:r>
              <a:rPr lang="zh-CN" altLang="en-US" sz="1600" spc="100" dirty="0">
                <a:latin typeface="微软雅黑" panose="020B0503020204020204" pitchFamily="34" charset="-122"/>
                <a:ea typeface="微软雅黑" panose="020B0503020204020204" pitchFamily="34" charset="-122"/>
              </a:rPr>
              <a:t>实现多表连接，使用户在更多表中进行数据检索、查询。</a:t>
            </a:r>
          </a:p>
        </p:txBody>
      </p:sp>
      <p:sp>
        <p:nvSpPr>
          <p:cNvPr id="3" name="标题 2"/>
          <p:cNvSpPr>
            <a:spLocks noGrp="1"/>
          </p:cNvSpPr>
          <p:nvPr>
            <p:ph type="title"/>
          </p:nvPr>
        </p:nvSpPr>
        <p:spPr/>
        <p:txBody>
          <a:bodyPr/>
          <a:lstStyle/>
          <a:p>
            <a:r>
              <a:rPr lang="zh-CN" altLang="en-US" dirty="0"/>
              <a:t>查询场景的分类</a:t>
            </a:r>
          </a:p>
        </p:txBody>
      </p:sp>
    </p:spTree>
    <p:extLst>
      <p:ext uri="{BB962C8B-B14F-4D97-AF65-F5344CB8AC3E}">
        <p14:creationId xmlns:p14="http://schemas.microsoft.com/office/powerpoint/2010/main" val="2847604364"/>
      </p:ext>
    </p:extLst>
  </p:cSld>
  <p:clrMapOvr>
    <a:masterClrMapping/>
  </p:clrMapOvr>
  <p:transition spd="slow">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097280" y="1298747"/>
            <a:ext cx="962732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）查询条件已经明确确定，根据确定的查询条件进行</a:t>
            </a:r>
            <a:r>
              <a:rPr lang="en-US" altLang="zh-CN" sz="1600" spc="100" dirty="0">
                <a:latin typeface="微软雅黑" panose="020B0503020204020204" pitchFamily="34" charset="-122"/>
                <a:ea typeface="微软雅黑" panose="020B0503020204020204" pitchFamily="34" charset="-122"/>
              </a:rPr>
              <a:t>SQL</a:t>
            </a:r>
            <a:r>
              <a:rPr lang="zh-CN" altLang="en-US" sz="1600" spc="100" dirty="0">
                <a:latin typeface="微软雅黑" panose="020B0503020204020204" pitchFamily="34" charset="-122"/>
                <a:ea typeface="微软雅黑" panose="020B0503020204020204" pitchFamily="34" charset="-122"/>
              </a:rPr>
              <a:t>语句查询。</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）简单查询耗费时间较少，查询范围受限。</a:t>
            </a:r>
          </a:p>
        </p:txBody>
      </p:sp>
      <p:sp>
        <p:nvSpPr>
          <p:cNvPr id="3" name="标题 2"/>
          <p:cNvSpPr>
            <a:spLocks noGrp="1"/>
          </p:cNvSpPr>
          <p:nvPr>
            <p:ph type="title"/>
          </p:nvPr>
        </p:nvSpPr>
        <p:spPr/>
        <p:txBody>
          <a:bodyPr/>
          <a:lstStyle/>
          <a:p>
            <a:r>
              <a:rPr lang="zh-CN" altLang="en-US" dirty="0"/>
              <a:t>简单的条件查询</a:t>
            </a:r>
          </a:p>
        </p:txBody>
      </p:sp>
    </p:spTree>
    <p:extLst>
      <p:ext uri="{BB962C8B-B14F-4D97-AF65-F5344CB8AC3E}">
        <p14:creationId xmlns:p14="http://schemas.microsoft.com/office/powerpoint/2010/main" val="2792623277"/>
      </p:ext>
    </p:extLst>
  </p:cSld>
  <p:clrMapOvr>
    <a:masterClrMapping/>
  </p:clrMapOvr>
  <p:transition spd="slow">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88720" y="1163412"/>
            <a:ext cx="950976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）主要涉及到模糊查询的概念，当搜寻条件不明确时，可以通过关键词的索引，利用通配符进行语句查询。</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）复杂查询搜索出的信息更加全面，但相比简单查询好费时间。</a:t>
            </a:r>
          </a:p>
        </p:txBody>
      </p:sp>
      <p:sp>
        <p:nvSpPr>
          <p:cNvPr id="3" name="标题 2"/>
          <p:cNvSpPr>
            <a:spLocks noGrp="1"/>
          </p:cNvSpPr>
          <p:nvPr>
            <p:ph type="title"/>
          </p:nvPr>
        </p:nvSpPr>
        <p:spPr/>
        <p:txBody>
          <a:bodyPr/>
          <a:lstStyle/>
          <a:p>
            <a:r>
              <a:rPr lang="zh-CN" altLang="en-US" dirty="0"/>
              <a:t>复杂的搜索查询</a:t>
            </a:r>
          </a:p>
        </p:txBody>
      </p:sp>
    </p:spTree>
    <p:extLst>
      <p:ext uri="{BB962C8B-B14F-4D97-AF65-F5344CB8AC3E}">
        <p14:creationId xmlns:p14="http://schemas.microsoft.com/office/powerpoint/2010/main" val="3782774318"/>
      </p:ext>
    </p:extLst>
  </p:cSld>
  <p:clrMapOvr>
    <a:masterClrMapping/>
  </p:clrMapOvr>
  <p:transition spd="slow">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358537" y="1183450"/>
            <a:ext cx="948363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）定义：查询任务是指将用户所关注的事件而且可能比较耗时的查询，做成一个查询的调度任务，让系统在后台闲暇时定时的执行查询任务。</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）作用：用户可以在查询任务执行完成后，直接下载查询结果，避免了用户查询等待的时间，大大提高查询的效率和节省用户操作时间。</a:t>
            </a:r>
          </a:p>
        </p:txBody>
      </p:sp>
      <p:sp>
        <p:nvSpPr>
          <p:cNvPr id="3" name="标题 2"/>
          <p:cNvSpPr>
            <a:spLocks noGrp="1"/>
          </p:cNvSpPr>
          <p:nvPr>
            <p:ph type="title"/>
          </p:nvPr>
        </p:nvSpPr>
        <p:spPr/>
        <p:txBody>
          <a:bodyPr/>
          <a:lstStyle/>
          <a:p>
            <a:r>
              <a:rPr lang="zh-CN" altLang="en-US" dirty="0"/>
              <a:t>查询任务定义和作用</a:t>
            </a:r>
          </a:p>
        </p:txBody>
      </p:sp>
    </p:spTree>
    <p:extLst>
      <p:ext uri="{BB962C8B-B14F-4D97-AF65-F5344CB8AC3E}">
        <p14:creationId xmlns:p14="http://schemas.microsoft.com/office/powerpoint/2010/main" val="2077224196"/>
      </p:ext>
    </p:extLst>
  </p:cSld>
  <p:clrMapOvr>
    <a:masterClrMapping/>
  </p:clrMapOvr>
  <p:transition spd="slow">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日志报表的分类</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6.3</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6570586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071154" y="1163412"/>
            <a:ext cx="9718766"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）报表的定义：</a:t>
            </a:r>
            <a:r>
              <a:rPr lang="zh-CN" altLang="zh-CN" sz="1600" spc="100" dirty="0">
                <a:latin typeface="微软雅黑" panose="020B0503020204020204" pitchFamily="34" charset="-122"/>
                <a:ea typeface="微软雅黑" panose="020B0503020204020204" pitchFamily="34" charset="-122"/>
              </a:rPr>
              <a:t>报表就是用表格、图标等格式可视化数据分析的结果，可以用公式表示为：</a:t>
            </a:r>
            <a:r>
              <a:rPr lang="en-US" altLang="zh-CN"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报表</a:t>
            </a:r>
            <a:r>
              <a:rPr lang="en-US" altLang="zh-CN"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多样的格式</a:t>
            </a:r>
            <a:r>
              <a:rPr lang="en-US" altLang="zh-CN"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动态的数据</a:t>
            </a:r>
            <a:r>
              <a:rPr lang="en-US" altLang="zh-CN"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）报表的作用：</a:t>
            </a:r>
            <a:r>
              <a:rPr lang="zh-CN" altLang="zh-CN" sz="1600" spc="100" dirty="0">
                <a:latin typeface="微软雅黑" panose="020B0503020204020204" pitchFamily="34" charset="-122"/>
                <a:ea typeface="微软雅黑" panose="020B0503020204020204" pitchFamily="34" charset="-122"/>
              </a:rPr>
              <a:t>报表是企业管理的基本措施和途径，是企业的基本要求，也是实施</a:t>
            </a:r>
            <a:r>
              <a:rPr lang="en-US" altLang="zh-CN" sz="1600" spc="100" dirty="0">
                <a:latin typeface="微软雅黑" panose="020B0503020204020204" pitchFamily="34" charset="-122"/>
                <a:ea typeface="微软雅黑" panose="020B0503020204020204" pitchFamily="34" charset="-122"/>
              </a:rPr>
              <a:t>Business Intelligence</a:t>
            </a:r>
            <a:r>
              <a:rPr lang="zh-CN" altLang="zh-CN" sz="1600" spc="100" dirty="0">
                <a:latin typeface="微软雅黑" panose="020B0503020204020204" pitchFamily="34" charset="-122"/>
                <a:ea typeface="微软雅黑" panose="020B0503020204020204" pitchFamily="34" charset="-122"/>
              </a:rPr>
              <a:t>战略的基础。报表可以帮助企业访问、格式化数据，并把数据信息以可靠和安全的方式呈现给使用者。</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报表的定义及作用</a:t>
            </a:r>
          </a:p>
        </p:txBody>
      </p:sp>
    </p:spTree>
    <p:extLst>
      <p:ext uri="{BB962C8B-B14F-4D97-AF65-F5344CB8AC3E}">
        <p14:creationId xmlns:p14="http://schemas.microsoft.com/office/powerpoint/2010/main" val="1170606383"/>
      </p:ext>
    </p:extLst>
  </p:cSld>
  <p:clrMapOvr>
    <a:masterClrMapping/>
  </p:clrMapOvr>
  <p:transition spd="slow">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979714" y="1126112"/>
            <a:ext cx="981020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）定义：财务报表是其获取财务信息的有效手段。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）作用：</a:t>
            </a: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通过财务报表了解经营成果和业绩的同时，投资者也可以通过财务报表发现企业内部存在的问题，以便投资者来改进对企业的管理，使得企业的经营成果增加，财务状况好转。</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财务报表</a:t>
            </a:r>
          </a:p>
        </p:txBody>
      </p:sp>
    </p:spTree>
    <p:extLst>
      <p:ext uri="{BB962C8B-B14F-4D97-AF65-F5344CB8AC3E}">
        <p14:creationId xmlns:p14="http://schemas.microsoft.com/office/powerpoint/2010/main" val="2780147619"/>
      </p:ext>
    </p:extLst>
  </p:cSld>
  <p:clrMapOvr>
    <a:masterClrMapping/>
  </p:clrMapOvr>
  <p:transition spd="slow">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62595" y="1163412"/>
            <a:ext cx="9548948"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）关于企业过去经营成果的信息。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）有关企业现行财务状况的信息。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）有关预测企业经营成果和现金流量的信息。</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对财务报表外部使用者所需要的信息</a:t>
            </a:r>
          </a:p>
        </p:txBody>
      </p:sp>
    </p:spTree>
    <p:extLst>
      <p:ext uri="{BB962C8B-B14F-4D97-AF65-F5344CB8AC3E}">
        <p14:creationId xmlns:p14="http://schemas.microsoft.com/office/powerpoint/2010/main" val="2748358558"/>
      </p:ext>
    </p:extLst>
  </p:cSld>
  <p:clrMapOvr>
    <a:masterClrMapping/>
  </p:clrMapOvr>
  <p:transition spd="slow">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75658" y="1183449"/>
            <a:ext cx="898540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）帮助投资者</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使用者了解报表对象基本情况</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）帮助投资者</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使用者进行决策建议</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）对未来报表对象的发展提出合理的规划</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）总结上一年的公司财务情况</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）展望明年的发展方向</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财务报表需要达到的目的</a:t>
            </a:r>
          </a:p>
        </p:txBody>
      </p:sp>
    </p:spTree>
    <p:extLst>
      <p:ext uri="{BB962C8B-B14F-4D97-AF65-F5344CB8AC3E}">
        <p14:creationId xmlns:p14="http://schemas.microsoft.com/office/powerpoint/2010/main" val="2277949482"/>
      </p:ext>
    </p:extLst>
  </p:cSld>
  <p:clrMapOvr>
    <a:masterClrMapping/>
  </p:clrMapOvr>
  <p:transition spd="slow">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88720" y="1293445"/>
            <a:ext cx="949669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）日志报表和财务报表相似，网管人员是将日志的分析以及相关事件分析结果以报表的形式上报给运维管理者。</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）通过日志收集与分析设备的报表功能完成，方便管理者清晰地了解到事件统计情况。</a:t>
            </a:r>
          </a:p>
        </p:txBody>
      </p:sp>
      <p:sp>
        <p:nvSpPr>
          <p:cNvPr id="3" name="标题 2"/>
          <p:cNvSpPr>
            <a:spLocks noGrp="1"/>
          </p:cNvSpPr>
          <p:nvPr>
            <p:ph type="title"/>
          </p:nvPr>
        </p:nvSpPr>
        <p:spPr/>
        <p:txBody>
          <a:bodyPr/>
          <a:lstStyle/>
          <a:p>
            <a:r>
              <a:rPr lang="zh-CN" altLang="en-US" dirty="0"/>
              <a:t>日志报表作用</a:t>
            </a:r>
          </a:p>
        </p:txBody>
      </p:sp>
    </p:spTree>
    <p:extLst>
      <p:ext uri="{BB962C8B-B14F-4D97-AF65-F5344CB8AC3E}">
        <p14:creationId xmlns:p14="http://schemas.microsoft.com/office/powerpoint/2010/main" val="2771256748"/>
      </p:ext>
    </p:extLst>
  </p:cSld>
  <p:clrMapOvr>
    <a:masterClrMapping/>
  </p:clrMapOvr>
  <p:transition spd="slow">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62593" y="1163412"/>
            <a:ext cx="945750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）日志报表是将企业日志收集与分析设备近期所收集和分析的结果以报表的形式呈现给公司内部运维的高层管理人员。</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）同时，使得其了解网络安全系统的基本情况，对未来的发展有一定的规划和建议。</a:t>
            </a:r>
          </a:p>
        </p:txBody>
      </p:sp>
      <p:sp>
        <p:nvSpPr>
          <p:cNvPr id="3" name="标题 2"/>
          <p:cNvSpPr>
            <a:spLocks noGrp="1"/>
          </p:cNvSpPr>
          <p:nvPr>
            <p:ph type="title"/>
          </p:nvPr>
        </p:nvSpPr>
        <p:spPr/>
        <p:txBody>
          <a:bodyPr/>
          <a:lstStyle/>
          <a:p>
            <a:r>
              <a:rPr lang="zh-CN" altLang="en-US" dirty="0"/>
              <a:t>日志报表的目的</a:t>
            </a:r>
          </a:p>
        </p:txBody>
      </p:sp>
    </p:spTree>
    <p:extLst>
      <p:ext uri="{BB962C8B-B14F-4D97-AF65-F5344CB8AC3E}">
        <p14:creationId xmlns:p14="http://schemas.microsoft.com/office/powerpoint/2010/main" val="3620834876"/>
      </p:ext>
    </p:extLst>
  </p:cSld>
  <p:clrMapOvr>
    <a:masterClrMapping/>
  </p:clrMapOvr>
  <p:transition spd="slow">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88721" y="1293445"/>
            <a:ext cx="877589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）系统预定义报表：系统中预设的报表格式。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）自定义报表：根据具体需求设置不同的报表。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）中间表：提供一种过渡性质的报表类型。</a:t>
            </a:r>
          </a:p>
        </p:txBody>
      </p:sp>
      <p:sp>
        <p:nvSpPr>
          <p:cNvPr id="3" name="标题 2"/>
          <p:cNvSpPr>
            <a:spLocks noGrp="1"/>
          </p:cNvSpPr>
          <p:nvPr>
            <p:ph type="title"/>
          </p:nvPr>
        </p:nvSpPr>
        <p:spPr/>
        <p:txBody>
          <a:bodyPr/>
          <a:lstStyle/>
          <a:p>
            <a:r>
              <a:rPr lang="zh-CN" altLang="en-US" dirty="0"/>
              <a:t>报表的分类</a:t>
            </a:r>
          </a:p>
        </p:txBody>
      </p:sp>
    </p:spTree>
    <p:extLst>
      <p:ext uri="{BB962C8B-B14F-4D97-AF65-F5344CB8AC3E}">
        <p14:creationId xmlns:p14="http://schemas.microsoft.com/office/powerpoint/2010/main" val="3273764849"/>
      </p:ext>
    </p:extLst>
  </p:cSld>
  <p:clrMapOvr>
    <a:masterClrMapping/>
  </p:clrMapOvr>
  <p:transition spd="slow">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097280" y="1163412"/>
            <a:ext cx="9627326"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预定义报表是系统出厂设置时定义的一些通用条件下的报表，这些报表所提供的图表预定义样式保存在服务器端，对整个工程模板起作用，供用户直接使用以查看一些通用条件下的报表数据。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预定义报表不允许进行添加、修改和删除操作。如必须要对预定义报表格式进行修改的话，可以将预定义的报表内容复制到自定义报表中，在自定义报表中进行修改。</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预定义报表</a:t>
            </a:r>
          </a:p>
        </p:txBody>
      </p:sp>
    </p:spTree>
    <p:extLst>
      <p:ext uri="{BB962C8B-B14F-4D97-AF65-F5344CB8AC3E}">
        <p14:creationId xmlns:p14="http://schemas.microsoft.com/office/powerpoint/2010/main" val="1401932532"/>
      </p:ext>
    </p:extLst>
  </p:cSld>
  <p:clrMapOvr>
    <a:masterClrMapping/>
  </p:clrMapOvr>
  <p:transition spd="slow">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62594" y="1163411"/>
            <a:ext cx="950976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）自定义审计报表区别于预定义报表之处在于前者可以对报表结构进行添加、修改和删除的操作，管理员或者用户可以根据自己的风格喜好和企业内部独特的需求制作相应的报表。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）自定义报表的修改即对所添加的报表进行相应的修改，删除即为对已经添加好的报表进行删除操作。</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自定义审计报表与预定义报表的区别</a:t>
            </a:r>
          </a:p>
        </p:txBody>
      </p:sp>
    </p:spTree>
    <p:extLst>
      <p:ext uri="{BB962C8B-B14F-4D97-AF65-F5344CB8AC3E}">
        <p14:creationId xmlns:p14="http://schemas.microsoft.com/office/powerpoint/2010/main" val="2782190407"/>
      </p:ext>
    </p:extLst>
  </p:cSld>
  <p:clrMapOvr>
    <a:masterClrMapping/>
  </p:clrMapOvr>
  <p:transition spd="slow">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201782" y="1293444"/>
            <a:ext cx="9522823"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）添加报表的属性信息：添加内容主要有基本属性和高级属性。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）报表类型选择：根据所需日志信息的详细程度，选择报表类型。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）设计统计图类型：主要分成堆积图和饼状图两种。</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）设置条件字段：通过选择合适操作符完成字段的设置。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）设置统计图配置：提供可视化的细节方面设置。</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自定义报表的添加报表功能</a:t>
            </a:r>
          </a:p>
        </p:txBody>
      </p:sp>
    </p:spTree>
    <p:extLst>
      <p:ext uri="{BB962C8B-B14F-4D97-AF65-F5344CB8AC3E}">
        <p14:creationId xmlns:p14="http://schemas.microsoft.com/office/powerpoint/2010/main" val="377936810"/>
      </p:ext>
    </p:extLst>
  </p:cSld>
  <p:clrMapOvr>
    <a:masterClrMapping/>
  </p:clrMapOvr>
  <p:transition spd="slow">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064258" y="1071376"/>
            <a:ext cx="3240360"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）二维柱状堆积图</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）三维柱状堆积图</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）二维横向柱状堆积图</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）三维横向柱状堆积图</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）二维饼图</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）三维饼图</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自定义报表中的典型统计图类型</a:t>
            </a:r>
          </a:p>
        </p:txBody>
      </p:sp>
    </p:spTree>
    <p:extLst>
      <p:ext uri="{BB962C8B-B14F-4D97-AF65-F5344CB8AC3E}">
        <p14:creationId xmlns:p14="http://schemas.microsoft.com/office/powerpoint/2010/main" val="2243590829"/>
      </p:ext>
    </p:extLst>
  </p:cSld>
  <p:clrMapOvr>
    <a:masterClrMapping/>
  </p:clrMapOvr>
  <p:transition spd="slow">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图表 7">
            <a:extLst>
              <a:ext uri="{FF2B5EF4-FFF2-40B4-BE49-F238E27FC236}">
                <a16:creationId xmlns:a16="http://schemas.microsoft.com/office/drawing/2014/main" id="{55220D10-FAFC-4A44-B7DE-C6F978105436}"/>
              </a:ext>
            </a:extLst>
          </p:cNvPr>
          <p:cNvGraphicFramePr/>
          <p:nvPr/>
        </p:nvGraphicFramePr>
        <p:xfrm>
          <a:off x="2093914" y="1293444"/>
          <a:ext cx="7855659" cy="4264026"/>
        </p:xfrm>
        <a:graphic>
          <a:graphicData uri="http://schemas.openxmlformats.org/drawingml/2006/chart">
            <c:chart xmlns:c="http://schemas.openxmlformats.org/drawingml/2006/chart" xmlns:r="http://schemas.openxmlformats.org/officeDocument/2006/relationships" r:id="rId3"/>
          </a:graphicData>
        </a:graphic>
      </p:graphicFrame>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自定义二维柱状堆积图</a:t>
            </a:r>
          </a:p>
        </p:txBody>
      </p:sp>
    </p:spTree>
    <p:extLst>
      <p:ext uri="{BB962C8B-B14F-4D97-AF65-F5344CB8AC3E}">
        <p14:creationId xmlns:p14="http://schemas.microsoft.com/office/powerpoint/2010/main" val="2064066448"/>
      </p:ext>
    </p:extLst>
  </p:cSld>
  <p:clrMapOvr>
    <a:masterClrMapping/>
  </p:clrMapOvr>
  <p:transition spd="slow">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732341AC-B7A9-4860-8CA8-424408FEE1C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76183" y="1293444"/>
            <a:ext cx="7639635" cy="3914286"/>
          </a:xfrm>
          <a:prstGeom prst="rect">
            <a:avLst/>
          </a:prstGeom>
          <a:noFill/>
        </p:spPr>
      </p:pic>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自定义三维柱状堆积图</a:t>
            </a:r>
          </a:p>
        </p:txBody>
      </p:sp>
    </p:spTree>
    <p:extLst>
      <p:ext uri="{BB962C8B-B14F-4D97-AF65-F5344CB8AC3E}">
        <p14:creationId xmlns:p14="http://schemas.microsoft.com/office/powerpoint/2010/main" val="3047087145"/>
      </p:ext>
    </p:extLst>
  </p:cSld>
  <p:clrMapOvr>
    <a:masterClrMapping/>
  </p:clrMapOvr>
  <p:transition spd="slow">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FB74D0E-97A8-40AD-A399-E85FBAFFA3F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529156" y="1293444"/>
            <a:ext cx="7488832" cy="4408042"/>
          </a:xfrm>
          <a:prstGeom prst="rect">
            <a:avLst/>
          </a:prstGeom>
          <a:noFill/>
        </p:spPr>
      </p:pic>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自定义横向二维柱状堆积图</a:t>
            </a:r>
          </a:p>
        </p:txBody>
      </p:sp>
    </p:spTree>
    <p:extLst>
      <p:ext uri="{BB962C8B-B14F-4D97-AF65-F5344CB8AC3E}">
        <p14:creationId xmlns:p14="http://schemas.microsoft.com/office/powerpoint/2010/main" val="3981511882"/>
      </p:ext>
    </p:extLst>
  </p:cSld>
  <p:clrMapOvr>
    <a:masterClrMapping/>
  </p:clrMapOvr>
  <p:transition spd="slow">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656F1532-346A-4DE9-AB3E-533AE34C475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472377" y="1293444"/>
            <a:ext cx="7247247" cy="4354466"/>
          </a:xfrm>
          <a:prstGeom prst="rect">
            <a:avLst/>
          </a:prstGeom>
          <a:noFill/>
        </p:spPr>
      </p:pic>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自定义横向三维柱状堆积图</a:t>
            </a:r>
          </a:p>
        </p:txBody>
      </p:sp>
    </p:spTree>
    <p:extLst>
      <p:ext uri="{BB962C8B-B14F-4D97-AF65-F5344CB8AC3E}">
        <p14:creationId xmlns:p14="http://schemas.microsoft.com/office/powerpoint/2010/main" val="1545808266"/>
      </p:ext>
    </p:extLst>
  </p:cSld>
  <p:clrMapOvr>
    <a:masterClrMapping/>
  </p:clrMapOvr>
  <p:transition spd="slow">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335E29E-1796-4CF1-B904-8F397B178FB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2017" y="1293444"/>
            <a:ext cx="5328592" cy="4004470"/>
          </a:xfrm>
          <a:prstGeom prst="rect">
            <a:avLst/>
          </a:prstGeom>
          <a:noFill/>
        </p:spPr>
      </p:pic>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自定义二位饼状图</a:t>
            </a:r>
          </a:p>
        </p:txBody>
      </p:sp>
    </p:spTree>
    <p:extLst>
      <p:ext uri="{BB962C8B-B14F-4D97-AF65-F5344CB8AC3E}">
        <p14:creationId xmlns:p14="http://schemas.microsoft.com/office/powerpoint/2010/main" val="1017966826"/>
      </p:ext>
    </p:extLst>
  </p:cSld>
  <p:clrMapOvr>
    <a:masterClrMapping/>
  </p:clrMapOvr>
  <p:transition spd="slow">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文本框 4"/>
          <p:cNvSpPr txBox="1">
            <a:spLocks noChangeArrowheads="1"/>
          </p:cNvSpPr>
          <p:nvPr/>
        </p:nvSpPr>
        <p:spPr bwMode="auto">
          <a:xfrm>
            <a:off x="2093913" y="415926"/>
            <a:ext cx="26597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dirty="0">
                <a:solidFill>
                  <a:schemeClr val="bg1"/>
                </a:solidFill>
                <a:latin typeface="黑体" panose="02010609060101010101" pitchFamily="49" charset="-122"/>
                <a:ea typeface="黑体" panose="02010609060101010101" pitchFamily="49" charset="-122"/>
              </a:rPr>
              <a:t>自定义三维饼状图</a:t>
            </a:r>
          </a:p>
        </p:txBody>
      </p:sp>
      <p:pic>
        <p:nvPicPr>
          <p:cNvPr id="8" name="图片 7">
            <a:extLst>
              <a:ext uri="{FF2B5EF4-FFF2-40B4-BE49-F238E27FC236}">
                <a16:creationId xmlns:a16="http://schemas.microsoft.com/office/drawing/2014/main" id="{E8A86758-9C77-48E2-86EC-8A0E06BF210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7758" y="1293444"/>
            <a:ext cx="2808312" cy="2378612"/>
          </a:xfrm>
          <a:prstGeom prst="rect">
            <a:avLst/>
          </a:prstGeom>
          <a:noFill/>
        </p:spPr>
      </p:pic>
      <p:pic>
        <p:nvPicPr>
          <p:cNvPr id="9" name="图片 8">
            <a:extLst>
              <a:ext uri="{FF2B5EF4-FFF2-40B4-BE49-F238E27FC236}">
                <a16:creationId xmlns:a16="http://schemas.microsoft.com/office/drawing/2014/main" id="{8B0BAD0B-A16F-4EBF-BC4E-53CD9F19394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21607" y="1293445"/>
            <a:ext cx="2808312" cy="2378613"/>
          </a:xfrm>
          <a:prstGeom prst="rect">
            <a:avLst/>
          </a:prstGeom>
          <a:noFill/>
        </p:spPr>
      </p:pic>
      <p:pic>
        <p:nvPicPr>
          <p:cNvPr id="10" name="图片 9">
            <a:extLst>
              <a:ext uri="{FF2B5EF4-FFF2-40B4-BE49-F238E27FC236}">
                <a16:creationId xmlns:a16="http://schemas.microsoft.com/office/drawing/2014/main" id="{4D903B0E-0D3F-48B1-8716-38271DD25E7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27926" y="4247137"/>
            <a:ext cx="2808311" cy="2029430"/>
          </a:xfrm>
          <a:prstGeom prst="rect">
            <a:avLst/>
          </a:prstGeom>
          <a:noFill/>
        </p:spPr>
      </p:pic>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自定义三维饼状图</a:t>
            </a:r>
          </a:p>
        </p:txBody>
      </p:sp>
    </p:spTree>
    <p:extLst>
      <p:ext uri="{BB962C8B-B14F-4D97-AF65-F5344CB8AC3E}">
        <p14:creationId xmlns:p14="http://schemas.microsoft.com/office/powerpoint/2010/main" val="1728947517"/>
      </p:ext>
    </p:extLst>
  </p:cSld>
  <p:clrMapOvr>
    <a:masterClrMapping/>
  </p:clrMapOvr>
  <p:transition spd="slow">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88719" y="1181293"/>
            <a:ext cx="943138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）定义：中间表是业务逻辑中不可或缺的一种报表，是数据库中专门存放中间计算结果的数据表。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）作用：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减少程序复杂度，方便操作。</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中间表还起到关联、承接的作用。</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中间表定义及作用</a:t>
            </a:r>
          </a:p>
        </p:txBody>
      </p:sp>
    </p:spTree>
    <p:extLst>
      <p:ext uri="{BB962C8B-B14F-4D97-AF65-F5344CB8AC3E}">
        <p14:creationId xmlns:p14="http://schemas.microsoft.com/office/powerpoint/2010/main" val="809389791"/>
      </p:ext>
    </p:extLst>
  </p:cSld>
  <p:clrMapOvr>
    <a:masterClrMapping/>
  </p:clrMapOvr>
  <p:transition spd="slow">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023090" y="1110565"/>
            <a:ext cx="416932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）通过一步计算无法算出。</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）实时计算等待时间过长。</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）多样性数据源参加计算。</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中间表出现的典型场景</a:t>
            </a:r>
          </a:p>
        </p:txBody>
      </p:sp>
    </p:spTree>
    <p:extLst>
      <p:ext uri="{BB962C8B-B14F-4D97-AF65-F5344CB8AC3E}">
        <p14:creationId xmlns:p14="http://schemas.microsoft.com/office/powerpoint/2010/main" val="2629382790"/>
      </p:ext>
    </p:extLst>
  </p:cSld>
  <p:clrMapOvr>
    <a:masterClrMapping/>
  </p:clrMapOvr>
  <p:transition spd="slow">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214846" y="1293445"/>
            <a:ext cx="964038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）审计中间表是中间表典型案例中的一种。</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）审计中间表是面向审计分析的数据存储模式（或称目标模式），它是将转换、清理、验证后的源数据按照提高审计分析效率、实现审计目的的要求进一步选择、整合而成的数据集合。</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审计中间表</a:t>
            </a:r>
          </a:p>
        </p:txBody>
      </p:sp>
    </p:spTree>
    <p:extLst>
      <p:ext uri="{BB962C8B-B14F-4D97-AF65-F5344CB8AC3E}">
        <p14:creationId xmlns:p14="http://schemas.microsoft.com/office/powerpoint/2010/main" val="1452460151"/>
      </p:ext>
    </p:extLst>
  </p:cSld>
  <p:clrMapOvr>
    <a:masterClrMapping/>
  </p:clrMapOvr>
  <p:transition spd="slow">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36468" y="1183450"/>
            <a:ext cx="953588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）基础性审计中间表：面向审计项目组全体审计人员的一种基础性结构的中间表。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）分析性审计中间表：审计人员在数据分析过程中，在基础性中间表基础上的一种审计工作。</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审计中间表的类型</a:t>
            </a:r>
          </a:p>
        </p:txBody>
      </p:sp>
    </p:spTree>
    <p:extLst>
      <p:ext uri="{BB962C8B-B14F-4D97-AF65-F5344CB8AC3E}">
        <p14:creationId xmlns:p14="http://schemas.microsoft.com/office/powerpoint/2010/main" val="3055976228"/>
      </p:ext>
    </p:extLst>
  </p:cSld>
  <p:clrMapOvr>
    <a:masterClrMapping/>
  </p:clrMapOvr>
  <p:transition spd="slow">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045030" y="1288479"/>
            <a:ext cx="990164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）基础性中间表是审计人员结合被审计单位的业务性质和数据结构，根据不同的分析主题生成的，它是面向审计项目组全体审计人员的。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）所有基础性中间表的集合就构成了该审计项目的审计数据库，它包括了所有与审计目的相关且为审计人员进行分析所必需的电子数据。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）基础性中间表，既涵盖了被审计单位本身的数据，也涵盖了与该被审计单位相关联的数据。</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基础中间表概述</a:t>
            </a:r>
          </a:p>
        </p:txBody>
      </p:sp>
    </p:spTree>
    <p:extLst>
      <p:ext uri="{BB962C8B-B14F-4D97-AF65-F5344CB8AC3E}">
        <p14:creationId xmlns:p14="http://schemas.microsoft.com/office/powerpoint/2010/main" val="629712972"/>
      </p:ext>
    </p:extLst>
  </p:cSld>
  <p:clrMapOvr>
    <a:masterClrMapping/>
  </p:clrMapOvr>
  <p:transition spd="slow">
    <p:blinds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10343" y="1293444"/>
            <a:ext cx="956201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）分析中间表是审计人员在数据分析过程中，在基础性中间表的基础上根据具体的审计目标和分析需求生成的。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）分析中间表是面向审计项目组中特定审计人员的。</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分析性中间表概述</a:t>
            </a:r>
          </a:p>
        </p:txBody>
      </p:sp>
    </p:spTree>
    <p:extLst>
      <p:ext uri="{BB962C8B-B14F-4D97-AF65-F5344CB8AC3E}">
        <p14:creationId xmlns:p14="http://schemas.microsoft.com/office/powerpoint/2010/main" val="327655712"/>
      </p:ext>
    </p:extLst>
  </p:cSld>
  <p:clrMapOvr>
    <a:masterClrMapping/>
  </p:clrMapOvr>
  <p:transition spd="slow">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175657" y="1163412"/>
            <a:ext cx="962732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）联系：分析性中间表是在基础性中间表的基础上生成的。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）区别：分析性中间表与基础性中间表的本质区别在于：基础性中间表是面向审计项目组全体审计人员的，而分析性中间表是面向具有不同分析目的的不同审计人员的。</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基础性中间表与分析性中间表关系</a:t>
            </a:r>
          </a:p>
        </p:txBody>
      </p:sp>
    </p:spTree>
    <p:extLst>
      <p:ext uri="{BB962C8B-B14F-4D97-AF65-F5344CB8AC3E}">
        <p14:creationId xmlns:p14="http://schemas.microsoft.com/office/powerpoint/2010/main" val="3720991159"/>
      </p:ext>
    </p:extLst>
  </p:cSld>
  <p:clrMapOvr>
    <a:masterClrMapping/>
  </p:clrMapOvr>
  <p:transition spd="slow">
    <p:blinds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293223" y="1163411"/>
            <a:ext cx="939219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）优点：</a:t>
            </a:r>
            <a:r>
              <a:rPr lang="zh-CN" altLang="zh-CN" sz="1600" spc="100" dirty="0">
                <a:latin typeface="微软雅黑" panose="020B0503020204020204" pitchFamily="34" charset="-122"/>
                <a:ea typeface="微软雅黑" panose="020B0503020204020204" pitchFamily="34" charset="-122"/>
              </a:rPr>
              <a:t>加快了系统数据库拉取数据的速度，方便网管人员或运维人员加快报表的制作。</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）缺点：</a:t>
            </a:r>
            <a:r>
              <a:rPr lang="zh-CN" altLang="zh-CN" sz="1600" spc="100" dirty="0">
                <a:latin typeface="微软雅黑" panose="020B0503020204020204" pitchFamily="34" charset="-122"/>
                <a:ea typeface="微软雅黑" panose="020B0503020204020204" pitchFamily="34" charset="-122"/>
              </a:rPr>
              <a:t>大量的中间表带来的直接困扰就是存储空间不够用，面临频繁的扩容需求。中间表对应的存储过程、触发器等等需要占用数据库的计算资源，也会造成数据库的扩容压力。</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中间表的优缺点</a:t>
            </a:r>
          </a:p>
        </p:txBody>
      </p:sp>
    </p:spTree>
    <p:extLst>
      <p:ext uri="{BB962C8B-B14F-4D97-AF65-F5344CB8AC3E}">
        <p14:creationId xmlns:p14="http://schemas.microsoft.com/office/powerpoint/2010/main" val="3713322265"/>
      </p:ext>
    </p:extLst>
  </p:cSld>
  <p:clrMapOvr>
    <a:masterClrMapping/>
  </p:clrMapOvr>
  <p:transition spd="slow">
    <p:blinds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048462" y="1163412"/>
            <a:ext cx="769726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）预定义报表：日志系统中最简单、基础的报表。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）自定义审计报表：根据用户的不同需求制定的报表。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）中间表：存放日志系统中中间计算结果的数据表。</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日志报表应用场景</a:t>
            </a:r>
          </a:p>
        </p:txBody>
      </p:sp>
    </p:spTree>
    <p:extLst>
      <p:ext uri="{BB962C8B-B14F-4D97-AF65-F5344CB8AC3E}">
        <p14:creationId xmlns:p14="http://schemas.microsoft.com/office/powerpoint/2010/main" val="3866902805"/>
      </p:ext>
    </p:extLst>
  </p:cSld>
  <p:clrMapOvr>
    <a:masterClrMapping/>
  </p:clrMapOvr>
  <p:transition spd="slow">
    <p:blinds dir="ver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p:cNvSpPr txBox="1"/>
          <p:nvPr/>
        </p:nvSpPr>
        <p:spPr>
          <a:xfrm>
            <a:off x="0" y="2514262"/>
            <a:ext cx="1219200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rPr>
              <a:t>潜心读书，专心学习，成就</a:t>
            </a:r>
            <a:r>
              <a:rPr kumimoji="0" lang="zh-CN" altLang="en-US" sz="6000" b="0" i="0" u="none" strike="noStrike" kern="1200" cap="none" spc="0" normalizeH="0" baseline="0" noProof="0" dirty="0" smtClean="0">
                <a:ln>
                  <a:noFill/>
                </a:ln>
                <a:solidFill>
                  <a:srgbClr val="0083C9"/>
                </a:solidFill>
                <a:effectLst/>
                <a:uLnTx/>
                <a:uFillTx/>
                <a:latin typeface="华文行楷" panose="02010800040101010101" pitchFamily="2" charset="-122"/>
                <a:ea typeface="华文行楷" panose="02010800040101010101" pitchFamily="2" charset="-122"/>
                <a:cs typeface="+mn-cs"/>
              </a:rPr>
              <a:t>未来</a:t>
            </a:r>
            <a:endPar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sym typeface="Arial"/>
            </a:endParaRPr>
          </a:p>
        </p:txBody>
      </p:sp>
      <p:sp>
        <p:nvSpPr>
          <p:cNvPr id="4" name="Rectangle 24"/>
          <p:cNvSpPr>
            <a:spLocks noChangeArrowheads="1"/>
          </p:cNvSpPr>
          <p:nvPr/>
        </p:nvSpPr>
        <p:spPr bwMode="auto">
          <a:xfrm>
            <a:off x="3632056" y="4751390"/>
            <a:ext cx="4916112" cy="695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奇安</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信</a:t>
            </a:r>
            <a:r>
              <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安全教育</a:t>
            </a:r>
            <a:endPar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2018</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年</a:t>
            </a: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12</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月</a:t>
            </a:r>
            <a:endParaRPr kumimoji="0" lang="en-US" altLang="zh-CN"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25218406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theme/theme1.xml><?xml version="1.0" encoding="utf-8"?>
<a:theme xmlns:a="http://schemas.openxmlformats.org/drawingml/2006/main" name="自定义设计方案">
  <a:themeElements>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7033556D-3971-9E47-9DDC-7E3D3ED1A653}"/>
    </a:ext>
  </a:extLst>
</a:theme>
</file>

<file path=ppt/theme/theme2.xml><?xml version="1.0" encoding="utf-8"?>
<a:theme xmlns:a="http://schemas.openxmlformats.org/drawingml/2006/main" name="目录及模块">
  <a:themeElements>
    <a:clrScheme name="自定义 22">
      <a:dk1>
        <a:srgbClr val="000000"/>
      </a:dk1>
      <a:lt1>
        <a:srgbClr val="FFFFFF"/>
      </a:lt1>
      <a:dk2>
        <a:srgbClr val="44546A"/>
      </a:dk2>
      <a:lt2>
        <a:srgbClr val="E7E6E6"/>
      </a:lt2>
      <a:accent1>
        <a:srgbClr val="52C1AF"/>
      </a:accent1>
      <a:accent2>
        <a:srgbClr val="4CA8BF"/>
      </a:accent2>
      <a:accent3>
        <a:srgbClr val="477EB7"/>
      </a:accent3>
      <a:accent4>
        <a:srgbClr val="3169BB"/>
      </a:accent4>
      <a:accent5>
        <a:srgbClr val="2757B7"/>
      </a:accent5>
      <a:accent6>
        <a:srgbClr val="2F87A4"/>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22C29BD7-062E-4647-83A2-C77A0ABB2446}"/>
    </a:ext>
  </a:extLst>
</a:theme>
</file>

<file path=ppt/theme/theme3.xml><?xml version="1.0" encoding="utf-8"?>
<a:theme xmlns:a="http://schemas.openxmlformats.org/drawingml/2006/main" name="44_Approach - Color 09">
  <a:themeElements>
    <a:clrScheme name="自定义 24">
      <a:dk1>
        <a:srgbClr val="0C0D0E"/>
      </a:dk1>
      <a:lt1>
        <a:srgbClr val="FFFFFF"/>
      </a:lt1>
      <a:dk2>
        <a:srgbClr val="151A22"/>
      </a:dk2>
      <a:lt2>
        <a:srgbClr val="E7E6E6"/>
      </a:lt2>
      <a:accent1>
        <a:srgbClr val="42A5F5"/>
      </a:accent1>
      <a:accent2>
        <a:srgbClr val="2196F3"/>
      </a:accent2>
      <a:accent3>
        <a:srgbClr val="1E88E5"/>
      </a:accent3>
      <a:accent4>
        <a:srgbClr val="1976D2"/>
      </a:accent4>
      <a:accent5>
        <a:srgbClr val="1565C0"/>
      </a:accent5>
      <a:accent6>
        <a:srgbClr val="0D47A1"/>
      </a:accent6>
      <a:hlink>
        <a:srgbClr val="0563C1"/>
      </a:hlink>
      <a:folHlink>
        <a:srgbClr val="954F72"/>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E3824F92-6DC0-E544-93E5-059CEBC37BD3}"/>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ppt/theme/themeOverride2.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17840</TotalTime>
  <Words>2414</Words>
  <Application>Microsoft Office PowerPoint</Application>
  <PresentationFormat>宽屏</PresentationFormat>
  <Paragraphs>197</Paragraphs>
  <Slides>48</Slides>
  <Notes>41</Notes>
  <HiddenSlides>0</HiddenSlides>
  <MMClips>0</MMClips>
  <ScaleCrop>false</ScaleCrop>
  <HeadingPairs>
    <vt:vector size="6" baseType="variant">
      <vt:variant>
        <vt:lpstr>已用的字体</vt:lpstr>
      </vt:variant>
      <vt:variant>
        <vt:i4>16</vt:i4>
      </vt:variant>
      <vt:variant>
        <vt:lpstr>主题</vt:lpstr>
      </vt:variant>
      <vt:variant>
        <vt:i4>3</vt:i4>
      </vt:variant>
      <vt:variant>
        <vt:lpstr>幻灯片标题</vt:lpstr>
      </vt:variant>
      <vt:variant>
        <vt:i4>48</vt:i4>
      </vt:variant>
    </vt:vector>
  </HeadingPairs>
  <TitlesOfParts>
    <vt:vector size="67" baseType="lpstr">
      <vt:lpstr>Hiragino Sans GB W3</vt:lpstr>
      <vt:lpstr>Microsoft YaHei Light</vt:lpstr>
      <vt:lpstr>Roboto Black</vt:lpstr>
      <vt:lpstr>Source Sans Pro</vt:lpstr>
      <vt:lpstr>Source Sans Pro Light</vt:lpstr>
      <vt:lpstr>DengXian</vt:lpstr>
      <vt:lpstr>DengXian Light</vt:lpstr>
      <vt:lpstr>黑体</vt:lpstr>
      <vt:lpstr>华文行楷</vt:lpstr>
      <vt:lpstr>宋体</vt:lpstr>
      <vt:lpstr>Microsoft YaHei</vt:lpstr>
      <vt:lpstr>Microsoft YaHei</vt:lpstr>
      <vt:lpstr>Arial</vt:lpstr>
      <vt:lpstr>Calibri</vt:lpstr>
      <vt:lpstr>Calibri Light</vt:lpstr>
      <vt:lpstr>Cambria</vt:lpstr>
      <vt:lpstr>自定义设计方案</vt:lpstr>
      <vt:lpstr>目录及模块</vt:lpstr>
      <vt:lpstr>44_Approach - Color 09</vt:lpstr>
      <vt:lpstr>PowerPoint 演示文稿</vt:lpstr>
      <vt:lpstr>目录</vt:lpstr>
      <vt:lpstr>本章学习目标</vt:lpstr>
      <vt:lpstr>PowerPoint 演示文稿</vt:lpstr>
      <vt:lpstr>日志查询和报表的必要性</vt:lpstr>
      <vt:lpstr>报表的组成</vt:lpstr>
      <vt:lpstr>PowerPoint 演示文稿</vt:lpstr>
      <vt:lpstr>SQL历史和特点</vt:lpstr>
      <vt:lpstr>查询的定义及作用</vt:lpstr>
      <vt:lpstr>网神SecFox普通查询案例</vt:lpstr>
      <vt:lpstr>模糊检索来源的原因</vt:lpstr>
      <vt:lpstr>模糊查询方法</vt:lpstr>
      <vt:lpstr>模糊基本查询条件</vt:lpstr>
      <vt:lpstr>模糊基本查询操作</vt:lpstr>
      <vt:lpstr>网神SecFox模糊查询案例</vt:lpstr>
      <vt:lpstr>事件查询场景</vt:lpstr>
      <vt:lpstr>查询场景的分类</vt:lpstr>
      <vt:lpstr>简单的条件查询</vt:lpstr>
      <vt:lpstr>复杂的搜索查询</vt:lpstr>
      <vt:lpstr>查询任务定义和作用</vt:lpstr>
      <vt:lpstr>PowerPoint 演示文稿</vt:lpstr>
      <vt:lpstr>报表的定义及作用</vt:lpstr>
      <vt:lpstr>财务报表</vt:lpstr>
      <vt:lpstr>对财务报表外部使用者所需要的信息</vt:lpstr>
      <vt:lpstr>财务报表需要达到的目的</vt:lpstr>
      <vt:lpstr>日志报表作用</vt:lpstr>
      <vt:lpstr>日志报表的目的</vt:lpstr>
      <vt:lpstr>报表的分类</vt:lpstr>
      <vt:lpstr>预定义报表</vt:lpstr>
      <vt:lpstr>自定义审计报表与预定义报表的区别</vt:lpstr>
      <vt:lpstr>自定义报表的添加报表功能</vt:lpstr>
      <vt:lpstr>自定义报表中的典型统计图类型</vt:lpstr>
      <vt:lpstr>自定义二维柱状堆积图</vt:lpstr>
      <vt:lpstr>自定义三维柱状堆积图</vt:lpstr>
      <vt:lpstr>自定义横向二维柱状堆积图</vt:lpstr>
      <vt:lpstr>自定义横向三维柱状堆积图</vt:lpstr>
      <vt:lpstr>自定义二位饼状图</vt:lpstr>
      <vt:lpstr>自定义三维饼状图</vt:lpstr>
      <vt:lpstr>中间表定义及作用</vt:lpstr>
      <vt:lpstr>中间表出现的典型场景</vt:lpstr>
      <vt:lpstr>审计中间表</vt:lpstr>
      <vt:lpstr>审计中间表的类型</vt:lpstr>
      <vt:lpstr>基础中间表概述</vt:lpstr>
      <vt:lpstr>分析性中间表概述</vt:lpstr>
      <vt:lpstr>基础性中间表与分析性中间表关系</vt:lpstr>
      <vt:lpstr>中间表的优缺点</vt:lpstr>
      <vt:lpstr>日志报表应用场景</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王萌03</cp:lastModifiedBy>
  <cp:revision>310</cp:revision>
  <dcterms:created xsi:type="dcterms:W3CDTF">2018-11-06T06:32:09Z</dcterms:created>
  <dcterms:modified xsi:type="dcterms:W3CDTF">2019-08-19T03:25:27Z</dcterms:modified>
</cp:coreProperties>
</file>