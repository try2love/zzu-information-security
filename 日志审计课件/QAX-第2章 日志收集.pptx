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 id="2147483650" r:id="rId2"/>
    <p:sldMasterId id="2147485154" r:id="rId3"/>
  </p:sldMasterIdLst>
  <p:notesMasterIdLst>
    <p:notesMasterId r:id="rId65"/>
  </p:notesMasterIdLst>
  <p:handoutMasterIdLst>
    <p:handoutMasterId r:id="rId66"/>
  </p:handoutMasterIdLst>
  <p:sldIdLst>
    <p:sldId id="403" r:id="rId4"/>
    <p:sldId id="573" r:id="rId5"/>
    <p:sldId id="574" r:id="rId6"/>
    <p:sldId id="632" r:id="rId7"/>
    <p:sldId id="576" r:id="rId8"/>
    <p:sldId id="633" r:id="rId9"/>
    <p:sldId id="578" r:id="rId10"/>
    <p:sldId id="579" r:id="rId11"/>
    <p:sldId id="580" r:id="rId12"/>
    <p:sldId id="581" r:id="rId13"/>
    <p:sldId id="582" r:id="rId14"/>
    <p:sldId id="583" r:id="rId15"/>
    <p:sldId id="584" r:id="rId16"/>
    <p:sldId id="585" r:id="rId17"/>
    <p:sldId id="586" r:id="rId18"/>
    <p:sldId id="587" r:id="rId19"/>
    <p:sldId id="588" r:id="rId20"/>
    <p:sldId id="589" r:id="rId21"/>
    <p:sldId id="590" r:id="rId22"/>
    <p:sldId id="591" r:id="rId23"/>
    <p:sldId id="592" r:id="rId24"/>
    <p:sldId id="593" r:id="rId25"/>
    <p:sldId id="594" r:id="rId26"/>
    <p:sldId id="595" r:id="rId27"/>
    <p:sldId id="634" r:id="rId28"/>
    <p:sldId id="597" r:id="rId29"/>
    <p:sldId id="598" r:id="rId30"/>
    <p:sldId id="599" r:id="rId31"/>
    <p:sldId id="600" r:id="rId32"/>
    <p:sldId id="601" r:id="rId33"/>
    <p:sldId id="602" r:id="rId34"/>
    <p:sldId id="603" r:id="rId35"/>
    <p:sldId id="604" r:id="rId36"/>
    <p:sldId id="605" r:id="rId37"/>
    <p:sldId id="606" r:id="rId38"/>
    <p:sldId id="607" r:id="rId39"/>
    <p:sldId id="608" r:id="rId40"/>
    <p:sldId id="609" r:id="rId41"/>
    <p:sldId id="610" r:id="rId42"/>
    <p:sldId id="611" r:id="rId43"/>
    <p:sldId id="612" r:id="rId44"/>
    <p:sldId id="613" r:id="rId45"/>
    <p:sldId id="614" r:id="rId46"/>
    <p:sldId id="615" r:id="rId47"/>
    <p:sldId id="616" r:id="rId48"/>
    <p:sldId id="617" r:id="rId49"/>
    <p:sldId id="618" r:id="rId50"/>
    <p:sldId id="619" r:id="rId51"/>
    <p:sldId id="620" r:id="rId52"/>
    <p:sldId id="621" r:id="rId53"/>
    <p:sldId id="622" r:id="rId54"/>
    <p:sldId id="623" r:id="rId55"/>
    <p:sldId id="624" r:id="rId56"/>
    <p:sldId id="625" r:id="rId57"/>
    <p:sldId id="626" r:id="rId58"/>
    <p:sldId id="627" r:id="rId59"/>
    <p:sldId id="628" r:id="rId60"/>
    <p:sldId id="635" r:id="rId61"/>
    <p:sldId id="630" r:id="rId62"/>
    <p:sldId id="631" r:id="rId63"/>
    <p:sldId id="636" r:id="rId6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萌03" initials="王萌03" lastIdx="1" clrIdx="0">
    <p:extLst>
      <p:ext uri="{19B8F6BF-5375-455C-9EA6-DF929625EA0E}">
        <p15:presenceInfo xmlns:p15="http://schemas.microsoft.com/office/powerpoint/2012/main" userId="S-1-5-21-1665290243-900906368-3128466792-1442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3C9"/>
    <a:srgbClr val="1D8CF0"/>
    <a:srgbClr val="168AD7"/>
    <a:srgbClr val="1182CF"/>
    <a:srgbClr val="117EC8"/>
    <a:srgbClr val="0E4F9A"/>
    <a:srgbClr val="0B4DB6"/>
    <a:srgbClr val="117BBC"/>
    <a:srgbClr val="1483C9"/>
    <a:srgbClr val="1487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059" autoAdjust="0"/>
    <p:restoredTop sz="94674"/>
  </p:normalViewPr>
  <p:slideViewPr>
    <p:cSldViewPr snapToGrid="0" snapToObjects="1" showGuides="1">
      <p:cViewPr varScale="1">
        <p:scale>
          <a:sx n="113" d="100"/>
          <a:sy n="113" d="100"/>
        </p:scale>
        <p:origin x="108" y="258"/>
      </p:cViewPr>
      <p:guideLst>
        <p:guide orient="horz" pos="2228"/>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55" d="100"/>
          <a:sy n="55" d="100"/>
        </p:scale>
        <p:origin x="2880"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handoutMaster" Target="handoutMasters/handoutMaster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commentAuthors" Target="commentAuthor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40D9C0A-513E-5D45-A5BD-59ABDA883CB2}" type="datetimeFigureOut">
              <a:rPr kumimoji="1" lang="zh-CN" altLang="en-US" smtClean="0"/>
              <a:t>2019/8/19</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A7D54F-769D-2D42-8A77-B952BDC9D44D}" type="slidenum">
              <a:rPr kumimoji="1" lang="zh-CN" altLang="en-US" smtClean="0"/>
              <a:t>‹#›</a:t>
            </a:fld>
            <a:endParaRPr kumimoji="1" lang="zh-CN" altLang="en-US"/>
          </a:p>
        </p:txBody>
      </p:sp>
    </p:spTree>
    <p:extLst>
      <p:ext uri="{BB962C8B-B14F-4D97-AF65-F5344CB8AC3E}">
        <p14:creationId xmlns:p14="http://schemas.microsoft.com/office/powerpoint/2010/main" val="3035994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54E0DE-8EB3-4142-8470-5DDD67C56C08}" type="datetimeFigureOut">
              <a:rPr kumimoji="1" lang="zh-CN" altLang="en-US" smtClean="0"/>
              <a:t>2019/8/19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10FF57-52CE-D749-A0B3-B7D1B6EF2809}" type="slidenum">
              <a:rPr kumimoji="1" lang="zh-CN" altLang="en-US" smtClean="0"/>
              <a:t>‹#›</a:t>
            </a:fld>
            <a:endParaRPr kumimoji="1" lang="zh-CN" altLang="en-US"/>
          </a:p>
        </p:txBody>
      </p:sp>
    </p:spTree>
    <p:extLst>
      <p:ext uri="{BB962C8B-B14F-4D97-AF65-F5344CB8AC3E}">
        <p14:creationId xmlns:p14="http://schemas.microsoft.com/office/powerpoint/2010/main" val="2045519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a:t>
            </a:fld>
            <a:endParaRPr lang="zh-CN" altLang="en-US"/>
          </a:p>
        </p:txBody>
      </p:sp>
    </p:spTree>
    <p:extLst>
      <p:ext uri="{BB962C8B-B14F-4D97-AF65-F5344CB8AC3E}">
        <p14:creationId xmlns:p14="http://schemas.microsoft.com/office/powerpoint/2010/main" val="2175006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a:t>
            </a:fld>
            <a:endParaRPr lang="zh-CN" altLang="en-US"/>
          </a:p>
        </p:txBody>
      </p:sp>
    </p:spTree>
    <p:extLst>
      <p:ext uri="{BB962C8B-B14F-4D97-AF65-F5344CB8AC3E}">
        <p14:creationId xmlns:p14="http://schemas.microsoft.com/office/powerpoint/2010/main" val="19869106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a:t>
            </a:fld>
            <a:endParaRPr lang="zh-CN" altLang="en-US"/>
          </a:p>
        </p:txBody>
      </p:sp>
    </p:spTree>
    <p:extLst>
      <p:ext uri="{BB962C8B-B14F-4D97-AF65-F5344CB8AC3E}">
        <p14:creationId xmlns:p14="http://schemas.microsoft.com/office/powerpoint/2010/main" val="1010927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7</a:t>
            </a:fld>
            <a:endParaRPr lang="zh-CN" altLang="en-US"/>
          </a:p>
        </p:txBody>
      </p:sp>
    </p:spTree>
    <p:extLst>
      <p:ext uri="{BB962C8B-B14F-4D97-AF65-F5344CB8AC3E}">
        <p14:creationId xmlns:p14="http://schemas.microsoft.com/office/powerpoint/2010/main" val="1214264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8</a:t>
            </a:fld>
            <a:endParaRPr lang="zh-CN" altLang="en-US"/>
          </a:p>
        </p:txBody>
      </p:sp>
    </p:spTree>
    <p:extLst>
      <p:ext uri="{BB962C8B-B14F-4D97-AF65-F5344CB8AC3E}">
        <p14:creationId xmlns:p14="http://schemas.microsoft.com/office/powerpoint/2010/main" val="342920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9</a:t>
            </a:fld>
            <a:endParaRPr lang="zh-CN" altLang="en-US"/>
          </a:p>
        </p:txBody>
      </p:sp>
    </p:spTree>
    <p:extLst>
      <p:ext uri="{BB962C8B-B14F-4D97-AF65-F5344CB8AC3E}">
        <p14:creationId xmlns:p14="http://schemas.microsoft.com/office/powerpoint/2010/main" val="33212764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10</a:t>
            </a:fld>
            <a:endParaRPr lang="zh-CN" altLang="en-US"/>
          </a:p>
        </p:txBody>
      </p:sp>
    </p:spTree>
    <p:extLst>
      <p:ext uri="{BB962C8B-B14F-4D97-AF65-F5344CB8AC3E}">
        <p14:creationId xmlns:p14="http://schemas.microsoft.com/office/powerpoint/2010/main" val="5674744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11</a:t>
            </a:fld>
            <a:endParaRPr lang="zh-CN" altLang="en-US"/>
          </a:p>
        </p:txBody>
      </p:sp>
    </p:spTree>
    <p:extLst>
      <p:ext uri="{BB962C8B-B14F-4D97-AF65-F5344CB8AC3E}">
        <p14:creationId xmlns:p14="http://schemas.microsoft.com/office/powerpoint/2010/main" val="32467421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12</a:t>
            </a:fld>
            <a:endParaRPr lang="zh-CN" altLang="en-US"/>
          </a:p>
        </p:txBody>
      </p:sp>
    </p:spTree>
    <p:extLst>
      <p:ext uri="{BB962C8B-B14F-4D97-AF65-F5344CB8AC3E}">
        <p14:creationId xmlns:p14="http://schemas.microsoft.com/office/powerpoint/2010/main" val="220081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13</a:t>
            </a:fld>
            <a:endParaRPr lang="zh-CN" altLang="en-US"/>
          </a:p>
        </p:txBody>
      </p:sp>
    </p:spTree>
    <p:extLst>
      <p:ext uri="{BB962C8B-B14F-4D97-AF65-F5344CB8AC3E}">
        <p14:creationId xmlns:p14="http://schemas.microsoft.com/office/powerpoint/2010/main" val="556825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14</a:t>
            </a:fld>
            <a:endParaRPr lang="zh-CN" altLang="en-US"/>
          </a:p>
        </p:txBody>
      </p:sp>
    </p:spTree>
    <p:extLst>
      <p:ext uri="{BB962C8B-B14F-4D97-AF65-F5344CB8AC3E}">
        <p14:creationId xmlns:p14="http://schemas.microsoft.com/office/powerpoint/2010/main" val="34914768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15</a:t>
            </a:fld>
            <a:endParaRPr lang="zh-CN" altLang="en-US"/>
          </a:p>
        </p:txBody>
      </p:sp>
    </p:spTree>
    <p:extLst>
      <p:ext uri="{BB962C8B-B14F-4D97-AF65-F5344CB8AC3E}">
        <p14:creationId xmlns:p14="http://schemas.microsoft.com/office/powerpoint/2010/main" val="447452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16</a:t>
            </a:fld>
            <a:endParaRPr lang="zh-CN" altLang="en-US"/>
          </a:p>
        </p:txBody>
      </p:sp>
    </p:spTree>
    <p:extLst>
      <p:ext uri="{BB962C8B-B14F-4D97-AF65-F5344CB8AC3E}">
        <p14:creationId xmlns:p14="http://schemas.microsoft.com/office/powerpoint/2010/main" val="29386299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17</a:t>
            </a:fld>
            <a:endParaRPr lang="zh-CN" altLang="en-US"/>
          </a:p>
        </p:txBody>
      </p:sp>
    </p:spTree>
    <p:extLst>
      <p:ext uri="{BB962C8B-B14F-4D97-AF65-F5344CB8AC3E}">
        <p14:creationId xmlns:p14="http://schemas.microsoft.com/office/powerpoint/2010/main" val="7972477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18</a:t>
            </a:fld>
            <a:endParaRPr lang="zh-CN" altLang="en-US"/>
          </a:p>
        </p:txBody>
      </p:sp>
    </p:spTree>
    <p:extLst>
      <p:ext uri="{BB962C8B-B14F-4D97-AF65-F5344CB8AC3E}">
        <p14:creationId xmlns:p14="http://schemas.microsoft.com/office/powerpoint/2010/main" val="42662196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19</a:t>
            </a:fld>
            <a:endParaRPr lang="zh-CN" altLang="en-US"/>
          </a:p>
        </p:txBody>
      </p:sp>
    </p:spTree>
    <p:extLst>
      <p:ext uri="{BB962C8B-B14F-4D97-AF65-F5344CB8AC3E}">
        <p14:creationId xmlns:p14="http://schemas.microsoft.com/office/powerpoint/2010/main" val="1454452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20</a:t>
            </a:fld>
            <a:endParaRPr lang="zh-CN" altLang="en-US"/>
          </a:p>
        </p:txBody>
      </p:sp>
    </p:spTree>
    <p:extLst>
      <p:ext uri="{BB962C8B-B14F-4D97-AF65-F5344CB8AC3E}">
        <p14:creationId xmlns:p14="http://schemas.microsoft.com/office/powerpoint/2010/main" val="478377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21</a:t>
            </a:fld>
            <a:endParaRPr lang="zh-CN" altLang="en-US"/>
          </a:p>
        </p:txBody>
      </p:sp>
    </p:spTree>
    <p:extLst>
      <p:ext uri="{BB962C8B-B14F-4D97-AF65-F5344CB8AC3E}">
        <p14:creationId xmlns:p14="http://schemas.microsoft.com/office/powerpoint/2010/main" val="14269804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22</a:t>
            </a:fld>
            <a:endParaRPr lang="zh-CN" altLang="en-US"/>
          </a:p>
        </p:txBody>
      </p:sp>
    </p:spTree>
    <p:extLst>
      <p:ext uri="{BB962C8B-B14F-4D97-AF65-F5344CB8AC3E}">
        <p14:creationId xmlns:p14="http://schemas.microsoft.com/office/powerpoint/2010/main" val="33436385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23</a:t>
            </a:fld>
            <a:endParaRPr lang="zh-CN" altLang="en-US"/>
          </a:p>
        </p:txBody>
      </p:sp>
    </p:spTree>
    <p:extLst>
      <p:ext uri="{BB962C8B-B14F-4D97-AF65-F5344CB8AC3E}">
        <p14:creationId xmlns:p14="http://schemas.microsoft.com/office/powerpoint/2010/main" val="13649118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24</a:t>
            </a:fld>
            <a:endParaRPr lang="zh-CN" altLang="en-US"/>
          </a:p>
        </p:txBody>
      </p:sp>
    </p:spTree>
    <p:extLst>
      <p:ext uri="{BB962C8B-B14F-4D97-AF65-F5344CB8AC3E}">
        <p14:creationId xmlns:p14="http://schemas.microsoft.com/office/powerpoint/2010/main" val="3565352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26</a:t>
            </a:fld>
            <a:endParaRPr lang="zh-CN" altLang="en-US"/>
          </a:p>
        </p:txBody>
      </p:sp>
    </p:spTree>
    <p:extLst>
      <p:ext uri="{BB962C8B-B14F-4D97-AF65-F5344CB8AC3E}">
        <p14:creationId xmlns:p14="http://schemas.microsoft.com/office/powerpoint/2010/main" val="11708703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27</a:t>
            </a:fld>
            <a:endParaRPr lang="zh-CN" altLang="en-US"/>
          </a:p>
        </p:txBody>
      </p:sp>
    </p:spTree>
    <p:extLst>
      <p:ext uri="{BB962C8B-B14F-4D97-AF65-F5344CB8AC3E}">
        <p14:creationId xmlns:p14="http://schemas.microsoft.com/office/powerpoint/2010/main" val="17558836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28</a:t>
            </a:fld>
            <a:endParaRPr lang="zh-CN" altLang="en-US"/>
          </a:p>
        </p:txBody>
      </p:sp>
    </p:spTree>
    <p:extLst>
      <p:ext uri="{BB962C8B-B14F-4D97-AF65-F5344CB8AC3E}">
        <p14:creationId xmlns:p14="http://schemas.microsoft.com/office/powerpoint/2010/main" val="2764653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29</a:t>
            </a:fld>
            <a:endParaRPr lang="zh-CN" altLang="en-US"/>
          </a:p>
        </p:txBody>
      </p:sp>
    </p:spTree>
    <p:extLst>
      <p:ext uri="{BB962C8B-B14F-4D97-AF65-F5344CB8AC3E}">
        <p14:creationId xmlns:p14="http://schemas.microsoft.com/office/powerpoint/2010/main" val="25508176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30</a:t>
            </a:fld>
            <a:endParaRPr lang="zh-CN" altLang="en-US"/>
          </a:p>
        </p:txBody>
      </p:sp>
    </p:spTree>
    <p:extLst>
      <p:ext uri="{BB962C8B-B14F-4D97-AF65-F5344CB8AC3E}">
        <p14:creationId xmlns:p14="http://schemas.microsoft.com/office/powerpoint/2010/main" val="15326252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31</a:t>
            </a:fld>
            <a:endParaRPr lang="zh-CN" altLang="en-US"/>
          </a:p>
        </p:txBody>
      </p:sp>
    </p:spTree>
    <p:extLst>
      <p:ext uri="{BB962C8B-B14F-4D97-AF65-F5344CB8AC3E}">
        <p14:creationId xmlns:p14="http://schemas.microsoft.com/office/powerpoint/2010/main" val="11114141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32</a:t>
            </a:fld>
            <a:endParaRPr lang="zh-CN" altLang="en-US"/>
          </a:p>
        </p:txBody>
      </p:sp>
    </p:spTree>
    <p:extLst>
      <p:ext uri="{BB962C8B-B14F-4D97-AF65-F5344CB8AC3E}">
        <p14:creationId xmlns:p14="http://schemas.microsoft.com/office/powerpoint/2010/main" val="35197455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33</a:t>
            </a:fld>
            <a:endParaRPr lang="zh-CN" altLang="en-US"/>
          </a:p>
        </p:txBody>
      </p:sp>
    </p:spTree>
    <p:extLst>
      <p:ext uri="{BB962C8B-B14F-4D97-AF65-F5344CB8AC3E}">
        <p14:creationId xmlns:p14="http://schemas.microsoft.com/office/powerpoint/2010/main" val="14341369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34</a:t>
            </a:fld>
            <a:endParaRPr lang="zh-CN" altLang="en-US"/>
          </a:p>
        </p:txBody>
      </p:sp>
    </p:spTree>
    <p:extLst>
      <p:ext uri="{BB962C8B-B14F-4D97-AF65-F5344CB8AC3E}">
        <p14:creationId xmlns:p14="http://schemas.microsoft.com/office/powerpoint/2010/main" val="31888702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35</a:t>
            </a:fld>
            <a:endParaRPr lang="zh-CN" altLang="en-US"/>
          </a:p>
        </p:txBody>
      </p:sp>
    </p:spTree>
    <p:extLst>
      <p:ext uri="{BB962C8B-B14F-4D97-AF65-F5344CB8AC3E}">
        <p14:creationId xmlns:p14="http://schemas.microsoft.com/office/powerpoint/2010/main" val="37350334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36</a:t>
            </a:fld>
            <a:endParaRPr lang="zh-CN" altLang="en-US"/>
          </a:p>
        </p:txBody>
      </p:sp>
    </p:spTree>
    <p:extLst>
      <p:ext uri="{BB962C8B-B14F-4D97-AF65-F5344CB8AC3E}">
        <p14:creationId xmlns:p14="http://schemas.microsoft.com/office/powerpoint/2010/main" val="2824896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37</a:t>
            </a:fld>
            <a:endParaRPr lang="zh-CN" altLang="en-US"/>
          </a:p>
        </p:txBody>
      </p:sp>
    </p:spTree>
    <p:extLst>
      <p:ext uri="{BB962C8B-B14F-4D97-AF65-F5344CB8AC3E}">
        <p14:creationId xmlns:p14="http://schemas.microsoft.com/office/powerpoint/2010/main" val="2532721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38</a:t>
            </a:fld>
            <a:endParaRPr lang="zh-CN" altLang="en-US"/>
          </a:p>
        </p:txBody>
      </p:sp>
    </p:spTree>
    <p:extLst>
      <p:ext uri="{BB962C8B-B14F-4D97-AF65-F5344CB8AC3E}">
        <p14:creationId xmlns:p14="http://schemas.microsoft.com/office/powerpoint/2010/main" val="36036967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39</a:t>
            </a:fld>
            <a:endParaRPr lang="zh-CN" altLang="en-US"/>
          </a:p>
        </p:txBody>
      </p:sp>
    </p:spTree>
    <p:extLst>
      <p:ext uri="{BB962C8B-B14F-4D97-AF65-F5344CB8AC3E}">
        <p14:creationId xmlns:p14="http://schemas.microsoft.com/office/powerpoint/2010/main" val="29606401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40</a:t>
            </a:fld>
            <a:endParaRPr lang="zh-CN" altLang="en-US"/>
          </a:p>
        </p:txBody>
      </p:sp>
    </p:spTree>
    <p:extLst>
      <p:ext uri="{BB962C8B-B14F-4D97-AF65-F5344CB8AC3E}">
        <p14:creationId xmlns:p14="http://schemas.microsoft.com/office/powerpoint/2010/main" val="30225813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41</a:t>
            </a:fld>
            <a:endParaRPr lang="zh-CN" altLang="en-US"/>
          </a:p>
        </p:txBody>
      </p:sp>
    </p:spTree>
    <p:extLst>
      <p:ext uri="{BB962C8B-B14F-4D97-AF65-F5344CB8AC3E}">
        <p14:creationId xmlns:p14="http://schemas.microsoft.com/office/powerpoint/2010/main" val="13246110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42</a:t>
            </a:fld>
            <a:endParaRPr lang="zh-CN" altLang="en-US"/>
          </a:p>
        </p:txBody>
      </p:sp>
    </p:spTree>
    <p:extLst>
      <p:ext uri="{BB962C8B-B14F-4D97-AF65-F5344CB8AC3E}">
        <p14:creationId xmlns:p14="http://schemas.microsoft.com/office/powerpoint/2010/main" val="29845602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43</a:t>
            </a:fld>
            <a:endParaRPr lang="zh-CN" altLang="en-US"/>
          </a:p>
        </p:txBody>
      </p:sp>
    </p:spTree>
    <p:extLst>
      <p:ext uri="{BB962C8B-B14F-4D97-AF65-F5344CB8AC3E}">
        <p14:creationId xmlns:p14="http://schemas.microsoft.com/office/powerpoint/2010/main" val="17181072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44</a:t>
            </a:fld>
            <a:endParaRPr lang="zh-CN" altLang="en-US"/>
          </a:p>
        </p:txBody>
      </p:sp>
    </p:spTree>
    <p:extLst>
      <p:ext uri="{BB962C8B-B14F-4D97-AF65-F5344CB8AC3E}">
        <p14:creationId xmlns:p14="http://schemas.microsoft.com/office/powerpoint/2010/main" val="15552799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45</a:t>
            </a:fld>
            <a:endParaRPr lang="zh-CN" altLang="en-US"/>
          </a:p>
        </p:txBody>
      </p:sp>
    </p:spTree>
    <p:extLst>
      <p:ext uri="{BB962C8B-B14F-4D97-AF65-F5344CB8AC3E}">
        <p14:creationId xmlns:p14="http://schemas.microsoft.com/office/powerpoint/2010/main" val="29859170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46</a:t>
            </a:fld>
            <a:endParaRPr lang="zh-CN" altLang="en-US"/>
          </a:p>
        </p:txBody>
      </p:sp>
    </p:spTree>
    <p:extLst>
      <p:ext uri="{BB962C8B-B14F-4D97-AF65-F5344CB8AC3E}">
        <p14:creationId xmlns:p14="http://schemas.microsoft.com/office/powerpoint/2010/main" val="37516497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47</a:t>
            </a:fld>
            <a:endParaRPr lang="zh-CN" altLang="en-US"/>
          </a:p>
        </p:txBody>
      </p:sp>
    </p:spTree>
    <p:extLst>
      <p:ext uri="{BB962C8B-B14F-4D97-AF65-F5344CB8AC3E}">
        <p14:creationId xmlns:p14="http://schemas.microsoft.com/office/powerpoint/2010/main" val="25389204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48</a:t>
            </a:fld>
            <a:endParaRPr lang="zh-CN" altLang="en-US"/>
          </a:p>
        </p:txBody>
      </p:sp>
    </p:spTree>
    <p:extLst>
      <p:ext uri="{BB962C8B-B14F-4D97-AF65-F5344CB8AC3E}">
        <p14:creationId xmlns:p14="http://schemas.microsoft.com/office/powerpoint/2010/main" val="34283093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49</a:t>
            </a:fld>
            <a:endParaRPr lang="zh-CN" altLang="en-US"/>
          </a:p>
        </p:txBody>
      </p:sp>
    </p:spTree>
    <p:extLst>
      <p:ext uri="{BB962C8B-B14F-4D97-AF65-F5344CB8AC3E}">
        <p14:creationId xmlns:p14="http://schemas.microsoft.com/office/powerpoint/2010/main" val="8241336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50</a:t>
            </a:fld>
            <a:endParaRPr lang="zh-CN" altLang="en-US"/>
          </a:p>
        </p:txBody>
      </p:sp>
    </p:spTree>
    <p:extLst>
      <p:ext uri="{BB962C8B-B14F-4D97-AF65-F5344CB8AC3E}">
        <p14:creationId xmlns:p14="http://schemas.microsoft.com/office/powerpoint/2010/main" val="3213092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51</a:t>
            </a:fld>
            <a:endParaRPr lang="zh-CN" altLang="en-US"/>
          </a:p>
        </p:txBody>
      </p:sp>
    </p:spTree>
    <p:extLst>
      <p:ext uri="{BB962C8B-B14F-4D97-AF65-F5344CB8AC3E}">
        <p14:creationId xmlns:p14="http://schemas.microsoft.com/office/powerpoint/2010/main" val="27284048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52</a:t>
            </a:fld>
            <a:endParaRPr lang="zh-CN" altLang="en-US"/>
          </a:p>
        </p:txBody>
      </p:sp>
    </p:spTree>
    <p:extLst>
      <p:ext uri="{BB962C8B-B14F-4D97-AF65-F5344CB8AC3E}">
        <p14:creationId xmlns:p14="http://schemas.microsoft.com/office/powerpoint/2010/main" val="208930746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53</a:t>
            </a:fld>
            <a:endParaRPr lang="zh-CN" altLang="en-US"/>
          </a:p>
        </p:txBody>
      </p:sp>
    </p:spTree>
    <p:extLst>
      <p:ext uri="{BB962C8B-B14F-4D97-AF65-F5344CB8AC3E}">
        <p14:creationId xmlns:p14="http://schemas.microsoft.com/office/powerpoint/2010/main" val="24700929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54</a:t>
            </a:fld>
            <a:endParaRPr lang="zh-CN" altLang="en-US"/>
          </a:p>
        </p:txBody>
      </p:sp>
    </p:spTree>
    <p:extLst>
      <p:ext uri="{BB962C8B-B14F-4D97-AF65-F5344CB8AC3E}">
        <p14:creationId xmlns:p14="http://schemas.microsoft.com/office/powerpoint/2010/main" val="824015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55</a:t>
            </a:fld>
            <a:endParaRPr lang="zh-CN" altLang="en-US"/>
          </a:p>
        </p:txBody>
      </p:sp>
    </p:spTree>
    <p:extLst>
      <p:ext uri="{BB962C8B-B14F-4D97-AF65-F5344CB8AC3E}">
        <p14:creationId xmlns:p14="http://schemas.microsoft.com/office/powerpoint/2010/main" val="152271816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56</a:t>
            </a:fld>
            <a:endParaRPr lang="zh-CN" altLang="en-US"/>
          </a:p>
        </p:txBody>
      </p:sp>
    </p:spTree>
    <p:extLst>
      <p:ext uri="{BB962C8B-B14F-4D97-AF65-F5344CB8AC3E}">
        <p14:creationId xmlns:p14="http://schemas.microsoft.com/office/powerpoint/2010/main" val="6686027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57</a:t>
            </a:fld>
            <a:endParaRPr lang="zh-CN" altLang="en-US"/>
          </a:p>
        </p:txBody>
      </p:sp>
    </p:spTree>
    <p:extLst>
      <p:ext uri="{BB962C8B-B14F-4D97-AF65-F5344CB8AC3E}">
        <p14:creationId xmlns:p14="http://schemas.microsoft.com/office/powerpoint/2010/main" val="46562922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59</a:t>
            </a:fld>
            <a:endParaRPr lang="zh-CN" altLang="en-US"/>
          </a:p>
        </p:txBody>
      </p:sp>
    </p:spTree>
    <p:extLst>
      <p:ext uri="{BB962C8B-B14F-4D97-AF65-F5344CB8AC3E}">
        <p14:creationId xmlns:p14="http://schemas.microsoft.com/office/powerpoint/2010/main" val="22361340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60</a:t>
            </a:fld>
            <a:endParaRPr lang="zh-CN" altLang="en-US"/>
          </a:p>
        </p:txBody>
      </p:sp>
    </p:spTree>
    <p:extLst>
      <p:ext uri="{BB962C8B-B14F-4D97-AF65-F5344CB8AC3E}">
        <p14:creationId xmlns:p14="http://schemas.microsoft.com/office/powerpoint/2010/main" val="28072875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over">
    <p:bg>
      <p:bgPr>
        <a:solidFill>
          <a:schemeClr val="bg1"/>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A29B33C-CCB0-4DC1-8A21-9234F4ED7569}"/>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8"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6" name="图片 5">
            <a:extLst>
              <a:ext uri="{FF2B5EF4-FFF2-40B4-BE49-F238E27FC236}">
                <a16:creationId xmlns:a16="http://schemas.microsoft.com/office/drawing/2014/main" id="{D5639C16-B842-484E-A006-1771E9CED7DE}"/>
              </a:ext>
            </a:extLst>
          </p:cNvPr>
          <p:cNvPicPr>
            <a:picLocks noChangeAspect="1"/>
          </p:cNvPicPr>
          <p:nvPr userDrawn="1"/>
        </p:nvPicPr>
        <p:blipFill>
          <a:blip r:embed="rId3"/>
          <a:stretch>
            <a:fillRect/>
          </a:stretch>
        </p:blipFill>
        <p:spPr>
          <a:xfrm>
            <a:off x="10303161" y="288676"/>
            <a:ext cx="1526155" cy="45680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fld id="{1E4B0B22-26AC-43A2-B10D-1F97D7C711AE}" type="slidenum">
              <a:rPr lang="zh-CN" altLang="en-US"/>
              <a:pPr/>
              <a:t>‹#›</a:t>
            </a:fld>
            <a:endParaRPr lang="zh-CN" altLang="en-US"/>
          </a:p>
        </p:txBody>
      </p:sp>
    </p:spTree>
    <p:extLst>
      <p:ext uri="{BB962C8B-B14F-4D97-AF65-F5344CB8AC3E}">
        <p14:creationId xmlns:p14="http://schemas.microsoft.com/office/powerpoint/2010/main" val="3489351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标题页">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pic>
        <p:nvPicPr>
          <p:cNvPr id="6" name="图片 5"/>
          <p:cNvPicPr>
            <a:picLocks noChangeAspect="1"/>
          </p:cNvPicPr>
          <p:nvPr userDrawn="1"/>
        </p:nvPicPr>
        <p:blipFill rotWithShape="1">
          <a:blip r:embed="rId2">
            <a:duotone>
              <a:prstClr val="black"/>
              <a:schemeClr val="accent4">
                <a:tint val="45000"/>
                <a:satMod val="400000"/>
              </a:schemeClr>
            </a:duotone>
            <a:alphaModFix amt="5000"/>
          </a:blip>
          <a:srcRect l="34274" t="23657" b="25428"/>
          <a:stretch/>
        </p:blipFill>
        <p:spPr>
          <a:xfrm>
            <a:off x="0" y="-1"/>
            <a:ext cx="8030818" cy="6858001"/>
          </a:xfrm>
          <a:prstGeom prst="rect">
            <a:avLst/>
          </a:prstGeom>
          <a:noFill/>
        </p:spPr>
      </p:pic>
    </p:spTree>
    <p:extLst>
      <p:ext uri="{BB962C8B-B14F-4D97-AF65-F5344CB8AC3E}">
        <p14:creationId xmlns:p14="http://schemas.microsoft.com/office/powerpoint/2010/main" val="3548335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4" name="幻灯片编号占位符 3"/>
          <p:cNvSpPr>
            <a:spLocks noGrp="1"/>
          </p:cNvSpPr>
          <p:nvPr>
            <p:ph type="sldNum" sz="quarter" idx="11"/>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5" name="Title 1"/>
          <p:cNvSpPr>
            <a:spLocks noGrp="1"/>
          </p:cNvSpPr>
          <p:nvPr>
            <p:ph type="title" hasCustomPrompt="1"/>
          </p:nvPr>
        </p:nvSpPr>
        <p:spPr>
          <a:xfrm>
            <a:off x="1319126" y="632523"/>
            <a:ext cx="9879555" cy="593682"/>
          </a:xfrm>
          <a:prstGeom prst="rect">
            <a:avLst/>
          </a:prstGeom>
          <a:solidFill>
            <a:schemeClr val="bg1"/>
          </a:solidFill>
        </p:spPr>
        <p:txBody>
          <a:bodyPr anchor="b"/>
          <a:lstStyle>
            <a:lvl1pPr algn="l">
              <a:defRPr sz="3600" b="1" i="0">
                <a:solidFill>
                  <a:schemeClr val="accent4"/>
                </a:solidFill>
                <a:latin typeface="Microsoft YaHei" charset="-122"/>
                <a:ea typeface="Microsoft YaHei" charset="-122"/>
                <a:cs typeface="Microsoft YaHei" charset="-122"/>
              </a:defRPr>
            </a:lvl1pPr>
          </a:lstStyle>
          <a:p>
            <a:r>
              <a:rPr lang="zh-CN" altLang="en-US" dirty="0"/>
              <a:t>目录</a:t>
            </a:r>
            <a:endParaRPr lang="en-US" dirty="0"/>
          </a:p>
        </p:txBody>
      </p:sp>
      <p:cxnSp>
        <p:nvCxnSpPr>
          <p:cNvPr id="6" name="Straight Connector 18"/>
          <p:cNvCxnSpPr/>
          <p:nvPr userDrawn="1"/>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Text Placeholder 20"/>
          <p:cNvSpPr>
            <a:spLocks noGrp="1"/>
          </p:cNvSpPr>
          <p:nvPr>
            <p:ph type="body" sz="quarter" idx="12" hasCustomPrompt="1"/>
          </p:nvPr>
        </p:nvSpPr>
        <p:spPr>
          <a:xfrm>
            <a:off x="1457298" y="1550168"/>
            <a:ext cx="9741383" cy="430213"/>
          </a:xfrm>
          <a:prstGeom prst="rect">
            <a:avLst/>
          </a:prstGeom>
        </p:spPr>
        <p:txBody>
          <a:bodyPr lIns="0" tIns="0" rIns="0" bIns="0">
            <a:noAutofit/>
          </a:bodyPr>
          <a:lstStyle>
            <a:lvl1pPr marL="0" indent="0">
              <a:lnSpc>
                <a:spcPts val="1700"/>
              </a:lnSpc>
              <a:spcBef>
                <a:spcPts val="0"/>
              </a:spcBef>
              <a:buFont typeface="Arial" panose="020B0604020202020204" pitchFamily="34" charset="0"/>
              <a:buNone/>
              <a:defRPr sz="1400" b="0" i="0" spc="100" baseline="0">
                <a:solidFill>
                  <a:schemeClr val="bg1">
                    <a:lumMod val="50000"/>
                  </a:schemeClr>
                </a:solidFill>
                <a:latin typeface="Microsoft YaHei Light" charset="-122"/>
                <a:ea typeface="Microsoft YaHei Light" charset="-122"/>
                <a:cs typeface="Microsoft YaHei Light" charset="-122"/>
              </a:defRPr>
            </a:lvl1pPr>
            <a:lvl2pPr marL="457200" indent="0">
              <a:buFont typeface="Arial" panose="020B0604020202020204" pitchFamily="34" charset="0"/>
              <a:buNone/>
              <a:defRPr sz="1100">
                <a:solidFill>
                  <a:schemeClr val="bg2"/>
                </a:solidFill>
              </a:defRPr>
            </a:lvl2pPr>
            <a:lvl3pPr marL="914400" indent="0">
              <a:buFont typeface="Arial" panose="020B0604020202020204" pitchFamily="34" charset="0"/>
              <a:buNone/>
              <a:defRPr sz="1100">
                <a:solidFill>
                  <a:schemeClr val="bg2"/>
                </a:solidFill>
              </a:defRPr>
            </a:lvl3pPr>
            <a:lvl4pPr marL="1371600" indent="0">
              <a:buFont typeface="Arial" panose="020B0604020202020204" pitchFamily="34" charset="0"/>
              <a:buNone/>
              <a:defRPr sz="1100">
                <a:solidFill>
                  <a:schemeClr val="bg2"/>
                </a:solidFill>
              </a:defRPr>
            </a:lvl4pPr>
            <a:lvl5pPr marL="1828800" indent="0">
              <a:buFont typeface="Arial" panose="020B0604020202020204" pitchFamily="34" charset="0"/>
              <a:buNone/>
              <a:defRPr sz="1100">
                <a:solidFill>
                  <a:schemeClr val="bg2"/>
                </a:solidFill>
              </a:defRPr>
            </a:lvl5pPr>
          </a:lstStyle>
          <a:p>
            <a:pPr lvl="0"/>
            <a:r>
              <a:rPr lang="en-US" dirty="0"/>
              <a:t>Insert Your Text Here</a:t>
            </a:r>
          </a:p>
        </p:txBody>
      </p:sp>
      <p:sp>
        <p:nvSpPr>
          <p:cNvPr id="8" name="Text Placeholder 22"/>
          <p:cNvSpPr>
            <a:spLocks noGrp="1"/>
          </p:cNvSpPr>
          <p:nvPr>
            <p:ph type="body" sz="quarter" idx="13" hasCustomPrompt="1"/>
          </p:nvPr>
        </p:nvSpPr>
        <p:spPr>
          <a:xfrm>
            <a:off x="1457298" y="2368539"/>
            <a:ext cx="9741383" cy="2637492"/>
          </a:xfrm>
          <a:prstGeom prst="rect">
            <a:avLst/>
          </a:prstGeom>
        </p:spPr>
        <p:txBody>
          <a:bodyPr lIns="0" tIns="0" rIns="0" bIns="0" numCol="2" spcCol="360000">
            <a:noAutofit/>
          </a:bodyPr>
          <a:lstStyle>
            <a:lvl1pPr marL="342900" indent="-342900">
              <a:lnSpc>
                <a:spcPct val="150000"/>
              </a:lnSpc>
              <a:spcBef>
                <a:spcPts val="1300"/>
              </a:spcBef>
              <a:buFont typeface="+mj-lt"/>
              <a:buAutoNum type="arabicPeriod"/>
              <a:defRPr sz="1600" b="0" i="0" spc="100" baseline="0">
                <a:solidFill>
                  <a:schemeClr val="tx1">
                    <a:lumMod val="75000"/>
                    <a:lumOff val="25000"/>
                  </a:schemeClr>
                </a:solidFill>
                <a:latin typeface="Microsoft YaHei" charset="-122"/>
                <a:ea typeface="Microsoft YaHei" charset="-122"/>
                <a:cs typeface="Microsoft YaHei" charset="-122"/>
              </a:defRPr>
            </a:lvl1pPr>
            <a:lvl2pPr>
              <a:defRPr sz="1400"/>
            </a:lvl2pPr>
            <a:lvl3pPr>
              <a:defRPr sz="1400"/>
            </a:lvl3pPr>
            <a:lvl4pPr>
              <a:defRPr sz="1400"/>
            </a:lvl4pPr>
            <a:lvl5pPr>
              <a:defRPr sz="1400"/>
            </a:lvl5pPr>
          </a:lstStyle>
          <a:p>
            <a:pPr lvl="0"/>
            <a:r>
              <a:rPr lang="zh-CN" altLang="en-US" dirty="0"/>
              <a:t>在此处编辑目录内容</a:t>
            </a:r>
            <a:endParaRPr lang="en-US" dirty="0"/>
          </a:p>
        </p:txBody>
      </p:sp>
      <p:sp>
        <p:nvSpPr>
          <p:cNvPr id="10" name="Footer Placeholder 4"/>
          <p:cNvSpPr>
            <a:spLocks noGrp="1"/>
          </p:cNvSpPr>
          <p:nvPr>
            <p:ph type="ftr" sz="quarter" idx="14"/>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1939213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页">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pic>
        <p:nvPicPr>
          <p:cNvPr id="4" name="图片 3"/>
          <p:cNvPicPr>
            <a:picLocks noChangeAspect="1"/>
          </p:cNvPicPr>
          <p:nvPr userDrawn="1"/>
        </p:nvPicPr>
        <p:blipFill rotWithShape="1">
          <a:blip r:embed="rId2">
            <a:duotone>
              <a:prstClr val="black"/>
              <a:schemeClr val="accent4">
                <a:tint val="45000"/>
                <a:satMod val="400000"/>
              </a:schemeClr>
            </a:duotone>
            <a:alphaModFix amt="5000"/>
          </a:blip>
          <a:srcRect l="34274" t="23657" b="25428"/>
          <a:stretch/>
        </p:blipFill>
        <p:spPr>
          <a:xfrm>
            <a:off x="0" y="-1"/>
            <a:ext cx="8030818" cy="6858001"/>
          </a:xfrm>
          <a:prstGeom prst="rect">
            <a:avLst/>
          </a:prstGeom>
          <a:noFill/>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7" name="图片占位符 7"/>
          <p:cNvSpPr>
            <a:spLocks noGrp="1"/>
          </p:cNvSpPr>
          <p:nvPr>
            <p:ph type="pic" sz="quarter" idx="15"/>
          </p:nvPr>
        </p:nvSpPr>
        <p:spPr>
          <a:xfrm>
            <a:off x="1067593" y="1360449"/>
            <a:ext cx="10056812"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6"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7" name="组 16"/>
          <p:cNvGrpSpPr/>
          <p:nvPr userDrawn="1"/>
        </p:nvGrpSpPr>
        <p:grpSpPr>
          <a:xfrm>
            <a:off x="0" y="369310"/>
            <a:ext cx="210961" cy="344922"/>
            <a:chOff x="0" y="369310"/>
            <a:chExt cx="210961" cy="344922"/>
          </a:xfrm>
        </p:grpSpPr>
        <p:sp>
          <p:nvSpPr>
            <p:cNvPr id="18"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userDrawn="1"/>
        </p:nvPicPr>
        <p:blipFill>
          <a:blip r:embed="rId2"/>
          <a:stretch>
            <a:fillRect/>
          </a:stretch>
        </p:blipFill>
        <p:spPr>
          <a:xfrm>
            <a:off x="10687431" y="323923"/>
            <a:ext cx="1102401" cy="499306"/>
          </a:xfrm>
          <a:prstGeom prst="rect">
            <a:avLst/>
          </a:prstGeom>
        </p:spPr>
      </p:pic>
      <p:sp>
        <p:nvSpPr>
          <p:cNvPr id="22"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418997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269707"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8" name="Text Placeholder 38"/>
          <p:cNvSpPr>
            <a:spLocks noGrp="1"/>
          </p:cNvSpPr>
          <p:nvPr>
            <p:ph type="body" sz="quarter" idx="13" hasCustomPrompt="1"/>
          </p:nvPr>
        </p:nvSpPr>
        <p:spPr>
          <a:xfrm>
            <a:off x="6400801" y="1360449"/>
            <a:ext cx="4723604" cy="4857471"/>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7"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8" name="组 17"/>
          <p:cNvGrpSpPr/>
          <p:nvPr userDrawn="1"/>
        </p:nvGrpSpPr>
        <p:grpSpPr>
          <a:xfrm>
            <a:off x="0" y="369310"/>
            <a:ext cx="210961" cy="344922"/>
            <a:chOff x="0" y="369310"/>
            <a:chExt cx="210961" cy="344922"/>
          </a:xfrm>
        </p:grpSpPr>
        <p:sp>
          <p:nvSpPr>
            <p:cNvPr id="19"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0"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1" name="图片 20"/>
          <p:cNvPicPr>
            <a:picLocks noChangeAspect="1"/>
          </p:cNvPicPr>
          <p:nvPr userDrawn="1"/>
        </p:nvPicPr>
        <p:blipFill>
          <a:blip r:embed="rId2"/>
          <a:stretch>
            <a:fillRect/>
          </a:stretch>
        </p:blipFill>
        <p:spPr>
          <a:xfrm>
            <a:off x="10687431" y="323923"/>
            <a:ext cx="1102401" cy="499306"/>
          </a:xfrm>
          <a:prstGeom prst="rect">
            <a:avLst/>
          </a:prstGeom>
        </p:spPr>
      </p:pic>
      <p:sp>
        <p:nvSpPr>
          <p:cNvPr id="23"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065445"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4" name="图片占位符 7"/>
          <p:cNvSpPr>
            <a:spLocks noGrp="1"/>
          </p:cNvSpPr>
          <p:nvPr>
            <p:ph type="pic" sz="quarter" idx="30"/>
          </p:nvPr>
        </p:nvSpPr>
        <p:spPr>
          <a:xfrm>
            <a:off x="6210301" y="1360449"/>
            <a:ext cx="5029200"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5" name="Text Placeholder 38"/>
          <p:cNvSpPr>
            <a:spLocks noGrp="1"/>
          </p:cNvSpPr>
          <p:nvPr>
            <p:ph type="body" sz="quarter" idx="13" hasCustomPrompt="1"/>
          </p:nvPr>
        </p:nvSpPr>
        <p:spPr>
          <a:xfrm>
            <a:off x="852755" y="4394200"/>
            <a:ext cx="10271650" cy="1823720"/>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9"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0" name="组 19"/>
          <p:cNvGrpSpPr/>
          <p:nvPr userDrawn="1"/>
        </p:nvGrpSpPr>
        <p:grpSpPr>
          <a:xfrm>
            <a:off x="0" y="369310"/>
            <a:ext cx="210961" cy="344922"/>
            <a:chOff x="0" y="369310"/>
            <a:chExt cx="210961" cy="344922"/>
          </a:xfrm>
        </p:grpSpPr>
        <p:sp>
          <p:nvSpPr>
            <p:cNvPr id="21"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userDrawn="1"/>
        </p:nvPicPr>
        <p:blipFill>
          <a:blip r:embed="rId2"/>
          <a:stretch>
            <a:fillRect/>
          </a:stretch>
        </p:blipFill>
        <p:spPr>
          <a:xfrm>
            <a:off x="10687431" y="323923"/>
            <a:ext cx="1102401" cy="499306"/>
          </a:xfrm>
          <a:prstGeom prst="rect">
            <a:avLst/>
          </a:prstGeom>
        </p:spPr>
      </p:pic>
      <p:sp>
        <p:nvSpPr>
          <p:cNvPr id="25"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9" name="Text Placeholder 38"/>
          <p:cNvSpPr>
            <a:spLocks noGrp="1"/>
          </p:cNvSpPr>
          <p:nvPr>
            <p:ph type="body" sz="quarter" idx="17" hasCustomPrompt="1"/>
          </p:nvPr>
        </p:nvSpPr>
        <p:spPr>
          <a:xfrm>
            <a:off x="1860084"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1" name="Text Placeholder 38"/>
          <p:cNvSpPr>
            <a:spLocks noGrp="1"/>
          </p:cNvSpPr>
          <p:nvPr>
            <p:ph type="body" sz="quarter" idx="19" hasCustomPrompt="1"/>
          </p:nvPr>
        </p:nvSpPr>
        <p:spPr>
          <a:xfrm>
            <a:off x="5023507"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3" name="Text Placeholder 38"/>
          <p:cNvSpPr>
            <a:spLocks noGrp="1"/>
          </p:cNvSpPr>
          <p:nvPr>
            <p:ph type="body" sz="quarter" idx="21" hasCustomPrompt="1"/>
          </p:nvPr>
        </p:nvSpPr>
        <p:spPr>
          <a:xfrm>
            <a:off x="8186930"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4" name="图片占位符 5"/>
          <p:cNvSpPr>
            <a:spLocks noGrp="1"/>
          </p:cNvSpPr>
          <p:nvPr>
            <p:ph type="pic" sz="quarter" idx="13"/>
          </p:nvPr>
        </p:nvSpPr>
        <p:spPr>
          <a:xfrm>
            <a:off x="1860084"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图片占位符 5"/>
          <p:cNvSpPr>
            <a:spLocks noGrp="1"/>
          </p:cNvSpPr>
          <p:nvPr>
            <p:ph type="pic" sz="quarter" idx="18"/>
          </p:nvPr>
        </p:nvSpPr>
        <p:spPr>
          <a:xfrm>
            <a:off x="5023507"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6" name="图片占位符 5"/>
          <p:cNvSpPr>
            <a:spLocks noGrp="1"/>
          </p:cNvSpPr>
          <p:nvPr>
            <p:ph type="pic" sz="quarter" idx="20"/>
          </p:nvPr>
        </p:nvSpPr>
        <p:spPr>
          <a:xfrm>
            <a:off x="8186930"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5"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6" name="组 25"/>
          <p:cNvGrpSpPr/>
          <p:nvPr userDrawn="1"/>
        </p:nvGrpSpPr>
        <p:grpSpPr>
          <a:xfrm>
            <a:off x="0" y="369310"/>
            <a:ext cx="210961" cy="344922"/>
            <a:chOff x="0" y="369310"/>
            <a:chExt cx="210961" cy="344922"/>
          </a:xfrm>
        </p:grpSpPr>
        <p:sp>
          <p:nvSpPr>
            <p:cNvPr id="27"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userDrawn="1"/>
        </p:nvPicPr>
        <p:blipFill>
          <a:blip r:embed="rId2"/>
          <a:stretch>
            <a:fillRect/>
          </a:stretch>
        </p:blipFill>
        <p:spPr>
          <a:xfrm>
            <a:off x="10687431" y="323923"/>
            <a:ext cx="1102401" cy="499306"/>
          </a:xfrm>
          <a:prstGeom prst="rect">
            <a:avLst/>
          </a:prstGeom>
        </p:spPr>
      </p:pic>
      <p:sp>
        <p:nvSpPr>
          <p:cNvPr id="31"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4" name="图片占位符 5"/>
          <p:cNvSpPr>
            <a:spLocks noGrp="1"/>
          </p:cNvSpPr>
          <p:nvPr>
            <p:ph type="pic" sz="quarter" idx="13"/>
          </p:nvPr>
        </p:nvSpPr>
        <p:spPr>
          <a:xfrm>
            <a:off x="119314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Text Placeholder 38"/>
          <p:cNvSpPr>
            <a:spLocks noGrp="1"/>
          </p:cNvSpPr>
          <p:nvPr>
            <p:ph type="body" sz="quarter" idx="17" hasCustomPrompt="1"/>
          </p:nvPr>
        </p:nvSpPr>
        <p:spPr>
          <a:xfrm>
            <a:off x="119365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6" name="图片占位符 5"/>
          <p:cNvSpPr>
            <a:spLocks noGrp="1"/>
          </p:cNvSpPr>
          <p:nvPr>
            <p:ph type="pic" sz="quarter" idx="18"/>
          </p:nvPr>
        </p:nvSpPr>
        <p:spPr>
          <a:xfrm>
            <a:off x="384603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Text Placeholder 38"/>
          <p:cNvSpPr>
            <a:spLocks noGrp="1"/>
          </p:cNvSpPr>
          <p:nvPr>
            <p:ph type="body" sz="quarter" idx="19" hasCustomPrompt="1"/>
          </p:nvPr>
        </p:nvSpPr>
        <p:spPr>
          <a:xfrm>
            <a:off x="384654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8" name="图片占位符 5"/>
          <p:cNvSpPr>
            <a:spLocks noGrp="1"/>
          </p:cNvSpPr>
          <p:nvPr>
            <p:ph type="pic" sz="quarter" idx="20"/>
          </p:nvPr>
        </p:nvSpPr>
        <p:spPr>
          <a:xfrm>
            <a:off x="649892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9" name="Text Placeholder 38"/>
          <p:cNvSpPr>
            <a:spLocks noGrp="1"/>
          </p:cNvSpPr>
          <p:nvPr>
            <p:ph type="body" sz="quarter" idx="21" hasCustomPrompt="1"/>
          </p:nvPr>
        </p:nvSpPr>
        <p:spPr>
          <a:xfrm>
            <a:off x="649943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0" name="图片占位符 5"/>
          <p:cNvSpPr>
            <a:spLocks noGrp="1"/>
          </p:cNvSpPr>
          <p:nvPr>
            <p:ph type="pic" sz="quarter" idx="22"/>
          </p:nvPr>
        </p:nvSpPr>
        <p:spPr>
          <a:xfrm>
            <a:off x="915181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1" name="Text Placeholder 38"/>
          <p:cNvSpPr>
            <a:spLocks noGrp="1"/>
          </p:cNvSpPr>
          <p:nvPr>
            <p:ph type="body" sz="quarter" idx="23" hasCustomPrompt="1"/>
          </p:nvPr>
        </p:nvSpPr>
        <p:spPr>
          <a:xfrm>
            <a:off x="915232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0"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1" name="组 30"/>
          <p:cNvGrpSpPr/>
          <p:nvPr userDrawn="1"/>
        </p:nvGrpSpPr>
        <p:grpSpPr>
          <a:xfrm>
            <a:off x="0" y="369310"/>
            <a:ext cx="210961" cy="344922"/>
            <a:chOff x="0" y="369310"/>
            <a:chExt cx="210961" cy="344922"/>
          </a:xfrm>
        </p:grpSpPr>
        <p:sp>
          <p:nvSpPr>
            <p:cNvPr id="32"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3" name="图片占位符 5"/>
          <p:cNvSpPr>
            <a:spLocks noGrp="1"/>
          </p:cNvSpPr>
          <p:nvPr>
            <p:ph type="pic" sz="quarter" idx="13"/>
          </p:nvPr>
        </p:nvSpPr>
        <p:spPr>
          <a:xfrm>
            <a:off x="2436262"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dirty="0"/>
          </a:p>
        </p:txBody>
      </p:sp>
      <p:sp>
        <p:nvSpPr>
          <p:cNvPr id="22" name="Text Placeholder 38"/>
          <p:cNvSpPr>
            <a:spLocks noGrp="1"/>
          </p:cNvSpPr>
          <p:nvPr>
            <p:ph type="body" sz="quarter" idx="17" hasCustomPrompt="1"/>
          </p:nvPr>
        </p:nvSpPr>
        <p:spPr>
          <a:xfrm>
            <a:off x="2191799"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3" name="图片占位符 5"/>
          <p:cNvSpPr>
            <a:spLocks noGrp="1"/>
          </p:cNvSpPr>
          <p:nvPr>
            <p:ph type="pic" sz="quarter" idx="18"/>
          </p:nvPr>
        </p:nvSpPr>
        <p:spPr>
          <a:xfrm>
            <a:off x="5356641"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4" name="Text Placeholder 38"/>
          <p:cNvSpPr>
            <a:spLocks noGrp="1"/>
          </p:cNvSpPr>
          <p:nvPr>
            <p:ph type="body" sz="quarter" idx="19" hasCustomPrompt="1"/>
          </p:nvPr>
        </p:nvSpPr>
        <p:spPr>
          <a:xfrm>
            <a:off x="5112178"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5" name="图片占位符 5"/>
          <p:cNvSpPr>
            <a:spLocks noGrp="1"/>
          </p:cNvSpPr>
          <p:nvPr>
            <p:ph type="pic" sz="quarter" idx="20"/>
          </p:nvPr>
        </p:nvSpPr>
        <p:spPr>
          <a:xfrm>
            <a:off x="8277020"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6" name="Text Placeholder 38"/>
          <p:cNvSpPr>
            <a:spLocks noGrp="1"/>
          </p:cNvSpPr>
          <p:nvPr>
            <p:ph type="body" sz="quarter" idx="21" hasCustomPrompt="1"/>
          </p:nvPr>
        </p:nvSpPr>
        <p:spPr>
          <a:xfrm>
            <a:off x="8032557"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7" name="图片占位符 5"/>
          <p:cNvSpPr>
            <a:spLocks noGrp="1"/>
          </p:cNvSpPr>
          <p:nvPr>
            <p:ph type="pic" sz="quarter" idx="24"/>
          </p:nvPr>
        </p:nvSpPr>
        <p:spPr>
          <a:xfrm>
            <a:off x="2436262"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8" name="Text Placeholder 38"/>
          <p:cNvSpPr>
            <a:spLocks noGrp="1"/>
          </p:cNvSpPr>
          <p:nvPr>
            <p:ph type="body" sz="quarter" idx="25" hasCustomPrompt="1"/>
          </p:nvPr>
        </p:nvSpPr>
        <p:spPr>
          <a:xfrm>
            <a:off x="2191799"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9" name="图片占位符 5"/>
          <p:cNvSpPr>
            <a:spLocks noGrp="1"/>
          </p:cNvSpPr>
          <p:nvPr>
            <p:ph type="pic" sz="quarter" idx="26"/>
          </p:nvPr>
        </p:nvSpPr>
        <p:spPr>
          <a:xfrm>
            <a:off x="5356641"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0" name="Text Placeholder 38"/>
          <p:cNvSpPr>
            <a:spLocks noGrp="1"/>
          </p:cNvSpPr>
          <p:nvPr>
            <p:ph type="body" sz="quarter" idx="27" hasCustomPrompt="1"/>
          </p:nvPr>
        </p:nvSpPr>
        <p:spPr>
          <a:xfrm>
            <a:off x="5112178"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1" name="图片占位符 5"/>
          <p:cNvSpPr>
            <a:spLocks noGrp="1"/>
          </p:cNvSpPr>
          <p:nvPr>
            <p:ph type="pic" sz="quarter" idx="28"/>
          </p:nvPr>
        </p:nvSpPr>
        <p:spPr>
          <a:xfrm>
            <a:off x="8277020"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9" hasCustomPrompt="1"/>
          </p:nvPr>
        </p:nvSpPr>
        <p:spPr>
          <a:xfrm>
            <a:off x="8032557"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8"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9" name="组 38"/>
          <p:cNvGrpSpPr/>
          <p:nvPr userDrawn="1"/>
        </p:nvGrpSpPr>
        <p:grpSpPr>
          <a:xfrm>
            <a:off x="0" y="369310"/>
            <a:ext cx="210961" cy="344922"/>
            <a:chOff x="0" y="369310"/>
            <a:chExt cx="210961" cy="344922"/>
          </a:xfrm>
        </p:grpSpPr>
        <p:sp>
          <p:nvSpPr>
            <p:cNvPr id="40"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41"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2" name="图片 41"/>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时间轴">
    <p:spTree>
      <p:nvGrpSpPr>
        <p:cNvPr id="1" name=""/>
        <p:cNvGrpSpPr/>
        <p:nvPr/>
      </p:nvGrpSpPr>
      <p:grpSpPr>
        <a:xfrm>
          <a:off x="0" y="0"/>
          <a:ext cx="0" cy="0"/>
          <a:chOff x="0" y="0"/>
          <a:chExt cx="0" cy="0"/>
        </a:xfrm>
      </p:grpSpPr>
      <p:sp>
        <p:nvSpPr>
          <p:cNvPr id="9" name="Text Placeholder 38"/>
          <p:cNvSpPr>
            <a:spLocks noGrp="1"/>
          </p:cNvSpPr>
          <p:nvPr>
            <p:ph type="body" sz="quarter" idx="17" hasCustomPrompt="1"/>
          </p:nvPr>
        </p:nvSpPr>
        <p:spPr>
          <a:xfrm>
            <a:off x="1464150"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4" name="图片占位符 5"/>
          <p:cNvSpPr>
            <a:spLocks noGrp="1"/>
          </p:cNvSpPr>
          <p:nvPr>
            <p:ph type="pic" sz="quarter" idx="13"/>
          </p:nvPr>
        </p:nvSpPr>
        <p:spPr>
          <a:xfrm>
            <a:off x="1212558" y="1838791"/>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2" name="图片占位符 5"/>
          <p:cNvSpPr>
            <a:spLocks noGrp="1"/>
          </p:cNvSpPr>
          <p:nvPr>
            <p:ph type="pic" sz="quarter" idx="22"/>
          </p:nvPr>
        </p:nvSpPr>
        <p:spPr>
          <a:xfrm>
            <a:off x="459846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图片占位符 5"/>
          <p:cNvSpPr>
            <a:spLocks noGrp="1"/>
          </p:cNvSpPr>
          <p:nvPr>
            <p:ph type="pic" sz="quarter" idx="23"/>
          </p:nvPr>
        </p:nvSpPr>
        <p:spPr>
          <a:xfrm>
            <a:off x="796568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7" hasCustomPrompt="1"/>
          </p:nvPr>
        </p:nvSpPr>
        <p:spPr>
          <a:xfrm>
            <a:off x="4850058"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3" name="Text Placeholder 38"/>
          <p:cNvSpPr>
            <a:spLocks noGrp="1"/>
          </p:cNvSpPr>
          <p:nvPr>
            <p:ph type="body" sz="quarter" idx="28" hasCustomPrompt="1"/>
          </p:nvPr>
        </p:nvSpPr>
        <p:spPr>
          <a:xfrm>
            <a:off x="8300671" y="4565272"/>
            <a:ext cx="2605221"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2"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3" name="组 22"/>
          <p:cNvGrpSpPr/>
          <p:nvPr userDrawn="1"/>
        </p:nvGrpSpPr>
        <p:grpSpPr>
          <a:xfrm>
            <a:off x="0" y="369310"/>
            <a:ext cx="210961" cy="344922"/>
            <a:chOff x="0" y="369310"/>
            <a:chExt cx="210961" cy="344922"/>
          </a:xfrm>
        </p:grpSpPr>
        <p:sp>
          <p:nvSpPr>
            <p:cNvPr id="24"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5"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3" name="Date Placeholder 3"/>
          <p:cNvSpPr>
            <a:spLocks noGrp="1"/>
          </p:cNvSpPr>
          <p:nvPr>
            <p:ph type="dt" sz="half" idx="10"/>
          </p:nvPr>
        </p:nvSpPr>
        <p:spPr/>
        <p:txBody>
          <a:bodyPr/>
          <a:lstStyle>
            <a:lvl1pPr>
              <a:defRPr/>
            </a:lvl1pPr>
          </a:lstStyle>
          <a:p>
            <a:pPr>
              <a:defRPr/>
            </a:pPr>
            <a:fld id="{DB2620CF-1C2C-514E-BE55-601A62894FF6}" type="datetimeFigureOut">
              <a:rPr lang="en-US" smtClean="0"/>
              <a:pPr>
                <a:defRPr/>
              </a:pPr>
              <a:t>8/19/2019</a:t>
            </a:fld>
            <a:endParaRPr lang="en-US"/>
          </a:p>
        </p:txBody>
      </p:sp>
      <p:sp>
        <p:nvSpPr>
          <p:cNvPr id="14"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15" name="Slide Number Placeholder 5"/>
          <p:cNvSpPr>
            <a:spLocks noGrp="1"/>
          </p:cNvSpPr>
          <p:nvPr>
            <p:ph type="sldNum" sz="quarter" idx="12"/>
          </p:nvPr>
        </p:nvSpPr>
        <p:spPr/>
        <p:txBody>
          <a:bodyPr/>
          <a:lstStyle>
            <a:lvl1pPr>
              <a:defRPr/>
            </a:lvl1pPr>
          </a:lstStyle>
          <a:p>
            <a:pPr>
              <a:defRPr/>
            </a:pPr>
            <a:fld id="{8FFFB377-BA69-FA42-BF9B-8CA743CBECDC}" type="slidenum">
              <a:rPr lang="en-US" smtClean="0"/>
              <a:pPr>
                <a:defRPr/>
              </a:pPr>
              <a:t>‹#›</a:t>
            </a:fld>
            <a:endParaRPr lang="en-US"/>
          </a:p>
        </p:txBody>
      </p:sp>
    </p:spTree>
    <p:extLst>
      <p:ext uri="{BB962C8B-B14F-4D97-AF65-F5344CB8AC3E}">
        <p14:creationId xmlns:p14="http://schemas.microsoft.com/office/powerpoint/2010/main" val="2603294443"/>
      </p:ext>
    </p:extLst>
  </p:cSld>
  <p:clrMapOvr>
    <a:masterClrMapping/>
  </p:clrMapOvr>
  <p:transition spd="slow" advTm="2000">
    <p:blinds dir="vert"/>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D6EA9976-E709-E14B-B2F0-645481E6F7DB}"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D066CDC2-3AE9-6041-B1F2-73C3A81E77D1}" type="slidenum">
              <a:rPr lang="en-US" smtClean="0"/>
              <a:pPr>
                <a:defRPr/>
              </a:pPr>
              <a:t>‹#›</a:t>
            </a:fld>
            <a:endParaRPr lang="en-US"/>
          </a:p>
        </p:txBody>
      </p:sp>
    </p:spTree>
    <p:extLst>
      <p:ext uri="{BB962C8B-B14F-4D97-AF65-F5344CB8AC3E}">
        <p14:creationId xmlns:p14="http://schemas.microsoft.com/office/powerpoint/2010/main" val="670487010"/>
      </p:ext>
    </p:extLst>
  </p:cSld>
  <p:clrMapOvr>
    <a:masterClrMapping/>
  </p:clrMapOvr>
  <p:transition spd="slow" advTm="2000">
    <p:blinds dir="vert"/>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fld id="{C0EB8BA5-3622-E44E-A0C3-5A8DBCB0F819}"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47A3679-D63C-0845-B19E-29B7EBDF778F}" type="slidenum">
              <a:rPr lang="en-US" smtClean="0"/>
              <a:pPr>
                <a:defRPr/>
              </a:pPr>
              <a:t>‹#›</a:t>
            </a:fld>
            <a:endParaRPr lang="en-US"/>
          </a:p>
        </p:txBody>
      </p:sp>
    </p:spTree>
    <p:extLst>
      <p:ext uri="{BB962C8B-B14F-4D97-AF65-F5344CB8AC3E}">
        <p14:creationId xmlns:p14="http://schemas.microsoft.com/office/powerpoint/2010/main" val="1450193379"/>
      </p:ext>
    </p:extLst>
  </p:cSld>
  <p:clrMapOvr>
    <a:masterClrMapping/>
  </p:clrMapOvr>
  <p:transition spd="slow" advTm="2000">
    <p:blinds dir="vert"/>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3"/>
          <p:cNvSpPr>
            <a:spLocks noGrp="1"/>
          </p:cNvSpPr>
          <p:nvPr>
            <p:ph type="dt" sz="half" idx="10"/>
          </p:nvPr>
        </p:nvSpPr>
        <p:spPr/>
        <p:txBody>
          <a:bodyPr/>
          <a:lstStyle>
            <a:lvl1pPr>
              <a:defRPr/>
            </a:lvl1pPr>
          </a:lstStyle>
          <a:p>
            <a:pPr>
              <a:defRPr/>
            </a:pPr>
            <a:fld id="{6682085D-73E4-6C48-951A-F78B873C711D}" type="datetimeFigureOut">
              <a:rPr lang="en-US" smtClean="0"/>
              <a:pPr>
                <a:defRPr/>
              </a:pPr>
              <a:t>8/19/2019</a:t>
            </a:fld>
            <a:endParaRPr lang="en-US"/>
          </a:p>
        </p:txBody>
      </p:sp>
      <p:sp>
        <p:nvSpPr>
          <p:cNvPr id="6"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CECF100E-A0C6-B743-9F17-B27C8043BA2E}" type="slidenum">
              <a:rPr lang="en-US" smtClean="0"/>
              <a:pPr>
                <a:defRPr/>
              </a:pPr>
              <a:t>‹#›</a:t>
            </a:fld>
            <a:endParaRPr lang="en-US"/>
          </a:p>
        </p:txBody>
      </p:sp>
    </p:spTree>
    <p:extLst>
      <p:ext uri="{BB962C8B-B14F-4D97-AF65-F5344CB8AC3E}">
        <p14:creationId xmlns:p14="http://schemas.microsoft.com/office/powerpoint/2010/main" val="1747924077"/>
      </p:ext>
    </p:extLst>
  </p:cSld>
  <p:clrMapOvr>
    <a:masterClrMapping/>
  </p:clrMapOvr>
  <p:transition spd="slow" advTm="2000">
    <p:blinds dir="vert"/>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3"/>
          <p:cNvSpPr>
            <a:spLocks noGrp="1"/>
          </p:cNvSpPr>
          <p:nvPr>
            <p:ph type="dt" sz="half" idx="10"/>
          </p:nvPr>
        </p:nvSpPr>
        <p:spPr/>
        <p:txBody>
          <a:bodyPr/>
          <a:lstStyle>
            <a:lvl1pPr>
              <a:defRPr/>
            </a:lvl1pPr>
          </a:lstStyle>
          <a:p>
            <a:pPr>
              <a:defRPr/>
            </a:pPr>
            <a:fld id="{34BB985D-E127-B34C-B814-8E70609A4D0A}" type="datetimeFigureOut">
              <a:rPr lang="en-US" smtClean="0"/>
              <a:pPr>
                <a:defRPr/>
              </a:pPr>
              <a:t>8/19/2019</a:t>
            </a:fld>
            <a:endParaRPr lang="en-US"/>
          </a:p>
        </p:txBody>
      </p:sp>
      <p:sp>
        <p:nvSpPr>
          <p:cNvPr id="8"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C6303F9B-565C-A742-87AE-B7F1F892CAA5}" type="slidenum">
              <a:rPr lang="en-US" smtClean="0"/>
              <a:pPr>
                <a:defRPr/>
              </a:pPr>
              <a:t>‹#›</a:t>
            </a:fld>
            <a:endParaRPr lang="en-US"/>
          </a:p>
        </p:txBody>
      </p:sp>
    </p:spTree>
    <p:extLst>
      <p:ext uri="{BB962C8B-B14F-4D97-AF65-F5344CB8AC3E}">
        <p14:creationId xmlns:p14="http://schemas.microsoft.com/office/powerpoint/2010/main" val="4137622823"/>
      </p:ext>
    </p:extLst>
  </p:cSld>
  <p:clrMapOvr>
    <a:masterClrMapping/>
  </p:clrMapOvr>
  <p:transition spd="slow" advTm="2000">
    <p:blinds dir="vert"/>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3"/>
          <p:cNvSpPr>
            <a:spLocks noGrp="1"/>
          </p:cNvSpPr>
          <p:nvPr>
            <p:ph type="dt" sz="half" idx="10"/>
          </p:nvPr>
        </p:nvSpPr>
        <p:spPr/>
        <p:txBody>
          <a:bodyPr/>
          <a:lstStyle>
            <a:lvl1pPr>
              <a:defRPr/>
            </a:lvl1pPr>
          </a:lstStyle>
          <a:p>
            <a:pPr>
              <a:defRPr/>
            </a:pPr>
            <a:fld id="{43179C19-3F0F-6E47-9CAA-67837717159E}" type="datetimeFigureOut">
              <a:rPr lang="en-US" smtClean="0"/>
              <a:pPr>
                <a:defRPr/>
              </a:pPr>
              <a:t>8/19/2019</a:t>
            </a:fld>
            <a:endParaRPr lang="en-US"/>
          </a:p>
        </p:txBody>
      </p:sp>
      <p:sp>
        <p:nvSpPr>
          <p:cNvPr id="4"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6403177-DBF8-7342-968C-B714CE790052}" type="slidenum">
              <a:rPr lang="en-US" smtClean="0"/>
              <a:pPr>
                <a:defRPr/>
              </a:pPr>
              <a:t>‹#›</a:t>
            </a:fld>
            <a:endParaRPr lang="en-US"/>
          </a:p>
        </p:txBody>
      </p:sp>
    </p:spTree>
    <p:extLst>
      <p:ext uri="{BB962C8B-B14F-4D97-AF65-F5344CB8AC3E}">
        <p14:creationId xmlns:p14="http://schemas.microsoft.com/office/powerpoint/2010/main" val="172392743"/>
      </p:ext>
    </p:extLst>
  </p:cSld>
  <p:clrMapOvr>
    <a:masterClrMapping/>
  </p:clrMapOvr>
  <p:transition spd="slow" advTm="2000">
    <p:blinds dir="vert"/>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1" name="Date Placeholder 1"/>
          <p:cNvSpPr>
            <a:spLocks noGrp="1"/>
          </p:cNvSpPr>
          <p:nvPr>
            <p:ph type="dt" sz="half" idx="10"/>
          </p:nvPr>
        </p:nvSpPr>
        <p:spPr/>
        <p:txBody>
          <a:bodyPr/>
          <a:lstStyle>
            <a:lvl1pPr>
              <a:defRPr/>
            </a:lvl1pPr>
          </a:lstStyle>
          <a:p>
            <a:pPr>
              <a:defRPr/>
            </a:pPr>
            <a:fld id="{E535A3C9-C03E-484B-AF9B-F9889BF2532F}" type="datetimeFigureOut">
              <a:rPr lang="en-US" smtClean="0"/>
              <a:pPr>
                <a:defRPr/>
              </a:pPr>
              <a:t>8/19/2019</a:t>
            </a:fld>
            <a:endParaRPr lang="en-US"/>
          </a:p>
        </p:txBody>
      </p:sp>
      <p:sp>
        <p:nvSpPr>
          <p:cNvPr id="12" name="Footer Placeholder 2"/>
          <p:cNvSpPr>
            <a:spLocks noGrp="1"/>
          </p:cNvSpPr>
          <p:nvPr>
            <p:ph type="ftr" sz="quarter" idx="11"/>
          </p:nvPr>
        </p:nvSpPr>
        <p:spPr/>
        <p:txBody>
          <a:bodyPr/>
          <a:lstStyle>
            <a:lvl1pPr>
              <a:defRPr/>
            </a:lvl1pPr>
          </a:lstStyle>
          <a:p>
            <a:r>
              <a:rPr lang="en-US"/>
              <a:t>www.qianxin.com</a:t>
            </a:r>
            <a:endParaRPr lang="en-US" dirty="0"/>
          </a:p>
        </p:txBody>
      </p:sp>
      <p:sp>
        <p:nvSpPr>
          <p:cNvPr id="13" name="Slide Number Placeholder 3"/>
          <p:cNvSpPr>
            <a:spLocks noGrp="1"/>
          </p:cNvSpPr>
          <p:nvPr>
            <p:ph type="sldNum" sz="quarter" idx="12"/>
          </p:nvPr>
        </p:nvSpPr>
        <p:spPr/>
        <p:txBody>
          <a:bodyPr/>
          <a:lstStyle>
            <a:lvl1pPr>
              <a:defRPr/>
            </a:lvl1pPr>
          </a:lstStyle>
          <a:p>
            <a:pPr>
              <a:defRPr/>
            </a:pPr>
            <a:fld id="{17A3A6D5-DD28-044F-87A8-09177897F498}" type="slidenum">
              <a:rPr lang="en-US" smtClean="0"/>
              <a:pPr>
                <a:defRPr/>
              </a:pPr>
              <a:t>‹#›</a:t>
            </a:fld>
            <a:endParaRPr lang="en-US"/>
          </a:p>
        </p:txBody>
      </p:sp>
    </p:spTree>
    <p:extLst>
      <p:ext uri="{BB962C8B-B14F-4D97-AF65-F5344CB8AC3E}">
        <p14:creationId xmlns:p14="http://schemas.microsoft.com/office/powerpoint/2010/main" val="1860710325"/>
      </p:ext>
    </p:extLst>
  </p:cSld>
  <p:clrMapOvr>
    <a:masterClrMapping/>
  </p:clrMapOvr>
  <p:transition spd="slow" advTm="2000">
    <p:blinds dir="vert"/>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F10D115D-50FA-CC4A-A0B0-6DAD9534690E}"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C99494E-5A08-984D-807E-064CB0F598F7}" type="slidenum">
              <a:rPr lang="en-US" smtClean="0"/>
              <a:pPr>
                <a:defRPr/>
              </a:pPr>
              <a:t>‹#›</a:t>
            </a:fld>
            <a:endParaRPr lang="en-US"/>
          </a:p>
        </p:txBody>
      </p:sp>
    </p:spTree>
    <p:extLst>
      <p:ext uri="{BB962C8B-B14F-4D97-AF65-F5344CB8AC3E}">
        <p14:creationId xmlns:p14="http://schemas.microsoft.com/office/powerpoint/2010/main" val="2139685654"/>
      </p:ext>
    </p:extLst>
  </p:cSld>
  <p:clrMapOvr>
    <a:masterClrMapping/>
  </p:clrMapOvr>
  <p:transition spd="slow" advTm="2000">
    <p:blinds dir="vert"/>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62B429EF-AF2F-EC48-9EA1-F6671F6DF935}"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095DC32-027F-974D-9C47-DDAE9F2EAF6D}" type="slidenum">
              <a:rPr lang="en-US" smtClean="0"/>
              <a:pPr>
                <a:defRPr/>
              </a:pPr>
              <a:t>‹#›</a:t>
            </a:fld>
            <a:endParaRPr lang="en-US"/>
          </a:p>
        </p:txBody>
      </p:sp>
    </p:spTree>
    <p:extLst>
      <p:ext uri="{BB962C8B-B14F-4D97-AF65-F5344CB8AC3E}">
        <p14:creationId xmlns:p14="http://schemas.microsoft.com/office/powerpoint/2010/main" val="3021073359"/>
      </p:ext>
    </p:extLst>
  </p:cSld>
  <p:clrMapOvr>
    <a:masterClrMapping/>
  </p:clrMapOvr>
  <p:transition spd="slow" advTm="2000">
    <p:blinds dir="vert"/>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Agenda">
    <p:spTree>
      <p:nvGrpSpPr>
        <p:cNvPr id="1" name=""/>
        <p:cNvGrpSpPr/>
        <p:nvPr/>
      </p:nvGrpSpPr>
      <p:grpSpPr>
        <a:xfrm>
          <a:off x="0" y="0"/>
          <a:ext cx="0" cy="0"/>
          <a:chOff x="0" y="0"/>
          <a:chExt cx="0" cy="0"/>
        </a:xfrm>
      </p:grpSpPr>
      <p:cxnSp>
        <p:nvCxnSpPr>
          <p:cNvPr id="26" name="Прямая соединительная линия 7"/>
          <p:cNvCxnSpPr/>
          <p:nvPr/>
        </p:nvCxnSpPr>
        <p:spPr>
          <a:xfrm flipV="1">
            <a:off x="32766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8"/>
          <p:cNvCxnSpPr/>
          <p:nvPr/>
        </p:nvCxnSpPr>
        <p:spPr>
          <a:xfrm flipV="1">
            <a:off x="60960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9"/>
          <p:cNvCxnSpPr/>
          <p:nvPr/>
        </p:nvCxnSpPr>
        <p:spPr>
          <a:xfrm flipV="1">
            <a:off x="89154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sp>
        <p:nvSpPr>
          <p:cNvPr id="6" name="Текст 7"/>
          <p:cNvSpPr>
            <a:spLocks noGrp="1"/>
          </p:cNvSpPr>
          <p:nvPr>
            <p:ph type="body" sz="quarter" idx="60"/>
          </p:nvPr>
        </p:nvSpPr>
        <p:spPr>
          <a:xfrm>
            <a:off x="1194888"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2" name="Текст 7"/>
          <p:cNvSpPr>
            <a:spLocks noGrp="1"/>
          </p:cNvSpPr>
          <p:nvPr>
            <p:ph type="body" sz="quarter" idx="61"/>
          </p:nvPr>
        </p:nvSpPr>
        <p:spPr>
          <a:xfrm>
            <a:off x="1181105"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3" name="Текст 7"/>
          <p:cNvSpPr>
            <a:spLocks noGrp="1"/>
          </p:cNvSpPr>
          <p:nvPr>
            <p:ph type="body" sz="quarter" idx="62"/>
          </p:nvPr>
        </p:nvSpPr>
        <p:spPr>
          <a:xfrm>
            <a:off x="3975101"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4" name="Текст 7"/>
          <p:cNvSpPr>
            <a:spLocks noGrp="1"/>
          </p:cNvSpPr>
          <p:nvPr>
            <p:ph type="body" sz="quarter" idx="63"/>
          </p:nvPr>
        </p:nvSpPr>
        <p:spPr>
          <a:xfrm>
            <a:off x="3971480"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5" name="Текст 7"/>
          <p:cNvSpPr>
            <a:spLocks noGrp="1"/>
          </p:cNvSpPr>
          <p:nvPr>
            <p:ph type="body" sz="quarter" idx="64"/>
          </p:nvPr>
        </p:nvSpPr>
        <p:spPr>
          <a:xfrm>
            <a:off x="6798130"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6" name="Текст 7"/>
          <p:cNvSpPr>
            <a:spLocks noGrp="1"/>
          </p:cNvSpPr>
          <p:nvPr>
            <p:ph type="body" sz="quarter" idx="65"/>
          </p:nvPr>
        </p:nvSpPr>
        <p:spPr>
          <a:xfrm>
            <a:off x="6819907"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7" name="Текст 7"/>
          <p:cNvSpPr>
            <a:spLocks noGrp="1"/>
          </p:cNvSpPr>
          <p:nvPr>
            <p:ph type="body" sz="quarter" idx="66"/>
          </p:nvPr>
        </p:nvSpPr>
        <p:spPr>
          <a:xfrm>
            <a:off x="9617528"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8" name="Текст 7"/>
          <p:cNvSpPr>
            <a:spLocks noGrp="1"/>
          </p:cNvSpPr>
          <p:nvPr>
            <p:ph type="body" sz="quarter" idx="67"/>
          </p:nvPr>
        </p:nvSpPr>
        <p:spPr>
          <a:xfrm>
            <a:off x="9639307"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Tree>
    <p:extLst>
      <p:ext uri="{BB962C8B-B14F-4D97-AF65-F5344CB8AC3E}">
        <p14:creationId xmlns:p14="http://schemas.microsoft.com/office/powerpoint/2010/main" val="4282314430"/>
      </p:ext>
    </p:extLst>
  </p:cSld>
  <p:clrMapOvr>
    <a:masterClrMapping/>
  </p:clrMapOvr>
  <p:transition spd="slow" advTm="2000">
    <p:blinds dir="vert"/>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Portfolio 01">
    <p:spTree>
      <p:nvGrpSpPr>
        <p:cNvPr id="1" name=""/>
        <p:cNvGrpSpPr/>
        <p:nvPr/>
      </p:nvGrpSpPr>
      <p:grpSpPr>
        <a:xfrm>
          <a:off x="0" y="0"/>
          <a:ext cx="0" cy="0"/>
          <a:chOff x="0" y="0"/>
          <a:chExt cx="0" cy="0"/>
        </a:xfrm>
      </p:grpSpPr>
      <p:sp>
        <p:nvSpPr>
          <p:cNvPr id="17" name="Picture Placeholder 2"/>
          <p:cNvSpPr>
            <a:spLocks noGrp="1"/>
          </p:cNvSpPr>
          <p:nvPr>
            <p:ph type="pic" sz="quarter" idx="11"/>
          </p:nvPr>
        </p:nvSpPr>
        <p:spPr>
          <a:xfrm>
            <a:off x="4014440"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8" name="Picture Placeholder 2"/>
          <p:cNvSpPr>
            <a:spLocks noGrp="1"/>
          </p:cNvSpPr>
          <p:nvPr>
            <p:ph type="pic" sz="quarter" idx="12"/>
          </p:nvPr>
        </p:nvSpPr>
        <p:spPr>
          <a:xfrm>
            <a:off x="5902713"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9" name="Picture Placeholder 2"/>
          <p:cNvSpPr>
            <a:spLocks noGrp="1"/>
          </p:cNvSpPr>
          <p:nvPr>
            <p:ph type="pic" sz="quarter" idx="13"/>
          </p:nvPr>
        </p:nvSpPr>
        <p:spPr>
          <a:xfrm>
            <a:off x="7790986"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0" name="Picture Placeholder 2"/>
          <p:cNvSpPr>
            <a:spLocks noGrp="1"/>
          </p:cNvSpPr>
          <p:nvPr>
            <p:ph type="pic" sz="quarter" idx="14"/>
          </p:nvPr>
        </p:nvSpPr>
        <p:spPr>
          <a:xfrm>
            <a:off x="9679259"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1" name="Picture Placeholder 2"/>
          <p:cNvSpPr>
            <a:spLocks noGrp="1"/>
          </p:cNvSpPr>
          <p:nvPr>
            <p:ph type="pic" sz="quarter" idx="15"/>
          </p:nvPr>
        </p:nvSpPr>
        <p:spPr>
          <a:xfrm>
            <a:off x="5902713" y="246999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3" name="Picture Placeholder 2"/>
          <p:cNvSpPr>
            <a:spLocks noGrp="1"/>
          </p:cNvSpPr>
          <p:nvPr>
            <p:ph type="pic" sz="quarter" idx="17"/>
          </p:nvPr>
        </p:nvSpPr>
        <p:spPr>
          <a:xfrm>
            <a:off x="9679259" y="246999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4" name="Picture Placeholder 2"/>
          <p:cNvSpPr>
            <a:spLocks noGrp="1"/>
          </p:cNvSpPr>
          <p:nvPr>
            <p:ph type="pic" sz="quarter" idx="18"/>
          </p:nvPr>
        </p:nvSpPr>
        <p:spPr>
          <a:xfrm>
            <a:off x="7790986" y="435826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5" name="Picture Placeholder 2"/>
          <p:cNvSpPr>
            <a:spLocks noGrp="1"/>
          </p:cNvSpPr>
          <p:nvPr>
            <p:ph type="pic" sz="quarter" idx="19"/>
          </p:nvPr>
        </p:nvSpPr>
        <p:spPr>
          <a:xfrm>
            <a:off x="9679259" y="435826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2" name="Picture Placeholder 2"/>
          <p:cNvSpPr>
            <a:spLocks noGrp="1"/>
          </p:cNvSpPr>
          <p:nvPr>
            <p:ph type="pic" sz="quarter" idx="16"/>
          </p:nvPr>
        </p:nvSpPr>
        <p:spPr>
          <a:xfrm>
            <a:off x="7790986" y="2469994"/>
            <a:ext cx="1828799" cy="1828800"/>
          </a:xfrm>
          <a:prstGeom prst="round2SameRect">
            <a:avLst>
              <a:gd name="adj1" fmla="val 1475"/>
              <a:gd name="adj2" fmla="val 0"/>
            </a:avLst>
          </a:prstGeom>
          <a:pattFill prst="pct5">
            <a:fgClr>
              <a:schemeClr val="tx1"/>
            </a:fgClr>
            <a:bgClr>
              <a:schemeClr val="bg1"/>
            </a:bgClr>
          </a:pattFill>
          <a:effectLst>
            <a:outerShdw blurRad="50800" dist="25400" dir="5400000" algn="tl"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40" name="Text Placeholder 2"/>
          <p:cNvSpPr>
            <a:spLocks noGrp="1"/>
          </p:cNvSpPr>
          <p:nvPr>
            <p:ph type="body" sz="quarter" idx="20"/>
          </p:nvPr>
        </p:nvSpPr>
        <p:spPr>
          <a:xfrm>
            <a:off x="1017537" y="3717013"/>
            <a:ext cx="2850354" cy="895930"/>
          </a:xfrm>
        </p:spPr>
        <p:txBody>
          <a:bodyPr>
            <a:noAutofit/>
          </a:bodyPr>
          <a:lstStyle>
            <a:lvl1pPr marL="0" indent="0">
              <a:buNone/>
              <a:defRPr sz="3200" b="1" baseline="0">
                <a:solidFill>
                  <a:schemeClr val="tx1"/>
                </a:solidFill>
                <a:latin typeface="Source Sans Pro" panose="020B0503030403020204" pitchFamily="34" charset="0"/>
                <a:ea typeface="Roboto Black" panose="02000000000000000000" pitchFamily="2" charset="0"/>
                <a:cs typeface="Roboto Black" panose="02000000000000000000" pitchFamily="2" charset="0"/>
              </a:defRPr>
            </a:lvl1pPr>
            <a:lvl2pPr>
              <a:defRPr sz="3200">
                <a:latin typeface="Roboto Black" panose="02000000000000000000" pitchFamily="2" charset="0"/>
                <a:ea typeface="Roboto Black" panose="02000000000000000000" pitchFamily="2" charset="0"/>
                <a:cs typeface="Roboto Black" panose="02000000000000000000" pitchFamily="2" charset="0"/>
              </a:defRPr>
            </a:lvl2pPr>
            <a:lvl3pPr>
              <a:defRPr sz="3200">
                <a:latin typeface="Roboto Black" panose="02000000000000000000" pitchFamily="2" charset="0"/>
                <a:ea typeface="Roboto Black" panose="02000000000000000000" pitchFamily="2" charset="0"/>
                <a:cs typeface="Roboto Black" panose="02000000000000000000" pitchFamily="2" charset="0"/>
              </a:defRPr>
            </a:lvl3pPr>
            <a:lvl4pPr>
              <a:defRPr sz="3200">
                <a:latin typeface="Roboto Black" panose="02000000000000000000" pitchFamily="2" charset="0"/>
                <a:ea typeface="Roboto Black" panose="02000000000000000000" pitchFamily="2" charset="0"/>
                <a:cs typeface="Roboto Black" panose="02000000000000000000" pitchFamily="2" charset="0"/>
              </a:defRPr>
            </a:lvl4pPr>
            <a:lvl5pPr>
              <a:defRPr sz="3200">
                <a:latin typeface="Roboto Black" panose="02000000000000000000" pitchFamily="2" charset="0"/>
                <a:ea typeface="Roboto Black" panose="02000000000000000000" pitchFamily="2" charset="0"/>
                <a:cs typeface="Roboto Black" panose="02000000000000000000" pitchFamily="2" charset="0"/>
              </a:defRPr>
            </a:lvl5pPr>
          </a:lstStyle>
          <a:p>
            <a:pPr lvl="0"/>
            <a:r>
              <a:rPr lang="zh-CN" altLang="en-US"/>
              <a:t>单击此处编辑母版文本样式</a:t>
            </a:r>
          </a:p>
        </p:txBody>
      </p:sp>
      <p:sp>
        <p:nvSpPr>
          <p:cNvPr id="41" name="Text Placeholder 4"/>
          <p:cNvSpPr>
            <a:spLocks noGrp="1"/>
          </p:cNvSpPr>
          <p:nvPr>
            <p:ph type="body" sz="quarter" idx="21"/>
          </p:nvPr>
        </p:nvSpPr>
        <p:spPr>
          <a:xfrm>
            <a:off x="1035733" y="4612943"/>
            <a:ext cx="4660958" cy="269360"/>
          </a:xfrm>
        </p:spPr>
        <p:txBody>
          <a:bodyPr>
            <a:normAutofit/>
          </a:bodyPr>
          <a:lstStyle>
            <a:lvl1pPr marL="0" indent="0">
              <a:buNone/>
              <a:defRPr sz="1200" baseline="0">
                <a:latin typeface="Source Sans Pro Light" panose="020B0403030403020204" pitchFamily="34" charset="0"/>
              </a:defRPr>
            </a:lvl1pPr>
            <a:lvl2pPr>
              <a:defRPr>
                <a:latin typeface="Source Sans Pro Light" panose="020B0403030403020204" pitchFamily="34" charset="0"/>
              </a:defRPr>
            </a:lvl2pPr>
            <a:lvl3pPr>
              <a:defRPr>
                <a:latin typeface="Source Sans Pro Light" panose="020B0403030403020204" pitchFamily="34" charset="0"/>
              </a:defRPr>
            </a:lvl3pPr>
            <a:lvl4pPr>
              <a:defRPr>
                <a:latin typeface="Source Sans Pro Light" panose="020B0403030403020204" pitchFamily="34" charset="0"/>
              </a:defRPr>
            </a:lvl4pPr>
            <a:lvl5pPr>
              <a:defRPr>
                <a:latin typeface="Source Sans Pro Light" panose="020B0403030403020204" pitchFamily="34" charset="0"/>
              </a:defRPr>
            </a:lvl5pPr>
          </a:lstStyle>
          <a:p>
            <a:pPr lvl="0"/>
            <a:r>
              <a:rPr lang="zh-CN" altLang="en-US"/>
              <a:t>单击此处编辑母版文本样式</a:t>
            </a:r>
          </a:p>
        </p:txBody>
      </p:sp>
    </p:spTree>
    <p:extLst>
      <p:ext uri="{BB962C8B-B14F-4D97-AF65-F5344CB8AC3E}">
        <p14:creationId xmlns:p14="http://schemas.microsoft.com/office/powerpoint/2010/main" val="3176745356"/>
      </p:ext>
    </p:extLst>
  </p:cSld>
  <p:clrMapOvr>
    <a:masterClrMapping/>
  </p:clrMapOvr>
  <p:transition spd="slow" advTm="2000">
    <p:blinds dir="vert"/>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Portfolio 02">
    <p:spTree>
      <p:nvGrpSpPr>
        <p:cNvPr id="1" name=""/>
        <p:cNvGrpSpPr/>
        <p:nvPr/>
      </p:nvGrpSpPr>
      <p:grpSpPr>
        <a:xfrm>
          <a:off x="0" y="0"/>
          <a:ext cx="0" cy="0"/>
          <a:chOff x="0" y="0"/>
          <a:chExt cx="0" cy="0"/>
        </a:xfrm>
      </p:grpSpPr>
      <p:sp>
        <p:nvSpPr>
          <p:cNvPr id="17" name="Picture Placeholder 2"/>
          <p:cNvSpPr>
            <a:spLocks noGrp="1"/>
          </p:cNvSpPr>
          <p:nvPr>
            <p:ph type="pic" sz="quarter" idx="11"/>
          </p:nvPr>
        </p:nvSpPr>
        <p:spPr>
          <a:xfrm>
            <a:off x="4157315"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8" name="Picture Placeholder 2"/>
          <p:cNvSpPr>
            <a:spLocks noGrp="1"/>
          </p:cNvSpPr>
          <p:nvPr>
            <p:ph type="pic" sz="quarter" idx="12"/>
          </p:nvPr>
        </p:nvSpPr>
        <p:spPr>
          <a:xfrm>
            <a:off x="6045588"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9" name="Picture Placeholder 2"/>
          <p:cNvSpPr>
            <a:spLocks noGrp="1"/>
          </p:cNvSpPr>
          <p:nvPr>
            <p:ph type="pic" sz="quarter" idx="13"/>
          </p:nvPr>
        </p:nvSpPr>
        <p:spPr>
          <a:xfrm>
            <a:off x="7933861"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0" name="Picture Placeholder 2"/>
          <p:cNvSpPr>
            <a:spLocks noGrp="1"/>
          </p:cNvSpPr>
          <p:nvPr>
            <p:ph type="pic" sz="quarter" idx="14"/>
          </p:nvPr>
        </p:nvSpPr>
        <p:spPr>
          <a:xfrm>
            <a:off x="9822134"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1" name="Picture Placeholder 2"/>
          <p:cNvSpPr>
            <a:spLocks noGrp="1"/>
          </p:cNvSpPr>
          <p:nvPr>
            <p:ph type="pic" sz="quarter" idx="15"/>
          </p:nvPr>
        </p:nvSpPr>
        <p:spPr>
          <a:xfrm>
            <a:off x="6045588"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3" name="Picture Placeholder 2"/>
          <p:cNvSpPr>
            <a:spLocks noGrp="1"/>
          </p:cNvSpPr>
          <p:nvPr>
            <p:ph type="pic" sz="quarter" idx="17"/>
          </p:nvPr>
        </p:nvSpPr>
        <p:spPr>
          <a:xfrm>
            <a:off x="9822134"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4" name="Picture Placeholder 2"/>
          <p:cNvSpPr>
            <a:spLocks noGrp="1"/>
          </p:cNvSpPr>
          <p:nvPr>
            <p:ph type="pic" sz="quarter" idx="18"/>
          </p:nvPr>
        </p:nvSpPr>
        <p:spPr>
          <a:xfrm>
            <a:off x="7933861"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5" name="Picture Placeholder 2"/>
          <p:cNvSpPr>
            <a:spLocks noGrp="1"/>
          </p:cNvSpPr>
          <p:nvPr>
            <p:ph type="pic" sz="quarter" idx="19"/>
          </p:nvPr>
        </p:nvSpPr>
        <p:spPr>
          <a:xfrm>
            <a:off x="9822134"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2" name="Picture Placeholder 2"/>
          <p:cNvSpPr>
            <a:spLocks noGrp="1"/>
          </p:cNvSpPr>
          <p:nvPr>
            <p:ph type="pic" sz="quarter" idx="16"/>
          </p:nvPr>
        </p:nvSpPr>
        <p:spPr>
          <a:xfrm>
            <a:off x="7933861" y="2489044"/>
            <a:ext cx="1828799" cy="1828800"/>
          </a:xfrm>
          <a:prstGeom prst="round2SameRect">
            <a:avLst>
              <a:gd name="adj1" fmla="val 1475"/>
              <a:gd name="adj2" fmla="val 0"/>
            </a:avLst>
          </a:prstGeom>
          <a:pattFill prst="pct5">
            <a:fgClr>
              <a:schemeClr val="tx1"/>
            </a:fgClr>
            <a:bgClr>
              <a:schemeClr val="bg1"/>
            </a:bgClr>
          </a:pattFill>
          <a:effectLst>
            <a:outerShdw blurRad="50800" dist="25400" dir="5400000" algn="tl"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2" name="Picture Placeholder 2"/>
          <p:cNvSpPr>
            <a:spLocks noGrp="1"/>
          </p:cNvSpPr>
          <p:nvPr>
            <p:ph type="pic" sz="quarter" idx="20"/>
          </p:nvPr>
        </p:nvSpPr>
        <p:spPr>
          <a:xfrm>
            <a:off x="380769"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3" name="Picture Placeholder 2"/>
          <p:cNvSpPr>
            <a:spLocks noGrp="1"/>
          </p:cNvSpPr>
          <p:nvPr>
            <p:ph type="pic" sz="quarter" idx="21"/>
          </p:nvPr>
        </p:nvSpPr>
        <p:spPr>
          <a:xfrm>
            <a:off x="2269042"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6" name="Picture Placeholder 2"/>
          <p:cNvSpPr>
            <a:spLocks noGrp="1"/>
          </p:cNvSpPr>
          <p:nvPr>
            <p:ph type="pic" sz="quarter" idx="22"/>
          </p:nvPr>
        </p:nvSpPr>
        <p:spPr>
          <a:xfrm>
            <a:off x="4157084"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
          <p:cNvSpPr>
            <a:spLocks noGrp="1"/>
          </p:cNvSpPr>
          <p:nvPr>
            <p:ph type="pic" sz="quarter" idx="23"/>
          </p:nvPr>
        </p:nvSpPr>
        <p:spPr>
          <a:xfrm>
            <a:off x="2268811"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7" name="Picture Placeholder 2"/>
          <p:cNvSpPr>
            <a:spLocks noGrp="1"/>
          </p:cNvSpPr>
          <p:nvPr>
            <p:ph type="pic" sz="quarter" idx="24"/>
          </p:nvPr>
        </p:nvSpPr>
        <p:spPr>
          <a:xfrm>
            <a:off x="6045473"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8" name="Picture Placeholder 2"/>
          <p:cNvSpPr>
            <a:spLocks noGrp="1"/>
          </p:cNvSpPr>
          <p:nvPr>
            <p:ph type="pic" sz="quarter" idx="25"/>
          </p:nvPr>
        </p:nvSpPr>
        <p:spPr>
          <a:xfrm>
            <a:off x="4156969"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2"/>
          <p:cNvSpPr>
            <a:spLocks noGrp="1"/>
          </p:cNvSpPr>
          <p:nvPr>
            <p:ph type="pic" sz="quarter" idx="26"/>
          </p:nvPr>
        </p:nvSpPr>
        <p:spPr>
          <a:xfrm>
            <a:off x="380769"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32" name="Picture Placeholder 2"/>
          <p:cNvSpPr>
            <a:spLocks noGrp="1"/>
          </p:cNvSpPr>
          <p:nvPr>
            <p:ph type="pic" sz="quarter" idx="27"/>
          </p:nvPr>
        </p:nvSpPr>
        <p:spPr>
          <a:xfrm>
            <a:off x="2268811"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33" name="Picture Placeholder 2"/>
          <p:cNvSpPr>
            <a:spLocks noGrp="1"/>
          </p:cNvSpPr>
          <p:nvPr>
            <p:ph type="pic" sz="quarter" idx="28"/>
          </p:nvPr>
        </p:nvSpPr>
        <p:spPr>
          <a:xfrm>
            <a:off x="380769"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Tree>
    <p:extLst>
      <p:ext uri="{BB962C8B-B14F-4D97-AF65-F5344CB8AC3E}">
        <p14:creationId xmlns:p14="http://schemas.microsoft.com/office/powerpoint/2010/main" val="1678830210"/>
      </p:ext>
    </p:extLst>
  </p:cSld>
  <p:clrMapOvr>
    <a:masterClrMapping/>
  </p:clrMapOvr>
  <p:transition spd="slow" advTm="2000">
    <p:blinds dir="vert"/>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Portfolio 03">
    <p:spTree>
      <p:nvGrpSpPr>
        <p:cNvPr id="1" name=""/>
        <p:cNvGrpSpPr/>
        <p:nvPr/>
      </p:nvGrpSpPr>
      <p:grpSpPr>
        <a:xfrm>
          <a:off x="0" y="0"/>
          <a:ext cx="0" cy="0"/>
          <a:chOff x="0" y="0"/>
          <a:chExt cx="0" cy="0"/>
        </a:xfrm>
      </p:grpSpPr>
      <p:sp>
        <p:nvSpPr>
          <p:cNvPr id="10" name="Picture Placeholder 2"/>
          <p:cNvSpPr>
            <a:spLocks noGrp="1"/>
          </p:cNvSpPr>
          <p:nvPr>
            <p:ph type="pic" sz="quarter" idx="20"/>
          </p:nvPr>
        </p:nvSpPr>
        <p:spPr>
          <a:xfrm>
            <a:off x="763406" y="1913999"/>
            <a:ext cx="5239701" cy="4122215"/>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1" name="Picture Placeholder 2"/>
          <p:cNvSpPr>
            <a:spLocks noGrp="1"/>
          </p:cNvSpPr>
          <p:nvPr>
            <p:ph type="pic" sz="quarter" idx="21"/>
          </p:nvPr>
        </p:nvSpPr>
        <p:spPr>
          <a:xfrm>
            <a:off x="6139500" y="1913999"/>
            <a:ext cx="5239701" cy="4122215"/>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307342664"/>
      </p:ext>
    </p:extLst>
  </p:cSld>
  <p:clrMapOvr>
    <a:masterClrMapping/>
  </p:clrMapOvr>
  <p:transition spd="slow" advTm="2000">
    <p:blinds dir="vert"/>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Portfolio 04">
    <p:spTree>
      <p:nvGrpSpPr>
        <p:cNvPr id="1" name=""/>
        <p:cNvGrpSpPr/>
        <p:nvPr/>
      </p:nvGrpSpPr>
      <p:grpSpPr>
        <a:xfrm>
          <a:off x="0" y="0"/>
          <a:ext cx="0" cy="0"/>
          <a:chOff x="0" y="0"/>
          <a:chExt cx="0" cy="0"/>
        </a:xfrm>
      </p:grpSpPr>
      <p:sp>
        <p:nvSpPr>
          <p:cNvPr id="14" name="Picture Placeholder 13"/>
          <p:cNvSpPr>
            <a:spLocks noGrp="1"/>
          </p:cNvSpPr>
          <p:nvPr>
            <p:ph type="pic" sz="quarter" idx="35"/>
          </p:nvPr>
        </p:nvSpPr>
        <p:spPr>
          <a:xfrm>
            <a:off x="762145" y="1969443"/>
            <a:ext cx="4288745" cy="4126558"/>
          </a:xfrm>
          <a:custGeom>
            <a:avLst/>
            <a:gdLst>
              <a:gd name="connsiteX0" fmla="*/ 0 w 4288745"/>
              <a:gd name="connsiteY0" fmla="*/ 0 h 4126558"/>
              <a:gd name="connsiteX1" fmla="*/ 4288745 w 4288745"/>
              <a:gd name="connsiteY1" fmla="*/ 0 h 4126558"/>
              <a:gd name="connsiteX2" fmla="*/ 4288745 w 4288745"/>
              <a:gd name="connsiteY2" fmla="*/ 4126558 h 4126558"/>
              <a:gd name="connsiteX3" fmla="*/ 0 w 4288745"/>
              <a:gd name="connsiteY3" fmla="*/ 4126558 h 4126558"/>
            </a:gdLst>
            <a:ahLst/>
            <a:cxnLst>
              <a:cxn ang="0">
                <a:pos x="connsiteX0" y="connsiteY0"/>
              </a:cxn>
              <a:cxn ang="0">
                <a:pos x="connsiteX1" y="connsiteY1"/>
              </a:cxn>
              <a:cxn ang="0">
                <a:pos x="connsiteX2" y="connsiteY2"/>
              </a:cxn>
              <a:cxn ang="0">
                <a:pos x="connsiteX3" y="connsiteY3"/>
              </a:cxn>
            </a:cxnLst>
            <a:rect l="l" t="t" r="r" b="b"/>
            <a:pathLst>
              <a:path w="4288745" h="4126558">
                <a:moveTo>
                  <a:pt x="0" y="0"/>
                </a:moveTo>
                <a:lnTo>
                  <a:pt x="4288745" y="0"/>
                </a:lnTo>
                <a:lnTo>
                  <a:pt x="4288745" y="4126558"/>
                </a:lnTo>
                <a:lnTo>
                  <a:pt x="0" y="4126558"/>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1" name="Picture Placeholder 20"/>
          <p:cNvSpPr>
            <a:spLocks noGrp="1"/>
          </p:cNvSpPr>
          <p:nvPr>
            <p:ph type="pic" sz="quarter" idx="36"/>
          </p:nvPr>
        </p:nvSpPr>
        <p:spPr>
          <a:xfrm>
            <a:off x="5185116"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2" name="Picture Placeholder 21"/>
          <p:cNvSpPr>
            <a:spLocks noGrp="1"/>
          </p:cNvSpPr>
          <p:nvPr>
            <p:ph type="pic" sz="quarter" idx="37"/>
          </p:nvPr>
        </p:nvSpPr>
        <p:spPr>
          <a:xfrm>
            <a:off x="5178407"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3" name="Picture Placeholder 22"/>
          <p:cNvSpPr>
            <a:spLocks noGrp="1"/>
          </p:cNvSpPr>
          <p:nvPr>
            <p:ph type="pic" sz="quarter" idx="38"/>
          </p:nvPr>
        </p:nvSpPr>
        <p:spPr>
          <a:xfrm>
            <a:off x="7315177"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4" name="Picture Placeholder 23"/>
          <p:cNvSpPr>
            <a:spLocks noGrp="1"/>
          </p:cNvSpPr>
          <p:nvPr>
            <p:ph type="pic" sz="quarter" idx="39"/>
          </p:nvPr>
        </p:nvSpPr>
        <p:spPr>
          <a:xfrm>
            <a:off x="7308468"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5"/>
          <p:cNvSpPr>
            <a:spLocks noGrp="1"/>
          </p:cNvSpPr>
          <p:nvPr>
            <p:ph type="pic" sz="quarter" idx="40"/>
          </p:nvPr>
        </p:nvSpPr>
        <p:spPr>
          <a:xfrm>
            <a:off x="9435974"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5" name="Picture Placeholder 24"/>
          <p:cNvSpPr>
            <a:spLocks noGrp="1"/>
          </p:cNvSpPr>
          <p:nvPr>
            <p:ph type="pic" sz="quarter" idx="41"/>
          </p:nvPr>
        </p:nvSpPr>
        <p:spPr>
          <a:xfrm>
            <a:off x="9442683"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1472576051"/>
      </p:ext>
    </p:extLst>
  </p:cSld>
  <p:clrMapOvr>
    <a:masterClrMapping/>
  </p:clrMapOvr>
  <p:transition spd="slow" advTm="2000">
    <p:blinds dir="vert"/>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Portfolio 05">
    <p:spTree>
      <p:nvGrpSpPr>
        <p:cNvPr id="1" name=""/>
        <p:cNvGrpSpPr/>
        <p:nvPr/>
      </p:nvGrpSpPr>
      <p:grpSpPr>
        <a:xfrm>
          <a:off x="0" y="0"/>
          <a:ext cx="0" cy="0"/>
          <a:chOff x="0" y="0"/>
          <a:chExt cx="0" cy="0"/>
        </a:xfrm>
      </p:grpSpPr>
      <p:sp>
        <p:nvSpPr>
          <p:cNvPr id="31" name="Picture Placeholder 30"/>
          <p:cNvSpPr>
            <a:spLocks noGrp="1"/>
          </p:cNvSpPr>
          <p:nvPr>
            <p:ph type="pic" sz="quarter" idx="46"/>
          </p:nvPr>
        </p:nvSpPr>
        <p:spPr>
          <a:xfrm>
            <a:off x="607312" y="1896743"/>
            <a:ext cx="5605346" cy="1993900"/>
          </a:xfrm>
          <a:custGeom>
            <a:avLst/>
            <a:gdLst>
              <a:gd name="connsiteX0" fmla="*/ 29410 w 5605346"/>
              <a:gd name="connsiteY0" fmla="*/ 0 h 1993900"/>
              <a:gd name="connsiteX1" fmla="*/ 5575936 w 5605346"/>
              <a:gd name="connsiteY1" fmla="*/ 0 h 1993900"/>
              <a:gd name="connsiteX2" fmla="*/ 5605346 w 5605346"/>
              <a:gd name="connsiteY2" fmla="*/ 29410 h 1993900"/>
              <a:gd name="connsiteX3" fmla="*/ 5605346 w 5605346"/>
              <a:gd name="connsiteY3" fmla="*/ 1993900 h 1993900"/>
              <a:gd name="connsiteX4" fmla="*/ 0 w 5605346"/>
              <a:gd name="connsiteY4" fmla="*/ 1993900 h 1993900"/>
              <a:gd name="connsiteX5" fmla="*/ 0 w 5605346"/>
              <a:gd name="connsiteY5" fmla="*/ 29410 h 1993900"/>
              <a:gd name="connsiteX6" fmla="*/ 29410 w 5605346"/>
              <a:gd name="connsiteY6" fmla="*/ 0 h 199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5346" h="1993900">
                <a:moveTo>
                  <a:pt x="29410" y="0"/>
                </a:moveTo>
                <a:lnTo>
                  <a:pt x="5575936" y="0"/>
                </a:lnTo>
                <a:cubicBezTo>
                  <a:pt x="5592179" y="0"/>
                  <a:pt x="5605346" y="13167"/>
                  <a:pt x="5605346" y="29410"/>
                </a:cubicBezTo>
                <a:lnTo>
                  <a:pt x="5605346" y="1993900"/>
                </a:lnTo>
                <a:lnTo>
                  <a:pt x="0" y="1993900"/>
                </a:lnTo>
                <a:lnTo>
                  <a:pt x="0" y="29410"/>
                </a:lnTo>
                <a:cubicBezTo>
                  <a:pt x="0" y="13167"/>
                  <a:pt x="13167" y="0"/>
                  <a:pt x="29410"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3" name="Picture Placeholder 32"/>
          <p:cNvSpPr>
            <a:spLocks noGrp="1"/>
          </p:cNvSpPr>
          <p:nvPr>
            <p:ph type="pic" sz="quarter" idx="47"/>
          </p:nvPr>
        </p:nvSpPr>
        <p:spPr>
          <a:xfrm>
            <a:off x="607311"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9" name="Picture Placeholder 38"/>
          <p:cNvSpPr>
            <a:spLocks noGrp="1"/>
          </p:cNvSpPr>
          <p:nvPr>
            <p:ph type="pic" sz="quarter" idx="48"/>
          </p:nvPr>
        </p:nvSpPr>
        <p:spPr>
          <a:xfrm>
            <a:off x="2495584"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40" name="Picture Placeholder 39"/>
          <p:cNvSpPr>
            <a:spLocks noGrp="1"/>
          </p:cNvSpPr>
          <p:nvPr>
            <p:ph type="pic" sz="quarter" idx="49"/>
          </p:nvPr>
        </p:nvSpPr>
        <p:spPr>
          <a:xfrm>
            <a:off x="4383857"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2" name="Picture Placeholder 31"/>
          <p:cNvSpPr>
            <a:spLocks noGrp="1"/>
          </p:cNvSpPr>
          <p:nvPr>
            <p:ph type="pic" sz="quarter" idx="50"/>
          </p:nvPr>
        </p:nvSpPr>
        <p:spPr>
          <a:xfrm>
            <a:off x="6352358" y="1896743"/>
            <a:ext cx="5239701" cy="4122215"/>
          </a:xfrm>
          <a:custGeom>
            <a:avLst/>
            <a:gdLst>
              <a:gd name="connsiteX0" fmla="*/ 60803 w 5239701"/>
              <a:gd name="connsiteY0" fmla="*/ 0 h 4122215"/>
              <a:gd name="connsiteX1" fmla="*/ 5178898 w 5239701"/>
              <a:gd name="connsiteY1" fmla="*/ 0 h 4122215"/>
              <a:gd name="connsiteX2" fmla="*/ 5239701 w 5239701"/>
              <a:gd name="connsiteY2" fmla="*/ 60803 h 4122215"/>
              <a:gd name="connsiteX3" fmla="*/ 5239701 w 5239701"/>
              <a:gd name="connsiteY3" fmla="*/ 4122215 h 4122215"/>
              <a:gd name="connsiteX4" fmla="*/ 0 w 5239701"/>
              <a:gd name="connsiteY4" fmla="*/ 4122215 h 4122215"/>
              <a:gd name="connsiteX5" fmla="*/ 0 w 5239701"/>
              <a:gd name="connsiteY5" fmla="*/ 60803 h 4122215"/>
              <a:gd name="connsiteX6" fmla="*/ 60803 w 5239701"/>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9701" h="4122215">
                <a:moveTo>
                  <a:pt x="60803" y="0"/>
                </a:moveTo>
                <a:lnTo>
                  <a:pt x="5178898" y="0"/>
                </a:lnTo>
                <a:cubicBezTo>
                  <a:pt x="5212479" y="0"/>
                  <a:pt x="5239701" y="27222"/>
                  <a:pt x="5239701" y="60803"/>
                </a:cubicBezTo>
                <a:lnTo>
                  <a:pt x="5239701" y="4122215"/>
                </a:lnTo>
                <a:lnTo>
                  <a:pt x="0" y="4122215"/>
                </a:lnTo>
                <a:lnTo>
                  <a:pt x="0" y="60803"/>
                </a:lnTo>
                <a:cubicBezTo>
                  <a:pt x="0" y="27222"/>
                  <a:pt x="27222" y="0"/>
                  <a:pt x="6080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1578019569"/>
      </p:ext>
    </p:extLst>
  </p:cSld>
  <p:clrMapOvr>
    <a:masterClrMapping/>
  </p:clrMapOvr>
  <p:transition spd="slow" advTm="2000">
    <p:blinds dir="vert"/>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Portfolio 06">
    <p:spTree>
      <p:nvGrpSpPr>
        <p:cNvPr id="1" name=""/>
        <p:cNvGrpSpPr/>
        <p:nvPr/>
      </p:nvGrpSpPr>
      <p:grpSpPr>
        <a:xfrm>
          <a:off x="0" y="0"/>
          <a:ext cx="0" cy="0"/>
          <a:chOff x="0" y="0"/>
          <a:chExt cx="0" cy="0"/>
        </a:xfrm>
      </p:grpSpPr>
      <p:sp>
        <p:nvSpPr>
          <p:cNvPr id="30" name="Picture Placeholder 29"/>
          <p:cNvSpPr>
            <a:spLocks noGrp="1"/>
          </p:cNvSpPr>
          <p:nvPr>
            <p:ph type="pic" sz="quarter" idx="50"/>
          </p:nvPr>
        </p:nvSpPr>
        <p:spPr>
          <a:xfrm>
            <a:off x="772350"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30"/>
          <p:cNvSpPr>
            <a:spLocks noGrp="1"/>
          </p:cNvSpPr>
          <p:nvPr>
            <p:ph type="pic" sz="quarter" idx="51"/>
          </p:nvPr>
        </p:nvSpPr>
        <p:spPr>
          <a:xfrm>
            <a:off x="3463048"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2" name="Picture Placeholder 31"/>
          <p:cNvSpPr>
            <a:spLocks noGrp="1"/>
          </p:cNvSpPr>
          <p:nvPr>
            <p:ph type="pic" sz="quarter" idx="52"/>
          </p:nvPr>
        </p:nvSpPr>
        <p:spPr>
          <a:xfrm>
            <a:off x="6143950"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3" name="Picture Placeholder 32"/>
          <p:cNvSpPr>
            <a:spLocks noGrp="1"/>
          </p:cNvSpPr>
          <p:nvPr>
            <p:ph type="pic" sz="quarter" idx="53"/>
          </p:nvPr>
        </p:nvSpPr>
        <p:spPr>
          <a:xfrm>
            <a:off x="8811194"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272094577"/>
      </p:ext>
    </p:extLst>
  </p:cSld>
  <p:clrMapOvr>
    <a:masterClrMapping/>
  </p:clrMapOvr>
  <p:transition spd="slow" advTm="2000">
    <p:blinds dir="vert"/>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Portfolio 07">
    <p:spTree>
      <p:nvGrpSpPr>
        <p:cNvPr id="1" name=""/>
        <p:cNvGrpSpPr/>
        <p:nvPr/>
      </p:nvGrpSpPr>
      <p:grpSpPr>
        <a:xfrm>
          <a:off x="0" y="0"/>
          <a:ext cx="0" cy="0"/>
          <a:chOff x="0" y="0"/>
          <a:chExt cx="0" cy="0"/>
        </a:xfrm>
      </p:grpSpPr>
      <p:sp>
        <p:nvSpPr>
          <p:cNvPr id="33" name="Picture Placeholder 32"/>
          <p:cNvSpPr>
            <a:spLocks noGrp="1"/>
          </p:cNvSpPr>
          <p:nvPr>
            <p:ph type="pic" sz="quarter" idx="53"/>
          </p:nvPr>
        </p:nvSpPr>
        <p:spPr>
          <a:xfrm>
            <a:off x="767399" y="1936699"/>
            <a:ext cx="5239701" cy="1976644"/>
          </a:xfrm>
          <a:custGeom>
            <a:avLst/>
            <a:gdLst>
              <a:gd name="connsiteX0" fmla="*/ 29155 w 5239701"/>
              <a:gd name="connsiteY0" fmla="*/ 0 h 1976644"/>
              <a:gd name="connsiteX1" fmla="*/ 5210546 w 5239701"/>
              <a:gd name="connsiteY1" fmla="*/ 0 h 1976644"/>
              <a:gd name="connsiteX2" fmla="*/ 5239701 w 5239701"/>
              <a:gd name="connsiteY2" fmla="*/ 29155 h 1976644"/>
              <a:gd name="connsiteX3" fmla="*/ 5239701 w 5239701"/>
              <a:gd name="connsiteY3" fmla="*/ 1976644 h 1976644"/>
              <a:gd name="connsiteX4" fmla="*/ 0 w 5239701"/>
              <a:gd name="connsiteY4" fmla="*/ 1976644 h 1976644"/>
              <a:gd name="connsiteX5" fmla="*/ 0 w 5239701"/>
              <a:gd name="connsiteY5" fmla="*/ 29155 h 1976644"/>
              <a:gd name="connsiteX6" fmla="*/ 29155 w 5239701"/>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9701" h="1976644">
                <a:moveTo>
                  <a:pt x="29155" y="0"/>
                </a:moveTo>
                <a:lnTo>
                  <a:pt x="5210546" y="0"/>
                </a:lnTo>
                <a:cubicBezTo>
                  <a:pt x="5226648" y="0"/>
                  <a:pt x="5239701" y="13053"/>
                  <a:pt x="5239701" y="29155"/>
                </a:cubicBezTo>
                <a:lnTo>
                  <a:pt x="5239701"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4" name="Picture Placeholder 33"/>
          <p:cNvSpPr>
            <a:spLocks noGrp="1"/>
          </p:cNvSpPr>
          <p:nvPr>
            <p:ph type="pic" sz="quarter" idx="54"/>
          </p:nvPr>
        </p:nvSpPr>
        <p:spPr>
          <a:xfrm>
            <a:off x="6126186" y="1936699"/>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5" name="Picture Placeholder 34"/>
          <p:cNvSpPr>
            <a:spLocks noGrp="1"/>
          </p:cNvSpPr>
          <p:nvPr>
            <p:ph type="pic" sz="quarter" idx="55"/>
          </p:nvPr>
        </p:nvSpPr>
        <p:spPr>
          <a:xfrm>
            <a:off x="8811376" y="1936699"/>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9" name="Picture Placeholder 38"/>
          <p:cNvSpPr>
            <a:spLocks noGrp="1"/>
          </p:cNvSpPr>
          <p:nvPr>
            <p:ph type="pic" sz="quarter" idx="56"/>
          </p:nvPr>
        </p:nvSpPr>
        <p:spPr>
          <a:xfrm>
            <a:off x="8821159" y="4042312"/>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8" name="Picture Placeholder 37"/>
          <p:cNvSpPr>
            <a:spLocks noGrp="1"/>
          </p:cNvSpPr>
          <p:nvPr>
            <p:ph type="pic" sz="quarter" idx="57"/>
          </p:nvPr>
        </p:nvSpPr>
        <p:spPr>
          <a:xfrm>
            <a:off x="6134966" y="4042312"/>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7" name="Picture Placeholder 36"/>
          <p:cNvSpPr>
            <a:spLocks noGrp="1"/>
          </p:cNvSpPr>
          <p:nvPr>
            <p:ph type="pic" sz="quarter" idx="58"/>
          </p:nvPr>
        </p:nvSpPr>
        <p:spPr>
          <a:xfrm>
            <a:off x="3463047" y="4042313"/>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6" name="Picture Placeholder 35"/>
          <p:cNvSpPr>
            <a:spLocks noGrp="1"/>
          </p:cNvSpPr>
          <p:nvPr>
            <p:ph type="pic" sz="quarter" idx="59"/>
          </p:nvPr>
        </p:nvSpPr>
        <p:spPr>
          <a:xfrm>
            <a:off x="767398" y="4042313"/>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414377620"/>
      </p:ext>
    </p:extLst>
  </p:cSld>
  <p:clrMapOvr>
    <a:masterClrMapping/>
  </p:clrMapOvr>
  <p:transition spd="slow" advTm="2000">
    <p:blinds dir="vert"/>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Portfolio 08">
    <p:spTree>
      <p:nvGrpSpPr>
        <p:cNvPr id="1" name=""/>
        <p:cNvGrpSpPr/>
        <p:nvPr/>
      </p:nvGrpSpPr>
      <p:grpSpPr>
        <a:xfrm>
          <a:off x="0" y="0"/>
          <a:ext cx="0" cy="0"/>
          <a:chOff x="0" y="0"/>
          <a:chExt cx="0" cy="0"/>
        </a:xfrm>
      </p:grpSpPr>
      <p:sp>
        <p:nvSpPr>
          <p:cNvPr id="16" name="Picture Placeholder 15"/>
          <p:cNvSpPr>
            <a:spLocks noGrp="1"/>
          </p:cNvSpPr>
          <p:nvPr>
            <p:ph type="pic" sz="quarter" idx="59"/>
          </p:nvPr>
        </p:nvSpPr>
        <p:spPr>
          <a:xfrm>
            <a:off x="1048189" y="2210372"/>
            <a:ext cx="3920051" cy="3580827"/>
          </a:xfrm>
          <a:custGeom>
            <a:avLst/>
            <a:gdLst>
              <a:gd name="connsiteX0" fmla="*/ 44510 w 3920051"/>
              <a:gd name="connsiteY0" fmla="*/ 0 h 3580827"/>
              <a:gd name="connsiteX1" fmla="*/ 3875541 w 3920051"/>
              <a:gd name="connsiteY1" fmla="*/ 0 h 3580827"/>
              <a:gd name="connsiteX2" fmla="*/ 3920051 w 3920051"/>
              <a:gd name="connsiteY2" fmla="*/ 44510 h 3580827"/>
              <a:gd name="connsiteX3" fmla="*/ 3920051 w 3920051"/>
              <a:gd name="connsiteY3" fmla="*/ 3580827 h 3580827"/>
              <a:gd name="connsiteX4" fmla="*/ 0 w 3920051"/>
              <a:gd name="connsiteY4" fmla="*/ 3580827 h 3580827"/>
              <a:gd name="connsiteX5" fmla="*/ 0 w 3920051"/>
              <a:gd name="connsiteY5" fmla="*/ 44510 h 3580827"/>
              <a:gd name="connsiteX6" fmla="*/ 44510 w 3920051"/>
              <a:gd name="connsiteY6" fmla="*/ 0 h 358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20051" h="3580827">
                <a:moveTo>
                  <a:pt x="44510" y="0"/>
                </a:moveTo>
                <a:lnTo>
                  <a:pt x="3875541" y="0"/>
                </a:lnTo>
                <a:cubicBezTo>
                  <a:pt x="3900123" y="0"/>
                  <a:pt x="3920051" y="19928"/>
                  <a:pt x="3920051" y="44510"/>
                </a:cubicBezTo>
                <a:lnTo>
                  <a:pt x="3920051" y="3580827"/>
                </a:lnTo>
                <a:lnTo>
                  <a:pt x="0" y="3580827"/>
                </a:lnTo>
                <a:lnTo>
                  <a:pt x="0" y="44510"/>
                </a:lnTo>
                <a:cubicBezTo>
                  <a:pt x="0" y="19928"/>
                  <a:pt x="19928" y="0"/>
                  <a:pt x="44510"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7" name="Picture Placeholder 16"/>
          <p:cNvSpPr>
            <a:spLocks noGrp="1"/>
          </p:cNvSpPr>
          <p:nvPr>
            <p:ph type="pic" sz="quarter" idx="60"/>
          </p:nvPr>
        </p:nvSpPr>
        <p:spPr>
          <a:xfrm>
            <a:off x="5056309" y="221037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8" name="Picture Placeholder 17"/>
          <p:cNvSpPr>
            <a:spLocks noGrp="1"/>
          </p:cNvSpPr>
          <p:nvPr>
            <p:ph type="pic" sz="quarter" idx="61"/>
          </p:nvPr>
        </p:nvSpPr>
        <p:spPr>
          <a:xfrm>
            <a:off x="5056309" y="404679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9" name="Picture Placeholder 18"/>
          <p:cNvSpPr>
            <a:spLocks noGrp="1"/>
          </p:cNvSpPr>
          <p:nvPr>
            <p:ph type="pic" sz="quarter" idx="62"/>
          </p:nvPr>
        </p:nvSpPr>
        <p:spPr>
          <a:xfrm>
            <a:off x="7065864" y="404679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0" name="Picture Placeholder 19"/>
          <p:cNvSpPr>
            <a:spLocks noGrp="1"/>
          </p:cNvSpPr>
          <p:nvPr>
            <p:ph type="pic" sz="quarter" idx="63"/>
          </p:nvPr>
        </p:nvSpPr>
        <p:spPr>
          <a:xfrm>
            <a:off x="9075419" y="2210372"/>
            <a:ext cx="1943100" cy="3580827"/>
          </a:xfrm>
          <a:custGeom>
            <a:avLst/>
            <a:gdLst>
              <a:gd name="connsiteX0" fmla="*/ 24153 w 1943100"/>
              <a:gd name="connsiteY0" fmla="*/ 0 h 3580827"/>
              <a:gd name="connsiteX1" fmla="*/ 1918947 w 1943100"/>
              <a:gd name="connsiteY1" fmla="*/ 0 h 3580827"/>
              <a:gd name="connsiteX2" fmla="*/ 1943100 w 1943100"/>
              <a:gd name="connsiteY2" fmla="*/ 24153 h 3580827"/>
              <a:gd name="connsiteX3" fmla="*/ 1943100 w 1943100"/>
              <a:gd name="connsiteY3" fmla="*/ 3580827 h 3580827"/>
              <a:gd name="connsiteX4" fmla="*/ 0 w 1943100"/>
              <a:gd name="connsiteY4" fmla="*/ 3580827 h 3580827"/>
              <a:gd name="connsiteX5" fmla="*/ 0 w 1943100"/>
              <a:gd name="connsiteY5" fmla="*/ 24153 h 3580827"/>
              <a:gd name="connsiteX6" fmla="*/ 24153 w 1943100"/>
              <a:gd name="connsiteY6" fmla="*/ 0 h 358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100" h="3580827">
                <a:moveTo>
                  <a:pt x="24153" y="0"/>
                </a:moveTo>
                <a:lnTo>
                  <a:pt x="1918947" y="0"/>
                </a:lnTo>
                <a:cubicBezTo>
                  <a:pt x="1932286" y="0"/>
                  <a:pt x="1943100" y="10814"/>
                  <a:pt x="1943100" y="24153"/>
                </a:cubicBezTo>
                <a:lnTo>
                  <a:pt x="1943100" y="3580827"/>
                </a:lnTo>
                <a:lnTo>
                  <a:pt x="0" y="3580827"/>
                </a:lnTo>
                <a:lnTo>
                  <a:pt x="0" y="24153"/>
                </a:lnTo>
                <a:cubicBezTo>
                  <a:pt x="0" y="10814"/>
                  <a:pt x="10814" y="0"/>
                  <a:pt x="2415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295602969"/>
      </p:ext>
    </p:extLst>
  </p:cSld>
  <p:clrMapOvr>
    <a:masterClrMapping/>
  </p:clrMapOvr>
  <p:transition spd="slow" advTm="2000">
    <p:blinds dir="vert"/>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Portfolio 09">
    <p:spTree>
      <p:nvGrpSpPr>
        <p:cNvPr id="1" name=""/>
        <p:cNvGrpSpPr/>
        <p:nvPr/>
      </p:nvGrpSpPr>
      <p:grpSpPr>
        <a:xfrm>
          <a:off x="0" y="0"/>
          <a:ext cx="0" cy="0"/>
          <a:chOff x="0" y="0"/>
          <a:chExt cx="0" cy="0"/>
        </a:xfrm>
      </p:grpSpPr>
      <p:sp>
        <p:nvSpPr>
          <p:cNvPr id="19" name="Picture Placeholder 18"/>
          <p:cNvSpPr>
            <a:spLocks noGrp="1"/>
          </p:cNvSpPr>
          <p:nvPr>
            <p:ph type="pic" sz="quarter" idx="41"/>
          </p:nvPr>
        </p:nvSpPr>
        <p:spPr>
          <a:xfrm>
            <a:off x="148281" y="135925"/>
            <a:ext cx="7896014" cy="4349576"/>
          </a:xfrm>
          <a:custGeom>
            <a:avLst/>
            <a:gdLst>
              <a:gd name="connsiteX0" fmla="*/ 0 w 7896014"/>
              <a:gd name="connsiteY0" fmla="*/ 0 h 4349576"/>
              <a:gd name="connsiteX1" fmla="*/ 7896014 w 7896014"/>
              <a:gd name="connsiteY1" fmla="*/ 0 h 4349576"/>
              <a:gd name="connsiteX2" fmla="*/ 7896014 w 7896014"/>
              <a:gd name="connsiteY2" fmla="*/ 4349576 h 4349576"/>
              <a:gd name="connsiteX3" fmla="*/ 0 w 7896014"/>
              <a:gd name="connsiteY3" fmla="*/ 4349576 h 4349576"/>
            </a:gdLst>
            <a:ahLst/>
            <a:cxnLst>
              <a:cxn ang="0">
                <a:pos x="connsiteX0" y="connsiteY0"/>
              </a:cxn>
              <a:cxn ang="0">
                <a:pos x="connsiteX1" y="connsiteY1"/>
              </a:cxn>
              <a:cxn ang="0">
                <a:pos x="connsiteX2" y="connsiteY2"/>
              </a:cxn>
              <a:cxn ang="0">
                <a:pos x="connsiteX3" y="connsiteY3"/>
              </a:cxn>
            </a:cxnLst>
            <a:rect l="l" t="t" r="r" b="b"/>
            <a:pathLst>
              <a:path w="7896014" h="4349576">
                <a:moveTo>
                  <a:pt x="0" y="0"/>
                </a:moveTo>
                <a:lnTo>
                  <a:pt x="7896014" y="0"/>
                </a:lnTo>
                <a:lnTo>
                  <a:pt x="7896014" y="4349576"/>
                </a:lnTo>
                <a:lnTo>
                  <a:pt x="0" y="4349576"/>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0" name="Picture Placeholder 19"/>
          <p:cNvSpPr>
            <a:spLocks noGrp="1"/>
          </p:cNvSpPr>
          <p:nvPr>
            <p:ph type="pic" sz="quarter" idx="42"/>
          </p:nvPr>
        </p:nvSpPr>
        <p:spPr>
          <a:xfrm>
            <a:off x="8167816"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1" name="Picture Placeholder 20"/>
          <p:cNvSpPr>
            <a:spLocks noGrp="1"/>
          </p:cNvSpPr>
          <p:nvPr>
            <p:ph type="pic" sz="quarter" idx="43"/>
          </p:nvPr>
        </p:nvSpPr>
        <p:spPr>
          <a:xfrm>
            <a:off x="8167816" y="2372497"/>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4" name="Picture Placeholder 23"/>
          <p:cNvSpPr>
            <a:spLocks noGrp="1"/>
          </p:cNvSpPr>
          <p:nvPr>
            <p:ph type="pic" sz="quarter" idx="44"/>
          </p:nvPr>
        </p:nvSpPr>
        <p:spPr>
          <a:xfrm>
            <a:off x="8167816"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3" name="Picture Placeholder 22"/>
          <p:cNvSpPr>
            <a:spLocks noGrp="1"/>
          </p:cNvSpPr>
          <p:nvPr>
            <p:ph type="pic" sz="quarter" idx="45"/>
          </p:nvPr>
        </p:nvSpPr>
        <p:spPr>
          <a:xfrm>
            <a:off x="4158048"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2" name="Picture Placeholder 21"/>
          <p:cNvSpPr>
            <a:spLocks noGrp="1"/>
          </p:cNvSpPr>
          <p:nvPr>
            <p:ph type="pic" sz="quarter" idx="46"/>
          </p:nvPr>
        </p:nvSpPr>
        <p:spPr>
          <a:xfrm>
            <a:off x="148281"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18064278"/>
      </p:ext>
    </p:extLst>
  </p:cSld>
  <p:clrMapOvr>
    <a:masterClrMapping/>
  </p:clrMapOvr>
  <p:transition spd="slow" advTm="2000">
    <p:blinds dir="vert"/>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Portfolio 10">
    <p:spTree>
      <p:nvGrpSpPr>
        <p:cNvPr id="1" name=""/>
        <p:cNvGrpSpPr/>
        <p:nvPr/>
      </p:nvGrpSpPr>
      <p:grpSpPr>
        <a:xfrm>
          <a:off x="0" y="0"/>
          <a:ext cx="0" cy="0"/>
          <a:chOff x="0" y="0"/>
          <a:chExt cx="0" cy="0"/>
        </a:xfrm>
      </p:grpSpPr>
      <p:grpSp>
        <p:nvGrpSpPr>
          <p:cNvPr id="9" name="Group 6"/>
          <p:cNvGrpSpPr>
            <a:grpSpLocks noChangeAspect="1"/>
          </p:cNvGrpSpPr>
          <p:nvPr/>
        </p:nvGrpSpPr>
        <p:grpSpPr bwMode="auto">
          <a:xfrm>
            <a:off x="-892810" y="-640436"/>
            <a:ext cx="6988809" cy="7446155"/>
            <a:chOff x="3053" y="1324"/>
            <a:chExt cx="1574" cy="1677"/>
          </a:xfrm>
          <a:gradFill>
            <a:gsLst>
              <a:gs pos="0">
                <a:schemeClr val="accent5">
                  <a:lumMod val="67000"/>
                  <a:alpha val="0"/>
                </a:schemeClr>
              </a:gs>
              <a:gs pos="48000">
                <a:schemeClr val="accent3">
                  <a:alpha val="0"/>
                </a:schemeClr>
              </a:gs>
              <a:gs pos="100000">
                <a:schemeClr val="accent6">
                  <a:alpha val="16000"/>
                </a:schemeClr>
              </a:gs>
            </a:gsLst>
            <a:path path="circle">
              <a:fillToRect l="100000" t="100000"/>
            </a:path>
          </a:gradFill>
        </p:grpSpPr>
        <p:sp>
          <p:nvSpPr>
            <p:cNvPr id="10" name="Freeform 7"/>
            <p:cNvSpPr>
              <a:spLocks/>
            </p:cNvSpPr>
            <p:nvPr/>
          </p:nvSpPr>
          <p:spPr bwMode="auto">
            <a:xfrm>
              <a:off x="3972" y="1324"/>
              <a:ext cx="655" cy="1044"/>
            </a:xfrm>
            <a:custGeom>
              <a:avLst/>
              <a:gdLst>
                <a:gd name="T0" fmla="*/ 4 w 276"/>
                <a:gd name="T1" fmla="*/ 21 h 440"/>
                <a:gd name="T2" fmla="*/ 107 w 276"/>
                <a:gd name="T3" fmla="*/ 252 h 440"/>
                <a:gd name="T4" fmla="*/ 241 w 276"/>
                <a:gd name="T5" fmla="*/ 425 h 440"/>
                <a:gd name="T6" fmla="*/ 275 w 276"/>
                <a:gd name="T7" fmla="*/ 423 h 440"/>
                <a:gd name="T8" fmla="*/ 276 w 276"/>
                <a:gd name="T9" fmla="*/ 220 h 440"/>
                <a:gd name="T10" fmla="*/ 215 w 276"/>
                <a:gd name="T11" fmla="*/ 114 h 440"/>
                <a:gd name="T12" fmla="*/ 26 w 276"/>
                <a:gd name="T13" fmla="*/ 5 h 440"/>
                <a:gd name="T14" fmla="*/ 4 w 276"/>
                <a:gd name="T15" fmla="*/ 21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440">
                  <a:moveTo>
                    <a:pt x="4" y="21"/>
                  </a:moveTo>
                  <a:cubicBezTo>
                    <a:pt x="22" y="73"/>
                    <a:pt x="56" y="163"/>
                    <a:pt x="107" y="252"/>
                  </a:cubicBezTo>
                  <a:cubicBezTo>
                    <a:pt x="143" y="313"/>
                    <a:pt x="197" y="377"/>
                    <a:pt x="241" y="425"/>
                  </a:cubicBezTo>
                  <a:cubicBezTo>
                    <a:pt x="255" y="440"/>
                    <a:pt x="276" y="436"/>
                    <a:pt x="275" y="423"/>
                  </a:cubicBezTo>
                  <a:cubicBezTo>
                    <a:pt x="276" y="220"/>
                    <a:pt x="276" y="220"/>
                    <a:pt x="276" y="220"/>
                  </a:cubicBezTo>
                  <a:cubicBezTo>
                    <a:pt x="276" y="181"/>
                    <a:pt x="248" y="134"/>
                    <a:pt x="215" y="114"/>
                  </a:cubicBezTo>
                  <a:cubicBezTo>
                    <a:pt x="26" y="5"/>
                    <a:pt x="26" y="5"/>
                    <a:pt x="26" y="5"/>
                  </a:cubicBezTo>
                  <a:cubicBezTo>
                    <a:pt x="17" y="0"/>
                    <a:pt x="0" y="8"/>
                    <a:pt x="4"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1" name="Freeform 8"/>
            <p:cNvSpPr>
              <a:spLocks/>
            </p:cNvSpPr>
            <p:nvPr/>
          </p:nvSpPr>
          <p:spPr bwMode="auto">
            <a:xfrm>
              <a:off x="3210" y="2548"/>
              <a:ext cx="1260" cy="453"/>
            </a:xfrm>
            <a:custGeom>
              <a:avLst/>
              <a:gdLst>
                <a:gd name="T0" fmla="*/ 519 w 531"/>
                <a:gd name="T1" fmla="*/ 32 h 191"/>
                <a:gd name="T2" fmla="*/ 269 w 531"/>
                <a:gd name="T3" fmla="*/ 0 h 191"/>
                <a:gd name="T4" fmla="*/ 14 w 531"/>
                <a:gd name="T5" fmla="*/ 32 h 191"/>
                <a:gd name="T6" fmla="*/ 9 w 531"/>
                <a:gd name="T7" fmla="*/ 59 h 191"/>
                <a:gd name="T8" fmla="*/ 204 w 531"/>
                <a:gd name="T9" fmla="*/ 171 h 191"/>
                <a:gd name="T10" fmla="*/ 326 w 531"/>
                <a:gd name="T11" fmla="*/ 172 h 191"/>
                <a:gd name="T12" fmla="*/ 520 w 531"/>
                <a:gd name="T13" fmla="*/ 60 h 191"/>
                <a:gd name="T14" fmla="*/ 519 w 531"/>
                <a:gd name="T15" fmla="*/ 32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1" h="191">
                  <a:moveTo>
                    <a:pt x="519" y="32"/>
                  </a:moveTo>
                  <a:cubicBezTo>
                    <a:pt x="457" y="17"/>
                    <a:pt x="365" y="0"/>
                    <a:pt x="269" y="0"/>
                  </a:cubicBezTo>
                  <a:cubicBezTo>
                    <a:pt x="175" y="0"/>
                    <a:pt x="80" y="17"/>
                    <a:pt x="14" y="32"/>
                  </a:cubicBezTo>
                  <a:cubicBezTo>
                    <a:pt x="0" y="36"/>
                    <a:pt x="1" y="53"/>
                    <a:pt x="9" y="59"/>
                  </a:cubicBezTo>
                  <a:cubicBezTo>
                    <a:pt x="204" y="171"/>
                    <a:pt x="204" y="171"/>
                    <a:pt x="204" y="171"/>
                  </a:cubicBezTo>
                  <a:cubicBezTo>
                    <a:pt x="238" y="191"/>
                    <a:pt x="293" y="191"/>
                    <a:pt x="326" y="172"/>
                  </a:cubicBezTo>
                  <a:cubicBezTo>
                    <a:pt x="520" y="60"/>
                    <a:pt x="520" y="60"/>
                    <a:pt x="520" y="60"/>
                  </a:cubicBezTo>
                  <a:cubicBezTo>
                    <a:pt x="530" y="54"/>
                    <a:pt x="531" y="35"/>
                    <a:pt x="51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2" name="Line 7"/>
            <p:cNvSpPr>
              <a:spLocks noChangeShapeType="1"/>
            </p:cNvSpPr>
            <p:nvPr/>
          </p:nvSpPr>
          <p:spPr bwMode="auto">
            <a:xfrm>
              <a:off x="3053" y="2349"/>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3" name="Line 8"/>
            <p:cNvSpPr>
              <a:spLocks noChangeShapeType="1"/>
            </p:cNvSpPr>
            <p:nvPr/>
          </p:nvSpPr>
          <p:spPr bwMode="auto">
            <a:xfrm>
              <a:off x="3053" y="2349"/>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4" name="Freeform 11"/>
            <p:cNvSpPr>
              <a:spLocks/>
            </p:cNvSpPr>
            <p:nvPr/>
          </p:nvSpPr>
          <p:spPr bwMode="auto">
            <a:xfrm>
              <a:off x="3511" y="1782"/>
              <a:ext cx="660" cy="529"/>
            </a:xfrm>
            <a:custGeom>
              <a:avLst/>
              <a:gdLst>
                <a:gd name="T0" fmla="*/ 8 w 278"/>
                <a:gd name="T1" fmla="*/ 199 h 223"/>
                <a:gd name="T2" fmla="*/ 21 w 278"/>
                <a:gd name="T3" fmla="*/ 223 h 223"/>
                <a:gd name="T4" fmla="*/ 139 w 278"/>
                <a:gd name="T5" fmla="*/ 215 h 223"/>
                <a:gd name="T6" fmla="*/ 257 w 278"/>
                <a:gd name="T7" fmla="*/ 223 h 223"/>
                <a:gd name="T8" fmla="*/ 270 w 278"/>
                <a:gd name="T9" fmla="*/ 199 h 223"/>
                <a:gd name="T10" fmla="*/ 207 w 278"/>
                <a:gd name="T11" fmla="*/ 113 h 223"/>
                <a:gd name="T12" fmla="*/ 155 w 278"/>
                <a:gd name="T13" fmla="*/ 13 h 223"/>
                <a:gd name="T14" fmla="*/ 126 w 278"/>
                <a:gd name="T15" fmla="*/ 13 h 223"/>
                <a:gd name="T16" fmla="*/ 75 w 278"/>
                <a:gd name="T17" fmla="*/ 106 h 223"/>
                <a:gd name="T18" fmla="*/ 8 w 278"/>
                <a:gd name="T19" fmla="*/ 199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 h="223">
                  <a:moveTo>
                    <a:pt x="8" y="199"/>
                  </a:moveTo>
                  <a:cubicBezTo>
                    <a:pt x="0" y="212"/>
                    <a:pt x="6" y="223"/>
                    <a:pt x="21" y="223"/>
                  </a:cubicBezTo>
                  <a:cubicBezTo>
                    <a:pt x="21" y="223"/>
                    <a:pt x="80" y="215"/>
                    <a:pt x="139" y="215"/>
                  </a:cubicBezTo>
                  <a:cubicBezTo>
                    <a:pt x="199" y="215"/>
                    <a:pt x="257" y="223"/>
                    <a:pt x="257" y="223"/>
                  </a:cubicBezTo>
                  <a:cubicBezTo>
                    <a:pt x="272" y="223"/>
                    <a:pt x="278" y="212"/>
                    <a:pt x="270" y="199"/>
                  </a:cubicBezTo>
                  <a:cubicBezTo>
                    <a:pt x="270" y="199"/>
                    <a:pt x="232" y="156"/>
                    <a:pt x="207" y="113"/>
                  </a:cubicBezTo>
                  <a:cubicBezTo>
                    <a:pt x="179" y="65"/>
                    <a:pt x="155" y="13"/>
                    <a:pt x="155" y="13"/>
                  </a:cubicBezTo>
                  <a:cubicBezTo>
                    <a:pt x="147" y="0"/>
                    <a:pt x="134" y="0"/>
                    <a:pt x="126" y="13"/>
                  </a:cubicBezTo>
                  <a:cubicBezTo>
                    <a:pt x="126" y="13"/>
                    <a:pt x="102" y="60"/>
                    <a:pt x="75" y="106"/>
                  </a:cubicBezTo>
                  <a:cubicBezTo>
                    <a:pt x="49" y="150"/>
                    <a:pt x="8" y="199"/>
                    <a:pt x="8" y="1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5" name="Line 10"/>
            <p:cNvSpPr>
              <a:spLocks noChangeShapeType="1"/>
            </p:cNvSpPr>
            <p:nvPr/>
          </p:nvSpPr>
          <p:spPr bwMode="auto">
            <a:xfrm>
              <a:off x="3148" y="242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6" name="Line 11"/>
            <p:cNvSpPr>
              <a:spLocks noChangeShapeType="1"/>
            </p:cNvSpPr>
            <p:nvPr/>
          </p:nvSpPr>
          <p:spPr bwMode="auto">
            <a:xfrm>
              <a:off x="3148" y="242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7" name="Freeform 14"/>
            <p:cNvSpPr>
              <a:spLocks/>
            </p:cNvSpPr>
            <p:nvPr/>
          </p:nvSpPr>
          <p:spPr bwMode="auto">
            <a:xfrm>
              <a:off x="3067" y="1324"/>
              <a:ext cx="655" cy="1044"/>
            </a:xfrm>
            <a:custGeom>
              <a:avLst/>
              <a:gdLst>
                <a:gd name="T0" fmla="*/ 272 w 276"/>
                <a:gd name="T1" fmla="*/ 21 h 440"/>
                <a:gd name="T2" fmla="*/ 169 w 276"/>
                <a:gd name="T3" fmla="*/ 252 h 440"/>
                <a:gd name="T4" fmla="*/ 35 w 276"/>
                <a:gd name="T5" fmla="*/ 425 h 440"/>
                <a:gd name="T6" fmla="*/ 0 w 276"/>
                <a:gd name="T7" fmla="*/ 423 h 440"/>
                <a:gd name="T8" fmla="*/ 0 w 276"/>
                <a:gd name="T9" fmla="*/ 220 h 440"/>
                <a:gd name="T10" fmla="*/ 61 w 276"/>
                <a:gd name="T11" fmla="*/ 114 h 440"/>
                <a:gd name="T12" fmla="*/ 249 w 276"/>
                <a:gd name="T13" fmla="*/ 5 h 440"/>
                <a:gd name="T14" fmla="*/ 272 w 276"/>
                <a:gd name="T15" fmla="*/ 21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440">
                  <a:moveTo>
                    <a:pt x="272" y="21"/>
                  </a:moveTo>
                  <a:cubicBezTo>
                    <a:pt x="254" y="73"/>
                    <a:pt x="220" y="163"/>
                    <a:pt x="169" y="252"/>
                  </a:cubicBezTo>
                  <a:cubicBezTo>
                    <a:pt x="133" y="313"/>
                    <a:pt x="79" y="377"/>
                    <a:pt x="35" y="425"/>
                  </a:cubicBezTo>
                  <a:cubicBezTo>
                    <a:pt x="20" y="440"/>
                    <a:pt x="0" y="436"/>
                    <a:pt x="0" y="423"/>
                  </a:cubicBezTo>
                  <a:cubicBezTo>
                    <a:pt x="0" y="220"/>
                    <a:pt x="0" y="220"/>
                    <a:pt x="0" y="220"/>
                  </a:cubicBezTo>
                  <a:cubicBezTo>
                    <a:pt x="0" y="181"/>
                    <a:pt x="27" y="134"/>
                    <a:pt x="61" y="114"/>
                  </a:cubicBezTo>
                  <a:cubicBezTo>
                    <a:pt x="249" y="5"/>
                    <a:pt x="249" y="5"/>
                    <a:pt x="249" y="5"/>
                  </a:cubicBezTo>
                  <a:cubicBezTo>
                    <a:pt x="258" y="0"/>
                    <a:pt x="276" y="8"/>
                    <a:pt x="27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grpSp>
      <p:sp>
        <p:nvSpPr>
          <p:cNvPr id="29" name="Picture Placeholder 28"/>
          <p:cNvSpPr>
            <a:spLocks noGrp="1"/>
          </p:cNvSpPr>
          <p:nvPr>
            <p:ph type="pic" sz="quarter" idx="45"/>
          </p:nvPr>
        </p:nvSpPr>
        <p:spPr>
          <a:xfrm>
            <a:off x="4158048"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8" name="Picture Placeholder 27"/>
          <p:cNvSpPr>
            <a:spLocks noGrp="1"/>
          </p:cNvSpPr>
          <p:nvPr>
            <p:ph type="pic" sz="quarter" idx="46"/>
          </p:nvPr>
        </p:nvSpPr>
        <p:spPr>
          <a:xfrm>
            <a:off x="4158048" y="2372497"/>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5"/>
          <p:cNvSpPr>
            <a:spLocks noGrp="1"/>
          </p:cNvSpPr>
          <p:nvPr>
            <p:ph type="pic" sz="quarter" idx="47"/>
          </p:nvPr>
        </p:nvSpPr>
        <p:spPr>
          <a:xfrm>
            <a:off x="4158048"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5" name="Picture Placeholder 24"/>
          <p:cNvSpPr>
            <a:spLocks noGrp="1"/>
          </p:cNvSpPr>
          <p:nvPr>
            <p:ph type="pic" sz="quarter" idx="48"/>
          </p:nvPr>
        </p:nvSpPr>
        <p:spPr>
          <a:xfrm>
            <a:off x="148281"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7" name="Picture Placeholder 26"/>
          <p:cNvSpPr>
            <a:spLocks noGrp="1"/>
          </p:cNvSpPr>
          <p:nvPr>
            <p:ph type="pic" sz="quarter" idx="49"/>
          </p:nvPr>
        </p:nvSpPr>
        <p:spPr>
          <a:xfrm>
            <a:off x="8167816" y="135925"/>
            <a:ext cx="3886247" cy="4349576"/>
          </a:xfrm>
          <a:custGeom>
            <a:avLst/>
            <a:gdLst>
              <a:gd name="connsiteX0" fmla="*/ 0 w 3886247"/>
              <a:gd name="connsiteY0" fmla="*/ 0 h 4349576"/>
              <a:gd name="connsiteX1" fmla="*/ 3886247 w 3886247"/>
              <a:gd name="connsiteY1" fmla="*/ 0 h 4349576"/>
              <a:gd name="connsiteX2" fmla="*/ 3886247 w 3886247"/>
              <a:gd name="connsiteY2" fmla="*/ 4349576 h 4349576"/>
              <a:gd name="connsiteX3" fmla="*/ 0 w 3886247"/>
              <a:gd name="connsiteY3" fmla="*/ 4349576 h 4349576"/>
            </a:gdLst>
            <a:ahLst/>
            <a:cxnLst>
              <a:cxn ang="0">
                <a:pos x="connsiteX0" y="connsiteY0"/>
              </a:cxn>
              <a:cxn ang="0">
                <a:pos x="connsiteX1" y="connsiteY1"/>
              </a:cxn>
              <a:cxn ang="0">
                <a:pos x="connsiteX2" y="connsiteY2"/>
              </a:cxn>
              <a:cxn ang="0">
                <a:pos x="connsiteX3" y="connsiteY3"/>
              </a:cxn>
            </a:cxnLst>
            <a:rect l="l" t="t" r="r" b="b"/>
            <a:pathLst>
              <a:path w="3886247" h="4349576">
                <a:moveTo>
                  <a:pt x="0" y="0"/>
                </a:moveTo>
                <a:lnTo>
                  <a:pt x="3886247" y="0"/>
                </a:lnTo>
                <a:lnTo>
                  <a:pt x="3886247" y="4349576"/>
                </a:lnTo>
                <a:lnTo>
                  <a:pt x="0" y="4349576"/>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0" name="Picture Placeholder 29"/>
          <p:cNvSpPr>
            <a:spLocks noGrp="1"/>
          </p:cNvSpPr>
          <p:nvPr>
            <p:ph type="pic" sz="quarter" idx="50"/>
          </p:nvPr>
        </p:nvSpPr>
        <p:spPr>
          <a:xfrm>
            <a:off x="8167816"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30"/>
          <p:cNvSpPr>
            <a:spLocks noGrp="1"/>
          </p:cNvSpPr>
          <p:nvPr>
            <p:ph type="pic" sz="quarter" idx="51"/>
          </p:nvPr>
        </p:nvSpPr>
        <p:spPr>
          <a:xfrm>
            <a:off x="108524" y="2283949"/>
            <a:ext cx="4009767" cy="4487821"/>
          </a:xfrm>
          <a:custGeom>
            <a:avLst/>
            <a:gdLst>
              <a:gd name="connsiteX0" fmla="*/ 0 w 4009767"/>
              <a:gd name="connsiteY0" fmla="*/ 0 h 4487821"/>
              <a:gd name="connsiteX1" fmla="*/ 4009767 w 4009767"/>
              <a:gd name="connsiteY1" fmla="*/ 0 h 4487821"/>
              <a:gd name="connsiteX2" fmla="*/ 4009767 w 4009767"/>
              <a:gd name="connsiteY2" fmla="*/ 4487821 h 4487821"/>
              <a:gd name="connsiteX3" fmla="*/ 0 w 4009767"/>
              <a:gd name="connsiteY3" fmla="*/ 4487821 h 4487821"/>
            </a:gdLst>
            <a:ahLst/>
            <a:cxnLst>
              <a:cxn ang="0">
                <a:pos x="connsiteX0" y="connsiteY0"/>
              </a:cxn>
              <a:cxn ang="0">
                <a:pos x="connsiteX1" y="connsiteY1"/>
              </a:cxn>
              <a:cxn ang="0">
                <a:pos x="connsiteX2" y="connsiteY2"/>
              </a:cxn>
              <a:cxn ang="0">
                <a:pos x="connsiteX3" y="connsiteY3"/>
              </a:cxn>
            </a:cxnLst>
            <a:rect l="l" t="t" r="r" b="b"/>
            <a:pathLst>
              <a:path w="4009767" h="4487821">
                <a:moveTo>
                  <a:pt x="0" y="0"/>
                </a:moveTo>
                <a:lnTo>
                  <a:pt x="4009767" y="0"/>
                </a:lnTo>
                <a:lnTo>
                  <a:pt x="4009767" y="4487821"/>
                </a:lnTo>
                <a:lnTo>
                  <a:pt x="0" y="4487821"/>
                </a:lnTo>
                <a:close/>
              </a:path>
            </a:pathLst>
          </a:custGeom>
          <a:pattFill prst="pct5">
            <a:fgClr>
              <a:schemeClr val="tx1"/>
            </a:fgClr>
            <a:bgClr>
              <a:schemeClr val="bg1"/>
            </a:bgClr>
          </a:pattFill>
          <a:effectLst>
            <a:outerShdw blurRad="381000" dist="127000" dir="18900000" algn="t" rotWithShape="0">
              <a:prstClr val="black">
                <a:alpha val="12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506358632"/>
      </p:ext>
    </p:extLst>
  </p:cSld>
  <p:clrMapOvr>
    <a:masterClrMapping/>
  </p:clrMapOvr>
  <p:transition spd="slow" advTm="2000">
    <p:blinds dir="vert"/>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目录">
    <p:spTree>
      <p:nvGrpSpPr>
        <p:cNvPr id="1" name=""/>
        <p:cNvGrpSpPr/>
        <p:nvPr/>
      </p:nvGrpSpPr>
      <p:grpSpPr>
        <a:xfrm>
          <a:off x="0" y="0"/>
          <a:ext cx="0" cy="0"/>
          <a:chOff x="0" y="0"/>
          <a:chExt cx="0" cy="0"/>
        </a:xfrm>
      </p:grpSpPr>
      <p:sp>
        <p:nvSpPr>
          <p:cNvPr id="4" name="幻灯片编号占位符 3"/>
          <p:cNvSpPr>
            <a:spLocks noGrp="1"/>
          </p:cNvSpPr>
          <p:nvPr>
            <p:ph type="sldNum" sz="quarter" idx="11"/>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5" name="Title 1"/>
          <p:cNvSpPr>
            <a:spLocks noGrp="1"/>
          </p:cNvSpPr>
          <p:nvPr>
            <p:ph type="title" hasCustomPrompt="1"/>
          </p:nvPr>
        </p:nvSpPr>
        <p:spPr>
          <a:xfrm>
            <a:off x="1319126" y="632523"/>
            <a:ext cx="9879555" cy="593682"/>
          </a:xfrm>
          <a:prstGeom prst="rect">
            <a:avLst/>
          </a:prstGeom>
          <a:solidFill>
            <a:schemeClr val="bg1"/>
          </a:solidFill>
        </p:spPr>
        <p:txBody>
          <a:bodyPr anchor="b"/>
          <a:lstStyle>
            <a:lvl1pPr algn="l">
              <a:defRPr sz="3600" b="1" i="0">
                <a:solidFill>
                  <a:schemeClr val="accent4"/>
                </a:solidFill>
                <a:latin typeface="Microsoft YaHei" charset="-122"/>
                <a:ea typeface="Microsoft YaHei" charset="-122"/>
                <a:cs typeface="Microsoft YaHei" charset="-122"/>
              </a:defRPr>
            </a:lvl1pPr>
          </a:lstStyle>
          <a:p>
            <a:r>
              <a:rPr lang="zh-CN" altLang="en-US" dirty="0"/>
              <a:t>目录</a:t>
            </a:r>
            <a:endParaRPr lang="en-US" dirty="0"/>
          </a:p>
        </p:txBody>
      </p:sp>
      <p:cxnSp>
        <p:nvCxnSpPr>
          <p:cNvPr id="6" name="Straight Connector 18"/>
          <p:cNvCxnSpPr/>
          <p:nvPr/>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Text Placeholder 20"/>
          <p:cNvSpPr>
            <a:spLocks noGrp="1"/>
          </p:cNvSpPr>
          <p:nvPr>
            <p:ph type="body" sz="quarter" idx="12" hasCustomPrompt="1"/>
          </p:nvPr>
        </p:nvSpPr>
        <p:spPr>
          <a:xfrm>
            <a:off x="1457298" y="1550168"/>
            <a:ext cx="9741383" cy="430213"/>
          </a:xfrm>
          <a:prstGeom prst="rect">
            <a:avLst/>
          </a:prstGeom>
        </p:spPr>
        <p:txBody>
          <a:bodyPr lIns="0" tIns="0" rIns="0" bIns="0">
            <a:noAutofit/>
          </a:bodyPr>
          <a:lstStyle>
            <a:lvl1pPr marL="0" indent="0">
              <a:lnSpc>
                <a:spcPts val="1700"/>
              </a:lnSpc>
              <a:spcBef>
                <a:spcPts val="0"/>
              </a:spcBef>
              <a:buFont typeface="Arial" panose="020B0604020202020204" pitchFamily="34" charset="0"/>
              <a:buNone/>
              <a:defRPr sz="1400" b="0" i="0" spc="100" baseline="0">
                <a:solidFill>
                  <a:schemeClr val="bg1">
                    <a:lumMod val="50000"/>
                  </a:schemeClr>
                </a:solidFill>
                <a:latin typeface="Microsoft YaHei Light" charset="-122"/>
                <a:ea typeface="Microsoft YaHei Light" charset="-122"/>
                <a:cs typeface="Microsoft YaHei Light" charset="-122"/>
              </a:defRPr>
            </a:lvl1pPr>
            <a:lvl2pPr marL="457200" indent="0">
              <a:buFont typeface="Arial" panose="020B0604020202020204" pitchFamily="34" charset="0"/>
              <a:buNone/>
              <a:defRPr sz="1100">
                <a:solidFill>
                  <a:schemeClr val="bg2"/>
                </a:solidFill>
              </a:defRPr>
            </a:lvl2pPr>
            <a:lvl3pPr marL="914400" indent="0">
              <a:buFont typeface="Arial" panose="020B0604020202020204" pitchFamily="34" charset="0"/>
              <a:buNone/>
              <a:defRPr sz="1100">
                <a:solidFill>
                  <a:schemeClr val="bg2"/>
                </a:solidFill>
              </a:defRPr>
            </a:lvl3pPr>
            <a:lvl4pPr marL="1371600" indent="0">
              <a:buFont typeface="Arial" panose="020B0604020202020204" pitchFamily="34" charset="0"/>
              <a:buNone/>
              <a:defRPr sz="1100">
                <a:solidFill>
                  <a:schemeClr val="bg2"/>
                </a:solidFill>
              </a:defRPr>
            </a:lvl4pPr>
            <a:lvl5pPr marL="1828800" indent="0">
              <a:buFont typeface="Arial" panose="020B0604020202020204" pitchFamily="34" charset="0"/>
              <a:buNone/>
              <a:defRPr sz="1100">
                <a:solidFill>
                  <a:schemeClr val="bg2"/>
                </a:solidFill>
              </a:defRPr>
            </a:lvl5pPr>
          </a:lstStyle>
          <a:p>
            <a:pPr lvl="0"/>
            <a:r>
              <a:rPr lang="en-US" dirty="0"/>
              <a:t>Insert Your Text Here</a:t>
            </a:r>
          </a:p>
        </p:txBody>
      </p:sp>
      <p:sp>
        <p:nvSpPr>
          <p:cNvPr id="8" name="Text Placeholder 22"/>
          <p:cNvSpPr>
            <a:spLocks noGrp="1"/>
          </p:cNvSpPr>
          <p:nvPr>
            <p:ph type="body" sz="quarter" idx="13" hasCustomPrompt="1"/>
          </p:nvPr>
        </p:nvSpPr>
        <p:spPr>
          <a:xfrm>
            <a:off x="1457298" y="2368539"/>
            <a:ext cx="9741383" cy="2637492"/>
          </a:xfrm>
          <a:prstGeom prst="rect">
            <a:avLst/>
          </a:prstGeom>
        </p:spPr>
        <p:txBody>
          <a:bodyPr lIns="0" tIns="0" rIns="0" bIns="0" numCol="2" spcCol="360000">
            <a:noAutofit/>
          </a:bodyPr>
          <a:lstStyle>
            <a:lvl1pPr marL="342900" indent="-342900">
              <a:lnSpc>
                <a:spcPct val="150000"/>
              </a:lnSpc>
              <a:spcBef>
                <a:spcPts val="1300"/>
              </a:spcBef>
              <a:buFont typeface="+mj-lt"/>
              <a:buAutoNum type="arabicPeriod"/>
              <a:defRPr sz="1600" b="0" i="0" spc="100" baseline="0">
                <a:solidFill>
                  <a:schemeClr val="tx1">
                    <a:lumMod val="75000"/>
                    <a:lumOff val="25000"/>
                  </a:schemeClr>
                </a:solidFill>
                <a:latin typeface="Microsoft YaHei" charset="-122"/>
                <a:ea typeface="Microsoft YaHei" charset="-122"/>
                <a:cs typeface="Microsoft YaHei" charset="-122"/>
              </a:defRPr>
            </a:lvl1pPr>
            <a:lvl2pPr>
              <a:defRPr sz="1400"/>
            </a:lvl2pPr>
            <a:lvl3pPr>
              <a:defRPr sz="1400"/>
            </a:lvl3pPr>
            <a:lvl4pPr>
              <a:defRPr sz="1400"/>
            </a:lvl4pPr>
            <a:lvl5pPr>
              <a:defRPr sz="1400"/>
            </a:lvl5pPr>
          </a:lstStyle>
          <a:p>
            <a:pPr lvl="0"/>
            <a:r>
              <a:rPr lang="zh-CN" altLang="en-US" dirty="0"/>
              <a:t>在此处编辑目录内容</a:t>
            </a:r>
            <a:endParaRPr lang="en-US" dirty="0"/>
          </a:p>
        </p:txBody>
      </p:sp>
      <p:sp>
        <p:nvSpPr>
          <p:cNvPr id="10" name="Footer Placeholder 4"/>
          <p:cNvSpPr>
            <a:spLocks noGrp="1"/>
          </p:cNvSpPr>
          <p:nvPr>
            <p:ph type="ftr" sz="quarter" idx="14"/>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cxnSp>
        <p:nvCxnSpPr>
          <p:cNvPr id="9" name="Straight Connector 18"/>
          <p:cNvCxnSpPr/>
          <p:nvPr/>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 name="Straight Connector 18"/>
          <p:cNvCxnSpPr/>
          <p:nvPr userDrawn="1"/>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69138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标题文本">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chemeClr val="accent3"/>
                </a:solidFill>
                <a:latin typeface="Microsoft YaHei" charset="-122"/>
                <a:ea typeface="Microsoft YaHei" charset="-122"/>
                <a:cs typeface="Microsoft YaHei" charset="-122"/>
              </a:defRPr>
            </a:lvl1pPr>
          </a:lstStyle>
          <a:p>
            <a:r>
              <a:rPr lang="zh-CN" altLang="en-US" dirty="0"/>
              <a:t>点击编辑主标题</a:t>
            </a:r>
            <a:endParaRPr lang="en-US" dirty="0"/>
          </a:p>
        </p:txBody>
      </p:sp>
      <p:sp>
        <p:nvSpPr>
          <p:cNvPr id="6" name="Text Placeholder 38"/>
          <p:cNvSpPr>
            <a:spLocks noGrp="1"/>
          </p:cNvSpPr>
          <p:nvPr>
            <p:ph type="body" sz="quarter" idx="13" hasCustomPrompt="1"/>
          </p:nvPr>
        </p:nvSpPr>
        <p:spPr>
          <a:xfrm>
            <a:off x="1067593" y="1360450"/>
            <a:ext cx="10056812" cy="4634856"/>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0"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19" name="图片 18">
            <a:extLst>
              <a:ext uri="{FF2B5EF4-FFF2-40B4-BE49-F238E27FC236}">
                <a16:creationId xmlns:a16="http://schemas.microsoft.com/office/drawing/2014/main" id="{FDACD345-D77D-4096-A8F6-248C6AF04E9B}"/>
              </a:ext>
            </a:extLst>
          </p:cNvPr>
          <p:cNvPicPr>
            <a:picLocks noChangeAspect="1"/>
          </p:cNvPicPr>
          <p:nvPr userDrawn="1"/>
        </p:nvPicPr>
        <p:blipFill>
          <a:blip r:embed="rId2"/>
          <a:stretch>
            <a:fillRect/>
          </a:stretch>
        </p:blipFill>
        <p:spPr>
          <a:xfrm>
            <a:off x="10303161" y="288676"/>
            <a:ext cx="1526155" cy="456808"/>
          </a:xfrm>
          <a:prstGeom prst="rect">
            <a:avLst/>
          </a:prstGeom>
        </p:spPr>
      </p:pic>
      <p:grpSp>
        <p:nvGrpSpPr>
          <p:cNvPr id="20" name="组 17">
            <a:extLst>
              <a:ext uri="{FF2B5EF4-FFF2-40B4-BE49-F238E27FC236}">
                <a16:creationId xmlns:a16="http://schemas.microsoft.com/office/drawing/2014/main" id="{B29EC88B-8587-44DA-BA84-E2704A1D8CEB}"/>
              </a:ext>
            </a:extLst>
          </p:cNvPr>
          <p:cNvGrpSpPr/>
          <p:nvPr userDrawn="1"/>
        </p:nvGrpSpPr>
        <p:grpSpPr>
          <a:xfrm>
            <a:off x="0" y="369310"/>
            <a:ext cx="210961" cy="344922"/>
            <a:chOff x="0" y="369310"/>
            <a:chExt cx="210961" cy="344922"/>
          </a:xfrm>
        </p:grpSpPr>
        <p:sp>
          <p:nvSpPr>
            <p:cNvPr id="21" name="三角形 18">
              <a:extLst>
                <a:ext uri="{FF2B5EF4-FFF2-40B4-BE49-F238E27FC236}">
                  <a16:creationId xmlns:a16="http://schemas.microsoft.com/office/drawing/2014/main" id="{E80D262D-9047-4F49-813A-435AB90735F7}"/>
                </a:ext>
              </a:extLst>
            </p:cNvPr>
            <p:cNvSpPr/>
            <p:nvPr userDrawn="1"/>
          </p:nvSpPr>
          <p:spPr>
            <a:xfrm rot="5400000">
              <a:off x="-92886" y="462196"/>
              <a:ext cx="344922" cy="159150"/>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19">
              <a:extLst>
                <a:ext uri="{FF2B5EF4-FFF2-40B4-BE49-F238E27FC236}">
                  <a16:creationId xmlns:a16="http://schemas.microsoft.com/office/drawing/2014/main" id="{8D359B26-DFA3-4AE7-A260-60A8C30288DE}"/>
                </a:ext>
              </a:extLst>
            </p:cNvPr>
            <p:cNvSpPr/>
            <p:nvPr userDrawn="1"/>
          </p:nvSpPr>
          <p:spPr>
            <a:xfrm rot="5400000">
              <a:off x="-41075" y="462196"/>
              <a:ext cx="344922" cy="159150"/>
            </a:xfrm>
            <a:prstGeom prst="triangle">
              <a:avLst/>
            </a:prstGeom>
            <a:solidFill>
              <a:srgbClr val="1D8C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3593189823"/>
      </p:ext>
    </p:extLst>
  </p:cSld>
  <p:clrMapOvr>
    <a:masterClrMapping/>
  </p:clrMapOvr>
  <p:extLst>
    <p:ext uri="{DCECCB84-F9BA-43D5-87BE-67443E8EF086}">
      <p15:sldGuideLst xmlns:p15="http://schemas.microsoft.com/office/powerpoint/2012/main">
        <p15:guide id="5" orient="horz" pos="323" userDrawn="1">
          <p15:clr>
            <a:srgbClr val="FBAE40"/>
          </p15:clr>
        </p15:guide>
        <p15:guide id="6"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7" name="图片占位符 7"/>
          <p:cNvSpPr>
            <a:spLocks noGrp="1"/>
          </p:cNvSpPr>
          <p:nvPr>
            <p:ph type="pic" sz="quarter" idx="15"/>
          </p:nvPr>
        </p:nvSpPr>
        <p:spPr>
          <a:xfrm>
            <a:off x="1067593" y="1360449"/>
            <a:ext cx="10056812"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6"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7" name="组 16"/>
          <p:cNvGrpSpPr/>
          <p:nvPr/>
        </p:nvGrpSpPr>
        <p:grpSpPr>
          <a:xfrm>
            <a:off x="0" y="369310"/>
            <a:ext cx="210961" cy="344922"/>
            <a:chOff x="0" y="369310"/>
            <a:chExt cx="210961" cy="344922"/>
          </a:xfrm>
        </p:grpSpPr>
        <p:sp>
          <p:nvSpPr>
            <p:cNvPr id="18"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p:nvPicPr>
        <p:blipFill>
          <a:blip r:embed="rId2"/>
          <a:stretch>
            <a:fillRect/>
          </a:stretch>
        </p:blipFill>
        <p:spPr>
          <a:xfrm>
            <a:off x="10687431" y="323923"/>
            <a:ext cx="1102401" cy="499306"/>
          </a:xfrm>
          <a:prstGeom prst="rect">
            <a:avLst/>
          </a:prstGeom>
        </p:spPr>
      </p:pic>
      <p:sp>
        <p:nvSpPr>
          <p:cNvPr id="22"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0" name="组 16"/>
          <p:cNvGrpSpPr/>
          <p:nvPr/>
        </p:nvGrpSpPr>
        <p:grpSpPr>
          <a:xfrm>
            <a:off x="0" y="369310"/>
            <a:ext cx="210961" cy="344922"/>
            <a:chOff x="0" y="369310"/>
            <a:chExt cx="210961" cy="344922"/>
          </a:xfrm>
        </p:grpSpPr>
        <p:sp>
          <p:nvSpPr>
            <p:cNvPr id="11"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2"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3" name="图片 12"/>
          <p:cNvPicPr>
            <a:picLocks noChangeAspect="1"/>
          </p:cNvPicPr>
          <p:nvPr/>
        </p:nvPicPr>
        <p:blipFill>
          <a:blip r:embed="rId2"/>
          <a:stretch>
            <a:fillRect/>
          </a:stretch>
        </p:blipFill>
        <p:spPr>
          <a:xfrm>
            <a:off x="10687431" y="323923"/>
            <a:ext cx="1102401" cy="499306"/>
          </a:xfrm>
          <a:prstGeom prst="rect">
            <a:avLst/>
          </a:prstGeom>
        </p:spPr>
      </p:pic>
      <p:grpSp>
        <p:nvGrpSpPr>
          <p:cNvPr id="14" name="组 16"/>
          <p:cNvGrpSpPr/>
          <p:nvPr userDrawn="1"/>
        </p:nvGrpSpPr>
        <p:grpSpPr>
          <a:xfrm>
            <a:off x="0" y="369310"/>
            <a:ext cx="210961" cy="344922"/>
            <a:chOff x="0" y="369310"/>
            <a:chExt cx="210961" cy="344922"/>
          </a:xfrm>
        </p:grpSpPr>
        <p:sp>
          <p:nvSpPr>
            <p:cNvPr id="15"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1"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9702434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4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269707"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8" name="Text Placeholder 38"/>
          <p:cNvSpPr>
            <a:spLocks noGrp="1"/>
          </p:cNvSpPr>
          <p:nvPr>
            <p:ph type="body" sz="quarter" idx="13" hasCustomPrompt="1"/>
          </p:nvPr>
        </p:nvSpPr>
        <p:spPr>
          <a:xfrm>
            <a:off x="6400801" y="1360449"/>
            <a:ext cx="4723604" cy="4857471"/>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7"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8" name="组 17"/>
          <p:cNvGrpSpPr/>
          <p:nvPr/>
        </p:nvGrpSpPr>
        <p:grpSpPr>
          <a:xfrm>
            <a:off x="0" y="369310"/>
            <a:ext cx="210961" cy="344922"/>
            <a:chOff x="0" y="369310"/>
            <a:chExt cx="210961" cy="344922"/>
          </a:xfrm>
        </p:grpSpPr>
        <p:sp>
          <p:nvSpPr>
            <p:cNvPr id="19"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0"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1" name="图片 20"/>
          <p:cNvPicPr>
            <a:picLocks noChangeAspect="1"/>
          </p:cNvPicPr>
          <p:nvPr/>
        </p:nvPicPr>
        <p:blipFill>
          <a:blip r:embed="rId2"/>
          <a:stretch>
            <a:fillRect/>
          </a:stretch>
        </p:blipFill>
        <p:spPr>
          <a:xfrm>
            <a:off x="10687431" y="323923"/>
            <a:ext cx="1102401" cy="499306"/>
          </a:xfrm>
          <a:prstGeom prst="rect">
            <a:avLst/>
          </a:prstGeom>
        </p:spPr>
      </p:pic>
      <p:sp>
        <p:nvSpPr>
          <p:cNvPr id="23"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0" name="组 17"/>
          <p:cNvGrpSpPr/>
          <p:nvPr/>
        </p:nvGrpSpPr>
        <p:grpSpPr>
          <a:xfrm>
            <a:off x="0" y="369310"/>
            <a:ext cx="210961" cy="344922"/>
            <a:chOff x="0" y="369310"/>
            <a:chExt cx="210961" cy="344922"/>
          </a:xfrm>
        </p:grpSpPr>
        <p:sp>
          <p:nvSpPr>
            <p:cNvPr id="11"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2"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3" name="图片 12"/>
          <p:cNvPicPr>
            <a:picLocks noChangeAspect="1"/>
          </p:cNvPicPr>
          <p:nvPr/>
        </p:nvPicPr>
        <p:blipFill>
          <a:blip r:embed="rId2"/>
          <a:stretch>
            <a:fillRect/>
          </a:stretch>
        </p:blipFill>
        <p:spPr>
          <a:xfrm>
            <a:off x="10687431" y="323923"/>
            <a:ext cx="1102401" cy="499306"/>
          </a:xfrm>
          <a:prstGeom prst="rect">
            <a:avLst/>
          </a:prstGeom>
        </p:spPr>
      </p:pic>
      <p:grpSp>
        <p:nvGrpSpPr>
          <p:cNvPr id="14" name="组 17"/>
          <p:cNvGrpSpPr/>
          <p:nvPr userDrawn="1"/>
        </p:nvGrpSpPr>
        <p:grpSpPr>
          <a:xfrm>
            <a:off x="0" y="369310"/>
            <a:ext cx="210961" cy="344922"/>
            <a:chOff x="0" y="369310"/>
            <a:chExt cx="210961" cy="344922"/>
          </a:xfrm>
        </p:grpSpPr>
        <p:sp>
          <p:nvSpPr>
            <p:cNvPr id="15"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6"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2" name="图片 21"/>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27198586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5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065445"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4" name="图片占位符 7"/>
          <p:cNvSpPr>
            <a:spLocks noGrp="1"/>
          </p:cNvSpPr>
          <p:nvPr>
            <p:ph type="pic" sz="quarter" idx="30"/>
          </p:nvPr>
        </p:nvSpPr>
        <p:spPr>
          <a:xfrm>
            <a:off x="6210301" y="1360449"/>
            <a:ext cx="5029200"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5" name="Text Placeholder 38"/>
          <p:cNvSpPr>
            <a:spLocks noGrp="1"/>
          </p:cNvSpPr>
          <p:nvPr>
            <p:ph type="body" sz="quarter" idx="13" hasCustomPrompt="1"/>
          </p:nvPr>
        </p:nvSpPr>
        <p:spPr>
          <a:xfrm>
            <a:off x="852755" y="4394200"/>
            <a:ext cx="10271650" cy="1823720"/>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9"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0" name="组 19"/>
          <p:cNvGrpSpPr/>
          <p:nvPr/>
        </p:nvGrpSpPr>
        <p:grpSpPr>
          <a:xfrm>
            <a:off x="0" y="369310"/>
            <a:ext cx="210961" cy="344922"/>
            <a:chOff x="0" y="369310"/>
            <a:chExt cx="210961" cy="344922"/>
          </a:xfrm>
        </p:grpSpPr>
        <p:sp>
          <p:nvSpPr>
            <p:cNvPr id="21"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p:nvPicPr>
        <p:blipFill>
          <a:blip r:embed="rId2"/>
          <a:stretch>
            <a:fillRect/>
          </a:stretch>
        </p:blipFill>
        <p:spPr>
          <a:xfrm>
            <a:off x="10687431" y="323923"/>
            <a:ext cx="1102401" cy="499306"/>
          </a:xfrm>
          <a:prstGeom prst="rect">
            <a:avLst/>
          </a:prstGeom>
        </p:spPr>
      </p:pic>
      <p:sp>
        <p:nvSpPr>
          <p:cNvPr id="25"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1" name="组 19"/>
          <p:cNvGrpSpPr/>
          <p:nvPr/>
        </p:nvGrpSpPr>
        <p:grpSpPr>
          <a:xfrm>
            <a:off x="0" y="369310"/>
            <a:ext cx="210961" cy="344922"/>
            <a:chOff x="0" y="369310"/>
            <a:chExt cx="210961" cy="344922"/>
          </a:xfrm>
        </p:grpSpPr>
        <p:sp>
          <p:nvSpPr>
            <p:cNvPr id="12"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3"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6" name="图片 15"/>
          <p:cNvPicPr>
            <a:picLocks noChangeAspect="1"/>
          </p:cNvPicPr>
          <p:nvPr/>
        </p:nvPicPr>
        <p:blipFill>
          <a:blip r:embed="rId2"/>
          <a:stretch>
            <a:fillRect/>
          </a:stretch>
        </p:blipFill>
        <p:spPr>
          <a:xfrm>
            <a:off x="10687431" y="323923"/>
            <a:ext cx="1102401" cy="499306"/>
          </a:xfrm>
          <a:prstGeom prst="rect">
            <a:avLst/>
          </a:prstGeom>
        </p:spPr>
      </p:pic>
      <p:grpSp>
        <p:nvGrpSpPr>
          <p:cNvPr id="17" name="组 19"/>
          <p:cNvGrpSpPr/>
          <p:nvPr userDrawn="1"/>
        </p:nvGrpSpPr>
        <p:grpSpPr>
          <a:xfrm>
            <a:off x="0" y="369310"/>
            <a:ext cx="210961" cy="344922"/>
            <a:chOff x="0" y="369310"/>
            <a:chExt cx="210961" cy="344922"/>
          </a:xfrm>
        </p:grpSpPr>
        <p:sp>
          <p:nvSpPr>
            <p:cNvPr id="18"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4"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562921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1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9" name="Text Placeholder 38"/>
          <p:cNvSpPr>
            <a:spLocks noGrp="1"/>
          </p:cNvSpPr>
          <p:nvPr>
            <p:ph type="body" sz="quarter" idx="17" hasCustomPrompt="1"/>
          </p:nvPr>
        </p:nvSpPr>
        <p:spPr>
          <a:xfrm>
            <a:off x="1860084"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1" name="Text Placeholder 38"/>
          <p:cNvSpPr>
            <a:spLocks noGrp="1"/>
          </p:cNvSpPr>
          <p:nvPr>
            <p:ph type="body" sz="quarter" idx="19" hasCustomPrompt="1"/>
          </p:nvPr>
        </p:nvSpPr>
        <p:spPr>
          <a:xfrm>
            <a:off x="5023507"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3" name="Text Placeholder 38"/>
          <p:cNvSpPr>
            <a:spLocks noGrp="1"/>
          </p:cNvSpPr>
          <p:nvPr>
            <p:ph type="body" sz="quarter" idx="21" hasCustomPrompt="1"/>
          </p:nvPr>
        </p:nvSpPr>
        <p:spPr>
          <a:xfrm>
            <a:off x="8186930"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4" name="图片占位符 5"/>
          <p:cNvSpPr>
            <a:spLocks noGrp="1"/>
          </p:cNvSpPr>
          <p:nvPr>
            <p:ph type="pic" sz="quarter" idx="13"/>
          </p:nvPr>
        </p:nvSpPr>
        <p:spPr>
          <a:xfrm>
            <a:off x="1860084"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图片占位符 5"/>
          <p:cNvSpPr>
            <a:spLocks noGrp="1"/>
          </p:cNvSpPr>
          <p:nvPr>
            <p:ph type="pic" sz="quarter" idx="18"/>
          </p:nvPr>
        </p:nvSpPr>
        <p:spPr>
          <a:xfrm>
            <a:off x="5023507"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6" name="图片占位符 5"/>
          <p:cNvSpPr>
            <a:spLocks noGrp="1"/>
          </p:cNvSpPr>
          <p:nvPr>
            <p:ph type="pic" sz="quarter" idx="20"/>
          </p:nvPr>
        </p:nvSpPr>
        <p:spPr>
          <a:xfrm>
            <a:off x="8186930"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5"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6" name="组 25"/>
          <p:cNvGrpSpPr/>
          <p:nvPr/>
        </p:nvGrpSpPr>
        <p:grpSpPr>
          <a:xfrm>
            <a:off x="0" y="369310"/>
            <a:ext cx="210961" cy="344922"/>
            <a:chOff x="0" y="369310"/>
            <a:chExt cx="210961" cy="344922"/>
          </a:xfrm>
        </p:grpSpPr>
        <p:sp>
          <p:nvSpPr>
            <p:cNvPr id="27"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p:nvPicPr>
        <p:blipFill>
          <a:blip r:embed="rId2"/>
          <a:stretch>
            <a:fillRect/>
          </a:stretch>
        </p:blipFill>
        <p:spPr>
          <a:xfrm>
            <a:off x="10687431" y="323923"/>
            <a:ext cx="1102401" cy="499306"/>
          </a:xfrm>
          <a:prstGeom prst="rect">
            <a:avLst/>
          </a:prstGeom>
        </p:spPr>
      </p:pic>
      <p:sp>
        <p:nvSpPr>
          <p:cNvPr id="31"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7" name="组 25"/>
          <p:cNvGrpSpPr/>
          <p:nvPr/>
        </p:nvGrpSpPr>
        <p:grpSpPr>
          <a:xfrm>
            <a:off x="0" y="369310"/>
            <a:ext cx="210961" cy="344922"/>
            <a:chOff x="0" y="369310"/>
            <a:chExt cx="210961" cy="344922"/>
          </a:xfrm>
        </p:grpSpPr>
        <p:sp>
          <p:nvSpPr>
            <p:cNvPr id="18"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p:nvPicPr>
        <p:blipFill>
          <a:blip r:embed="rId2"/>
          <a:stretch>
            <a:fillRect/>
          </a:stretch>
        </p:blipFill>
        <p:spPr>
          <a:xfrm>
            <a:off x="10687431" y="323923"/>
            <a:ext cx="1102401" cy="499306"/>
          </a:xfrm>
          <a:prstGeom prst="rect">
            <a:avLst/>
          </a:prstGeom>
        </p:spPr>
      </p:pic>
      <p:grpSp>
        <p:nvGrpSpPr>
          <p:cNvPr id="21" name="组 25"/>
          <p:cNvGrpSpPr/>
          <p:nvPr userDrawn="1"/>
        </p:nvGrpSpPr>
        <p:grpSpPr>
          <a:xfrm>
            <a:off x="0" y="369310"/>
            <a:ext cx="210961" cy="344922"/>
            <a:chOff x="0" y="369310"/>
            <a:chExt cx="210961" cy="344922"/>
          </a:xfrm>
        </p:grpSpPr>
        <p:sp>
          <p:nvSpPr>
            <p:cNvPr id="22"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3"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4" name="图片 23"/>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41572113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2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4" name="图片占位符 5"/>
          <p:cNvSpPr>
            <a:spLocks noGrp="1"/>
          </p:cNvSpPr>
          <p:nvPr>
            <p:ph type="pic" sz="quarter" idx="13"/>
          </p:nvPr>
        </p:nvSpPr>
        <p:spPr>
          <a:xfrm>
            <a:off x="119314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Text Placeholder 38"/>
          <p:cNvSpPr>
            <a:spLocks noGrp="1"/>
          </p:cNvSpPr>
          <p:nvPr>
            <p:ph type="body" sz="quarter" idx="17" hasCustomPrompt="1"/>
          </p:nvPr>
        </p:nvSpPr>
        <p:spPr>
          <a:xfrm>
            <a:off x="119365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6" name="图片占位符 5"/>
          <p:cNvSpPr>
            <a:spLocks noGrp="1"/>
          </p:cNvSpPr>
          <p:nvPr>
            <p:ph type="pic" sz="quarter" idx="18"/>
          </p:nvPr>
        </p:nvSpPr>
        <p:spPr>
          <a:xfrm>
            <a:off x="384603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Text Placeholder 38"/>
          <p:cNvSpPr>
            <a:spLocks noGrp="1"/>
          </p:cNvSpPr>
          <p:nvPr>
            <p:ph type="body" sz="quarter" idx="19" hasCustomPrompt="1"/>
          </p:nvPr>
        </p:nvSpPr>
        <p:spPr>
          <a:xfrm>
            <a:off x="384654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8" name="图片占位符 5"/>
          <p:cNvSpPr>
            <a:spLocks noGrp="1"/>
          </p:cNvSpPr>
          <p:nvPr>
            <p:ph type="pic" sz="quarter" idx="20"/>
          </p:nvPr>
        </p:nvSpPr>
        <p:spPr>
          <a:xfrm>
            <a:off x="649892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9" name="Text Placeholder 38"/>
          <p:cNvSpPr>
            <a:spLocks noGrp="1"/>
          </p:cNvSpPr>
          <p:nvPr>
            <p:ph type="body" sz="quarter" idx="21" hasCustomPrompt="1"/>
          </p:nvPr>
        </p:nvSpPr>
        <p:spPr>
          <a:xfrm>
            <a:off x="649943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0" name="图片占位符 5"/>
          <p:cNvSpPr>
            <a:spLocks noGrp="1"/>
          </p:cNvSpPr>
          <p:nvPr>
            <p:ph type="pic" sz="quarter" idx="22"/>
          </p:nvPr>
        </p:nvSpPr>
        <p:spPr>
          <a:xfrm>
            <a:off x="915181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1" name="Text Placeholder 38"/>
          <p:cNvSpPr>
            <a:spLocks noGrp="1"/>
          </p:cNvSpPr>
          <p:nvPr>
            <p:ph type="body" sz="quarter" idx="23" hasCustomPrompt="1"/>
          </p:nvPr>
        </p:nvSpPr>
        <p:spPr>
          <a:xfrm>
            <a:off x="915232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0"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1" name="组 30"/>
          <p:cNvGrpSpPr/>
          <p:nvPr/>
        </p:nvGrpSpPr>
        <p:grpSpPr>
          <a:xfrm>
            <a:off x="0" y="369310"/>
            <a:ext cx="210961" cy="344922"/>
            <a:chOff x="0" y="369310"/>
            <a:chExt cx="210961" cy="344922"/>
          </a:xfrm>
        </p:grpSpPr>
        <p:sp>
          <p:nvSpPr>
            <p:cNvPr id="32"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p:nvPicPr>
        <p:blipFill>
          <a:blip r:embed="rId2"/>
          <a:stretch>
            <a:fillRect/>
          </a:stretch>
        </p:blipFill>
        <p:spPr>
          <a:xfrm>
            <a:off x="10687431" y="323923"/>
            <a:ext cx="1102401" cy="499306"/>
          </a:xfrm>
          <a:prstGeom prst="rect">
            <a:avLst/>
          </a:prstGeom>
        </p:spPr>
      </p:pic>
      <p:grpSp>
        <p:nvGrpSpPr>
          <p:cNvPr id="22" name="组 30"/>
          <p:cNvGrpSpPr/>
          <p:nvPr/>
        </p:nvGrpSpPr>
        <p:grpSpPr>
          <a:xfrm>
            <a:off x="0" y="369310"/>
            <a:ext cx="210961" cy="344922"/>
            <a:chOff x="0" y="369310"/>
            <a:chExt cx="210961" cy="344922"/>
          </a:xfrm>
        </p:grpSpPr>
        <p:sp>
          <p:nvSpPr>
            <p:cNvPr id="23"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4"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5" name="图片 24"/>
          <p:cNvPicPr>
            <a:picLocks noChangeAspect="1"/>
          </p:cNvPicPr>
          <p:nvPr/>
        </p:nvPicPr>
        <p:blipFill>
          <a:blip r:embed="rId2"/>
          <a:stretch>
            <a:fillRect/>
          </a:stretch>
        </p:blipFill>
        <p:spPr>
          <a:xfrm>
            <a:off x="10687431" y="323923"/>
            <a:ext cx="1102401" cy="499306"/>
          </a:xfrm>
          <a:prstGeom prst="rect">
            <a:avLst/>
          </a:prstGeom>
        </p:spPr>
      </p:pic>
      <p:grpSp>
        <p:nvGrpSpPr>
          <p:cNvPr id="26" name="组 30"/>
          <p:cNvGrpSpPr/>
          <p:nvPr userDrawn="1"/>
        </p:nvGrpSpPr>
        <p:grpSpPr>
          <a:xfrm>
            <a:off x="0" y="369310"/>
            <a:ext cx="210961" cy="344922"/>
            <a:chOff x="0" y="369310"/>
            <a:chExt cx="210961" cy="344922"/>
          </a:xfrm>
        </p:grpSpPr>
        <p:sp>
          <p:nvSpPr>
            <p:cNvPr id="27"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13027410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3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3" name="图片占位符 5"/>
          <p:cNvSpPr>
            <a:spLocks noGrp="1"/>
          </p:cNvSpPr>
          <p:nvPr>
            <p:ph type="pic" sz="quarter" idx="13"/>
          </p:nvPr>
        </p:nvSpPr>
        <p:spPr>
          <a:xfrm>
            <a:off x="2436262"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dirty="0"/>
          </a:p>
        </p:txBody>
      </p:sp>
      <p:sp>
        <p:nvSpPr>
          <p:cNvPr id="22" name="Text Placeholder 38"/>
          <p:cNvSpPr>
            <a:spLocks noGrp="1"/>
          </p:cNvSpPr>
          <p:nvPr>
            <p:ph type="body" sz="quarter" idx="17" hasCustomPrompt="1"/>
          </p:nvPr>
        </p:nvSpPr>
        <p:spPr>
          <a:xfrm>
            <a:off x="2191799"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3" name="图片占位符 5"/>
          <p:cNvSpPr>
            <a:spLocks noGrp="1"/>
          </p:cNvSpPr>
          <p:nvPr>
            <p:ph type="pic" sz="quarter" idx="18"/>
          </p:nvPr>
        </p:nvSpPr>
        <p:spPr>
          <a:xfrm>
            <a:off x="5356641"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4" name="Text Placeholder 38"/>
          <p:cNvSpPr>
            <a:spLocks noGrp="1"/>
          </p:cNvSpPr>
          <p:nvPr>
            <p:ph type="body" sz="quarter" idx="19" hasCustomPrompt="1"/>
          </p:nvPr>
        </p:nvSpPr>
        <p:spPr>
          <a:xfrm>
            <a:off x="5112178"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5" name="图片占位符 5"/>
          <p:cNvSpPr>
            <a:spLocks noGrp="1"/>
          </p:cNvSpPr>
          <p:nvPr>
            <p:ph type="pic" sz="quarter" idx="20"/>
          </p:nvPr>
        </p:nvSpPr>
        <p:spPr>
          <a:xfrm>
            <a:off x="8277020"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6" name="Text Placeholder 38"/>
          <p:cNvSpPr>
            <a:spLocks noGrp="1"/>
          </p:cNvSpPr>
          <p:nvPr>
            <p:ph type="body" sz="quarter" idx="21" hasCustomPrompt="1"/>
          </p:nvPr>
        </p:nvSpPr>
        <p:spPr>
          <a:xfrm>
            <a:off x="8032557"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7" name="图片占位符 5"/>
          <p:cNvSpPr>
            <a:spLocks noGrp="1"/>
          </p:cNvSpPr>
          <p:nvPr>
            <p:ph type="pic" sz="quarter" idx="24"/>
          </p:nvPr>
        </p:nvSpPr>
        <p:spPr>
          <a:xfrm>
            <a:off x="2436262"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8" name="Text Placeholder 38"/>
          <p:cNvSpPr>
            <a:spLocks noGrp="1"/>
          </p:cNvSpPr>
          <p:nvPr>
            <p:ph type="body" sz="quarter" idx="25" hasCustomPrompt="1"/>
          </p:nvPr>
        </p:nvSpPr>
        <p:spPr>
          <a:xfrm>
            <a:off x="2191799"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9" name="图片占位符 5"/>
          <p:cNvSpPr>
            <a:spLocks noGrp="1"/>
          </p:cNvSpPr>
          <p:nvPr>
            <p:ph type="pic" sz="quarter" idx="26"/>
          </p:nvPr>
        </p:nvSpPr>
        <p:spPr>
          <a:xfrm>
            <a:off x="5356641"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0" name="Text Placeholder 38"/>
          <p:cNvSpPr>
            <a:spLocks noGrp="1"/>
          </p:cNvSpPr>
          <p:nvPr>
            <p:ph type="body" sz="quarter" idx="27" hasCustomPrompt="1"/>
          </p:nvPr>
        </p:nvSpPr>
        <p:spPr>
          <a:xfrm>
            <a:off x="5112178"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1" name="图片占位符 5"/>
          <p:cNvSpPr>
            <a:spLocks noGrp="1"/>
          </p:cNvSpPr>
          <p:nvPr>
            <p:ph type="pic" sz="quarter" idx="28"/>
          </p:nvPr>
        </p:nvSpPr>
        <p:spPr>
          <a:xfrm>
            <a:off x="8277020"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9" hasCustomPrompt="1"/>
          </p:nvPr>
        </p:nvSpPr>
        <p:spPr>
          <a:xfrm>
            <a:off x="8032557"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8"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9" name="组 38"/>
          <p:cNvGrpSpPr/>
          <p:nvPr/>
        </p:nvGrpSpPr>
        <p:grpSpPr>
          <a:xfrm>
            <a:off x="0" y="369310"/>
            <a:ext cx="210961" cy="344922"/>
            <a:chOff x="0" y="369310"/>
            <a:chExt cx="210961" cy="344922"/>
          </a:xfrm>
        </p:grpSpPr>
        <p:sp>
          <p:nvSpPr>
            <p:cNvPr id="40"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41"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2" name="图片 41"/>
          <p:cNvPicPr>
            <a:picLocks noChangeAspect="1"/>
          </p:cNvPicPr>
          <p:nvPr/>
        </p:nvPicPr>
        <p:blipFill>
          <a:blip r:embed="rId2"/>
          <a:stretch>
            <a:fillRect/>
          </a:stretch>
        </p:blipFill>
        <p:spPr>
          <a:xfrm>
            <a:off x="10687431" y="323923"/>
            <a:ext cx="1102401" cy="499306"/>
          </a:xfrm>
          <a:prstGeom prst="rect">
            <a:avLst/>
          </a:prstGeom>
        </p:spPr>
      </p:pic>
      <p:grpSp>
        <p:nvGrpSpPr>
          <p:cNvPr id="20" name="组 38"/>
          <p:cNvGrpSpPr/>
          <p:nvPr/>
        </p:nvGrpSpPr>
        <p:grpSpPr>
          <a:xfrm>
            <a:off x="0" y="369310"/>
            <a:ext cx="210961" cy="344922"/>
            <a:chOff x="0" y="369310"/>
            <a:chExt cx="210961" cy="344922"/>
          </a:xfrm>
        </p:grpSpPr>
        <p:sp>
          <p:nvSpPr>
            <p:cNvPr id="21"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p:nvPicPr>
        <p:blipFill>
          <a:blip r:embed="rId2"/>
          <a:stretch>
            <a:fillRect/>
          </a:stretch>
        </p:blipFill>
        <p:spPr>
          <a:xfrm>
            <a:off x="10687431" y="323923"/>
            <a:ext cx="1102401" cy="499306"/>
          </a:xfrm>
          <a:prstGeom prst="rect">
            <a:avLst/>
          </a:prstGeom>
        </p:spPr>
      </p:pic>
      <p:grpSp>
        <p:nvGrpSpPr>
          <p:cNvPr id="35" name="组 38"/>
          <p:cNvGrpSpPr/>
          <p:nvPr userDrawn="1"/>
        </p:nvGrpSpPr>
        <p:grpSpPr>
          <a:xfrm>
            <a:off x="0" y="369310"/>
            <a:ext cx="210961" cy="344922"/>
            <a:chOff x="0" y="369310"/>
            <a:chExt cx="210961" cy="344922"/>
          </a:xfrm>
        </p:grpSpPr>
        <p:sp>
          <p:nvSpPr>
            <p:cNvPr id="36"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7"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3" name="图片 42"/>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5952253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时间轴">
    <p:spTree>
      <p:nvGrpSpPr>
        <p:cNvPr id="1" name=""/>
        <p:cNvGrpSpPr/>
        <p:nvPr/>
      </p:nvGrpSpPr>
      <p:grpSpPr>
        <a:xfrm>
          <a:off x="0" y="0"/>
          <a:ext cx="0" cy="0"/>
          <a:chOff x="0" y="0"/>
          <a:chExt cx="0" cy="0"/>
        </a:xfrm>
      </p:grpSpPr>
      <p:sp>
        <p:nvSpPr>
          <p:cNvPr id="9" name="Text Placeholder 38"/>
          <p:cNvSpPr>
            <a:spLocks noGrp="1"/>
          </p:cNvSpPr>
          <p:nvPr>
            <p:ph type="body" sz="quarter" idx="17" hasCustomPrompt="1"/>
          </p:nvPr>
        </p:nvSpPr>
        <p:spPr>
          <a:xfrm>
            <a:off x="1464150"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4" name="图片占位符 5"/>
          <p:cNvSpPr>
            <a:spLocks noGrp="1"/>
          </p:cNvSpPr>
          <p:nvPr>
            <p:ph type="pic" sz="quarter" idx="13"/>
          </p:nvPr>
        </p:nvSpPr>
        <p:spPr>
          <a:xfrm>
            <a:off x="1212558" y="1838791"/>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2" name="图片占位符 5"/>
          <p:cNvSpPr>
            <a:spLocks noGrp="1"/>
          </p:cNvSpPr>
          <p:nvPr>
            <p:ph type="pic" sz="quarter" idx="22"/>
          </p:nvPr>
        </p:nvSpPr>
        <p:spPr>
          <a:xfrm>
            <a:off x="459846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图片占位符 5"/>
          <p:cNvSpPr>
            <a:spLocks noGrp="1"/>
          </p:cNvSpPr>
          <p:nvPr>
            <p:ph type="pic" sz="quarter" idx="23"/>
          </p:nvPr>
        </p:nvSpPr>
        <p:spPr>
          <a:xfrm>
            <a:off x="796568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7" hasCustomPrompt="1"/>
          </p:nvPr>
        </p:nvSpPr>
        <p:spPr>
          <a:xfrm>
            <a:off x="4850058"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3" name="Text Placeholder 38"/>
          <p:cNvSpPr>
            <a:spLocks noGrp="1"/>
          </p:cNvSpPr>
          <p:nvPr>
            <p:ph type="body" sz="quarter" idx="28" hasCustomPrompt="1"/>
          </p:nvPr>
        </p:nvSpPr>
        <p:spPr>
          <a:xfrm>
            <a:off x="8300671" y="4565272"/>
            <a:ext cx="2605221"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2"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3" name="组 22"/>
          <p:cNvGrpSpPr/>
          <p:nvPr/>
        </p:nvGrpSpPr>
        <p:grpSpPr>
          <a:xfrm>
            <a:off x="0" y="369310"/>
            <a:ext cx="210961" cy="344922"/>
            <a:chOff x="0" y="369310"/>
            <a:chExt cx="210961" cy="344922"/>
          </a:xfrm>
        </p:grpSpPr>
        <p:sp>
          <p:nvSpPr>
            <p:cNvPr id="24"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5"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p:nvPicPr>
        <p:blipFill>
          <a:blip r:embed="rId2"/>
          <a:stretch>
            <a:fillRect/>
          </a:stretch>
        </p:blipFill>
        <p:spPr>
          <a:xfrm>
            <a:off x="10687431" y="323923"/>
            <a:ext cx="1102401" cy="499306"/>
          </a:xfrm>
          <a:prstGeom prst="rect">
            <a:avLst/>
          </a:prstGeom>
        </p:spPr>
      </p:pic>
      <p:grpSp>
        <p:nvGrpSpPr>
          <p:cNvPr id="13" name="组 22"/>
          <p:cNvGrpSpPr/>
          <p:nvPr/>
        </p:nvGrpSpPr>
        <p:grpSpPr>
          <a:xfrm>
            <a:off x="0" y="369310"/>
            <a:ext cx="210961" cy="344922"/>
            <a:chOff x="0" y="369310"/>
            <a:chExt cx="210961" cy="344922"/>
          </a:xfrm>
        </p:grpSpPr>
        <p:sp>
          <p:nvSpPr>
            <p:cNvPr id="15"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6"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8" name="图片 17"/>
          <p:cNvPicPr>
            <a:picLocks noChangeAspect="1"/>
          </p:cNvPicPr>
          <p:nvPr/>
        </p:nvPicPr>
        <p:blipFill>
          <a:blip r:embed="rId2"/>
          <a:stretch>
            <a:fillRect/>
          </a:stretch>
        </p:blipFill>
        <p:spPr>
          <a:xfrm>
            <a:off x="10687431" y="323923"/>
            <a:ext cx="1102401" cy="499306"/>
          </a:xfrm>
          <a:prstGeom prst="rect">
            <a:avLst/>
          </a:prstGeom>
        </p:spPr>
      </p:pic>
      <p:grpSp>
        <p:nvGrpSpPr>
          <p:cNvPr id="19" name="组 22"/>
          <p:cNvGrpSpPr/>
          <p:nvPr userDrawn="1"/>
        </p:nvGrpSpPr>
        <p:grpSpPr>
          <a:xfrm>
            <a:off x="0" y="369310"/>
            <a:ext cx="210961" cy="344922"/>
            <a:chOff x="0" y="369310"/>
            <a:chExt cx="210961" cy="344922"/>
          </a:xfrm>
        </p:grpSpPr>
        <p:sp>
          <p:nvSpPr>
            <p:cNvPr id="20"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1"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7" name="图片 26"/>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23571828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1_Cover">
    <p:bg>
      <p:bgPr>
        <a:solidFill>
          <a:schemeClr val="bg1"/>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FBE6C29-1201-4A7D-9F6E-002D7ED4879F}"/>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8"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6" name="图片 5">
            <a:extLst>
              <a:ext uri="{FF2B5EF4-FFF2-40B4-BE49-F238E27FC236}">
                <a16:creationId xmlns:a16="http://schemas.microsoft.com/office/drawing/2014/main" id="{18D40A2B-7ACE-401D-97CD-73FAF4D1518D}"/>
              </a:ext>
            </a:extLst>
          </p:cNvPr>
          <p:cNvPicPr>
            <a:picLocks noChangeAspect="1"/>
          </p:cNvPicPr>
          <p:nvPr userDrawn="1"/>
        </p:nvPicPr>
        <p:blipFill>
          <a:blip r:embed="rId3"/>
          <a:stretch>
            <a:fillRect/>
          </a:stretch>
        </p:blipFill>
        <p:spPr>
          <a:xfrm>
            <a:off x="10303161" y="288676"/>
            <a:ext cx="1526155" cy="456808"/>
          </a:xfrm>
          <a:prstGeom prst="rect">
            <a:avLst/>
          </a:prstGeom>
        </p:spPr>
      </p:pic>
    </p:spTree>
    <p:extLst>
      <p:ext uri="{BB962C8B-B14F-4D97-AF65-F5344CB8AC3E}">
        <p14:creationId xmlns:p14="http://schemas.microsoft.com/office/powerpoint/2010/main" val="3655743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x">
  <p:cSld name="2_空白">
    <p:spTree>
      <p:nvGrpSpPr>
        <p:cNvPr id="1" name=""/>
        <p:cNvGrpSpPr/>
        <p:nvPr/>
      </p:nvGrpSpPr>
      <p:grpSpPr>
        <a:xfrm>
          <a:off x="0" y="0"/>
          <a:ext cx="0" cy="0"/>
          <a:chOff x="0" y="0"/>
          <a:chExt cx="0" cy="0"/>
        </a:xfrm>
      </p:grpSpPr>
      <p:sp>
        <p:nvSpPr>
          <p:cNvPr id="1048579" name="Shape 27"/>
          <p:cNvSpPr>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399516349"/>
      </p:ext>
    </p:extLst>
  </p:cSld>
  <p:clrMapOvr>
    <a:masterClrMapping/>
  </p:clrMapOvr>
  <p:transition spd="med">
    <p:pull/>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标题页">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906ABA1E-AE92-4064-8129-FD7D12B7DDEB}"/>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spTree>
    <p:extLst>
      <p:ext uri="{BB962C8B-B14F-4D97-AF65-F5344CB8AC3E}">
        <p14:creationId xmlns:p14="http://schemas.microsoft.com/office/powerpoint/2010/main" val="33328840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10" Type="http://schemas.openxmlformats.org/officeDocument/2006/relationships/theme" Target="../theme/theme2.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theme" Target="../theme/theme3.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8437FC-AA26-194E-BBBF-0B580117E072}" type="datetime1">
              <a:rPr kumimoji="1" lang="zh-CN" altLang="en-US" smtClean="0"/>
              <a:t>2019/8/19</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E64E76-E0C7-3745-B0E4-084458200B82}" type="slidenum">
              <a:rPr kumimoji="1" lang="zh-CN" altLang="en-US" smtClean="0"/>
              <a:t>‹#›</a:t>
            </a:fld>
            <a:endParaRPr kumimoji="1" lang="zh-CN" altLang="en-US"/>
          </a:p>
        </p:txBody>
      </p:sp>
    </p:spTree>
    <p:extLst>
      <p:ext uri="{BB962C8B-B14F-4D97-AF65-F5344CB8AC3E}">
        <p14:creationId xmlns:p14="http://schemas.microsoft.com/office/powerpoint/2010/main" val="1117338664"/>
      </p:ext>
    </p:extLst>
  </p:cSld>
  <p:clrMap bg1="lt1" tx1="dk1" bg2="lt2" tx2="dk2" accent1="accent1" accent2="accent2" accent3="accent3" accent4="accent4" accent5="accent5" accent6="accent6" hlink="hlink" folHlink="folHlink"/>
  <p:sldLayoutIdLst>
    <p:sldLayoutId id="2147483696" r:id="rId1"/>
    <p:sldLayoutId id="2147485148" r:id="rId2"/>
    <p:sldLayoutId id="2147485187"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ectangle 9"/>
          <p:cNvSpPr>
            <a:spLocks noChangeArrowheads="1"/>
          </p:cNvSpPr>
          <p:nvPr userDrawn="1"/>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6" name="Footer Placeholder 4"/>
          <p:cNvSpPr>
            <a:spLocks noGrp="1"/>
          </p:cNvSpPr>
          <p:nvPr>
            <p:ph type="ftr" sz="quarter" idx="3"/>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1140125950"/>
      </p:ext>
    </p:extLst>
  </p:cSld>
  <p:clrMap bg1="lt1" tx1="dk1" bg2="lt2" tx2="dk2" accent1="accent1" accent2="accent2" accent3="accent3" accent4="accent4" accent5="accent5" accent6="accent6" hlink="hlink" folHlink="folHlink"/>
  <p:sldLayoutIdLst>
    <p:sldLayoutId id="2147483651" r:id="rId1"/>
    <p:sldLayoutId id="2147483698" r:id="rId2"/>
    <p:sldLayoutId id="2147483689" r:id="rId3"/>
    <p:sldLayoutId id="2147483694" r:id="rId4"/>
    <p:sldLayoutId id="2147483695" r:id="rId5"/>
    <p:sldLayoutId id="2147483690" r:id="rId6"/>
    <p:sldLayoutId id="2147483691" r:id="rId7"/>
    <p:sldLayoutId id="2147483692" r:id="rId8"/>
    <p:sldLayoutId id="2147483693"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fld id="{E28437FC-AA26-194E-BBBF-0B580117E072}" type="datetime1">
              <a:rPr kumimoji="1" lang="zh-CN" altLang="en-US" smtClean="0"/>
              <a:t>2019/8/19</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fld id="{0EE64E76-E0C7-3745-B0E4-084458200B82}" type="slidenum">
              <a:rPr kumimoji="1" lang="zh-CN" altLang="en-US" smtClean="0"/>
              <a:t>‹#›</a:t>
            </a:fld>
            <a:endParaRPr kumimoji="1" lang="zh-CN" altLang="en-US"/>
          </a:p>
        </p:txBody>
      </p:sp>
      <p:sp>
        <p:nvSpPr>
          <p:cNvPr id="7" name="Rectangle 9"/>
          <p:cNvSpPr>
            <a:spLocks noChangeArrowheads="1"/>
          </p:cNvSpPr>
          <p:nvPr/>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8" name="Rectangle 9"/>
          <p:cNvSpPr>
            <a:spLocks noChangeArrowheads="1"/>
          </p:cNvSpPr>
          <p:nvPr/>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9" name="Rectangle 9"/>
          <p:cNvSpPr>
            <a:spLocks noChangeArrowheads="1"/>
          </p:cNvSpPr>
          <p:nvPr userDrawn="1"/>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80368153"/>
      </p:ext>
    </p:extLst>
  </p:cSld>
  <p:clrMap bg1="lt1" tx1="dk1" bg2="lt2" tx2="dk2" accent1="accent1" accent2="accent2" accent3="accent3" accent4="accent4" accent5="accent5" accent6="accent6" hlink="hlink" folHlink="folHlink"/>
  <p:sldLayoutIdLst>
    <p:sldLayoutId id="2147485155" r:id="rId1"/>
    <p:sldLayoutId id="2147485156" r:id="rId2"/>
    <p:sldLayoutId id="2147485157" r:id="rId3"/>
    <p:sldLayoutId id="2147485158" r:id="rId4"/>
    <p:sldLayoutId id="2147485159" r:id="rId5"/>
    <p:sldLayoutId id="2147485160" r:id="rId6"/>
    <p:sldLayoutId id="2147485161" r:id="rId7"/>
    <p:sldLayoutId id="2147485162" r:id="rId8"/>
    <p:sldLayoutId id="2147485163" r:id="rId9"/>
    <p:sldLayoutId id="2147485164" r:id="rId10"/>
    <p:sldLayoutId id="2147485165" r:id="rId11"/>
    <p:sldLayoutId id="2147485166" r:id="rId12"/>
    <p:sldLayoutId id="2147485167" r:id="rId13"/>
    <p:sldLayoutId id="2147485168" r:id="rId14"/>
    <p:sldLayoutId id="2147485169" r:id="rId15"/>
    <p:sldLayoutId id="2147485170" r:id="rId16"/>
    <p:sldLayoutId id="2147485171" r:id="rId17"/>
    <p:sldLayoutId id="2147485172" r:id="rId18"/>
    <p:sldLayoutId id="2147485173" r:id="rId19"/>
    <p:sldLayoutId id="2147485174" r:id="rId20"/>
    <p:sldLayoutId id="2147485175" r:id="rId21"/>
    <p:sldLayoutId id="2147485177" r:id="rId22"/>
    <p:sldLayoutId id="2147485178" r:id="rId23"/>
    <p:sldLayoutId id="2147485179" r:id="rId24"/>
    <p:sldLayoutId id="2147485180" r:id="rId25"/>
    <p:sldLayoutId id="2147485181" r:id="rId26"/>
    <p:sldLayoutId id="2147485182" r:id="rId27"/>
    <p:sldLayoutId id="2147485183" r:id="rId28"/>
    <p:sldLayoutId id="2147485184" r:id="rId29"/>
    <p:sldLayoutId id="2147485186" r:id="rId30"/>
    <p:sldLayoutId id="2147485223" r:id="rId31"/>
    <p:sldLayoutId id="2147485225" r:id="rId32"/>
  </p:sldLayoutIdLst>
  <p:transition spd="slow" advTm="2000">
    <p:blinds dir="vert"/>
  </p:transition>
  <p:hf sldNum="0"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charset="0"/>
        </a:defRPr>
      </a:lvl2pPr>
      <a:lvl3pPr algn="l" rtl="0" eaLnBrk="1" fontAlgn="base" hangingPunct="1">
        <a:lnSpc>
          <a:spcPct val="90000"/>
        </a:lnSpc>
        <a:spcBef>
          <a:spcPct val="0"/>
        </a:spcBef>
        <a:spcAft>
          <a:spcPct val="0"/>
        </a:spcAft>
        <a:defRPr sz="4400">
          <a:solidFill>
            <a:schemeClr val="tx1"/>
          </a:solidFill>
          <a:latin typeface="Calibri Light" charset="0"/>
        </a:defRPr>
      </a:lvl3pPr>
      <a:lvl4pPr algn="l" rtl="0" eaLnBrk="1" fontAlgn="base" hangingPunct="1">
        <a:lnSpc>
          <a:spcPct val="90000"/>
        </a:lnSpc>
        <a:spcBef>
          <a:spcPct val="0"/>
        </a:spcBef>
        <a:spcAft>
          <a:spcPct val="0"/>
        </a:spcAft>
        <a:defRPr sz="4400">
          <a:solidFill>
            <a:schemeClr val="tx1"/>
          </a:solidFill>
          <a:latin typeface="Calibri Light" charset="0"/>
        </a:defRPr>
      </a:lvl4pPr>
      <a:lvl5pPr algn="l" rtl="0" eaLnBrk="1" fontAlgn="base" hangingPunct="1">
        <a:lnSpc>
          <a:spcPct val="90000"/>
        </a:lnSpc>
        <a:spcBef>
          <a:spcPct val="0"/>
        </a:spcBef>
        <a:spcAft>
          <a:spcPct val="0"/>
        </a:spcAft>
        <a:defRPr sz="4400">
          <a:solidFill>
            <a:schemeClr val="tx1"/>
          </a:solidFill>
          <a:latin typeface="Calibri Light" charset="0"/>
        </a:defRPr>
      </a:lvl5pPr>
      <a:lvl6pPr marL="457200" algn="l" rtl="0" eaLnBrk="1" fontAlgn="base" hangingPunct="1">
        <a:lnSpc>
          <a:spcPct val="90000"/>
        </a:lnSpc>
        <a:spcBef>
          <a:spcPct val="0"/>
        </a:spcBef>
        <a:spcAft>
          <a:spcPct val="0"/>
        </a:spcAft>
        <a:defRPr sz="4400">
          <a:solidFill>
            <a:schemeClr val="tx1"/>
          </a:solidFill>
          <a:latin typeface="Calibri Light" charset="0"/>
        </a:defRPr>
      </a:lvl6pPr>
      <a:lvl7pPr marL="914400" algn="l" rtl="0" eaLnBrk="1" fontAlgn="base" hangingPunct="1">
        <a:lnSpc>
          <a:spcPct val="90000"/>
        </a:lnSpc>
        <a:spcBef>
          <a:spcPct val="0"/>
        </a:spcBef>
        <a:spcAft>
          <a:spcPct val="0"/>
        </a:spcAft>
        <a:defRPr sz="4400">
          <a:solidFill>
            <a:schemeClr val="tx1"/>
          </a:solidFill>
          <a:latin typeface="Calibri Light" charset="0"/>
        </a:defRPr>
      </a:lvl7pPr>
      <a:lvl8pPr marL="1371600" algn="l" rtl="0" eaLnBrk="1" fontAlgn="base" hangingPunct="1">
        <a:lnSpc>
          <a:spcPct val="90000"/>
        </a:lnSpc>
        <a:spcBef>
          <a:spcPct val="0"/>
        </a:spcBef>
        <a:spcAft>
          <a:spcPct val="0"/>
        </a:spcAft>
        <a:defRPr sz="4400">
          <a:solidFill>
            <a:schemeClr val="tx1"/>
          </a:solidFill>
          <a:latin typeface="Calibri Light" charset="0"/>
        </a:defRPr>
      </a:lvl8pPr>
      <a:lvl9pPr marL="1828800" algn="l" rtl="0" eaLnBrk="1" fontAlgn="base" hangingPunct="1">
        <a:lnSpc>
          <a:spcPct val="90000"/>
        </a:lnSpc>
        <a:spcBef>
          <a:spcPct val="0"/>
        </a:spcBef>
        <a:spcAft>
          <a:spcPct val="0"/>
        </a:spcAft>
        <a:defRPr sz="4400">
          <a:solidFill>
            <a:schemeClr val="tx1"/>
          </a:solidFill>
          <a:latin typeface="Calibri Light" charset="0"/>
        </a:defRPr>
      </a:lvl9pPr>
    </p:titleStyle>
    <p:body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4.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package" Target="../embeddings/Microsoft_Visio___.vsdx"/></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4.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package" Target="../embeddings/Microsoft_Visio___1.vsdx"/></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4.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4.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package" Target="../embeddings/Microsoft_Visio___2.vsdx"/></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4.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4.xml"/><Relationship Id="rId1" Type="http://schemas.openxmlformats.org/officeDocument/2006/relationships/vmlDrawing" Target="../drawings/vmlDrawing4.vml"/><Relationship Id="rId5" Type="http://schemas.openxmlformats.org/officeDocument/2006/relationships/image" Target="../media/image8.emf"/><Relationship Id="rId4" Type="http://schemas.openxmlformats.org/officeDocument/2006/relationships/package" Target="../embeddings/Microsoft_Visio___3.vsdx"/></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4.xml"/><Relationship Id="rId1" Type="http://schemas.openxmlformats.org/officeDocument/2006/relationships/vmlDrawing" Target="../drawings/vmlDrawing5.vml"/><Relationship Id="rId5" Type="http://schemas.openxmlformats.org/officeDocument/2006/relationships/image" Target="../media/image9.emf"/><Relationship Id="rId4" Type="http://schemas.openxmlformats.org/officeDocument/2006/relationships/package" Target="../embeddings/Microsoft_Visio___4.vsdx"/></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4.xml"/><Relationship Id="rId1" Type="http://schemas.openxmlformats.org/officeDocument/2006/relationships/vmlDrawing" Target="../drawings/vmlDrawing6.vml"/><Relationship Id="rId5" Type="http://schemas.openxmlformats.org/officeDocument/2006/relationships/image" Target="../media/image10.emf"/><Relationship Id="rId4" Type="http://schemas.openxmlformats.org/officeDocument/2006/relationships/package" Target="../embeddings/Microsoft_Visio___5.vsdx"/></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34.xml"/><Relationship Id="rId1" Type="http://schemas.openxmlformats.org/officeDocument/2006/relationships/vmlDrawing" Target="../drawings/vmlDrawing7.vml"/><Relationship Id="rId5" Type="http://schemas.openxmlformats.org/officeDocument/2006/relationships/image" Target="../media/image11.emf"/><Relationship Id="rId4" Type="http://schemas.openxmlformats.org/officeDocument/2006/relationships/package" Target="../embeddings/Microsoft_Visio___6.vsdx"/></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4.xml"/><Relationship Id="rId1" Type="http://schemas.openxmlformats.org/officeDocument/2006/relationships/vmlDrawing" Target="../drawings/vmlDrawing8.vml"/><Relationship Id="rId5" Type="http://schemas.openxmlformats.org/officeDocument/2006/relationships/image" Target="../media/image12.emf"/><Relationship Id="rId4" Type="http://schemas.openxmlformats.org/officeDocument/2006/relationships/package" Target="../embeddings/Microsoft_Visio___7.vsdx"/></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4.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34.xml"/><Relationship Id="rId1" Type="http://schemas.openxmlformats.org/officeDocument/2006/relationships/vmlDrawing" Target="../drawings/vmlDrawing9.vml"/><Relationship Id="rId5" Type="http://schemas.openxmlformats.org/officeDocument/2006/relationships/image" Target="../media/image13.emf"/><Relationship Id="rId4" Type="http://schemas.openxmlformats.org/officeDocument/2006/relationships/package" Target="../embeddings/Microsoft_Visio___8.vsdx"/></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6"/>
          <p:cNvSpPr txBox="1"/>
          <p:nvPr/>
        </p:nvSpPr>
        <p:spPr bwMode="auto">
          <a:xfrm>
            <a:off x="2075542" y="2319954"/>
            <a:ext cx="8217989" cy="769441"/>
          </a:xfrm>
          <a:prstGeom prst="rect">
            <a:avLst/>
          </a:prstGeom>
          <a:noFill/>
        </p:spPr>
        <p:txBody>
          <a:bodyPr wrap="square">
            <a:spAutoFit/>
          </a:bodyPr>
          <a:lstStyle/>
          <a:p>
            <a:pPr algn="ctr">
              <a:spcBef>
                <a:spcPct val="0"/>
              </a:spcBef>
            </a:pPr>
            <a:r>
              <a:rPr lang="zh-CN" altLang="en-US" sz="4400" b="1" spc="300" dirty="0" smtClean="0">
                <a:solidFill>
                  <a:srgbClr val="117EC8"/>
                </a:solidFill>
                <a:latin typeface="Microsoft YaHei" charset="-122"/>
                <a:ea typeface="Microsoft YaHei" charset="-122"/>
                <a:cs typeface="Microsoft YaHei" charset="-122"/>
              </a:rPr>
              <a:t>第</a:t>
            </a:r>
            <a:r>
              <a:rPr lang="en-US" altLang="zh-CN" sz="4400" b="1" spc="300" dirty="0" smtClean="0">
                <a:solidFill>
                  <a:srgbClr val="117EC8"/>
                </a:solidFill>
                <a:latin typeface="Microsoft YaHei" charset="-122"/>
                <a:ea typeface="Microsoft YaHei" charset="-122"/>
                <a:cs typeface="Microsoft YaHei" charset="-122"/>
              </a:rPr>
              <a:t>2</a:t>
            </a:r>
            <a:r>
              <a:rPr lang="zh-CN" altLang="en-US" sz="4400" b="1" spc="300" dirty="0" smtClean="0">
                <a:solidFill>
                  <a:srgbClr val="117EC8"/>
                </a:solidFill>
                <a:latin typeface="Microsoft YaHei" charset="-122"/>
                <a:ea typeface="Microsoft YaHei" charset="-122"/>
                <a:cs typeface="Microsoft YaHei" charset="-122"/>
              </a:rPr>
              <a:t>章  日志收集</a:t>
            </a:r>
            <a:endParaRPr lang="zh-CN" altLang="en-US" sz="4400" b="1" spc="300" dirty="0">
              <a:solidFill>
                <a:srgbClr val="117EC8"/>
              </a:solidFill>
              <a:latin typeface="Microsoft YaHei" charset="-122"/>
              <a:ea typeface="Microsoft YaHei" charset="-122"/>
              <a:cs typeface="Microsoft YaHei" charset="-122"/>
            </a:endParaRPr>
          </a:p>
        </p:txBody>
      </p:sp>
      <p:sp>
        <p:nvSpPr>
          <p:cNvPr id="4" name="文本框 3"/>
          <p:cNvSpPr txBox="1"/>
          <p:nvPr/>
        </p:nvSpPr>
        <p:spPr>
          <a:xfrm>
            <a:off x="9567333" y="6434667"/>
            <a:ext cx="184731" cy="369332"/>
          </a:xfrm>
          <a:prstGeom prst="rect">
            <a:avLst/>
          </a:prstGeom>
          <a:noFill/>
        </p:spPr>
        <p:txBody>
          <a:bodyPr wrap="none" rtlCol="0">
            <a:spAutoFit/>
          </a:bodyPr>
          <a:lstStyle/>
          <a:p>
            <a:endParaRPr kumimoji="1" lang="zh-CN" altLang="en-US"/>
          </a:p>
        </p:txBody>
      </p:sp>
      <p:sp>
        <p:nvSpPr>
          <p:cNvPr id="5" name="Footer Placeholder 4"/>
          <p:cNvSpPr>
            <a:spLocks noGrp="1"/>
          </p:cNvSpPr>
          <p:nvPr>
            <p:ph type="ftr" sz="quarter" idx="14"/>
          </p:nvPr>
        </p:nvSpPr>
        <p:spPr>
          <a:xfrm>
            <a:off x="10496342" y="6267202"/>
            <a:ext cx="1470212" cy="584200"/>
          </a:xfrm>
        </p:spPr>
        <p:txBody>
          <a:bodyPr/>
          <a:lstStyle>
            <a:lvl1pPr algn="dist">
              <a:defRPr sz="1200">
                <a:solidFill>
                  <a:schemeClr val="bg1">
                    <a:lumMod val="65000"/>
                  </a:schemeClr>
                </a:solidFill>
              </a:defRPr>
            </a:lvl1pPr>
          </a:lstStyle>
          <a:p>
            <a:r>
              <a:rPr lang="en-US" sz="900" dirty="0">
                <a:solidFill>
                  <a:schemeClr val="bg1">
                    <a:lumMod val="75000"/>
                  </a:schemeClr>
                </a:solidFill>
                <a:latin typeface="Arial" charset="0"/>
                <a:ea typeface="Arial" charset="0"/>
                <a:cs typeface="Arial" charset="0"/>
              </a:rPr>
              <a:t>www.qianxin.com</a:t>
            </a:r>
          </a:p>
        </p:txBody>
      </p:sp>
      <p:sp>
        <p:nvSpPr>
          <p:cNvPr id="6" name="矩形 5"/>
          <p:cNvSpPr/>
          <p:nvPr/>
        </p:nvSpPr>
        <p:spPr>
          <a:xfrm>
            <a:off x="12053282" y="6527843"/>
            <a:ext cx="138718" cy="962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664248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533432" y="1381894"/>
            <a:ext cx="6836734"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marR="0" indent="0" fontAlgn="auto">
              <a:lnSpc>
                <a:spcPct val="150000"/>
              </a:lnSpc>
              <a:spcBef>
                <a:spcPts val="0"/>
              </a:spcBef>
              <a:spcAft>
                <a:spcPts val="0"/>
              </a:spcAft>
              <a:buClrTx/>
              <a:buSzTx/>
              <a:buFont typeface="Arial" panose="020B0604020202020204" pitchFamily="34" charset="0"/>
              <a:buNone/>
              <a:tabLst/>
              <a:defRPr sz="2400" b="0" i="0" spc="100" baseline="0">
                <a:latin typeface="微软雅黑" panose="020B0503020204020204" pitchFamily="34" charset="-122"/>
                <a:ea typeface="微软雅黑" panose="020B0503020204020204" pitchFamily="34" charset="-122"/>
              </a:defRPr>
            </a:lvl1pPr>
            <a:lvl2pPr marL="685800" indent="-228600" fontAlgn="base">
              <a:lnSpc>
                <a:spcPct val="90000"/>
              </a:lnSpc>
              <a:spcBef>
                <a:spcPts val="500"/>
              </a:spcBef>
              <a:spcAft>
                <a:spcPct val="0"/>
              </a:spcAft>
              <a:buFont typeface="Arial" charset="0"/>
              <a:buChar char="•"/>
              <a:defRPr sz="1100" baseline="0">
                <a:solidFill>
                  <a:schemeClr val="bg2"/>
                </a:solidFill>
              </a:defRPr>
            </a:lvl2pPr>
            <a:lvl3pPr marL="1143000" indent="-228600" fontAlgn="base">
              <a:lnSpc>
                <a:spcPct val="90000"/>
              </a:lnSpc>
              <a:spcBef>
                <a:spcPts val="500"/>
              </a:spcBef>
              <a:spcAft>
                <a:spcPct val="0"/>
              </a:spcAft>
              <a:buFont typeface="Arial" charset="0"/>
              <a:buChar char="•"/>
              <a:defRPr sz="1100" baseline="0">
                <a:solidFill>
                  <a:schemeClr val="bg2"/>
                </a:solidFill>
              </a:defRPr>
            </a:lvl3pPr>
            <a:lvl4pPr marL="1600200" indent="-228600" fontAlgn="base">
              <a:lnSpc>
                <a:spcPct val="90000"/>
              </a:lnSpc>
              <a:spcBef>
                <a:spcPts val="500"/>
              </a:spcBef>
              <a:spcAft>
                <a:spcPct val="0"/>
              </a:spcAft>
              <a:buFont typeface="Arial" charset="0"/>
              <a:buChar char="•"/>
              <a:defRPr sz="1100" baseline="0">
                <a:solidFill>
                  <a:schemeClr val="bg2"/>
                </a:solidFill>
              </a:defRPr>
            </a:lvl4pPr>
            <a:lvl5pPr marL="2057400" indent="-228600" fontAlgn="base">
              <a:lnSpc>
                <a:spcPct val="90000"/>
              </a:lnSpc>
              <a:spcBef>
                <a:spcPts val="500"/>
              </a:spcBef>
              <a:spcAft>
                <a:spcPct val="0"/>
              </a:spcAft>
              <a:buFont typeface="Arial" charset="0"/>
              <a:buChar char="•"/>
              <a:defRPr sz="1100" baseline="0">
                <a:solidFill>
                  <a:schemeClr val="bg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2.1 </a:t>
            </a:r>
            <a:r>
              <a:rPr lang="zh-CN" altLang="en-US" dirty="0"/>
              <a:t>概述</a:t>
            </a:r>
            <a:endParaRPr lang="en-US" altLang="zh-CN" dirty="0"/>
          </a:p>
          <a:p>
            <a:r>
              <a:rPr lang="en-US" altLang="zh-CN" dirty="0"/>
              <a:t>2.2 </a:t>
            </a:r>
            <a:r>
              <a:rPr lang="zh-CN" altLang="en-US" dirty="0"/>
              <a:t>收</a:t>
            </a:r>
            <a:r>
              <a:rPr lang="zh-CN" altLang="en-US" dirty="0" smtClean="0"/>
              <a:t>集</a:t>
            </a:r>
            <a:r>
              <a:rPr lang="zh-CN" altLang="en-US" dirty="0"/>
              <a:t>对象</a:t>
            </a:r>
            <a:endParaRPr lang="en-US" altLang="zh-CN" dirty="0"/>
          </a:p>
          <a:p>
            <a:r>
              <a:rPr lang="en-US" altLang="zh-CN" dirty="0"/>
              <a:t>2.3 </a:t>
            </a:r>
            <a:r>
              <a:rPr lang="zh-CN" altLang="en-US" dirty="0"/>
              <a:t>收</a:t>
            </a:r>
            <a:r>
              <a:rPr lang="zh-CN" altLang="en-US" dirty="0" smtClean="0"/>
              <a:t>集</a:t>
            </a:r>
            <a:r>
              <a:rPr lang="zh-CN" altLang="en-US" dirty="0"/>
              <a:t>方式</a:t>
            </a:r>
            <a:endParaRPr lang="en-US" altLang="zh-CN" dirty="0"/>
          </a:p>
          <a:p>
            <a:r>
              <a:rPr lang="en-US" altLang="zh-CN" dirty="0">
                <a:sym typeface="微软雅黑" panose="020B0503020204020204" pitchFamily="34" charset="-122"/>
              </a:rPr>
              <a:t>2.4 </a:t>
            </a:r>
            <a:r>
              <a:rPr lang="zh-CN" altLang="en-US" dirty="0" smtClean="0">
                <a:sym typeface="微软雅黑" panose="020B0503020204020204" pitchFamily="34" charset="-122"/>
              </a:rPr>
              <a:t>日志收集</a:t>
            </a:r>
            <a:r>
              <a:rPr lang="zh-CN" altLang="en-US" dirty="0">
                <a:sym typeface="微软雅黑" panose="020B0503020204020204" pitchFamily="34" charset="-122"/>
              </a:rPr>
              <a:t>器</a:t>
            </a:r>
            <a:endParaRPr lang="zh-CN" altLang="en-US" dirty="0"/>
          </a:p>
        </p:txBody>
      </p:sp>
      <p:sp>
        <p:nvSpPr>
          <p:cNvPr id="2" name="标题 1"/>
          <p:cNvSpPr>
            <a:spLocks noGrp="1"/>
          </p:cNvSpPr>
          <p:nvPr>
            <p:ph type="title"/>
          </p:nvPr>
        </p:nvSpPr>
        <p:spPr/>
        <p:txBody>
          <a:bodyPr/>
          <a:lstStyle/>
          <a:p>
            <a:r>
              <a:rPr lang="zh-CN" altLang="en-US" dirty="0"/>
              <a:t>目录</a:t>
            </a:r>
          </a:p>
        </p:txBody>
      </p:sp>
    </p:spTree>
    <p:extLst>
      <p:ext uri="{BB962C8B-B14F-4D97-AF65-F5344CB8AC3E}">
        <p14:creationId xmlns:p14="http://schemas.microsoft.com/office/powerpoint/2010/main" val="1783444604"/>
      </p:ext>
    </p:extLst>
  </p:cSld>
  <p:clrMapOvr>
    <a:masterClrMapping/>
  </p:clrMapOvr>
  <p:transition spd="slow">
    <p:blinds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466896" y="1395307"/>
            <a:ext cx="8065135"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marR="0" indent="0" fontAlgn="auto">
              <a:lnSpc>
                <a:spcPct val="150000"/>
              </a:lnSpc>
              <a:spcBef>
                <a:spcPts val="0"/>
              </a:spcBef>
              <a:spcAft>
                <a:spcPts val="0"/>
              </a:spcAft>
              <a:buClrTx/>
              <a:buSzTx/>
              <a:buFont typeface="Arial" panose="020B0604020202020204" pitchFamily="34" charset="0"/>
              <a:buNone/>
              <a:tabLst/>
              <a:defRPr sz="2400" b="0" i="0" spc="100" baseline="0">
                <a:latin typeface="微软雅黑" panose="020B0503020204020204" pitchFamily="34" charset="-122"/>
                <a:ea typeface="微软雅黑" panose="020B0503020204020204" pitchFamily="34" charset="-122"/>
              </a:defRPr>
            </a:lvl1pPr>
            <a:lvl2pPr marL="685800" indent="-228600" fontAlgn="base">
              <a:lnSpc>
                <a:spcPct val="90000"/>
              </a:lnSpc>
              <a:spcBef>
                <a:spcPts val="500"/>
              </a:spcBef>
              <a:spcAft>
                <a:spcPct val="0"/>
              </a:spcAft>
              <a:buFont typeface="Arial" charset="0"/>
              <a:buChar char="•"/>
              <a:defRPr sz="1100" baseline="0">
                <a:solidFill>
                  <a:schemeClr val="bg2"/>
                </a:solidFill>
              </a:defRPr>
            </a:lvl2pPr>
            <a:lvl3pPr marL="1143000" indent="-228600" fontAlgn="base">
              <a:lnSpc>
                <a:spcPct val="90000"/>
              </a:lnSpc>
              <a:spcBef>
                <a:spcPts val="500"/>
              </a:spcBef>
              <a:spcAft>
                <a:spcPct val="0"/>
              </a:spcAft>
              <a:buFont typeface="Arial" charset="0"/>
              <a:buChar char="•"/>
              <a:defRPr sz="1100" baseline="0">
                <a:solidFill>
                  <a:schemeClr val="bg2"/>
                </a:solidFill>
              </a:defRPr>
            </a:lvl3pPr>
            <a:lvl4pPr marL="1600200" indent="-228600" fontAlgn="base">
              <a:lnSpc>
                <a:spcPct val="90000"/>
              </a:lnSpc>
              <a:spcBef>
                <a:spcPts val="500"/>
              </a:spcBef>
              <a:spcAft>
                <a:spcPct val="0"/>
              </a:spcAft>
              <a:buFont typeface="Arial" charset="0"/>
              <a:buChar char="•"/>
              <a:defRPr sz="1100" baseline="0">
                <a:solidFill>
                  <a:schemeClr val="bg2"/>
                </a:solidFill>
              </a:defRPr>
            </a:lvl4pPr>
            <a:lvl5pPr marL="2057400" indent="-228600" fontAlgn="base">
              <a:lnSpc>
                <a:spcPct val="90000"/>
              </a:lnSpc>
              <a:spcBef>
                <a:spcPts val="500"/>
              </a:spcBef>
              <a:spcAft>
                <a:spcPct val="0"/>
              </a:spcAft>
              <a:buFont typeface="Arial" charset="0"/>
              <a:buChar char="•"/>
              <a:defRPr sz="1100" baseline="0">
                <a:solidFill>
                  <a:schemeClr val="bg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1.</a:t>
            </a:r>
            <a:r>
              <a:rPr lang="zh-CN" altLang="zh-CN" dirty="0"/>
              <a:t>了解</a:t>
            </a:r>
            <a:r>
              <a:rPr lang="zh-CN" altLang="en-US" dirty="0" smtClean="0"/>
              <a:t>日志收集</a:t>
            </a:r>
            <a:r>
              <a:rPr lang="zh-CN" altLang="en-US" dirty="0"/>
              <a:t>对象</a:t>
            </a:r>
            <a:r>
              <a:rPr lang="zh-CN" altLang="zh-CN" dirty="0"/>
              <a:t>；</a:t>
            </a:r>
          </a:p>
          <a:p>
            <a:r>
              <a:rPr lang="en-US" altLang="zh-CN" dirty="0"/>
              <a:t>2.</a:t>
            </a:r>
            <a:r>
              <a:rPr lang="zh-CN" altLang="en-US" dirty="0"/>
              <a:t>了解典型日志收集方式的主要内容；</a:t>
            </a:r>
          </a:p>
          <a:p>
            <a:r>
              <a:rPr lang="en-US" altLang="zh-CN" dirty="0"/>
              <a:t>3.</a:t>
            </a:r>
            <a:r>
              <a:rPr lang="zh-CN" altLang="en-US" dirty="0"/>
              <a:t>了解典型的日志收集方式的异同；</a:t>
            </a:r>
          </a:p>
          <a:p>
            <a:r>
              <a:rPr lang="en-US" altLang="zh-CN" dirty="0">
                <a:sym typeface="+mn-ea"/>
              </a:rPr>
              <a:t>5.</a:t>
            </a:r>
            <a:r>
              <a:rPr lang="zh-CN" altLang="en-US" dirty="0">
                <a:sym typeface="+mn-ea"/>
              </a:rPr>
              <a:t>理解</a:t>
            </a:r>
            <a:r>
              <a:rPr lang="zh-CN" altLang="en-US" dirty="0" smtClean="0">
                <a:sym typeface="+mn-ea"/>
              </a:rPr>
              <a:t>日志</a:t>
            </a:r>
            <a:r>
              <a:rPr lang="zh-CN" altLang="en-US" dirty="0"/>
              <a:t>收</a:t>
            </a:r>
            <a:r>
              <a:rPr lang="zh-CN" altLang="en-US" dirty="0" smtClean="0">
                <a:sym typeface="+mn-ea"/>
              </a:rPr>
              <a:t>集</a:t>
            </a:r>
            <a:r>
              <a:rPr lang="zh-CN" altLang="en-US" dirty="0">
                <a:sym typeface="+mn-ea"/>
              </a:rPr>
              <a:t>对象的特点；</a:t>
            </a:r>
          </a:p>
          <a:p>
            <a:r>
              <a:rPr lang="en-US" altLang="zh-CN" dirty="0">
                <a:sym typeface="+mn-ea"/>
              </a:rPr>
              <a:t>4.</a:t>
            </a:r>
            <a:r>
              <a:rPr lang="zh-CN" altLang="en-US" dirty="0">
                <a:sym typeface="+mn-ea"/>
              </a:rPr>
              <a:t>掌握</a:t>
            </a:r>
            <a:r>
              <a:rPr lang="zh-CN" altLang="en-US" dirty="0" smtClean="0">
                <a:sym typeface="+mn-ea"/>
              </a:rPr>
              <a:t>日志</a:t>
            </a:r>
            <a:r>
              <a:rPr lang="zh-CN" altLang="en-US" dirty="0"/>
              <a:t>收</a:t>
            </a:r>
            <a:r>
              <a:rPr lang="zh-CN" altLang="en-US" dirty="0" smtClean="0">
                <a:sym typeface="+mn-ea"/>
              </a:rPr>
              <a:t>集</a:t>
            </a:r>
            <a:r>
              <a:rPr lang="zh-CN" altLang="en-US" dirty="0">
                <a:sym typeface="+mn-ea"/>
              </a:rPr>
              <a:t>器的流程；</a:t>
            </a:r>
            <a:endParaRPr lang="zh-CN" altLang="en-US" dirty="0"/>
          </a:p>
        </p:txBody>
      </p:sp>
      <p:sp>
        <p:nvSpPr>
          <p:cNvPr id="2" name="标题 1"/>
          <p:cNvSpPr>
            <a:spLocks noGrp="1"/>
          </p:cNvSpPr>
          <p:nvPr>
            <p:ph type="title"/>
          </p:nvPr>
        </p:nvSpPr>
        <p:spPr/>
        <p:txBody>
          <a:bodyPr/>
          <a:lstStyle/>
          <a:p>
            <a:r>
              <a:rPr lang="zh-CN" altLang="en-US" dirty="0"/>
              <a:t>本章学习目标</a:t>
            </a:r>
          </a:p>
        </p:txBody>
      </p:sp>
    </p:spTree>
    <p:extLst>
      <p:ext uri="{BB962C8B-B14F-4D97-AF65-F5344CB8AC3E}">
        <p14:creationId xmlns:p14="http://schemas.microsoft.com/office/powerpoint/2010/main" val="4144439854"/>
      </p:ext>
    </p:extLst>
  </p:cSld>
  <p:clrMapOvr>
    <a:masterClrMapping/>
  </p:clrMapOvr>
  <p:transition spd="slow">
    <p:blinds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smtClean="0">
                <a:solidFill>
                  <a:schemeClr val="tx1">
                    <a:lumMod val="75000"/>
                    <a:lumOff val="25000"/>
                  </a:schemeClr>
                </a:solidFill>
                <a:latin typeface="Microsoft YaHei" charset="-122"/>
                <a:ea typeface="Microsoft YaHei" charset="-122"/>
                <a:cs typeface="Microsoft YaHei" charset="-122"/>
                <a:sym typeface="Arial" panose="020B0604020202020204"/>
              </a:rPr>
              <a:t>概述</a:t>
            </a:r>
            <a:endPar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endParaRP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2.1</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262529639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Rot="1" noChangeArrowheads="1"/>
          </p:cNvSpPr>
          <p:nvPr/>
        </p:nvSpPr>
        <p:spPr>
          <a:xfrm>
            <a:off x="1296762" y="1224009"/>
            <a:ext cx="9375592"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a:t>
            </a:r>
            <a:r>
              <a:rPr lang="zh-CN" altLang="en-US" dirty="0" smtClean="0"/>
              <a:t>日志收集</a:t>
            </a:r>
            <a:r>
              <a:rPr lang="zh-CN" altLang="en-US" dirty="0"/>
              <a:t>系统能够通过多种方式全面收集网络中各种设备、应用和系统的日志信息，确保用户能够收集并审计所有必需的日志信息，避免出现审计漏洞。</a:t>
            </a:r>
            <a:endParaRPr lang="en-US" altLang="zh-CN" dirty="0"/>
          </a:p>
          <a:p>
            <a:r>
              <a:rPr lang="zh-CN" altLang="en-US" noProof="1"/>
              <a:t>（</a:t>
            </a:r>
            <a:r>
              <a:rPr lang="en-US" altLang="zh-CN" noProof="1"/>
              <a:t>2</a:t>
            </a:r>
            <a:r>
              <a:rPr lang="zh-CN" altLang="en-US" noProof="1"/>
              <a:t>）</a:t>
            </a:r>
            <a:r>
              <a:rPr lang="zh-CN" altLang="en-US" noProof="1" smtClean="0"/>
              <a:t>日志</a:t>
            </a:r>
            <a:r>
              <a:rPr lang="zh-CN" altLang="en-US" dirty="0"/>
              <a:t>收</a:t>
            </a:r>
            <a:r>
              <a:rPr lang="zh-CN" altLang="en-US" noProof="1" smtClean="0"/>
              <a:t>集</a:t>
            </a:r>
            <a:r>
              <a:rPr lang="zh-CN" altLang="en-US" noProof="1"/>
              <a:t>系统支持通过多种网络协议进行</a:t>
            </a:r>
            <a:r>
              <a:rPr lang="zh-CN" altLang="en-US" noProof="1" smtClean="0"/>
              <a:t>日志</a:t>
            </a:r>
            <a:r>
              <a:rPr lang="zh-CN" altLang="en-US" dirty="0"/>
              <a:t>收</a:t>
            </a:r>
            <a:r>
              <a:rPr lang="zh-CN" altLang="en-US" noProof="1" smtClean="0"/>
              <a:t>集</a:t>
            </a:r>
            <a:r>
              <a:rPr lang="zh-CN" altLang="en-US" noProof="1"/>
              <a:t>。</a:t>
            </a:r>
            <a:endParaRPr lang="en-US" altLang="zh-CN" noProof="1"/>
          </a:p>
          <a:p>
            <a:r>
              <a:rPr lang="zh-CN" altLang="en-US" dirty="0"/>
              <a:t>（</a:t>
            </a:r>
            <a:r>
              <a:rPr lang="en-US" altLang="zh-CN" dirty="0"/>
              <a:t>3</a:t>
            </a:r>
            <a:r>
              <a:rPr lang="zh-CN" altLang="en-US" dirty="0"/>
              <a:t>）日志收集系统支持为用户提供一个软通用日志收集器（事件传感器）对</a:t>
            </a:r>
            <a:r>
              <a:rPr lang="zh-CN" altLang="zh-CN" dirty="0"/>
              <a:t>无法通过网络协议发送给</a:t>
            </a:r>
            <a:r>
              <a:rPr lang="zh-CN" altLang="zh-CN" dirty="0" smtClean="0"/>
              <a:t>日志</a:t>
            </a:r>
            <a:r>
              <a:rPr lang="zh-CN" altLang="en-US" dirty="0"/>
              <a:t>收</a:t>
            </a:r>
            <a:r>
              <a:rPr lang="zh-CN" altLang="zh-CN" dirty="0" smtClean="0"/>
              <a:t>集</a:t>
            </a:r>
            <a:r>
              <a:rPr lang="zh-CN" altLang="zh-CN" dirty="0"/>
              <a:t>系统</a:t>
            </a:r>
            <a:r>
              <a:rPr lang="zh-CN" altLang="en-US" dirty="0"/>
              <a:t>的用户日志进行收集。</a:t>
            </a:r>
            <a:endParaRPr lang="en-US" altLang="zh-CN" dirty="0"/>
          </a:p>
        </p:txBody>
      </p:sp>
      <p:sp>
        <p:nvSpPr>
          <p:cNvPr id="2" name="标题 1"/>
          <p:cNvSpPr>
            <a:spLocks noGrp="1"/>
          </p:cNvSpPr>
          <p:nvPr>
            <p:ph type="title"/>
          </p:nvPr>
        </p:nvSpPr>
        <p:spPr/>
        <p:txBody>
          <a:bodyPr/>
          <a:lstStyle/>
          <a:p>
            <a:r>
              <a:rPr lang="zh-CN" altLang="en-US" dirty="0" smtClean="0"/>
              <a:t>日志收集</a:t>
            </a:r>
            <a:r>
              <a:rPr lang="zh-CN" altLang="en-US" dirty="0"/>
              <a:t>系统</a:t>
            </a:r>
          </a:p>
        </p:txBody>
      </p:sp>
    </p:spTree>
    <p:extLst>
      <p:ext uri="{BB962C8B-B14F-4D97-AF65-F5344CB8AC3E}">
        <p14:creationId xmlns:p14="http://schemas.microsoft.com/office/powerpoint/2010/main" val="1743385692"/>
      </p:ext>
    </p:extLst>
  </p:cSld>
  <p:clrMapOvr>
    <a:masterClrMapping/>
  </p:clrMapOvr>
  <p:transition spd="slow">
    <p:blinds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收</a:t>
            </a:r>
            <a:r>
              <a:rPr kumimoji="1" lang="zh-CN" altLang="en-US" b="1" dirty="0" smtClean="0">
                <a:solidFill>
                  <a:schemeClr val="tx1">
                    <a:lumMod val="75000"/>
                    <a:lumOff val="25000"/>
                  </a:schemeClr>
                </a:solidFill>
                <a:latin typeface="Microsoft YaHei" charset="-122"/>
                <a:ea typeface="Microsoft YaHei" charset="-122"/>
                <a:cs typeface="Microsoft YaHei" charset="-122"/>
                <a:sym typeface="Arial" panose="020B0604020202020204"/>
              </a:rPr>
              <a:t>集</a:t>
            </a:r>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对象</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2.2</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15149523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418929" y="2521839"/>
            <a:ext cx="4446765"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）认证</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）系统启动、关闭和重启。</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）服务启动、关闭和状态变化。</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）服务崩溃。</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）杂项状态消息。</a:t>
            </a:r>
          </a:p>
        </p:txBody>
      </p:sp>
      <p:sp>
        <p:nvSpPr>
          <p:cNvPr id="11" name="矩形 10"/>
          <p:cNvSpPr/>
          <p:nvPr/>
        </p:nvSpPr>
        <p:spPr>
          <a:xfrm>
            <a:off x="1303645" y="1317821"/>
            <a:ext cx="956465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zh-CN" sz="1600" spc="100" dirty="0">
                <a:latin typeface="微软雅黑" panose="020B0503020204020204" pitchFamily="34" charset="-122"/>
                <a:ea typeface="微软雅黑" panose="020B0503020204020204" pitchFamily="34" charset="-122"/>
              </a:rPr>
              <a:t>日志收集与分析系统需要支持采集各种主机操作系统记录的各种消息，这些操作系统包括</a:t>
            </a:r>
            <a:r>
              <a:rPr lang="en-US" altLang="zh-CN" sz="1600" spc="100" dirty="0">
                <a:latin typeface="微软雅黑" panose="020B0503020204020204" pitchFamily="34" charset="-122"/>
                <a:ea typeface="微软雅黑" panose="020B0503020204020204" pitchFamily="34" charset="-122"/>
              </a:rPr>
              <a:t>Windows</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Solaris</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Linux</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AIX</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HP-UX</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UNIX</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AS400</a:t>
            </a:r>
            <a:r>
              <a:rPr lang="zh-CN" altLang="zh-CN" sz="1600" spc="100" dirty="0">
                <a:latin typeface="微软雅黑" panose="020B0503020204020204" pitchFamily="34" charset="-122"/>
                <a:ea typeface="微软雅黑" panose="020B0503020204020204" pitchFamily="34" charset="-122"/>
              </a:rPr>
              <a:t>等，</a:t>
            </a:r>
            <a:r>
              <a:rPr lang="zh-CN" altLang="en-US" sz="1600" spc="100" dirty="0">
                <a:latin typeface="微软雅黑" panose="020B0503020204020204" pitchFamily="34" charset="-122"/>
                <a:ea typeface="微软雅黑" panose="020B0503020204020204" pitchFamily="34" charset="-122"/>
              </a:rPr>
              <a:t>这些日志包括：</a:t>
            </a:r>
            <a:endParaRPr lang="zh-CN"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操作系统生成的日志</a:t>
            </a:r>
          </a:p>
        </p:txBody>
      </p:sp>
    </p:spTree>
    <p:extLst>
      <p:ext uri="{BB962C8B-B14F-4D97-AF65-F5344CB8AC3E}">
        <p14:creationId xmlns:p14="http://schemas.microsoft.com/office/powerpoint/2010/main" val="191600765"/>
      </p:ext>
    </p:extLst>
  </p:cSld>
  <p:clrMapOvr>
    <a:masterClrMapping/>
  </p:clrMapOvr>
  <p:transition spd="slow">
    <p:blinds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227909" y="1619344"/>
            <a:ext cx="9614262"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）可用于入侵检测，因为成功和失败的攻击通常在操作系统日志中留下独特的痕迹。通过收集这类消息，可以做出过去和将要出现的威胁的判断。</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）可用于事故响应，因为尽管有各种安全防护措施，成功的攻击仍然可能发生。</a:t>
            </a:r>
          </a:p>
          <a:p>
            <a:pPr>
              <a:lnSpc>
                <a:spcPct val="150000"/>
              </a:lnSpc>
              <a:buFont typeface="Arial" panose="020B0604020202020204" pitchFamily="34" charset="0"/>
              <a:buNone/>
            </a:pPr>
            <a:endParaRPr lang="zh-CN" altLang="en-US"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操作系统消息被视为安全相关日志的原因</a:t>
            </a:r>
          </a:p>
        </p:txBody>
      </p:sp>
    </p:spTree>
    <p:extLst>
      <p:ext uri="{BB962C8B-B14F-4D97-AF65-F5344CB8AC3E}">
        <p14:creationId xmlns:p14="http://schemas.microsoft.com/office/powerpoint/2010/main" val="463360762"/>
      </p:ext>
    </p:extLst>
  </p:cSld>
  <p:clrMapOvr>
    <a:masterClrMapping/>
  </p:clrMapOvr>
  <p:transition spd="slow">
    <p:blinds dir="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449976" y="1293444"/>
            <a:ext cx="9339943"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）登录时间日志子系统：登录时间日志通常会与多个程序的执行产生关联，一旦触发</a:t>
            </a:r>
            <a:r>
              <a:rPr lang="en-US" altLang="zh-CN" sz="1600" spc="100" dirty="0">
                <a:latin typeface="微软雅黑" panose="020B0503020204020204" pitchFamily="34" charset="-122"/>
                <a:ea typeface="微软雅黑" panose="020B0503020204020204" pitchFamily="34" charset="-122"/>
              </a:rPr>
              <a:t>login</a:t>
            </a:r>
            <a:r>
              <a:rPr lang="zh-CN" altLang="en-US" sz="1600" spc="100" dirty="0">
                <a:latin typeface="微软雅黑" panose="020B0503020204020204" pitchFamily="34" charset="-122"/>
                <a:ea typeface="微软雅黑" panose="020B0503020204020204" pitchFamily="34" charset="-122"/>
              </a:rPr>
              <a:t>等程序，就会对</a:t>
            </a:r>
            <a:r>
              <a:rPr lang="en-US" altLang="zh-CN" sz="1600" spc="100" dirty="0" err="1">
                <a:latin typeface="微软雅黑" panose="020B0503020204020204" pitchFamily="34" charset="-122"/>
                <a:ea typeface="微软雅黑" panose="020B0503020204020204" pitchFamily="34" charset="-122"/>
              </a:rPr>
              <a:t>wtmp</a:t>
            </a:r>
            <a:r>
              <a:rPr lang="zh-CN" altLang="en-US" sz="1600" spc="100" dirty="0">
                <a:latin typeface="微软雅黑" panose="020B0503020204020204" pitchFamily="34" charset="-122"/>
                <a:ea typeface="微软雅黑" panose="020B0503020204020204" pitchFamily="34" charset="-122"/>
              </a:rPr>
              <a:t>和</a:t>
            </a:r>
            <a:r>
              <a:rPr lang="en-US" altLang="zh-CN" sz="1600" spc="100" dirty="0" err="1">
                <a:latin typeface="微软雅黑" panose="020B0503020204020204" pitchFamily="34" charset="-122"/>
                <a:ea typeface="微软雅黑" panose="020B0503020204020204" pitchFamily="34" charset="-122"/>
              </a:rPr>
              <a:t>utmp</a:t>
            </a:r>
            <a:r>
              <a:rPr lang="zh-CN" altLang="en-US" sz="1600" spc="100" dirty="0">
                <a:latin typeface="微软雅黑" panose="020B0503020204020204" pitchFamily="34" charset="-122"/>
                <a:ea typeface="微软雅黑" panose="020B0503020204020204" pitchFamily="34" charset="-122"/>
              </a:rPr>
              <a:t>文件进行相应的更新，保证系统管理员能够有效地跟踪谁在何时登录过系统。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）进程统计日志子系统：该类日志能够记录系统中各个基本的服务，可以有效地记录与提供相应命令在某一系统中使用的详细统计情况。</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）错误日志子系统：其主要由系统进程</a:t>
            </a:r>
            <a:r>
              <a:rPr lang="en-US" altLang="zh-CN" sz="1600" spc="100" dirty="0" err="1">
                <a:latin typeface="微软雅黑" panose="020B0503020204020204" pitchFamily="34" charset="-122"/>
                <a:ea typeface="微软雅黑" panose="020B0503020204020204" pitchFamily="34" charset="-122"/>
              </a:rPr>
              <a:t>syslogd</a:t>
            </a:r>
            <a:r>
              <a:rPr lang="zh-CN" altLang="en-US" sz="1600" spc="100" dirty="0">
                <a:latin typeface="微软雅黑" panose="020B0503020204020204" pitchFamily="34" charset="-122"/>
                <a:ea typeface="微软雅黑" panose="020B0503020204020204" pitchFamily="34" charset="-122"/>
              </a:rPr>
              <a:t>（新版</a:t>
            </a:r>
            <a:r>
              <a:rPr lang="en-US" altLang="zh-CN" sz="1600" spc="100" dirty="0">
                <a:latin typeface="微软雅黑" panose="020B0503020204020204" pitchFamily="34" charset="-122"/>
                <a:ea typeface="微软雅黑" panose="020B0503020204020204" pitchFamily="34" charset="-122"/>
              </a:rPr>
              <a:t>Linux</a:t>
            </a:r>
            <a:r>
              <a:rPr lang="zh-CN" altLang="en-US" sz="1600" spc="100" dirty="0">
                <a:latin typeface="微软雅黑" panose="020B0503020204020204" pitchFamily="34" charset="-122"/>
                <a:ea typeface="微软雅黑" panose="020B0503020204020204" pitchFamily="34" charset="-122"/>
              </a:rPr>
              <a:t>发行版采用</a:t>
            </a:r>
            <a:r>
              <a:rPr lang="en-US" altLang="zh-CN" sz="1600" spc="100" dirty="0" err="1">
                <a:latin typeface="微软雅黑" panose="020B0503020204020204" pitchFamily="34" charset="-122"/>
                <a:ea typeface="微软雅黑" panose="020B0503020204020204" pitchFamily="34" charset="-122"/>
              </a:rPr>
              <a:t>rsyslogd</a:t>
            </a:r>
            <a:r>
              <a:rPr lang="zh-CN" altLang="en-US" sz="1600" spc="100" dirty="0">
                <a:latin typeface="微软雅黑" panose="020B0503020204020204" pitchFamily="34" charset="-122"/>
                <a:ea typeface="微软雅黑" panose="020B0503020204020204" pitchFamily="34" charset="-122"/>
              </a:rPr>
              <a:t>服务）实现操作。它由各个应用系统的守护进程、系统内核来自动利用</a:t>
            </a:r>
            <a:r>
              <a:rPr lang="en-US" altLang="zh-CN" sz="1600" spc="100" dirty="0">
                <a:latin typeface="微软雅黑" panose="020B0503020204020204" pitchFamily="34" charset="-122"/>
                <a:ea typeface="微软雅黑" panose="020B0503020204020204" pitchFamily="34" charset="-122"/>
              </a:rPr>
              <a:t>syslog</a:t>
            </a:r>
            <a:r>
              <a:rPr lang="zh-CN" altLang="en-US" sz="1600" spc="100" dirty="0">
                <a:latin typeface="微软雅黑" panose="020B0503020204020204" pitchFamily="34" charset="-122"/>
                <a:ea typeface="微软雅黑" panose="020B0503020204020204" pitchFamily="34" charset="-122"/>
              </a:rPr>
              <a:t>向日志文件中进行添加，用来向用户报告不同级别的事件。</a:t>
            </a:r>
          </a:p>
        </p:txBody>
      </p:sp>
      <p:sp>
        <p:nvSpPr>
          <p:cNvPr id="2" name="标题 1"/>
          <p:cNvSpPr>
            <a:spLocks noGrp="1"/>
          </p:cNvSpPr>
          <p:nvPr>
            <p:ph type="title"/>
          </p:nvPr>
        </p:nvSpPr>
        <p:spPr/>
        <p:txBody>
          <a:bodyPr/>
          <a:lstStyle/>
          <a:p>
            <a:r>
              <a:rPr lang="en-US" altLang="zh-CN" dirty="0"/>
              <a:t>UNIX/Linux</a:t>
            </a:r>
            <a:r>
              <a:rPr lang="zh-CN" altLang="en-US" dirty="0"/>
              <a:t>的系统日志分类</a:t>
            </a:r>
          </a:p>
        </p:txBody>
      </p:sp>
    </p:spTree>
    <p:extLst>
      <p:ext uri="{BB962C8B-B14F-4D97-AF65-F5344CB8AC3E}">
        <p14:creationId xmlns:p14="http://schemas.microsoft.com/office/powerpoint/2010/main" val="4135792518"/>
      </p:ext>
    </p:extLst>
  </p:cSld>
  <p:clrMapOvr>
    <a:masterClrMapping/>
  </p:clrMapOvr>
  <p:transition spd="slow">
    <p:blinds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267096" y="1365343"/>
            <a:ext cx="9405257"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）基于</a:t>
            </a:r>
            <a:r>
              <a:rPr lang="en-US" altLang="zh-CN" sz="1600" spc="100" dirty="0" err="1">
                <a:latin typeface="微软雅黑" panose="020B0503020204020204" pitchFamily="34" charset="-122"/>
                <a:ea typeface="微软雅黑" panose="020B0503020204020204" pitchFamily="34" charset="-122"/>
              </a:rPr>
              <a:t>syslogd</a:t>
            </a:r>
            <a:r>
              <a:rPr lang="zh-CN" altLang="en-US" sz="1600" spc="100" dirty="0">
                <a:latin typeface="微软雅黑" panose="020B0503020204020204" pitchFamily="34" charset="-122"/>
                <a:ea typeface="微软雅黑" panose="020B0503020204020204" pitchFamily="34" charset="-122"/>
              </a:rPr>
              <a:t>的日志文件：该类型主要采用</a:t>
            </a:r>
            <a:r>
              <a:rPr lang="en-US" altLang="zh-CN" sz="1600" spc="100" dirty="0">
                <a:latin typeface="微软雅黑" panose="020B0503020204020204" pitchFamily="34" charset="-122"/>
                <a:ea typeface="微软雅黑" panose="020B0503020204020204" pitchFamily="34" charset="-122"/>
              </a:rPr>
              <a:t>syslog</a:t>
            </a:r>
            <a:r>
              <a:rPr lang="zh-CN" altLang="en-US" sz="1600" spc="100" dirty="0">
                <a:latin typeface="微软雅黑" panose="020B0503020204020204" pitchFamily="34" charset="-122"/>
                <a:ea typeface="微软雅黑" panose="020B0503020204020204" pitchFamily="34" charset="-122"/>
              </a:rPr>
              <a:t>协议和</a:t>
            </a:r>
            <a:r>
              <a:rPr lang="en-US" altLang="zh-CN" sz="1600" spc="100" dirty="0">
                <a:latin typeface="微软雅黑" panose="020B0503020204020204" pitchFamily="34" charset="-122"/>
                <a:ea typeface="微软雅黑" panose="020B0503020204020204" pitchFamily="34" charset="-122"/>
              </a:rPr>
              <a:t>POSIX</a:t>
            </a:r>
            <a:r>
              <a:rPr lang="zh-CN" altLang="en-US" sz="1600" spc="100" dirty="0">
                <a:latin typeface="微软雅黑" panose="020B0503020204020204" pitchFamily="34" charset="-122"/>
                <a:ea typeface="微软雅黑" panose="020B0503020204020204" pitchFamily="34" charset="-122"/>
              </a:rPr>
              <a:t>标准进行定义，通常以</a:t>
            </a:r>
            <a:r>
              <a:rPr lang="en-US" altLang="zh-CN" sz="1600" spc="100" dirty="0">
                <a:latin typeface="微软雅黑" panose="020B0503020204020204" pitchFamily="34" charset="-122"/>
                <a:ea typeface="微软雅黑" panose="020B0503020204020204" pitchFamily="34" charset="-122"/>
              </a:rPr>
              <a:t>ASCII</a:t>
            </a:r>
            <a:r>
              <a:rPr lang="zh-CN" altLang="en-US" sz="1600" spc="100" dirty="0">
                <a:latin typeface="微软雅黑" panose="020B0503020204020204" pitchFamily="34" charset="-122"/>
                <a:ea typeface="微软雅黑" panose="020B0503020204020204" pitchFamily="34" charset="-122"/>
              </a:rPr>
              <a:t>文本形式存在，一般由日期、时间、主机名、</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地址和优先级等部分组成。</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）应用程序产生的日志文件：该类型的日志文件通常是</a:t>
            </a:r>
            <a:r>
              <a:rPr lang="en-US" altLang="zh-CN" sz="1600" spc="100" dirty="0">
                <a:latin typeface="微软雅黑" panose="020B0503020204020204" pitchFamily="34" charset="-122"/>
                <a:ea typeface="微软雅黑" panose="020B0503020204020204" pitchFamily="34" charset="-122"/>
              </a:rPr>
              <a:t>ASCII</a:t>
            </a:r>
            <a:r>
              <a:rPr lang="zh-CN" altLang="en-US" sz="1600" spc="100" dirty="0">
                <a:latin typeface="微软雅黑" panose="020B0503020204020204" pitchFamily="34" charset="-122"/>
                <a:ea typeface="微软雅黑" panose="020B0503020204020204" pitchFamily="34" charset="-122"/>
              </a:rPr>
              <a:t>码的文本文件格式。</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）操作记录日志文件：</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对各个终端的登录人员进行记录的日志信息</a:t>
            </a:r>
            <a:r>
              <a:rPr lang="en-US" altLang="zh-CN" sz="1600" spc="100" dirty="0" err="1">
                <a:latin typeface="微软雅黑" panose="020B0503020204020204" pitchFamily="34" charset="-122"/>
                <a:ea typeface="微软雅黑" panose="020B0503020204020204" pitchFamily="34" charset="-122"/>
              </a:rPr>
              <a:t>lastlog</a:t>
            </a:r>
            <a:r>
              <a:rPr lang="zh-CN" altLang="en-US" sz="1600" spc="100" dirty="0">
                <a:latin typeface="微软雅黑" panose="020B0503020204020204" pitchFamily="34" charset="-122"/>
                <a:ea typeface="微软雅黑" panose="020B0503020204020204" pitchFamily="34" charset="-122"/>
              </a:rPr>
              <a:t>，记录内容主要有：用户名、终端号、登入</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、登入使用时间等。</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对系统中的邮件服务器进行记录的日志</a:t>
            </a:r>
            <a:r>
              <a:rPr lang="en-US" altLang="zh-CN" sz="1600" spc="100" dirty="0" err="1">
                <a:latin typeface="微软雅黑" panose="020B0503020204020204" pitchFamily="34" charset="-122"/>
                <a:ea typeface="微软雅黑" panose="020B0503020204020204" pitchFamily="34" charset="-122"/>
              </a:rPr>
              <a:t>maillog</a:t>
            </a:r>
            <a:r>
              <a:rPr lang="zh-CN" altLang="en-US" sz="1600" spc="100" dirty="0">
                <a:latin typeface="微软雅黑" panose="020B0503020204020204" pitchFamily="34" charset="-122"/>
                <a:ea typeface="微软雅黑" panose="020B0503020204020204" pitchFamily="34" charset="-122"/>
              </a:rPr>
              <a:t>，记录内容主要有进程名、邮件代号、日期、时间、操作过程等。</a:t>
            </a:r>
          </a:p>
          <a:p>
            <a:pPr>
              <a:lnSpc>
                <a:spcPct val="150000"/>
              </a:lnSpc>
              <a:buFont typeface="Arial" panose="020B0604020202020204" pitchFamily="34" charset="0"/>
              <a:buNone/>
            </a:pPr>
            <a:endParaRPr lang="zh-CN" altLang="en-US"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en-US" altLang="zh-CN" dirty="0"/>
              <a:t>UNIX/Linux</a:t>
            </a:r>
            <a:r>
              <a:rPr lang="zh-CN" altLang="en-US" dirty="0"/>
              <a:t>系统的主要日志文件格式</a:t>
            </a:r>
          </a:p>
        </p:txBody>
      </p:sp>
    </p:spTree>
    <p:extLst>
      <p:ext uri="{BB962C8B-B14F-4D97-AF65-F5344CB8AC3E}">
        <p14:creationId xmlns:p14="http://schemas.microsoft.com/office/powerpoint/2010/main" val="2528994299"/>
      </p:ext>
    </p:extLst>
  </p:cSld>
  <p:clrMapOvr>
    <a:masterClrMapping/>
  </p:clrMapOvr>
  <p:transition spd="slow">
    <p:blinds dir="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293223" y="1474228"/>
            <a:ext cx="9353006"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）系统日志：主要是指</a:t>
            </a:r>
            <a:r>
              <a:rPr lang="en-US" altLang="zh-CN" dirty="0"/>
              <a:t>Windows 2003/Windows 7</a:t>
            </a:r>
            <a:r>
              <a:rPr lang="zh-CN" altLang="en-US" dirty="0"/>
              <a:t>等各种操作系统中的各个组件在运行中产生的各种事件。</a:t>
            </a:r>
            <a:endParaRPr lang="en-US" altLang="zh-CN" dirty="0"/>
          </a:p>
          <a:p>
            <a:r>
              <a:rPr lang="zh-CN" altLang="en-US" dirty="0"/>
              <a:t>（</a:t>
            </a:r>
            <a:r>
              <a:rPr lang="en-US" altLang="zh-CN" dirty="0"/>
              <a:t>2</a:t>
            </a:r>
            <a:r>
              <a:rPr lang="zh-CN" altLang="en-US" dirty="0"/>
              <a:t>）安全日志：</a:t>
            </a:r>
            <a:r>
              <a:rPr lang="zh-CN" altLang="zh-CN" dirty="0"/>
              <a:t>主要记录各种与安全相关的事件。构成该日志的内容主要包括：各种对系统进行登录与退出的成功或者不成功信息</a:t>
            </a:r>
            <a:r>
              <a:rPr lang="zh-CN" altLang="en-US" dirty="0"/>
              <a:t>、</a:t>
            </a:r>
            <a:r>
              <a:rPr lang="zh-CN" altLang="zh-CN" dirty="0"/>
              <a:t>对系统中的各种重要资源进行的各种操作</a:t>
            </a:r>
            <a:r>
              <a:rPr lang="zh-CN" altLang="en-US" dirty="0"/>
              <a:t>。</a:t>
            </a:r>
            <a:endParaRPr lang="en-US" altLang="zh-CN" dirty="0"/>
          </a:p>
          <a:p>
            <a:r>
              <a:rPr lang="zh-CN" altLang="en-US" dirty="0"/>
              <a:t>（</a:t>
            </a:r>
            <a:r>
              <a:rPr lang="en-US" altLang="zh-CN" dirty="0"/>
              <a:t>3</a:t>
            </a:r>
            <a:r>
              <a:rPr lang="zh-CN" altLang="en-US" dirty="0"/>
              <a:t>）应用程序日志：</a:t>
            </a:r>
            <a:r>
              <a:rPr lang="zh-CN" altLang="zh-CN" dirty="0"/>
              <a:t>主要记录各种应用程序所产生的各类事件</a:t>
            </a:r>
          </a:p>
        </p:txBody>
      </p:sp>
      <p:sp>
        <p:nvSpPr>
          <p:cNvPr id="2" name="标题 1"/>
          <p:cNvSpPr>
            <a:spLocks noGrp="1"/>
          </p:cNvSpPr>
          <p:nvPr>
            <p:ph type="title"/>
          </p:nvPr>
        </p:nvSpPr>
        <p:spPr/>
        <p:txBody>
          <a:bodyPr/>
          <a:lstStyle/>
          <a:p>
            <a:r>
              <a:rPr lang="en-US" altLang="zh-CN" dirty="0"/>
              <a:t>Windows</a:t>
            </a:r>
            <a:r>
              <a:rPr lang="zh-CN" altLang="en-US" dirty="0"/>
              <a:t>日志分类</a:t>
            </a:r>
          </a:p>
        </p:txBody>
      </p:sp>
    </p:spTree>
    <p:extLst>
      <p:ext uri="{BB962C8B-B14F-4D97-AF65-F5344CB8AC3E}">
        <p14:creationId xmlns:p14="http://schemas.microsoft.com/office/powerpoint/2010/main" val="2668353947"/>
      </p:ext>
    </p:extLst>
  </p:cSld>
  <p:clrMapOvr>
    <a:masterClrMapping/>
  </p:clrMapOvr>
  <p:transition spd="slow">
    <p:blinds dir="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97726" y="1619343"/>
            <a:ext cx="91440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a:t>
            </a:r>
            <a:r>
              <a:rPr lang="zh-CN" altLang="zh-CN" dirty="0"/>
              <a:t>网络设备包括路由器</a:t>
            </a:r>
            <a:r>
              <a:rPr lang="zh-CN" altLang="en-US" dirty="0"/>
              <a:t>、</a:t>
            </a:r>
            <a:r>
              <a:rPr lang="zh-CN" altLang="zh-CN" dirty="0"/>
              <a:t>交换机和其他将电脑桌面和服务器连接起来组成网络的设备</a:t>
            </a:r>
            <a:r>
              <a:rPr lang="zh-CN" altLang="en-US" dirty="0"/>
              <a:t>。</a:t>
            </a:r>
            <a:endParaRPr lang="en-US" altLang="zh-CN" dirty="0"/>
          </a:p>
          <a:p>
            <a:r>
              <a:rPr lang="zh-CN" altLang="en-US" dirty="0"/>
              <a:t>（</a:t>
            </a:r>
            <a:r>
              <a:rPr lang="en-US" altLang="zh-CN" dirty="0"/>
              <a:t>2</a:t>
            </a:r>
            <a:r>
              <a:rPr lang="zh-CN" altLang="en-US" dirty="0"/>
              <a:t>）网络</a:t>
            </a:r>
            <a:r>
              <a:rPr lang="zh-CN" altLang="zh-CN" dirty="0"/>
              <a:t>设备的日志在安全中起到关键的作用</a:t>
            </a:r>
            <a:r>
              <a:rPr lang="zh-CN" altLang="en-US" dirty="0"/>
              <a:t>。</a:t>
            </a:r>
            <a:endParaRPr lang="zh-CN" altLang="zh-CN" dirty="0"/>
          </a:p>
        </p:txBody>
      </p:sp>
      <p:sp>
        <p:nvSpPr>
          <p:cNvPr id="2" name="标题 1"/>
          <p:cNvSpPr>
            <a:spLocks noGrp="1"/>
          </p:cNvSpPr>
          <p:nvPr>
            <p:ph type="title"/>
          </p:nvPr>
        </p:nvSpPr>
        <p:spPr/>
        <p:txBody>
          <a:bodyPr/>
          <a:lstStyle/>
          <a:p>
            <a:r>
              <a:rPr lang="zh-CN" altLang="en-US" dirty="0"/>
              <a:t>网络设备</a:t>
            </a:r>
          </a:p>
        </p:txBody>
      </p:sp>
    </p:spTree>
    <p:extLst>
      <p:ext uri="{BB962C8B-B14F-4D97-AF65-F5344CB8AC3E}">
        <p14:creationId xmlns:p14="http://schemas.microsoft.com/office/powerpoint/2010/main" val="1860332516"/>
      </p:ext>
    </p:extLst>
  </p:cSld>
  <p:clrMapOvr>
    <a:masterClrMapping/>
  </p:clrMapOvr>
  <p:transition spd="slow">
    <p:blinds dir="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594" y="1293445"/>
            <a:ext cx="9496697"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）登录和注销：登录是进入操作系统或应用程序的过程；注销是向系统发出清除现在登录的用户的请求，清除后即可使用其他用户来登录你的系统。</a:t>
            </a:r>
          </a:p>
          <a:p>
            <a:r>
              <a:rPr lang="zh-CN" altLang="en-US" dirty="0"/>
              <a:t>（</a:t>
            </a:r>
            <a:r>
              <a:rPr lang="en-US" altLang="zh-CN" dirty="0"/>
              <a:t>2</a:t>
            </a:r>
            <a:r>
              <a:rPr lang="zh-CN" altLang="en-US" dirty="0"/>
              <a:t>）建立服务连接：建立服务连接是指通信双方在建立通信时事先建立的一条通信线路。</a:t>
            </a:r>
          </a:p>
          <a:p>
            <a:r>
              <a:rPr lang="zh-CN" altLang="en-US" dirty="0"/>
              <a:t>（</a:t>
            </a:r>
            <a:r>
              <a:rPr lang="en-US" altLang="zh-CN" dirty="0"/>
              <a:t>3</a:t>
            </a:r>
            <a:r>
              <a:rPr lang="zh-CN" altLang="en-US" dirty="0"/>
              <a:t>）出站和入站传输字节数：记录网络设备的传输字节数。</a:t>
            </a:r>
          </a:p>
          <a:p>
            <a:r>
              <a:rPr lang="zh-CN" altLang="en-US" dirty="0"/>
              <a:t>（</a:t>
            </a:r>
            <a:r>
              <a:rPr lang="en-US" altLang="zh-CN" dirty="0"/>
              <a:t>4</a:t>
            </a:r>
            <a:r>
              <a:rPr lang="zh-CN" altLang="en-US" dirty="0"/>
              <a:t>）重新启动：主要作用是保存对系统的设置和修改以及立即启动相关服务等。</a:t>
            </a:r>
          </a:p>
          <a:p>
            <a:r>
              <a:rPr lang="zh-CN" altLang="en-US" dirty="0"/>
              <a:t>（</a:t>
            </a:r>
            <a:r>
              <a:rPr lang="en-US" altLang="zh-CN" dirty="0"/>
              <a:t>5</a:t>
            </a:r>
            <a:r>
              <a:rPr lang="zh-CN" altLang="en-US" dirty="0"/>
              <a:t>）配置更改：对设备的配置进行更改的记录。</a:t>
            </a:r>
          </a:p>
          <a:p>
            <a:r>
              <a:rPr lang="zh-CN" altLang="en-US" dirty="0"/>
              <a:t>       </a:t>
            </a:r>
            <a:endParaRPr lang="zh-CN" altLang="zh-CN" dirty="0"/>
          </a:p>
        </p:txBody>
      </p:sp>
      <p:sp>
        <p:nvSpPr>
          <p:cNvPr id="2" name="标题 1"/>
          <p:cNvSpPr>
            <a:spLocks noGrp="1"/>
          </p:cNvSpPr>
          <p:nvPr>
            <p:ph type="title"/>
          </p:nvPr>
        </p:nvSpPr>
        <p:spPr/>
        <p:txBody>
          <a:bodyPr/>
          <a:lstStyle/>
          <a:p>
            <a:r>
              <a:rPr lang="zh-CN" altLang="en-US" dirty="0"/>
              <a:t>常见网络设备消息类别</a:t>
            </a:r>
          </a:p>
        </p:txBody>
      </p:sp>
    </p:spTree>
    <p:extLst>
      <p:ext uri="{BB962C8B-B14F-4D97-AF65-F5344CB8AC3E}">
        <p14:creationId xmlns:p14="http://schemas.microsoft.com/office/powerpoint/2010/main" val="3290989420"/>
      </p:ext>
    </p:extLst>
  </p:cSld>
  <p:clrMapOvr>
    <a:masterClrMapping/>
  </p:clrMapOvr>
  <p:transition spd="slow">
    <p:blinds dir="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19349" y="1380446"/>
            <a:ext cx="9457508"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）路由交换设备：是网络互连的核心设备，主要由路由处理器、交换结构、输入端口和输出端口组成，其基本功能可分为路由处理、数据包转发和其他处理。</a:t>
            </a:r>
            <a:endParaRPr lang="en-US" altLang="zh-CN" dirty="0"/>
          </a:p>
          <a:p>
            <a:r>
              <a:rPr lang="zh-CN" altLang="en-US" dirty="0"/>
              <a:t>（</a:t>
            </a:r>
            <a:r>
              <a:rPr lang="en-US" altLang="zh-CN" dirty="0"/>
              <a:t>2</a:t>
            </a:r>
            <a:r>
              <a:rPr lang="zh-CN" altLang="en-US" dirty="0"/>
              <a:t>）防火墙：是一种位于内部网络与外部网络之间的网络安全系统，由服务访问规则、验证工具、包过滤和应用网关四部分组成，用于保护内部网免受非法用户的侵入。</a:t>
            </a:r>
            <a:endParaRPr lang="en-US" altLang="zh-CN" dirty="0"/>
          </a:p>
          <a:p>
            <a:r>
              <a:rPr lang="zh-CN" altLang="en-US" dirty="0"/>
              <a:t>（</a:t>
            </a:r>
            <a:r>
              <a:rPr lang="en-US" altLang="zh-CN" dirty="0"/>
              <a:t>3</a:t>
            </a:r>
            <a:r>
              <a:rPr lang="zh-CN" altLang="en-US" dirty="0"/>
              <a:t>）入侵检测集系统：是一种对网络传输进行即时监视，在发现可疑传输时发出警报或者采取主动反应措施的网络安全设备。</a:t>
            </a:r>
            <a:endParaRPr lang="zh-CN" altLang="zh-CN" dirty="0"/>
          </a:p>
        </p:txBody>
      </p:sp>
      <p:sp>
        <p:nvSpPr>
          <p:cNvPr id="2" name="标题 1"/>
          <p:cNvSpPr>
            <a:spLocks noGrp="1"/>
          </p:cNvSpPr>
          <p:nvPr>
            <p:ph type="title"/>
          </p:nvPr>
        </p:nvSpPr>
        <p:spPr/>
        <p:txBody>
          <a:bodyPr/>
          <a:lstStyle/>
          <a:p>
            <a:r>
              <a:rPr lang="zh-CN" altLang="en-US" dirty="0"/>
              <a:t>常见网络设备的种类</a:t>
            </a:r>
          </a:p>
        </p:txBody>
      </p:sp>
    </p:spTree>
    <p:extLst>
      <p:ext uri="{BB962C8B-B14F-4D97-AF65-F5344CB8AC3E}">
        <p14:creationId xmlns:p14="http://schemas.microsoft.com/office/powerpoint/2010/main" val="749710979"/>
      </p:ext>
    </p:extLst>
  </p:cSld>
  <p:clrMapOvr>
    <a:masterClrMapping/>
  </p:clrMapOvr>
  <p:transition spd="slow">
    <p:blinds dir="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254034" y="1293445"/>
            <a:ext cx="9496697"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en-US" altLang="zh-CN" dirty="0"/>
              <a:t>    </a:t>
            </a:r>
            <a:r>
              <a:rPr lang="zh-CN" altLang="en-US" dirty="0"/>
              <a:t>（</a:t>
            </a:r>
            <a:r>
              <a:rPr lang="en-US" altLang="zh-CN" dirty="0"/>
              <a:t>1</a:t>
            </a:r>
            <a:r>
              <a:rPr lang="zh-CN" altLang="en-US" dirty="0"/>
              <a:t>）</a:t>
            </a:r>
            <a:r>
              <a:rPr lang="zh-CN" altLang="zh-CN" dirty="0"/>
              <a:t>安全设备包括防火墙、虚拟私人网络（</a:t>
            </a:r>
            <a:r>
              <a:rPr lang="en-US" altLang="zh-CN" dirty="0"/>
              <a:t>Virtual Private Network</a:t>
            </a:r>
            <a:r>
              <a:rPr lang="zh-CN" altLang="zh-CN" dirty="0"/>
              <a:t>，</a:t>
            </a:r>
            <a:r>
              <a:rPr lang="en-US" altLang="zh-CN" dirty="0"/>
              <a:t>VPN</a:t>
            </a:r>
            <a:r>
              <a:rPr lang="zh-CN" altLang="zh-CN" dirty="0"/>
              <a:t>）、</a:t>
            </a:r>
            <a:r>
              <a:rPr lang="en-US" altLang="zh-CN" dirty="0"/>
              <a:t>IDS</a:t>
            </a:r>
            <a:r>
              <a:rPr lang="zh-CN" altLang="zh-CN" dirty="0"/>
              <a:t>、</a:t>
            </a:r>
            <a:r>
              <a:rPr lang="en-US" altLang="zh-CN" dirty="0"/>
              <a:t>IPS</a:t>
            </a:r>
            <a:r>
              <a:rPr lang="zh-CN" altLang="zh-CN" dirty="0"/>
              <a:t>、防病毒网关、网闸、防分布式拒绝服务（</a:t>
            </a:r>
            <a:r>
              <a:rPr lang="en-US" altLang="zh-CN" dirty="0"/>
              <a:t>Distributed Denial of Service</a:t>
            </a:r>
            <a:r>
              <a:rPr lang="zh-CN" altLang="zh-CN" dirty="0"/>
              <a:t>，</a:t>
            </a:r>
            <a:r>
              <a:rPr lang="en-US" altLang="zh-CN" dirty="0"/>
              <a:t>DDOS</a:t>
            </a:r>
            <a:r>
              <a:rPr lang="zh-CN" altLang="zh-CN" dirty="0"/>
              <a:t>）攻击、</a:t>
            </a:r>
            <a:r>
              <a:rPr lang="en-US" altLang="zh-CN" dirty="0"/>
              <a:t>WEB</a:t>
            </a:r>
            <a:r>
              <a:rPr lang="zh-CN" altLang="zh-CN" dirty="0"/>
              <a:t>应用防火墙等在主机上运行的具备安全保护功能的应用程序或者设备。</a:t>
            </a:r>
            <a:endParaRPr lang="en-US" altLang="zh-CN" dirty="0"/>
          </a:p>
          <a:p>
            <a:r>
              <a:rPr lang="en-US" altLang="zh-CN" dirty="0"/>
              <a:t>    </a:t>
            </a:r>
            <a:r>
              <a:rPr lang="zh-CN" altLang="en-US" dirty="0"/>
              <a:t>（</a:t>
            </a:r>
            <a:r>
              <a:rPr lang="en-US" altLang="zh-CN" dirty="0"/>
              <a:t>2</a:t>
            </a:r>
            <a:r>
              <a:rPr lang="zh-CN" altLang="en-US" dirty="0"/>
              <a:t>）</a:t>
            </a:r>
            <a:r>
              <a:rPr lang="zh-CN" altLang="zh-CN" dirty="0"/>
              <a:t>安全设备所产生的日志与攻击、入侵、感染等相关。</a:t>
            </a:r>
          </a:p>
        </p:txBody>
      </p:sp>
      <p:sp>
        <p:nvSpPr>
          <p:cNvPr id="2" name="标题 1"/>
          <p:cNvSpPr>
            <a:spLocks noGrp="1"/>
          </p:cNvSpPr>
          <p:nvPr>
            <p:ph type="title"/>
          </p:nvPr>
        </p:nvSpPr>
        <p:spPr/>
        <p:txBody>
          <a:bodyPr/>
          <a:lstStyle/>
          <a:p>
            <a:r>
              <a:rPr lang="zh-CN" altLang="en-US" dirty="0"/>
              <a:t>安全设备</a:t>
            </a:r>
          </a:p>
        </p:txBody>
      </p:sp>
    </p:spTree>
    <p:extLst>
      <p:ext uri="{BB962C8B-B14F-4D97-AF65-F5344CB8AC3E}">
        <p14:creationId xmlns:p14="http://schemas.microsoft.com/office/powerpoint/2010/main" val="466696943"/>
      </p:ext>
    </p:extLst>
  </p:cSld>
  <p:clrMapOvr>
    <a:masterClrMapping/>
  </p:clrMapOvr>
  <p:transition spd="slow">
    <p:blinds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299862" y="1309142"/>
            <a:ext cx="4536504"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）检测到的侦察或者探查行为</a:t>
            </a:r>
          </a:p>
          <a:p>
            <a:r>
              <a:rPr lang="zh-CN" altLang="en-US" dirty="0"/>
              <a:t>（</a:t>
            </a:r>
            <a:r>
              <a:rPr lang="en-US" altLang="zh-CN" dirty="0"/>
              <a:t>2</a:t>
            </a:r>
            <a:r>
              <a:rPr lang="zh-CN" altLang="en-US" dirty="0"/>
              <a:t>）对可执行文件的修改</a:t>
            </a:r>
          </a:p>
          <a:p>
            <a:r>
              <a:rPr lang="zh-CN" altLang="en-US" dirty="0"/>
              <a:t>（</a:t>
            </a:r>
            <a:r>
              <a:rPr lang="en-US" altLang="zh-CN" dirty="0"/>
              <a:t>3</a:t>
            </a:r>
            <a:r>
              <a:rPr lang="zh-CN" altLang="en-US" dirty="0"/>
              <a:t>）检测到攻击</a:t>
            </a:r>
          </a:p>
          <a:p>
            <a:r>
              <a:rPr lang="zh-CN" altLang="en-US" dirty="0"/>
              <a:t>（</a:t>
            </a:r>
            <a:r>
              <a:rPr lang="en-US" altLang="zh-CN" dirty="0"/>
              <a:t>4</a:t>
            </a:r>
            <a:r>
              <a:rPr lang="zh-CN" altLang="en-US" dirty="0"/>
              <a:t>）检测并拦截攻击</a:t>
            </a:r>
          </a:p>
          <a:p>
            <a:r>
              <a:rPr lang="zh-CN" altLang="en-US" dirty="0"/>
              <a:t>（</a:t>
            </a:r>
            <a:r>
              <a:rPr lang="en-US" altLang="zh-CN" dirty="0"/>
              <a:t>5</a:t>
            </a:r>
            <a:r>
              <a:rPr lang="zh-CN" altLang="en-US" dirty="0"/>
              <a:t>）检测到成功入侵</a:t>
            </a:r>
          </a:p>
          <a:p>
            <a:r>
              <a:rPr lang="zh-CN" altLang="en-US" dirty="0"/>
              <a:t>（</a:t>
            </a:r>
            <a:r>
              <a:rPr lang="en-US" altLang="zh-CN" dirty="0"/>
              <a:t>6</a:t>
            </a:r>
            <a:r>
              <a:rPr lang="zh-CN" altLang="en-US" dirty="0"/>
              <a:t>）不安全的系统重新配置或损坏</a:t>
            </a:r>
          </a:p>
          <a:p>
            <a:r>
              <a:rPr lang="zh-CN" altLang="en-US" dirty="0"/>
              <a:t>（</a:t>
            </a:r>
            <a:r>
              <a:rPr lang="en-US" altLang="zh-CN" dirty="0"/>
              <a:t>7</a:t>
            </a:r>
            <a:r>
              <a:rPr lang="zh-CN" altLang="en-US" dirty="0"/>
              <a:t>）身份认证或者授权失败</a:t>
            </a:r>
          </a:p>
        </p:txBody>
      </p:sp>
      <p:sp>
        <p:nvSpPr>
          <p:cNvPr id="2" name="标题 1"/>
          <p:cNvSpPr>
            <a:spLocks noGrp="1"/>
          </p:cNvSpPr>
          <p:nvPr>
            <p:ph type="title"/>
          </p:nvPr>
        </p:nvSpPr>
        <p:spPr/>
        <p:txBody>
          <a:bodyPr/>
          <a:lstStyle/>
          <a:p>
            <a:r>
              <a:rPr lang="zh-CN" altLang="en-US" dirty="0"/>
              <a:t>安全设备主要记录的事件类型</a:t>
            </a:r>
          </a:p>
        </p:txBody>
      </p:sp>
    </p:spTree>
    <p:extLst>
      <p:ext uri="{BB962C8B-B14F-4D97-AF65-F5344CB8AC3E}">
        <p14:creationId xmlns:p14="http://schemas.microsoft.com/office/powerpoint/2010/main" val="3985357310"/>
      </p:ext>
    </p:extLst>
  </p:cSld>
  <p:clrMapOvr>
    <a:masterClrMapping/>
  </p:clrMapOvr>
  <p:transition spd="slow">
    <p:blinds dir="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267096" y="1293445"/>
            <a:ext cx="9548949"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a:t>
            </a:r>
            <a:r>
              <a:rPr lang="zh-CN" altLang="zh-CN" dirty="0"/>
              <a:t>应用系统包括邮件、</a:t>
            </a:r>
            <a:r>
              <a:rPr lang="en-US" altLang="zh-CN" dirty="0"/>
              <a:t>Web</a:t>
            </a:r>
            <a:r>
              <a:rPr lang="zh-CN" altLang="zh-CN" dirty="0"/>
              <a:t>、</a:t>
            </a:r>
            <a:r>
              <a:rPr lang="en-US" altLang="zh-CN" dirty="0"/>
              <a:t>FTP</a:t>
            </a:r>
            <a:r>
              <a:rPr lang="zh-CN" altLang="zh-CN" dirty="0"/>
              <a:t>、</a:t>
            </a:r>
            <a:r>
              <a:rPr lang="en-US" altLang="zh-CN" dirty="0"/>
              <a:t>Telnet</a:t>
            </a:r>
            <a:r>
              <a:rPr lang="zh-CN" altLang="zh-CN" dirty="0"/>
              <a:t>等</a:t>
            </a:r>
            <a:r>
              <a:rPr lang="zh-CN" altLang="en-US" dirty="0"/>
              <a:t>。</a:t>
            </a:r>
            <a:endParaRPr lang="en-US" altLang="zh-CN" dirty="0"/>
          </a:p>
          <a:p>
            <a:r>
              <a:rPr lang="zh-CN" altLang="en-US" dirty="0"/>
              <a:t>（</a:t>
            </a:r>
            <a:r>
              <a:rPr lang="en-US" altLang="zh-CN" dirty="0"/>
              <a:t>2</a:t>
            </a:r>
            <a:r>
              <a:rPr lang="zh-CN" altLang="en-US" dirty="0"/>
              <a:t>）</a:t>
            </a:r>
            <a:r>
              <a:rPr lang="zh-CN" altLang="zh-CN" dirty="0"/>
              <a:t>应用系统可以记录业务应用系统上的每个账户的活动信息。</a:t>
            </a:r>
            <a:endParaRPr lang="en-US" altLang="zh-CN" dirty="0"/>
          </a:p>
          <a:p>
            <a:r>
              <a:rPr lang="zh-CN" altLang="en-US" dirty="0"/>
              <a:t>（</a:t>
            </a:r>
            <a:r>
              <a:rPr lang="en-US" altLang="zh-CN" dirty="0"/>
              <a:t>3</a:t>
            </a:r>
            <a:r>
              <a:rPr lang="zh-CN" altLang="en-US" dirty="0"/>
              <a:t>）</a:t>
            </a:r>
            <a:r>
              <a:rPr lang="zh-CN" altLang="zh-CN" dirty="0"/>
              <a:t>应用系统</a:t>
            </a:r>
            <a:r>
              <a:rPr lang="zh-CN" altLang="en-US" dirty="0"/>
              <a:t>的日志</a:t>
            </a:r>
            <a:r>
              <a:rPr lang="zh-CN" altLang="zh-CN" dirty="0"/>
              <a:t>经过有分析和深入挖掘之后能够最大限度地在系统管理人员及安全取证人员的工作中发挥重要作用。</a:t>
            </a:r>
          </a:p>
          <a:p>
            <a:endParaRPr lang="en-US" altLang="zh-CN" dirty="0"/>
          </a:p>
        </p:txBody>
      </p:sp>
      <p:sp>
        <p:nvSpPr>
          <p:cNvPr id="2" name="标题 1"/>
          <p:cNvSpPr>
            <a:spLocks noGrp="1"/>
          </p:cNvSpPr>
          <p:nvPr>
            <p:ph type="title"/>
          </p:nvPr>
        </p:nvSpPr>
        <p:spPr/>
        <p:txBody>
          <a:bodyPr/>
          <a:lstStyle/>
          <a:p>
            <a:r>
              <a:rPr lang="zh-CN" altLang="en-US" dirty="0"/>
              <a:t>应用系统</a:t>
            </a:r>
          </a:p>
        </p:txBody>
      </p:sp>
    </p:spTree>
    <p:extLst>
      <p:ext uri="{BB962C8B-B14F-4D97-AF65-F5344CB8AC3E}">
        <p14:creationId xmlns:p14="http://schemas.microsoft.com/office/powerpoint/2010/main" val="322292316"/>
      </p:ext>
    </p:extLst>
  </p:cSld>
  <p:clrMapOvr>
    <a:masterClrMapping/>
  </p:clrMapOvr>
  <p:transition spd="slow">
    <p:blinds dir="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19350" y="1163412"/>
            <a:ext cx="9496696"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）权限管理日志：</a:t>
            </a:r>
            <a:r>
              <a:rPr lang="zh-CN" altLang="zh-CN" dirty="0"/>
              <a:t>记录业务应用系统的用户权限分配的每一个更改活动，如用户</a:t>
            </a:r>
            <a:r>
              <a:rPr lang="en-US" altLang="zh-CN" dirty="0"/>
              <a:t>/</a:t>
            </a:r>
            <a:r>
              <a:rPr lang="zh-CN" altLang="zh-CN" dirty="0"/>
              <a:t>用户组权限的指派和移除。</a:t>
            </a:r>
            <a:endParaRPr lang="en-US" altLang="zh-CN" dirty="0"/>
          </a:p>
          <a:p>
            <a:r>
              <a:rPr lang="zh-CN" altLang="en-US" dirty="0"/>
              <a:t>（</a:t>
            </a:r>
            <a:r>
              <a:rPr lang="en-US" altLang="zh-CN" dirty="0"/>
              <a:t>2</a:t>
            </a:r>
            <a:r>
              <a:rPr lang="zh-CN" altLang="en-US" dirty="0"/>
              <a:t>）账户管理日志：</a:t>
            </a:r>
            <a:r>
              <a:rPr lang="zh-CN" altLang="zh-CN" dirty="0"/>
              <a:t>记录应用系统上的每个账户的管理活动，包括用户</a:t>
            </a:r>
            <a:r>
              <a:rPr lang="en-US" altLang="zh-CN" dirty="0"/>
              <a:t>/</a:t>
            </a:r>
            <a:r>
              <a:rPr lang="zh-CN" altLang="zh-CN" dirty="0"/>
              <a:t>用户组的帐户管理，如创建、删除、修改、禁用等，以及用户的帐户密码管理</a:t>
            </a:r>
            <a:r>
              <a:rPr lang="zh-CN" altLang="en-US" dirty="0"/>
              <a:t>。</a:t>
            </a:r>
            <a:endParaRPr lang="en-US" altLang="zh-CN" dirty="0"/>
          </a:p>
          <a:p>
            <a:r>
              <a:rPr lang="zh-CN" altLang="en-US" dirty="0"/>
              <a:t>（</a:t>
            </a:r>
            <a:r>
              <a:rPr lang="en-US" altLang="zh-CN" dirty="0"/>
              <a:t>3</a:t>
            </a:r>
            <a:r>
              <a:rPr lang="zh-CN" altLang="en-US" dirty="0"/>
              <a:t>）登录认证管理日志：</a:t>
            </a:r>
            <a:r>
              <a:rPr lang="zh-CN" altLang="zh-CN" dirty="0"/>
              <a:t>记录业务应用系统的用户登录认证活动，包括成功的用户登录认证、失败的用户登录认证、用户注销、用户超时退出。</a:t>
            </a:r>
            <a:endParaRPr lang="en-US" altLang="zh-CN" dirty="0"/>
          </a:p>
          <a:p>
            <a:r>
              <a:rPr lang="zh-CN" altLang="en-US" dirty="0"/>
              <a:t>（</a:t>
            </a:r>
            <a:r>
              <a:rPr lang="en-US" altLang="zh-CN" dirty="0"/>
              <a:t>4</a:t>
            </a:r>
            <a:r>
              <a:rPr lang="zh-CN" altLang="en-US" dirty="0"/>
              <a:t>）系统自身日志：</a:t>
            </a:r>
            <a:r>
              <a:rPr lang="zh-CN" altLang="zh-CN" dirty="0"/>
              <a:t>记录业务应用系统在启动或关闭服务时或者在发生影响业务应用系统故障的活动，包括服务启动、服务停止、系统故障等。</a:t>
            </a:r>
            <a:endParaRPr lang="en-US" altLang="zh-CN" dirty="0"/>
          </a:p>
          <a:p>
            <a:r>
              <a:rPr lang="zh-CN" altLang="en-US" dirty="0"/>
              <a:t>（</a:t>
            </a:r>
            <a:r>
              <a:rPr lang="en-US" altLang="zh-CN" dirty="0"/>
              <a:t>5</a:t>
            </a:r>
            <a:r>
              <a:rPr lang="zh-CN" altLang="en-US" dirty="0"/>
              <a:t>）业务访问日志：</a:t>
            </a:r>
            <a:r>
              <a:rPr lang="zh-CN" altLang="zh-CN" dirty="0"/>
              <a:t>记录业务应用系统的业务资源访问活动。</a:t>
            </a:r>
            <a:endParaRPr lang="en-US" altLang="zh-CN" dirty="0"/>
          </a:p>
        </p:txBody>
      </p:sp>
      <p:sp>
        <p:nvSpPr>
          <p:cNvPr id="2" name="标题 1"/>
          <p:cNvSpPr>
            <a:spLocks noGrp="1"/>
          </p:cNvSpPr>
          <p:nvPr>
            <p:ph type="title"/>
          </p:nvPr>
        </p:nvSpPr>
        <p:spPr/>
        <p:txBody>
          <a:bodyPr/>
          <a:lstStyle/>
          <a:p>
            <a:r>
              <a:rPr lang="zh-CN" altLang="en-US" dirty="0"/>
              <a:t>应用系统日志分类</a:t>
            </a:r>
          </a:p>
        </p:txBody>
      </p:sp>
    </p:spTree>
    <p:extLst>
      <p:ext uri="{BB962C8B-B14F-4D97-AF65-F5344CB8AC3E}">
        <p14:creationId xmlns:p14="http://schemas.microsoft.com/office/powerpoint/2010/main" val="3514932735"/>
      </p:ext>
    </p:extLst>
  </p:cSld>
  <p:clrMapOvr>
    <a:masterClrMapping/>
  </p:clrMapOvr>
  <p:transition spd="slow">
    <p:blinds dir="ver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214846" y="1401606"/>
            <a:ext cx="9640388"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）访问日志：记录所有对</a:t>
            </a:r>
            <a:r>
              <a:rPr lang="en-US" altLang="zh-CN" dirty="0"/>
              <a:t>apache</a:t>
            </a:r>
            <a:r>
              <a:rPr lang="zh-CN" altLang="en-US" dirty="0"/>
              <a:t>服务器进行请求的访问，它的位置和内容由</a:t>
            </a:r>
            <a:r>
              <a:rPr lang="en-US" altLang="zh-CN" dirty="0" err="1"/>
              <a:t>CustomLog</a:t>
            </a:r>
            <a:r>
              <a:rPr lang="zh-CN" altLang="en-US" dirty="0"/>
              <a:t>指令控制，</a:t>
            </a:r>
            <a:r>
              <a:rPr lang="en-US" altLang="zh-CN" dirty="0" err="1"/>
              <a:t>LogFormat</a:t>
            </a:r>
            <a:r>
              <a:rPr lang="zh-CN" altLang="en-US" dirty="0"/>
              <a:t>指令可以用来简化该日志的内容和格式 。</a:t>
            </a:r>
            <a:endParaRPr lang="en-US" altLang="zh-CN" dirty="0"/>
          </a:p>
          <a:p>
            <a:r>
              <a:rPr lang="zh-CN" altLang="en-US" dirty="0"/>
              <a:t>（</a:t>
            </a:r>
            <a:r>
              <a:rPr lang="en-US" altLang="zh-CN" dirty="0"/>
              <a:t>2</a:t>
            </a:r>
            <a:r>
              <a:rPr lang="zh-CN" altLang="en-US" dirty="0"/>
              <a:t>）错误日志：记录下任何错误的处理请求，它的位置和内容由</a:t>
            </a:r>
            <a:r>
              <a:rPr lang="en-US" altLang="zh-CN" dirty="0" err="1"/>
              <a:t>ErrorLog</a:t>
            </a:r>
            <a:r>
              <a:rPr lang="zh-CN" altLang="en-US" dirty="0"/>
              <a:t>指令控制，通常服务器出现什么错误，首先对它进行查阅，是一个最重要的日志文件。</a:t>
            </a:r>
            <a:endParaRPr lang="en-US" altLang="zh-CN" dirty="0"/>
          </a:p>
        </p:txBody>
      </p:sp>
      <p:sp>
        <p:nvSpPr>
          <p:cNvPr id="2" name="标题 1"/>
          <p:cNvSpPr>
            <a:spLocks noGrp="1"/>
          </p:cNvSpPr>
          <p:nvPr>
            <p:ph type="title"/>
          </p:nvPr>
        </p:nvSpPr>
        <p:spPr/>
        <p:txBody>
          <a:bodyPr/>
          <a:lstStyle/>
          <a:p>
            <a:r>
              <a:rPr lang="en-US" altLang="zh-CN" dirty="0"/>
              <a:t>Apache</a:t>
            </a:r>
            <a:r>
              <a:rPr lang="zh-CN" altLang="en-US" dirty="0"/>
              <a:t>日志分类</a:t>
            </a:r>
          </a:p>
        </p:txBody>
      </p:sp>
    </p:spTree>
    <p:extLst>
      <p:ext uri="{BB962C8B-B14F-4D97-AF65-F5344CB8AC3E}">
        <p14:creationId xmlns:p14="http://schemas.microsoft.com/office/powerpoint/2010/main" val="3259059419"/>
      </p:ext>
    </p:extLst>
  </p:cSld>
  <p:clrMapOvr>
    <a:masterClrMapping/>
  </p:clrMapOvr>
  <p:transition spd="slow">
    <p:blinds dir="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90541" y="1392492"/>
            <a:ext cx="4126042"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）客户端向</a:t>
            </a:r>
            <a:r>
              <a:rPr lang="en-US" altLang="zh-CN" dirty="0"/>
              <a:t>Web</a:t>
            </a:r>
            <a:r>
              <a:rPr lang="zh-CN" altLang="en-US" dirty="0"/>
              <a:t>服务器发出请求，根据</a:t>
            </a:r>
            <a:r>
              <a:rPr lang="en-US" altLang="zh-CN" dirty="0"/>
              <a:t>HTTP</a:t>
            </a:r>
            <a:r>
              <a:rPr lang="zh-CN" altLang="en-US" dirty="0"/>
              <a:t>协议，这个请求中包含了客户端的</a:t>
            </a:r>
            <a:r>
              <a:rPr lang="en-US" altLang="zh-CN" dirty="0"/>
              <a:t>IP</a:t>
            </a:r>
            <a:r>
              <a:rPr lang="zh-CN" altLang="en-US" dirty="0"/>
              <a:t>地址、浏览器的类型、请求的</a:t>
            </a:r>
            <a:r>
              <a:rPr lang="en-US" altLang="zh-CN" dirty="0"/>
              <a:t>URL</a:t>
            </a:r>
            <a:r>
              <a:rPr lang="zh-CN" altLang="en-US" dirty="0"/>
              <a:t>等一系列信息。</a:t>
            </a:r>
          </a:p>
          <a:p>
            <a:r>
              <a:rPr lang="zh-CN" altLang="en-US" dirty="0"/>
              <a:t>（</a:t>
            </a:r>
            <a:r>
              <a:rPr lang="en-US" altLang="zh-CN" dirty="0"/>
              <a:t>2</a:t>
            </a:r>
            <a:r>
              <a:rPr lang="zh-CN" altLang="en-US" dirty="0"/>
              <a:t>）</a:t>
            </a:r>
            <a:r>
              <a:rPr lang="en-US" altLang="zh-CN" dirty="0"/>
              <a:t>Web</a:t>
            </a:r>
            <a:r>
              <a:rPr lang="zh-CN" altLang="en-US" dirty="0"/>
              <a:t>服务器收到请求后，根据请求将客户要求的信息内容直接（或通过代理）返回到客户端。</a:t>
            </a:r>
          </a:p>
          <a:p>
            <a:r>
              <a:rPr lang="zh-CN" altLang="en-US" dirty="0"/>
              <a:t>（</a:t>
            </a:r>
            <a:r>
              <a:rPr lang="en-US" altLang="zh-CN" dirty="0"/>
              <a:t>3</a:t>
            </a:r>
            <a:r>
              <a:rPr lang="zh-CN" altLang="en-US" dirty="0"/>
              <a:t>）</a:t>
            </a:r>
            <a:r>
              <a:rPr lang="en-US" altLang="zh-CN" dirty="0"/>
              <a:t>Web</a:t>
            </a:r>
            <a:r>
              <a:rPr lang="zh-CN" altLang="en-US" dirty="0"/>
              <a:t>服务器同时将访问信息和状态信息等记录到日志文件里。</a:t>
            </a:r>
            <a:endParaRPr lang="en-US" altLang="zh-CN" dirty="0"/>
          </a:p>
        </p:txBody>
      </p:sp>
      <p:graphicFrame>
        <p:nvGraphicFramePr>
          <p:cNvPr id="9" name="对象 8"/>
          <p:cNvGraphicFramePr>
            <a:graphicFrameLocks noChangeAspect="1"/>
          </p:cNvGraphicFramePr>
          <p:nvPr/>
        </p:nvGraphicFramePr>
        <p:xfrm>
          <a:off x="5942457" y="1900467"/>
          <a:ext cx="4388179" cy="1970977"/>
        </p:xfrm>
        <a:graphic>
          <a:graphicData uri="http://schemas.openxmlformats.org/presentationml/2006/ole">
            <mc:AlternateContent xmlns:mc="http://schemas.openxmlformats.org/markup-compatibility/2006">
              <mc:Choice xmlns:v="urn:schemas-microsoft-com:vml" Requires="v">
                <p:oleObj spid="_x0000_s1055" name="Visio" r:id="rId4" imgW="9829800" imgH="2044700" progId="Visio.DrawingConvertable.15">
                  <p:embed/>
                </p:oleObj>
              </mc:Choice>
              <mc:Fallback>
                <p:oleObj name="Visio" r:id="rId4" imgW="9829800" imgH="2044700" progId="Visio.DrawingConvertable.15">
                  <p:embed/>
                  <p:pic>
                    <p:nvPicPr>
                      <p:cNvPr id="9" name="对象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2457" y="1900467"/>
                        <a:ext cx="4388179" cy="1970977"/>
                      </a:xfrm>
                      <a:prstGeom prst="rect">
                        <a:avLst/>
                      </a:prstGeom>
                      <a:noFill/>
                    </p:spPr>
                  </p:pic>
                </p:oleObj>
              </mc:Fallback>
            </mc:AlternateContent>
          </a:graphicData>
        </a:graphic>
      </p:graphicFrame>
      <p:sp>
        <p:nvSpPr>
          <p:cNvPr id="10" name="矩形 9"/>
          <p:cNvSpPr/>
          <p:nvPr/>
        </p:nvSpPr>
        <p:spPr>
          <a:xfrm>
            <a:off x="7177656" y="3973516"/>
            <a:ext cx="2148665" cy="338554"/>
          </a:xfrm>
          <a:prstGeom prst="rect">
            <a:avLst/>
          </a:prstGeom>
        </p:spPr>
        <p:txBody>
          <a:bodyPr wrap="none">
            <a:spAutoFit/>
          </a:bodyPr>
          <a:lstStyle/>
          <a:p>
            <a:r>
              <a:rPr lang="en-US" altLang="zh-CN" sz="1600" dirty="0">
                <a:solidFill>
                  <a:srgbClr val="0083C9"/>
                </a:solidFill>
                <a:latin typeface="微软雅黑" panose="020B0503020204020204" pitchFamily="34" charset="-122"/>
                <a:ea typeface="微软雅黑" panose="020B0503020204020204" pitchFamily="34" charset="-122"/>
              </a:rPr>
              <a:t>Apache</a:t>
            </a:r>
            <a:r>
              <a:rPr lang="zh-CN" altLang="en-US" sz="1600" dirty="0">
                <a:solidFill>
                  <a:srgbClr val="0083C9"/>
                </a:solidFill>
                <a:latin typeface="微软雅黑" panose="020B0503020204020204" pitchFamily="34" charset="-122"/>
                <a:ea typeface="微软雅黑" panose="020B0503020204020204" pitchFamily="34" charset="-122"/>
              </a:rPr>
              <a:t>日志记录过程</a:t>
            </a:r>
          </a:p>
        </p:txBody>
      </p:sp>
      <p:sp>
        <p:nvSpPr>
          <p:cNvPr id="2" name="标题 1"/>
          <p:cNvSpPr>
            <a:spLocks noGrp="1"/>
          </p:cNvSpPr>
          <p:nvPr>
            <p:ph type="title"/>
          </p:nvPr>
        </p:nvSpPr>
        <p:spPr/>
        <p:txBody>
          <a:bodyPr/>
          <a:lstStyle/>
          <a:p>
            <a:r>
              <a:rPr lang="en-US" altLang="zh-CN" dirty="0"/>
              <a:t>Apache</a:t>
            </a:r>
            <a:r>
              <a:rPr lang="zh-CN" altLang="en-US" dirty="0"/>
              <a:t>日志记录过程</a:t>
            </a:r>
          </a:p>
        </p:txBody>
      </p:sp>
    </p:spTree>
    <p:extLst>
      <p:ext uri="{BB962C8B-B14F-4D97-AF65-F5344CB8AC3E}">
        <p14:creationId xmlns:p14="http://schemas.microsoft.com/office/powerpoint/2010/main" val="465936314"/>
      </p:ext>
    </p:extLst>
  </p:cSld>
  <p:clrMapOvr>
    <a:masterClrMapping/>
  </p:clrMapOvr>
  <p:transition spd="slow">
    <p:blinds dir="ver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277280" y="1345023"/>
            <a:ext cx="826601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）数据库是按照数据结构来组织、存储和管理数据的仓库。</a:t>
            </a:r>
            <a:endParaRPr lang="en-US" altLang="zh-CN" dirty="0"/>
          </a:p>
          <a:p>
            <a:r>
              <a:rPr lang="zh-CN" altLang="en-US" dirty="0"/>
              <a:t>（</a:t>
            </a:r>
            <a:r>
              <a:rPr lang="en-US" altLang="zh-CN" dirty="0"/>
              <a:t>2</a:t>
            </a:r>
            <a:r>
              <a:rPr lang="zh-CN" altLang="en-US" dirty="0"/>
              <a:t>）</a:t>
            </a:r>
            <a:r>
              <a:rPr lang="zh-CN" altLang="zh-CN" dirty="0"/>
              <a:t>数据库都具有事务日志，用于记录所有事务以及每个事务对数据库所做的修改。</a:t>
            </a:r>
            <a:endParaRPr lang="en-US" altLang="zh-CN" dirty="0"/>
          </a:p>
        </p:txBody>
      </p:sp>
      <p:sp>
        <p:nvSpPr>
          <p:cNvPr id="2" name="标题 1"/>
          <p:cNvSpPr>
            <a:spLocks noGrp="1"/>
          </p:cNvSpPr>
          <p:nvPr>
            <p:ph type="title"/>
          </p:nvPr>
        </p:nvSpPr>
        <p:spPr/>
        <p:txBody>
          <a:bodyPr/>
          <a:lstStyle/>
          <a:p>
            <a:r>
              <a:rPr lang="zh-CN" altLang="en-US" dirty="0"/>
              <a:t>数据库</a:t>
            </a:r>
          </a:p>
        </p:txBody>
      </p:sp>
    </p:spTree>
    <p:extLst>
      <p:ext uri="{BB962C8B-B14F-4D97-AF65-F5344CB8AC3E}">
        <p14:creationId xmlns:p14="http://schemas.microsoft.com/office/powerpoint/2010/main" val="2358682745"/>
      </p:ext>
    </p:extLst>
  </p:cSld>
  <p:clrMapOvr>
    <a:masterClrMapping/>
  </p:clrMapOvr>
  <p:transition spd="slow">
    <p:blinds dir="ver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23171" y="1483805"/>
            <a:ext cx="3801526"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）事务管理器控制查询处理器、日志系统以及缓冲区</a:t>
            </a:r>
            <a:endParaRPr lang="en-US" altLang="zh-CN" dirty="0"/>
          </a:p>
          <a:p>
            <a:r>
              <a:rPr lang="zh-CN" altLang="en-US" dirty="0"/>
              <a:t>（</a:t>
            </a:r>
            <a:r>
              <a:rPr lang="en-US" altLang="zh-CN" dirty="0"/>
              <a:t>2</a:t>
            </a:r>
            <a:r>
              <a:rPr lang="zh-CN" altLang="en-US" dirty="0"/>
              <a:t>）日志在缓冲区生成，日志管理器在一定的时候控制缓冲区的刷盘操作。</a:t>
            </a:r>
            <a:endParaRPr lang="en-US" altLang="zh-CN" dirty="0"/>
          </a:p>
          <a:p>
            <a:r>
              <a:rPr lang="zh-CN" altLang="en-US" dirty="0"/>
              <a:t>（</a:t>
            </a:r>
            <a:r>
              <a:rPr lang="en-US" altLang="zh-CN" dirty="0"/>
              <a:t>3</a:t>
            </a:r>
            <a:r>
              <a:rPr lang="zh-CN" altLang="en-US" dirty="0"/>
              <a:t>）当系统崩溃的时候，恢复管理器就被激活，检查日志并在必要时利用日志恢复数据。</a:t>
            </a:r>
            <a:endParaRPr lang="en-US" altLang="zh-CN" dirty="0"/>
          </a:p>
        </p:txBody>
      </p:sp>
      <p:graphicFrame>
        <p:nvGraphicFramePr>
          <p:cNvPr id="9" name="对象 8"/>
          <p:cNvGraphicFramePr>
            <a:graphicFrameLocks noChangeAspect="1"/>
          </p:cNvGraphicFramePr>
          <p:nvPr/>
        </p:nvGraphicFramePr>
        <p:xfrm>
          <a:off x="5103186" y="1812563"/>
          <a:ext cx="5103026" cy="4104115"/>
        </p:xfrm>
        <a:graphic>
          <a:graphicData uri="http://schemas.openxmlformats.org/presentationml/2006/ole">
            <mc:AlternateContent xmlns:mc="http://schemas.openxmlformats.org/markup-compatibility/2006">
              <mc:Choice xmlns:v="urn:schemas-microsoft-com:vml" Requires="v">
                <p:oleObj spid="_x0000_s2078" name="Visio" r:id="rId4" imgW="6591300" imgH="4864100" progId="Visio.DrawingConvertable.15">
                  <p:embed/>
                </p:oleObj>
              </mc:Choice>
              <mc:Fallback>
                <p:oleObj name="Visio" r:id="rId4" imgW="6591300" imgH="4864100" progId="Visio.DrawingConvertable.15">
                  <p:embed/>
                  <p:pic>
                    <p:nvPicPr>
                      <p:cNvPr id="9" name="对象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3186" y="1812563"/>
                        <a:ext cx="5103026" cy="4104115"/>
                      </a:xfrm>
                      <a:prstGeom prst="rect">
                        <a:avLst/>
                      </a:prstGeom>
                      <a:noFill/>
                    </p:spPr>
                  </p:pic>
                </p:oleObj>
              </mc:Fallback>
            </mc:AlternateContent>
          </a:graphicData>
        </a:graphic>
      </p:graphicFrame>
      <p:sp>
        <p:nvSpPr>
          <p:cNvPr id="2" name="标题 1"/>
          <p:cNvSpPr>
            <a:spLocks noGrp="1"/>
          </p:cNvSpPr>
          <p:nvPr>
            <p:ph type="title"/>
          </p:nvPr>
        </p:nvSpPr>
        <p:spPr/>
        <p:txBody>
          <a:bodyPr/>
          <a:lstStyle/>
          <a:p>
            <a:r>
              <a:rPr lang="zh-CN" altLang="en-US" dirty="0"/>
              <a:t>数据库事务系统工作模式</a:t>
            </a:r>
          </a:p>
        </p:txBody>
      </p:sp>
    </p:spTree>
    <p:extLst>
      <p:ext uri="{BB962C8B-B14F-4D97-AF65-F5344CB8AC3E}">
        <p14:creationId xmlns:p14="http://schemas.microsoft.com/office/powerpoint/2010/main" val="3323315234"/>
      </p:ext>
    </p:extLst>
  </p:cSld>
  <p:clrMapOvr>
    <a:masterClrMapping/>
  </p:clrMapOvr>
  <p:transition spd="slow">
    <p:blinds dir="ver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93887" y="1308323"/>
            <a:ext cx="9434776"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）事务日志是数据库的重要组件，如果系统出现故障，则可能需要使用事务日志将数据库恢复到一致状态。</a:t>
            </a:r>
            <a:endParaRPr lang="en-US" altLang="zh-CN" dirty="0"/>
          </a:p>
          <a:p>
            <a:r>
              <a:rPr lang="zh-CN" altLang="en-US" dirty="0"/>
              <a:t>（</a:t>
            </a:r>
            <a:r>
              <a:rPr lang="en-US" altLang="zh-CN" dirty="0"/>
              <a:t>2</a:t>
            </a:r>
            <a:r>
              <a:rPr lang="zh-CN" altLang="en-US" dirty="0"/>
              <a:t>）在恢复日志时，事务工作分为两种：</a:t>
            </a:r>
            <a:endParaRPr lang="en-US" altLang="zh-CN" dirty="0"/>
          </a:p>
          <a:p>
            <a:pPr marL="1200150" lvl="2"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重做，这些事务写到数据库的新值会重写一次。</a:t>
            </a:r>
            <a:endParaRPr lang="en-US" altLang="zh-CN" sz="1600" dirty="0">
              <a:latin typeface="微软雅黑" panose="020B0503020204020204" pitchFamily="34" charset="-122"/>
              <a:ea typeface="微软雅黑" panose="020B0503020204020204" pitchFamily="34" charset="-122"/>
            </a:endParaRPr>
          </a:p>
          <a:p>
            <a:pPr marL="1200150" lvl="2"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撤销，就跟从来没有被执行过一样，数据库被恢复。</a:t>
            </a:r>
            <a:endParaRPr lang="en-US" altLang="zh-CN" sz="16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事务日志</a:t>
            </a:r>
          </a:p>
        </p:txBody>
      </p:sp>
    </p:spTree>
    <p:extLst>
      <p:ext uri="{BB962C8B-B14F-4D97-AF65-F5344CB8AC3E}">
        <p14:creationId xmlns:p14="http://schemas.microsoft.com/office/powerpoint/2010/main" val="1816293077"/>
      </p:ext>
    </p:extLst>
  </p:cSld>
  <p:clrMapOvr>
    <a:masterClrMapping/>
  </p:clrMapOvr>
  <p:transition spd="slow">
    <p:blinds dir="ver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55601" y="1413869"/>
            <a:ext cx="847115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）恢复个别的事务；</a:t>
            </a:r>
          </a:p>
          <a:p>
            <a:r>
              <a:rPr lang="zh-CN" altLang="en-US" dirty="0"/>
              <a:t>（</a:t>
            </a:r>
            <a:r>
              <a:rPr lang="en-US" altLang="zh-CN" dirty="0"/>
              <a:t>2</a:t>
            </a:r>
            <a:r>
              <a:rPr lang="zh-CN" altLang="en-US" dirty="0"/>
              <a:t>）在数据库启动时恢复所有未完成的事务；</a:t>
            </a:r>
          </a:p>
          <a:p>
            <a:r>
              <a:rPr lang="zh-CN" altLang="en-US" dirty="0"/>
              <a:t>（</a:t>
            </a:r>
            <a:r>
              <a:rPr lang="en-US" altLang="zh-CN" dirty="0"/>
              <a:t>3</a:t>
            </a:r>
            <a:r>
              <a:rPr lang="zh-CN" altLang="en-US" dirty="0"/>
              <a:t>）将还原的数据库、文件、文件组或页前滚至故障点；</a:t>
            </a:r>
          </a:p>
          <a:p>
            <a:r>
              <a:rPr lang="zh-CN" altLang="en-US" dirty="0"/>
              <a:t>（</a:t>
            </a:r>
            <a:r>
              <a:rPr lang="en-US" altLang="zh-CN" dirty="0"/>
              <a:t>4</a:t>
            </a:r>
            <a:r>
              <a:rPr lang="zh-CN" altLang="en-US" dirty="0"/>
              <a:t>）支持事务复制支持备份服务器解决方案。</a:t>
            </a:r>
          </a:p>
        </p:txBody>
      </p:sp>
      <p:sp>
        <p:nvSpPr>
          <p:cNvPr id="2" name="标题 1"/>
          <p:cNvSpPr>
            <a:spLocks noGrp="1"/>
          </p:cNvSpPr>
          <p:nvPr>
            <p:ph type="title"/>
          </p:nvPr>
        </p:nvSpPr>
        <p:spPr/>
        <p:txBody>
          <a:bodyPr/>
          <a:lstStyle/>
          <a:p>
            <a:r>
              <a:rPr lang="zh-CN" altLang="en-US" dirty="0"/>
              <a:t>事务日志支持的操作</a:t>
            </a:r>
          </a:p>
        </p:txBody>
      </p:sp>
    </p:spTree>
    <p:extLst>
      <p:ext uri="{BB962C8B-B14F-4D97-AF65-F5344CB8AC3E}">
        <p14:creationId xmlns:p14="http://schemas.microsoft.com/office/powerpoint/2010/main" val="3802092906"/>
      </p:ext>
    </p:extLst>
  </p:cSld>
  <p:clrMapOvr>
    <a:masterClrMapping/>
  </p:clrMapOvr>
  <p:transition spd="slow">
    <p:blinds dir="ver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收</a:t>
            </a:r>
            <a:r>
              <a:rPr kumimoji="1" lang="zh-CN" altLang="en-US" b="1" dirty="0" smtClean="0">
                <a:solidFill>
                  <a:schemeClr val="tx1">
                    <a:lumMod val="75000"/>
                    <a:lumOff val="25000"/>
                  </a:schemeClr>
                </a:solidFill>
                <a:latin typeface="Microsoft YaHei" charset="-122"/>
                <a:ea typeface="Microsoft YaHei" charset="-122"/>
                <a:cs typeface="Microsoft YaHei" charset="-122"/>
                <a:sym typeface="Arial" panose="020B0604020202020204"/>
              </a:rPr>
              <a:t>集</a:t>
            </a:r>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方式</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2.3</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27771321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293224" y="1282386"/>
            <a:ext cx="9496696"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smtClean="0"/>
              <a:t>）</a:t>
            </a:r>
            <a:r>
              <a:rPr lang="en-US" altLang="zh-CN" dirty="0"/>
              <a:t>S</a:t>
            </a:r>
            <a:r>
              <a:rPr lang="en-US" altLang="zh-CN" dirty="0" smtClean="0"/>
              <a:t>yslog</a:t>
            </a:r>
            <a:r>
              <a:rPr lang="zh-CN" altLang="en-US" dirty="0"/>
              <a:t>是一个在</a:t>
            </a:r>
            <a:r>
              <a:rPr lang="en-US" altLang="zh-CN" dirty="0"/>
              <a:t>IP</a:t>
            </a:r>
            <a:r>
              <a:rPr lang="zh-CN" altLang="en-US" dirty="0"/>
              <a:t>网络中转发系统日志信息的标准，目前已成为工业标准协议，可用它记录设备的日志。</a:t>
            </a:r>
            <a:endParaRPr lang="en-US" altLang="zh-CN" dirty="0"/>
          </a:p>
          <a:p>
            <a:r>
              <a:rPr lang="zh-CN" altLang="en-US" dirty="0"/>
              <a:t>（</a:t>
            </a:r>
            <a:r>
              <a:rPr lang="en-US" altLang="zh-CN" dirty="0"/>
              <a:t>2</a:t>
            </a:r>
            <a:r>
              <a:rPr lang="zh-CN" altLang="en-US" dirty="0" smtClean="0"/>
              <a:t>）</a:t>
            </a:r>
            <a:r>
              <a:rPr lang="en-US" altLang="zh-CN" dirty="0"/>
              <a:t>S</a:t>
            </a:r>
            <a:r>
              <a:rPr lang="en-US" altLang="zh-CN" dirty="0" smtClean="0"/>
              <a:t>yslog</a:t>
            </a:r>
            <a:r>
              <a:rPr lang="zh-CN" altLang="zh-CN" dirty="0"/>
              <a:t>属于一种主从式协议。</a:t>
            </a:r>
            <a:endParaRPr lang="en-US" altLang="zh-CN" dirty="0"/>
          </a:p>
          <a:p>
            <a:r>
              <a:rPr lang="zh-CN" altLang="en-US" dirty="0"/>
              <a:t>（</a:t>
            </a:r>
            <a:r>
              <a:rPr lang="en-US" altLang="zh-CN" dirty="0"/>
              <a:t>3</a:t>
            </a:r>
            <a:r>
              <a:rPr lang="zh-CN" altLang="en-US" dirty="0" smtClean="0"/>
              <a:t>）</a:t>
            </a:r>
            <a:r>
              <a:rPr lang="en-US" altLang="zh-CN" dirty="0"/>
              <a:t>S</a:t>
            </a:r>
            <a:r>
              <a:rPr lang="en-US" altLang="zh-CN" dirty="0" smtClean="0"/>
              <a:t>yslog</a:t>
            </a:r>
            <a:r>
              <a:rPr lang="zh-CN" altLang="zh-CN" dirty="0"/>
              <a:t>可以记录系统中的任何事件，管理者可以通过查看系统记录随时掌握系统状况。</a:t>
            </a:r>
            <a:endParaRPr lang="en-US" altLang="zh-CN" dirty="0"/>
          </a:p>
          <a:p>
            <a:r>
              <a:rPr lang="zh-CN" altLang="en-US" dirty="0"/>
              <a:t>（</a:t>
            </a:r>
            <a:r>
              <a:rPr lang="en-US" altLang="zh-CN" dirty="0"/>
              <a:t>4</a:t>
            </a:r>
            <a:r>
              <a:rPr lang="zh-CN" altLang="en-US" dirty="0"/>
              <a:t>）</a:t>
            </a:r>
            <a:r>
              <a:rPr lang="zh-CN" altLang="zh-CN" dirty="0"/>
              <a:t>通过适当配置，还可以实现运行</a:t>
            </a:r>
            <a:r>
              <a:rPr lang="en-US" altLang="zh-CN" dirty="0"/>
              <a:t>Syslog</a:t>
            </a:r>
            <a:r>
              <a:rPr lang="zh-CN" altLang="zh-CN" dirty="0"/>
              <a:t>协议的机器之间的通信。</a:t>
            </a:r>
            <a:endParaRPr lang="zh-CN" altLang="en-US" dirty="0"/>
          </a:p>
        </p:txBody>
      </p:sp>
      <p:sp>
        <p:nvSpPr>
          <p:cNvPr id="2" name="标题 1"/>
          <p:cNvSpPr>
            <a:spLocks noGrp="1"/>
          </p:cNvSpPr>
          <p:nvPr>
            <p:ph type="title"/>
          </p:nvPr>
        </p:nvSpPr>
        <p:spPr/>
        <p:txBody>
          <a:bodyPr/>
          <a:lstStyle/>
          <a:p>
            <a:r>
              <a:rPr lang="en-US" altLang="zh-CN" dirty="0"/>
              <a:t>S</a:t>
            </a:r>
            <a:r>
              <a:rPr lang="en-US" altLang="zh-CN" dirty="0" smtClean="0"/>
              <a:t>yslog</a:t>
            </a:r>
            <a:endParaRPr lang="zh-CN" altLang="en-US" dirty="0"/>
          </a:p>
        </p:txBody>
      </p:sp>
    </p:spTree>
    <p:extLst>
      <p:ext uri="{BB962C8B-B14F-4D97-AF65-F5344CB8AC3E}">
        <p14:creationId xmlns:p14="http://schemas.microsoft.com/office/powerpoint/2010/main" val="1600008743"/>
      </p:ext>
    </p:extLst>
  </p:cSld>
  <p:clrMapOvr>
    <a:masterClrMapping/>
  </p:clrMapOvr>
  <p:transition spd="slow">
    <p:blinds dir="ver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58537" y="1368133"/>
            <a:ext cx="9418320"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en-US" altLang="zh-CN" dirty="0"/>
              <a:t>%FACILITY-SUBFACILITY-SEVERITY-MNEMONIC</a:t>
            </a:r>
            <a:r>
              <a:rPr lang="zh-CN" altLang="en-US" dirty="0"/>
              <a:t>：</a:t>
            </a:r>
            <a:r>
              <a:rPr lang="en-US" altLang="zh-CN" dirty="0"/>
              <a:t>Message-text</a:t>
            </a:r>
          </a:p>
          <a:p>
            <a:endParaRPr lang="en-US" altLang="zh-CN" dirty="0"/>
          </a:p>
          <a:p>
            <a:r>
              <a:rPr lang="zh-CN" altLang="en-US" dirty="0"/>
              <a:t>（</a:t>
            </a:r>
            <a:r>
              <a:rPr lang="en-US" altLang="zh-CN" dirty="0"/>
              <a:t>1</a:t>
            </a:r>
            <a:r>
              <a:rPr lang="zh-CN" altLang="en-US" dirty="0"/>
              <a:t>）</a:t>
            </a:r>
            <a:r>
              <a:rPr lang="en-US" altLang="zh-CN" dirty="0"/>
              <a:t>FACILITY(</a:t>
            </a:r>
            <a:r>
              <a:rPr lang="zh-CN" altLang="en-US" dirty="0"/>
              <a:t>特性</a:t>
            </a:r>
            <a:r>
              <a:rPr lang="en-US" altLang="zh-CN" dirty="0"/>
              <a:t>)</a:t>
            </a:r>
            <a:r>
              <a:rPr lang="zh-CN" altLang="en-US" dirty="0"/>
              <a:t>：由</a:t>
            </a:r>
            <a:r>
              <a:rPr lang="en-US" altLang="zh-CN" dirty="0"/>
              <a:t>2</a:t>
            </a:r>
            <a:r>
              <a:rPr lang="zh-CN" altLang="en-US" dirty="0"/>
              <a:t>个或</a:t>
            </a:r>
            <a:r>
              <a:rPr lang="en-US" altLang="zh-CN" dirty="0"/>
              <a:t>2</a:t>
            </a:r>
            <a:r>
              <a:rPr lang="zh-CN" altLang="en-US" dirty="0"/>
              <a:t>个以上大写字母组成的代码，用来表示硬件设备、协议或系统软件的型号。</a:t>
            </a:r>
          </a:p>
          <a:p>
            <a:r>
              <a:rPr lang="zh-CN" altLang="en-US" dirty="0"/>
              <a:t>（</a:t>
            </a:r>
            <a:r>
              <a:rPr lang="en-US" altLang="zh-CN" dirty="0"/>
              <a:t>2</a:t>
            </a:r>
            <a:r>
              <a:rPr lang="zh-CN" altLang="en-US" dirty="0"/>
              <a:t>）</a:t>
            </a:r>
            <a:r>
              <a:rPr lang="en-US" altLang="zh-CN" dirty="0"/>
              <a:t>SEVERITY</a:t>
            </a:r>
            <a:r>
              <a:rPr lang="zh-CN" altLang="en-US" dirty="0"/>
              <a:t>（严重性）：范围为</a:t>
            </a:r>
            <a:r>
              <a:rPr lang="en-US" altLang="zh-CN" dirty="0"/>
              <a:t>0~7</a:t>
            </a:r>
            <a:r>
              <a:rPr lang="zh-CN" altLang="en-US" dirty="0"/>
              <a:t>的数字编码，表示了事件的严重程度。</a:t>
            </a:r>
          </a:p>
          <a:p>
            <a:r>
              <a:rPr lang="zh-CN" altLang="en-US" dirty="0"/>
              <a:t>（</a:t>
            </a:r>
            <a:r>
              <a:rPr lang="en-US" altLang="zh-CN" dirty="0"/>
              <a:t>3</a:t>
            </a:r>
            <a:r>
              <a:rPr lang="zh-CN" altLang="en-US" dirty="0"/>
              <a:t>）</a:t>
            </a:r>
            <a:r>
              <a:rPr lang="en-US" altLang="zh-CN" dirty="0"/>
              <a:t>MNEMONIC</a:t>
            </a:r>
            <a:r>
              <a:rPr lang="zh-CN" altLang="en-US" dirty="0"/>
              <a:t>（助记码）：唯一标识出错误消息的代码。</a:t>
            </a:r>
          </a:p>
          <a:p>
            <a:r>
              <a:rPr lang="zh-CN" altLang="en-US" dirty="0"/>
              <a:t>（</a:t>
            </a:r>
            <a:r>
              <a:rPr lang="en-US" altLang="zh-CN" dirty="0"/>
              <a:t>4</a:t>
            </a:r>
            <a:r>
              <a:rPr lang="zh-CN" altLang="en-US" dirty="0"/>
              <a:t>）</a:t>
            </a:r>
            <a:r>
              <a:rPr lang="en-US" altLang="zh-CN" dirty="0"/>
              <a:t>Message-text</a:t>
            </a:r>
            <a:r>
              <a:rPr lang="zh-CN" altLang="en-US" dirty="0"/>
              <a:t>（消息文本）：用于描述事件的文本串。消息中的这一部分有时会包含事件的细节信息，其中包括目的端口号、网络地址或系统内存地址空间中所对应的的地址。</a:t>
            </a:r>
          </a:p>
        </p:txBody>
      </p:sp>
      <p:sp>
        <p:nvSpPr>
          <p:cNvPr id="2" name="标题 1"/>
          <p:cNvSpPr>
            <a:spLocks noGrp="1"/>
          </p:cNvSpPr>
          <p:nvPr>
            <p:ph type="title"/>
          </p:nvPr>
        </p:nvSpPr>
        <p:spPr/>
        <p:txBody>
          <a:bodyPr/>
          <a:lstStyle/>
          <a:p>
            <a:r>
              <a:rPr lang="en-US" altLang="zh-CN" dirty="0"/>
              <a:t>Syslog</a:t>
            </a:r>
            <a:r>
              <a:rPr lang="zh-CN" altLang="en-US" dirty="0"/>
              <a:t>消息格式</a:t>
            </a:r>
          </a:p>
        </p:txBody>
      </p:sp>
    </p:spTree>
    <p:extLst>
      <p:ext uri="{BB962C8B-B14F-4D97-AF65-F5344CB8AC3E}">
        <p14:creationId xmlns:p14="http://schemas.microsoft.com/office/powerpoint/2010/main" val="1135660667"/>
      </p:ext>
    </p:extLst>
  </p:cSld>
  <p:clrMapOvr>
    <a:masterClrMapping/>
  </p:clrMapOvr>
  <p:transition spd="slow">
    <p:blinds dir="ver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1697" y="1275890"/>
            <a:ext cx="9443720"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zh-CN" sz="1600" spc="100" dirty="0">
                <a:latin typeface="微软雅黑" panose="020B0503020204020204" pitchFamily="34" charset="-122"/>
                <a:ea typeface="微软雅黑" panose="020B0503020204020204" pitchFamily="34" charset="-122"/>
              </a:rPr>
              <a:t>标准化的</a:t>
            </a:r>
            <a:r>
              <a:rPr lang="en-US" altLang="zh-CN" sz="1600" spc="100" dirty="0">
                <a:latin typeface="微软雅黑" panose="020B0503020204020204" pitchFamily="34" charset="-122"/>
                <a:ea typeface="微软雅黑" panose="020B0503020204020204" pitchFamily="34" charset="-122"/>
              </a:rPr>
              <a:t>Syslog</a:t>
            </a:r>
            <a:r>
              <a:rPr lang="zh-CN" altLang="zh-CN" sz="1600" spc="100" dirty="0">
                <a:latin typeface="微软雅黑" panose="020B0503020204020204" pitchFamily="34" charset="-122"/>
                <a:ea typeface="微软雅黑" panose="020B0503020204020204" pitchFamily="34" charset="-122"/>
              </a:rPr>
              <a:t>使用用户数据报（</a:t>
            </a:r>
            <a:r>
              <a:rPr lang="en-US" altLang="zh-CN" sz="1600" spc="100" dirty="0">
                <a:latin typeface="微软雅黑" panose="020B0503020204020204" pitchFamily="34" charset="-122"/>
                <a:ea typeface="微软雅黑" panose="020B0503020204020204" pitchFamily="34" charset="-122"/>
              </a:rPr>
              <a:t>UDP</a:t>
            </a:r>
            <a:r>
              <a:rPr lang="zh-CN" altLang="zh-CN" sz="1600" spc="100" dirty="0">
                <a:latin typeface="微软雅黑" panose="020B0503020204020204" pitchFamily="34" charset="-122"/>
                <a:ea typeface="微软雅黑" panose="020B0503020204020204" pitchFamily="34" charset="-122"/>
              </a:rPr>
              <a:t>）作为底层传输层协议。</a:t>
            </a:r>
            <a:r>
              <a:rPr lang="en-US" altLang="zh-CN" sz="1600" spc="100" dirty="0">
                <a:latin typeface="微软雅黑" panose="020B0503020204020204" pitchFamily="34" charset="-122"/>
                <a:ea typeface="微软雅黑" panose="020B0503020204020204" pitchFamily="34" charset="-122"/>
              </a:rPr>
              <a:t>Syslog</a:t>
            </a:r>
            <a:r>
              <a:rPr lang="zh-CN" altLang="zh-CN" sz="1600" spc="100" dirty="0">
                <a:latin typeface="微软雅黑" panose="020B0503020204020204" pitchFamily="34" charset="-122"/>
                <a:ea typeface="微软雅黑" panose="020B0503020204020204" pitchFamily="34" charset="-122"/>
              </a:rPr>
              <a:t>的</a:t>
            </a:r>
            <a:r>
              <a:rPr lang="en-US" altLang="zh-CN" sz="1600" spc="100" dirty="0">
                <a:latin typeface="微软雅黑" panose="020B0503020204020204" pitchFamily="34" charset="-122"/>
                <a:ea typeface="微软雅黑" panose="020B0503020204020204" pitchFamily="34" charset="-122"/>
              </a:rPr>
              <a:t>UDP</a:t>
            </a:r>
            <a:r>
              <a:rPr lang="zh-CN" altLang="zh-CN" sz="1600" spc="100" dirty="0">
                <a:latin typeface="微软雅黑" panose="020B0503020204020204" pitchFamily="34" charset="-122"/>
                <a:ea typeface="微软雅黑" panose="020B0503020204020204" pitchFamily="34" charset="-122"/>
              </a:rPr>
              <a:t>端口为</a:t>
            </a:r>
            <a:r>
              <a:rPr lang="en-US" altLang="zh-CN" sz="1600" spc="100" dirty="0">
                <a:latin typeface="微软雅黑" panose="020B0503020204020204" pitchFamily="34" charset="-122"/>
                <a:ea typeface="微软雅黑" panose="020B0503020204020204" pitchFamily="34" charset="-122"/>
              </a:rPr>
              <a:t>514</a:t>
            </a:r>
            <a:r>
              <a:rPr lang="zh-CN"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其</a:t>
            </a:r>
            <a:r>
              <a:rPr lang="zh-CN" altLang="zh-CN" sz="1600" spc="100" dirty="0">
                <a:latin typeface="微软雅黑" panose="020B0503020204020204" pitchFamily="34" charset="-122"/>
                <a:ea typeface="微软雅黑" panose="020B0503020204020204" pitchFamily="34" charset="-122"/>
              </a:rPr>
              <a:t>完整格式由三个可识别的部分组成。第一部分是</a:t>
            </a:r>
            <a:r>
              <a:rPr lang="en-US" altLang="zh-CN" sz="1600" spc="100" dirty="0">
                <a:latin typeface="微软雅黑" panose="020B0503020204020204" pitchFamily="34" charset="-122"/>
                <a:ea typeface="微软雅黑" panose="020B0503020204020204" pitchFamily="34" charset="-122"/>
              </a:rPr>
              <a:t>PRI</a:t>
            </a:r>
            <a:r>
              <a:rPr lang="zh-CN" altLang="zh-CN" sz="1600" spc="100" dirty="0">
                <a:latin typeface="微软雅黑" panose="020B0503020204020204" pitchFamily="34" charset="-122"/>
                <a:ea typeface="微软雅黑" panose="020B0503020204020204" pitchFamily="34" charset="-122"/>
              </a:rPr>
              <a:t>，第二部分是</a:t>
            </a:r>
            <a:r>
              <a:rPr lang="en-US" altLang="zh-CN" sz="1600" spc="100" dirty="0">
                <a:latin typeface="微软雅黑" panose="020B0503020204020204" pitchFamily="34" charset="-122"/>
                <a:ea typeface="微软雅黑" panose="020B0503020204020204" pitchFamily="34" charset="-122"/>
              </a:rPr>
              <a:t>HEADER</a:t>
            </a:r>
            <a:r>
              <a:rPr lang="zh-CN" altLang="zh-CN" sz="1600" spc="100" dirty="0">
                <a:latin typeface="微软雅黑" panose="020B0503020204020204" pitchFamily="34" charset="-122"/>
                <a:ea typeface="微软雅黑" panose="020B0503020204020204" pitchFamily="34" charset="-122"/>
              </a:rPr>
              <a:t>，第三部分是</a:t>
            </a:r>
            <a:r>
              <a:rPr lang="en-US" altLang="zh-CN" sz="1600" spc="100" dirty="0">
                <a:latin typeface="微软雅黑" panose="020B0503020204020204" pitchFamily="34" charset="-122"/>
                <a:ea typeface="微软雅黑" panose="020B0503020204020204" pitchFamily="34" charset="-122"/>
              </a:rPr>
              <a:t>MSG</a:t>
            </a:r>
            <a:r>
              <a:rPr lang="zh-CN" altLang="zh-CN" sz="1600" spc="100" dirty="0">
                <a:latin typeface="微软雅黑" panose="020B0503020204020204" pitchFamily="34" charset="-122"/>
                <a:ea typeface="微软雅黑" panose="020B0503020204020204" pitchFamily="34" charset="-122"/>
              </a:rPr>
              <a:t>。报文的总长度必须是</a:t>
            </a:r>
            <a:r>
              <a:rPr lang="en-US" altLang="zh-CN" sz="1600" spc="100" dirty="0">
                <a:latin typeface="微软雅黑" panose="020B0503020204020204" pitchFamily="34" charset="-122"/>
                <a:ea typeface="微软雅黑" panose="020B0503020204020204" pitchFamily="34" charset="-122"/>
              </a:rPr>
              <a:t>1024</a:t>
            </a:r>
            <a:r>
              <a:rPr lang="zh-CN" altLang="zh-CN" sz="1600" spc="100" dirty="0">
                <a:latin typeface="微软雅黑" panose="020B0503020204020204" pitchFamily="34" charset="-122"/>
                <a:ea typeface="微软雅黑" panose="020B0503020204020204" pitchFamily="34" charset="-122"/>
              </a:rPr>
              <a:t>字节之内。</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PRI</a:t>
            </a:r>
            <a:r>
              <a:rPr lang="zh-CN" altLang="zh-CN" sz="1600" spc="100" dirty="0">
                <a:latin typeface="微软雅黑" panose="020B0503020204020204" pitchFamily="34" charset="-122"/>
                <a:ea typeface="微软雅黑" panose="020B0503020204020204" pitchFamily="34" charset="-122"/>
              </a:rPr>
              <a:t>必须是三个，四个或五个字符，并且第一个和最后一个字符是尖括号。</a:t>
            </a:r>
            <a:r>
              <a:rPr lang="en-US" altLang="zh-CN" sz="1600" spc="100" dirty="0">
                <a:latin typeface="微软雅黑" panose="020B0503020204020204" pitchFamily="34" charset="-122"/>
                <a:ea typeface="微软雅黑" panose="020B0503020204020204" pitchFamily="34" charset="-122"/>
              </a:rPr>
              <a:t>PRI</a:t>
            </a:r>
            <a:r>
              <a:rPr lang="zh-CN" altLang="zh-CN" sz="1600" spc="100" dirty="0">
                <a:latin typeface="微软雅黑" panose="020B0503020204020204" pitchFamily="34" charset="-122"/>
                <a:ea typeface="微软雅黑" panose="020B0503020204020204" pitchFamily="34" charset="-122"/>
              </a:rPr>
              <a:t>部分以“</a:t>
            </a:r>
            <a:r>
              <a:rPr lang="en-US" altLang="zh-CN" sz="1600" spc="100" dirty="0">
                <a:latin typeface="微软雅黑" panose="020B0503020204020204" pitchFamily="34" charset="-122"/>
                <a:ea typeface="微软雅黑" panose="020B0503020204020204" pitchFamily="34" charset="-122"/>
              </a:rPr>
              <a:t>&lt;</a:t>
            </a:r>
            <a:r>
              <a:rPr lang="zh-CN" altLang="zh-CN" sz="1600" spc="100" dirty="0">
                <a:latin typeface="微软雅黑" panose="020B0503020204020204" pitchFamily="34" charset="-122"/>
                <a:ea typeface="微软雅黑" panose="020B0503020204020204" pitchFamily="34" charset="-122"/>
              </a:rPr>
              <a:t>”开始，接着是数字，最后是“</a:t>
            </a:r>
            <a:r>
              <a:rPr lang="en-US" altLang="zh-CN" sz="1600" spc="100" dirty="0">
                <a:latin typeface="微软雅黑" panose="020B0503020204020204" pitchFamily="34" charset="-122"/>
                <a:ea typeface="微软雅黑" panose="020B0503020204020204" pitchFamily="34" charset="-122"/>
              </a:rPr>
              <a:t>&gt;</a:t>
            </a:r>
            <a:r>
              <a:rPr lang="zh-CN" altLang="zh-CN" sz="1600" spc="100" dirty="0">
                <a:latin typeface="微软雅黑" panose="020B0503020204020204" pitchFamily="34" charset="-122"/>
                <a:ea typeface="微软雅黑" panose="020B0503020204020204" pitchFamily="34" charset="-122"/>
              </a:rPr>
              <a:t>”。数字的编码必须是</a:t>
            </a:r>
            <a:r>
              <a:rPr lang="en-US" altLang="zh-CN" sz="1600" spc="100" dirty="0">
                <a:latin typeface="微软雅黑" panose="020B0503020204020204" pitchFamily="34" charset="-122"/>
                <a:ea typeface="微软雅黑" panose="020B0503020204020204" pitchFamily="34" charset="-122"/>
              </a:rPr>
              <a:t>7</a:t>
            </a:r>
            <a:r>
              <a:rPr lang="zh-CN" altLang="zh-CN" sz="1600" spc="100" dirty="0">
                <a:latin typeface="微软雅黑" panose="020B0503020204020204" pitchFamily="34" charset="-122"/>
                <a:ea typeface="微软雅黑" panose="020B0503020204020204" pitchFamily="34" charset="-122"/>
              </a:rPr>
              <a:t>位</a:t>
            </a:r>
            <a:r>
              <a:rPr lang="en-US" altLang="zh-CN" sz="1600" spc="100" dirty="0">
                <a:latin typeface="微软雅黑" panose="020B0503020204020204" pitchFamily="34" charset="-122"/>
                <a:ea typeface="微软雅黑" panose="020B0503020204020204" pitchFamily="34" charset="-122"/>
              </a:rPr>
              <a:t>ASCII</a:t>
            </a:r>
            <a:r>
              <a:rPr lang="zh-CN" altLang="zh-CN" sz="1600" spc="100" dirty="0">
                <a:latin typeface="微软雅黑" panose="020B0503020204020204" pitchFamily="34" charset="-122"/>
                <a:ea typeface="微软雅黑" panose="020B0503020204020204" pitchFamily="34" charset="-122"/>
              </a:rPr>
              <a:t>格式。</a:t>
            </a:r>
            <a:r>
              <a:rPr lang="en-US" altLang="zh-CN" sz="1600" spc="100" dirty="0">
                <a:latin typeface="微软雅黑" panose="020B0503020204020204" pitchFamily="34" charset="-122"/>
                <a:ea typeface="微软雅黑" panose="020B0503020204020204" pitchFamily="34" charset="-122"/>
              </a:rPr>
              <a:t>  </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HEADER</a:t>
            </a:r>
            <a:r>
              <a:rPr lang="zh-CN" altLang="zh-CN" sz="1600" spc="100" dirty="0">
                <a:latin typeface="微软雅黑" panose="020B0503020204020204" pitchFamily="34" charset="-122"/>
                <a:ea typeface="微软雅黑" panose="020B0503020204020204" pitchFamily="34" charset="-122"/>
              </a:rPr>
              <a:t>部分包含时间戳以及设备的主机名或</a:t>
            </a:r>
            <a:r>
              <a:rPr lang="en-US" altLang="zh-CN" sz="1600" spc="100" dirty="0">
                <a:latin typeface="微软雅黑" panose="020B0503020204020204" pitchFamily="34" charset="-122"/>
                <a:ea typeface="微软雅黑" panose="020B0503020204020204" pitchFamily="34" charset="-122"/>
              </a:rPr>
              <a:t>IP</a:t>
            </a:r>
            <a:r>
              <a:rPr lang="zh-CN" altLang="zh-CN" sz="1600" spc="100" dirty="0">
                <a:latin typeface="微软雅黑" panose="020B0503020204020204" pitchFamily="34" charset="-122"/>
                <a:ea typeface="微软雅黑" panose="020B0503020204020204" pitchFamily="34" charset="-122"/>
              </a:rPr>
              <a:t>地址。</a:t>
            </a:r>
            <a:r>
              <a:rPr lang="en-US" altLang="zh-CN" sz="1600" spc="100" dirty="0">
                <a:latin typeface="微软雅黑" panose="020B0503020204020204" pitchFamily="34" charset="-122"/>
                <a:ea typeface="微软雅黑" panose="020B0503020204020204" pitchFamily="34" charset="-122"/>
              </a:rPr>
              <a:t>Syslog</a:t>
            </a:r>
            <a:r>
              <a:rPr lang="zh-CN" altLang="zh-CN" sz="1600" spc="100" dirty="0">
                <a:latin typeface="微软雅黑" panose="020B0503020204020204" pitchFamily="34" charset="-122"/>
                <a:ea typeface="微软雅黑" panose="020B0503020204020204" pitchFamily="34" charset="-122"/>
              </a:rPr>
              <a:t>的</a:t>
            </a:r>
            <a:r>
              <a:rPr lang="en-US" altLang="zh-CN" sz="1600" spc="100" dirty="0">
                <a:latin typeface="微软雅黑" panose="020B0503020204020204" pitchFamily="34" charset="-122"/>
                <a:ea typeface="微软雅黑" panose="020B0503020204020204" pitchFamily="34" charset="-122"/>
              </a:rPr>
              <a:t>HEADER</a:t>
            </a:r>
            <a:r>
              <a:rPr lang="zh-CN" altLang="zh-CN" sz="1600" spc="100" dirty="0">
                <a:latin typeface="微软雅黑" panose="020B0503020204020204" pitchFamily="34" charset="-122"/>
                <a:ea typeface="微软雅黑" panose="020B0503020204020204" pitchFamily="34" charset="-122"/>
              </a:rPr>
              <a:t>部分必须使用可见（可打印）的字符。字符集必须使用</a:t>
            </a:r>
            <a:r>
              <a:rPr lang="en-US" altLang="zh-CN" sz="1600" spc="100" dirty="0">
                <a:latin typeface="微软雅黑" panose="020B0503020204020204" pitchFamily="34" charset="-122"/>
                <a:ea typeface="微软雅黑" panose="020B0503020204020204" pitchFamily="34" charset="-122"/>
              </a:rPr>
              <a:t>PRI</a:t>
            </a:r>
            <a:r>
              <a:rPr lang="zh-CN" altLang="zh-CN" sz="1600" spc="100" dirty="0">
                <a:latin typeface="微软雅黑" panose="020B0503020204020204" pitchFamily="34" charset="-122"/>
                <a:ea typeface="微软雅黑" panose="020B0503020204020204" pitchFamily="34" charset="-122"/>
              </a:rPr>
              <a:t>中的</a:t>
            </a:r>
            <a:r>
              <a:rPr lang="en-US" altLang="zh-CN" sz="1600" spc="100" dirty="0">
                <a:latin typeface="微软雅黑" panose="020B0503020204020204" pitchFamily="34" charset="-122"/>
                <a:ea typeface="微软雅黑" panose="020B0503020204020204" pitchFamily="34" charset="-122"/>
              </a:rPr>
              <a:t>ASCII</a:t>
            </a:r>
            <a:r>
              <a:rPr lang="zh-CN" altLang="zh-CN" sz="1600" spc="100" dirty="0">
                <a:latin typeface="微软雅黑" panose="020B0503020204020204" pitchFamily="34" charset="-122"/>
                <a:ea typeface="微软雅黑" panose="020B0503020204020204" pitchFamily="34" charset="-122"/>
              </a:rPr>
              <a:t>字符集。</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MSG</a:t>
            </a:r>
            <a:r>
              <a:rPr lang="zh-CN" altLang="zh-CN" sz="1600" spc="100" dirty="0">
                <a:latin typeface="微软雅黑" panose="020B0503020204020204" pitchFamily="34" charset="-122"/>
                <a:ea typeface="微软雅黑" panose="020B0503020204020204" pitchFamily="34" charset="-122"/>
              </a:rPr>
              <a:t>部分是</a:t>
            </a:r>
            <a:r>
              <a:rPr lang="en-US" altLang="zh-CN" sz="1600" spc="100" dirty="0">
                <a:latin typeface="微软雅黑" panose="020B0503020204020204" pitchFamily="34" charset="-122"/>
                <a:ea typeface="微软雅黑" panose="020B0503020204020204" pitchFamily="34" charset="-122"/>
              </a:rPr>
              <a:t>syslog</a:t>
            </a:r>
            <a:r>
              <a:rPr lang="zh-CN" altLang="zh-CN" sz="1600" spc="100" dirty="0">
                <a:latin typeface="微软雅黑" panose="020B0503020204020204" pitchFamily="34" charset="-122"/>
                <a:ea typeface="微软雅黑" panose="020B0503020204020204" pitchFamily="34" charset="-122"/>
              </a:rPr>
              <a:t>报文的剩余部分。通常它包含生成这个消息进程的其他信息，以及消息的文本内容。</a:t>
            </a:r>
          </a:p>
          <a:p>
            <a:pPr>
              <a:lnSpc>
                <a:spcPct val="150000"/>
              </a:lnSpc>
              <a:buFont typeface="Arial" panose="020B0604020202020204" pitchFamily="34" charset="0"/>
              <a:buNone/>
            </a:pPr>
            <a:endParaRPr lang="zh-CN"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smtClean="0"/>
              <a:t>标准</a:t>
            </a:r>
            <a:r>
              <a:rPr lang="en-US" altLang="zh-CN" dirty="0" smtClean="0"/>
              <a:t>Syslog</a:t>
            </a:r>
            <a:r>
              <a:rPr lang="zh-CN" altLang="en-US" dirty="0"/>
              <a:t>介绍</a:t>
            </a:r>
          </a:p>
        </p:txBody>
      </p:sp>
    </p:spTree>
    <p:extLst>
      <p:ext uri="{BB962C8B-B14F-4D97-AF65-F5344CB8AC3E}">
        <p14:creationId xmlns:p14="http://schemas.microsoft.com/office/powerpoint/2010/main" val="2184045348"/>
      </p:ext>
    </p:extLst>
  </p:cSld>
  <p:clrMapOvr>
    <a:masterClrMapping/>
  </p:clrMapOvr>
  <p:transition spd="slow">
    <p:blinds dir="ver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464702" y="1362814"/>
            <a:ext cx="9312155"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en-US" altLang="zh-CN" dirty="0"/>
              <a:t>    </a:t>
            </a:r>
            <a:r>
              <a:rPr lang="zh-CN" altLang="en-US" dirty="0"/>
              <a:t>（</a:t>
            </a:r>
            <a:r>
              <a:rPr lang="en-US" altLang="zh-CN" dirty="0"/>
              <a:t>1</a:t>
            </a:r>
            <a:r>
              <a:rPr lang="zh-CN" altLang="en-US" dirty="0"/>
              <a:t>）</a:t>
            </a:r>
            <a:r>
              <a:rPr lang="en-US" altLang="zh-CN" dirty="0"/>
              <a:t>SNMP</a:t>
            </a:r>
            <a:r>
              <a:rPr lang="zh-CN" altLang="zh-CN" dirty="0"/>
              <a:t>是用来管理设备的协议，目前</a:t>
            </a:r>
            <a:r>
              <a:rPr lang="en-US" altLang="zh-CN" dirty="0"/>
              <a:t>SNMP</a:t>
            </a:r>
            <a:r>
              <a:rPr lang="zh-CN" altLang="zh-CN" dirty="0"/>
              <a:t>已成为网络管理领域中事实上的工业标准，并被广泛支持和应用。</a:t>
            </a:r>
            <a:endParaRPr lang="en-US" altLang="zh-CN" dirty="0"/>
          </a:p>
          <a:p>
            <a:r>
              <a:rPr lang="zh-CN" altLang="en-US" dirty="0"/>
              <a:t>    （</a:t>
            </a:r>
            <a:r>
              <a:rPr lang="en-US" altLang="zh-CN" dirty="0"/>
              <a:t>2</a:t>
            </a:r>
            <a:r>
              <a:rPr lang="zh-CN" altLang="en-US" dirty="0"/>
              <a:t>）</a:t>
            </a:r>
            <a:r>
              <a:rPr lang="en-US" altLang="zh-CN" dirty="0"/>
              <a:t>SNMP</a:t>
            </a:r>
            <a:r>
              <a:rPr lang="zh-CN" altLang="en-US" dirty="0"/>
              <a:t>是查询和配置设备的一种协议，</a:t>
            </a:r>
            <a:r>
              <a:rPr lang="en-US" altLang="zh-CN" dirty="0"/>
              <a:t>SNMP</a:t>
            </a:r>
            <a:r>
              <a:rPr lang="zh-CN" altLang="en-US" dirty="0"/>
              <a:t>陷阱和通知是设备在特定事件发生时生成的特殊的</a:t>
            </a:r>
            <a:r>
              <a:rPr lang="en-US" altLang="zh-CN" dirty="0"/>
              <a:t>SNMP</a:t>
            </a:r>
            <a:r>
              <a:rPr lang="zh-CN" altLang="en-US" dirty="0"/>
              <a:t>消息。</a:t>
            </a:r>
            <a:endParaRPr lang="en-US" altLang="zh-CN" dirty="0"/>
          </a:p>
          <a:p>
            <a:r>
              <a:rPr lang="en-US" altLang="zh-CN" dirty="0"/>
              <a:t>    </a:t>
            </a:r>
            <a:r>
              <a:rPr lang="zh-CN" altLang="en-US" dirty="0"/>
              <a:t>（</a:t>
            </a:r>
            <a:r>
              <a:rPr lang="en-US" altLang="zh-CN" dirty="0"/>
              <a:t>3</a:t>
            </a:r>
            <a:r>
              <a:rPr lang="zh-CN" altLang="en-US" dirty="0"/>
              <a:t>）</a:t>
            </a:r>
            <a:r>
              <a:rPr lang="en-US" altLang="zh-CN" dirty="0"/>
              <a:t>SNMP</a:t>
            </a:r>
            <a:r>
              <a:rPr lang="zh-CN" altLang="en-US" dirty="0"/>
              <a:t>协议整体来说不是一个日志记录系统，</a:t>
            </a:r>
            <a:r>
              <a:rPr lang="en-US" altLang="zh-CN" dirty="0"/>
              <a:t>SNMP</a:t>
            </a:r>
            <a:r>
              <a:rPr lang="zh-CN" altLang="en-US" dirty="0"/>
              <a:t>陷阱和通知可以看作日志消息的类型。</a:t>
            </a:r>
            <a:endParaRPr lang="en-US" altLang="zh-CN" dirty="0"/>
          </a:p>
          <a:p>
            <a:r>
              <a:rPr lang="en-US" altLang="zh-CN" dirty="0"/>
              <a:t>       </a:t>
            </a:r>
            <a:endParaRPr lang="zh-CN" altLang="en-US" dirty="0"/>
          </a:p>
        </p:txBody>
      </p:sp>
      <p:sp>
        <p:nvSpPr>
          <p:cNvPr id="2" name="标题 1"/>
          <p:cNvSpPr>
            <a:spLocks noGrp="1"/>
          </p:cNvSpPr>
          <p:nvPr>
            <p:ph type="title"/>
          </p:nvPr>
        </p:nvSpPr>
        <p:spPr/>
        <p:txBody>
          <a:bodyPr/>
          <a:lstStyle/>
          <a:p>
            <a:r>
              <a:rPr lang="en-US" altLang="zh-CN" dirty="0"/>
              <a:t>SNMP</a:t>
            </a:r>
            <a:endParaRPr lang="zh-CN" altLang="en-US" dirty="0"/>
          </a:p>
        </p:txBody>
      </p:sp>
    </p:spTree>
    <p:extLst>
      <p:ext uri="{BB962C8B-B14F-4D97-AF65-F5344CB8AC3E}">
        <p14:creationId xmlns:p14="http://schemas.microsoft.com/office/powerpoint/2010/main" val="810279449"/>
      </p:ext>
    </p:extLst>
  </p:cSld>
  <p:clrMapOvr>
    <a:masterClrMapping/>
  </p:clrMapOvr>
  <p:transition spd="slow">
    <p:blinds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280160" y="1377104"/>
            <a:ext cx="9418320"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a:t>
            </a:r>
            <a:r>
              <a:rPr lang="en-US" altLang="zh-CN" dirty="0"/>
              <a:t>SNMPv1</a:t>
            </a:r>
            <a:r>
              <a:rPr lang="zh-CN" altLang="en-US" dirty="0"/>
              <a:t>：SNMP v1 是最初实施SNMP协议。SNMPv1 运行在像UDP，IP，OSI无连接网络服务（CLNS），DDP（AppTalk Datagram-Delivery）,IPX(Novell Internet Packet Exchange)之上.SNMPv1 广泛使用成为因特网上实际的网络管理协议。</a:t>
            </a:r>
          </a:p>
          <a:p>
            <a:r>
              <a:rPr lang="zh-CN" altLang="en-US" dirty="0"/>
              <a:t>（</a:t>
            </a:r>
            <a:r>
              <a:rPr lang="en-US" altLang="zh-CN" dirty="0"/>
              <a:t>2</a:t>
            </a:r>
            <a:r>
              <a:rPr lang="zh-CN" altLang="en-US" dirty="0"/>
              <a:t>）</a:t>
            </a:r>
            <a:r>
              <a:rPr lang="en-US" altLang="zh-CN" dirty="0"/>
              <a:t>SNMPv2</a:t>
            </a:r>
            <a:r>
              <a:rPr lang="zh-CN" altLang="en-US" dirty="0"/>
              <a:t>：SNMP v2是1993年设计的，是v1版的演进版。Get，GetNext和Set操作相同于SNMPv1。然而，SNMPv2 增加和加强了一些协议操作。</a:t>
            </a:r>
          </a:p>
          <a:p>
            <a:r>
              <a:rPr lang="zh-CN" altLang="en-US" dirty="0"/>
              <a:t>（</a:t>
            </a:r>
            <a:r>
              <a:rPr lang="en-US" altLang="zh-CN" dirty="0"/>
              <a:t>3</a:t>
            </a:r>
            <a:r>
              <a:rPr lang="zh-CN" altLang="en-US" dirty="0"/>
              <a:t>）</a:t>
            </a:r>
            <a:r>
              <a:rPr lang="en-US" altLang="zh-CN" dirty="0"/>
              <a:t>SNMPv3</a:t>
            </a:r>
            <a:r>
              <a:rPr lang="zh-CN" altLang="en-US" dirty="0"/>
              <a:t>：SNMP v3 在前面的版本上增加了安全能力和远程配置能力，SNMPv3结构为消息安全和VACM（View-based Access Control Model）引入了USM（User-based Security Model）。这个结构支持同时使用不同的安全机制，接入控制，消息处理模型。</a:t>
            </a:r>
          </a:p>
        </p:txBody>
      </p:sp>
      <p:sp>
        <p:nvSpPr>
          <p:cNvPr id="2" name="标题 1"/>
          <p:cNvSpPr>
            <a:spLocks noGrp="1"/>
          </p:cNvSpPr>
          <p:nvPr>
            <p:ph type="title"/>
          </p:nvPr>
        </p:nvSpPr>
        <p:spPr/>
        <p:txBody>
          <a:bodyPr/>
          <a:lstStyle/>
          <a:p>
            <a:r>
              <a:rPr lang="en-US" altLang="zh-CN" dirty="0"/>
              <a:t>SNMP</a:t>
            </a:r>
            <a:r>
              <a:rPr lang="zh-CN" altLang="en-US" dirty="0"/>
              <a:t>版本</a:t>
            </a:r>
          </a:p>
        </p:txBody>
      </p:sp>
    </p:spTree>
    <p:extLst>
      <p:ext uri="{BB962C8B-B14F-4D97-AF65-F5344CB8AC3E}">
        <p14:creationId xmlns:p14="http://schemas.microsoft.com/office/powerpoint/2010/main" val="2075524198"/>
      </p:ext>
    </p:extLst>
  </p:cSld>
  <p:clrMapOvr>
    <a:masterClrMapping/>
  </p:clrMapOvr>
  <p:transition spd="slow">
    <p:blinds dir="ver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227909" y="1363436"/>
            <a:ext cx="9535885"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a:t>
            </a:r>
            <a:r>
              <a:rPr lang="en-US" altLang="zh-CN" dirty="0"/>
              <a:t> SNMP</a:t>
            </a:r>
            <a:r>
              <a:rPr lang="zh-CN" altLang="en-US" dirty="0"/>
              <a:t>陷阱是</a:t>
            </a:r>
            <a:r>
              <a:rPr lang="en-US" altLang="zh-CN" dirty="0"/>
              <a:t>SNMPv1</a:t>
            </a:r>
            <a:r>
              <a:rPr lang="zh-CN" altLang="en-US" dirty="0"/>
              <a:t>协议的一部分。</a:t>
            </a:r>
            <a:endParaRPr lang="en-US" altLang="zh-CN" dirty="0"/>
          </a:p>
          <a:p>
            <a:r>
              <a:rPr lang="zh-CN" altLang="en-US" dirty="0"/>
              <a:t>（</a:t>
            </a:r>
            <a:r>
              <a:rPr lang="en-US" altLang="zh-CN" dirty="0"/>
              <a:t>2</a:t>
            </a:r>
            <a:r>
              <a:rPr lang="zh-CN" altLang="en-US" dirty="0"/>
              <a:t>）</a:t>
            </a:r>
            <a:r>
              <a:rPr lang="en-US" altLang="zh-CN" dirty="0"/>
              <a:t> SNMP</a:t>
            </a:r>
            <a:r>
              <a:rPr lang="zh-CN" altLang="en-US" dirty="0"/>
              <a:t>通知是</a:t>
            </a:r>
            <a:r>
              <a:rPr lang="en-US" altLang="zh-CN" dirty="0"/>
              <a:t>SNMPv2</a:t>
            </a:r>
            <a:r>
              <a:rPr lang="zh-CN" altLang="en-US" dirty="0"/>
              <a:t>和</a:t>
            </a:r>
            <a:r>
              <a:rPr lang="en-US" altLang="zh-CN" dirty="0"/>
              <a:t>SNMPv3</a:t>
            </a:r>
            <a:r>
              <a:rPr lang="zh-CN" altLang="en-US" dirty="0"/>
              <a:t>协议的一部分。</a:t>
            </a:r>
            <a:endParaRPr lang="en-US" altLang="zh-CN" dirty="0"/>
          </a:p>
          <a:p>
            <a:r>
              <a:rPr lang="zh-CN" altLang="en-US" dirty="0"/>
              <a:t>（</a:t>
            </a:r>
            <a:r>
              <a:rPr lang="en-US" altLang="zh-CN" dirty="0"/>
              <a:t>3</a:t>
            </a:r>
            <a:r>
              <a:rPr lang="zh-CN" altLang="en-US" dirty="0"/>
              <a:t>）</a:t>
            </a:r>
            <a:r>
              <a:rPr lang="en-US" altLang="zh-CN" dirty="0"/>
              <a:t> </a:t>
            </a:r>
            <a:r>
              <a:rPr lang="zh-CN" altLang="en-US" dirty="0"/>
              <a:t>陷阱和通知之间的关键区别是通知包含了接收者向发送者发回确认的功能。  </a:t>
            </a:r>
            <a:endParaRPr lang="en-US" altLang="zh-CN" dirty="0"/>
          </a:p>
          <a:p>
            <a:r>
              <a:rPr lang="zh-CN" altLang="en-US" dirty="0"/>
              <a:t>（</a:t>
            </a:r>
            <a:r>
              <a:rPr lang="en-US" altLang="zh-CN" dirty="0"/>
              <a:t>4</a:t>
            </a:r>
            <a:r>
              <a:rPr lang="zh-CN" altLang="en-US" dirty="0"/>
              <a:t>）</a:t>
            </a:r>
            <a:r>
              <a:rPr lang="en-US" altLang="zh-CN" dirty="0"/>
              <a:t> </a:t>
            </a:r>
            <a:r>
              <a:rPr lang="zh-CN" altLang="en-US" dirty="0"/>
              <a:t>设备必须经过配置才能产生消息，包括什么事件生成消息，向哪里发送消息。</a:t>
            </a:r>
          </a:p>
        </p:txBody>
      </p:sp>
      <p:sp>
        <p:nvSpPr>
          <p:cNvPr id="2" name="标题 1"/>
          <p:cNvSpPr>
            <a:spLocks noGrp="1"/>
          </p:cNvSpPr>
          <p:nvPr>
            <p:ph type="title"/>
          </p:nvPr>
        </p:nvSpPr>
        <p:spPr/>
        <p:txBody>
          <a:bodyPr/>
          <a:lstStyle/>
          <a:p>
            <a:r>
              <a:rPr lang="en-US" altLang="zh-CN" dirty="0"/>
              <a:t>SNMP</a:t>
            </a:r>
            <a:r>
              <a:rPr lang="zh-CN" altLang="en-US" dirty="0"/>
              <a:t>陷阱和通知</a:t>
            </a:r>
          </a:p>
        </p:txBody>
      </p:sp>
    </p:spTree>
    <p:extLst>
      <p:ext uri="{BB962C8B-B14F-4D97-AF65-F5344CB8AC3E}">
        <p14:creationId xmlns:p14="http://schemas.microsoft.com/office/powerpoint/2010/main" val="1604826179"/>
      </p:ext>
    </p:extLst>
  </p:cSld>
  <p:clrMapOvr>
    <a:masterClrMapping/>
  </p:clrMapOvr>
  <p:transition spd="slow">
    <p:blinds dir="ver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466896" y="1384212"/>
            <a:ext cx="9231583"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en-US" altLang="zh-CN" dirty="0"/>
              <a:t>  </a:t>
            </a:r>
            <a:r>
              <a:rPr lang="zh-CN" altLang="en-US" dirty="0"/>
              <a:t>（</a:t>
            </a:r>
            <a:r>
              <a:rPr lang="en-US" altLang="zh-CN" dirty="0"/>
              <a:t>1</a:t>
            </a:r>
            <a:r>
              <a:rPr lang="zh-CN" altLang="en-US" dirty="0"/>
              <a:t>）</a:t>
            </a:r>
            <a:r>
              <a:rPr lang="en-US" altLang="zh-CN" dirty="0"/>
              <a:t>SNMP</a:t>
            </a:r>
            <a:r>
              <a:rPr lang="zh-CN" altLang="en-US" dirty="0"/>
              <a:t>协议允许“</a:t>
            </a:r>
            <a:r>
              <a:rPr lang="en-US" altLang="zh-CN" dirty="0"/>
              <a:t>get”</a:t>
            </a:r>
            <a:r>
              <a:rPr lang="zh-CN" altLang="en-US" dirty="0"/>
              <a:t>（获取）操作，可以用它从一个设备或者系统上读取信息，但是能得到什么信息这很大程度上取决于设备的实现。</a:t>
            </a:r>
            <a:endParaRPr lang="en-US" altLang="zh-CN" dirty="0"/>
          </a:p>
          <a:p>
            <a:r>
              <a:rPr lang="en-US" altLang="zh-CN" dirty="0"/>
              <a:t>  </a:t>
            </a:r>
            <a:r>
              <a:rPr lang="zh-CN" altLang="en-US" dirty="0"/>
              <a:t>（</a:t>
            </a:r>
            <a:r>
              <a:rPr lang="en-US" altLang="zh-CN" dirty="0"/>
              <a:t>2</a:t>
            </a:r>
            <a:r>
              <a:rPr lang="zh-CN" altLang="en-US" dirty="0"/>
              <a:t>）</a:t>
            </a:r>
            <a:r>
              <a:rPr lang="zh-CN" altLang="zh-CN" dirty="0"/>
              <a:t>当接收到某种</a:t>
            </a:r>
            <a:r>
              <a:rPr lang="en-US" altLang="zh-CN" dirty="0"/>
              <a:t>SNMP</a:t>
            </a:r>
            <a:r>
              <a:rPr lang="zh-CN" altLang="zh-CN" dirty="0"/>
              <a:t>陷阱，使用</a:t>
            </a:r>
            <a:r>
              <a:rPr lang="en-US" altLang="zh-CN" dirty="0"/>
              <a:t>SNMP get </a:t>
            </a:r>
            <a:r>
              <a:rPr lang="zh-CN" altLang="zh-CN" dirty="0"/>
              <a:t>轮询设备以读取附加信息，进一步关联或者验证刚刚收到的陷阱。</a:t>
            </a:r>
            <a:endParaRPr lang="zh-CN" altLang="en-US" dirty="0"/>
          </a:p>
        </p:txBody>
      </p:sp>
      <p:sp>
        <p:nvSpPr>
          <p:cNvPr id="2" name="标题 1"/>
          <p:cNvSpPr>
            <a:spLocks noGrp="1"/>
          </p:cNvSpPr>
          <p:nvPr>
            <p:ph type="title"/>
          </p:nvPr>
        </p:nvSpPr>
        <p:spPr/>
        <p:txBody>
          <a:bodyPr/>
          <a:lstStyle/>
          <a:p>
            <a:r>
              <a:rPr lang="en-US" altLang="zh-CN" dirty="0"/>
              <a:t>SNMP get</a:t>
            </a:r>
            <a:endParaRPr lang="zh-CN" altLang="en-US" dirty="0"/>
          </a:p>
        </p:txBody>
      </p:sp>
    </p:spTree>
    <p:extLst>
      <p:ext uri="{BB962C8B-B14F-4D97-AF65-F5344CB8AC3E}">
        <p14:creationId xmlns:p14="http://schemas.microsoft.com/office/powerpoint/2010/main" val="1337837915"/>
      </p:ext>
    </p:extLst>
  </p:cSld>
  <p:clrMapOvr>
    <a:masterClrMapping/>
  </p:clrMapOvr>
  <p:transition spd="slow">
    <p:blinds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537624" y="1356038"/>
            <a:ext cx="878196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）功能：</a:t>
            </a:r>
            <a:r>
              <a:rPr lang="en-US" altLang="zh-CN" dirty="0"/>
              <a:t>SNMP set</a:t>
            </a:r>
            <a:r>
              <a:rPr lang="zh-CN" altLang="en-US" dirty="0"/>
              <a:t>允许用户更改远程系统上的某个数值。</a:t>
            </a:r>
            <a:endParaRPr lang="en-US" altLang="zh-CN" dirty="0"/>
          </a:p>
          <a:p>
            <a:r>
              <a:rPr lang="zh-CN" altLang="en-US" dirty="0"/>
              <a:t>（</a:t>
            </a:r>
            <a:r>
              <a:rPr lang="en-US" altLang="zh-CN" dirty="0"/>
              <a:t>2</a:t>
            </a:r>
            <a:r>
              <a:rPr lang="zh-CN" altLang="en-US" dirty="0"/>
              <a:t>）示例：</a:t>
            </a:r>
            <a:r>
              <a:rPr lang="zh-CN" altLang="zh-CN" dirty="0"/>
              <a:t>网桥实现某种规范，允许使用</a:t>
            </a:r>
            <a:r>
              <a:rPr lang="en-US" altLang="zh-CN" dirty="0"/>
              <a:t>SNMP set </a:t>
            </a:r>
            <a:r>
              <a:rPr lang="zh-CN" altLang="zh-CN" dirty="0"/>
              <a:t>开关交换机端口。</a:t>
            </a:r>
          </a:p>
        </p:txBody>
      </p:sp>
      <p:sp>
        <p:nvSpPr>
          <p:cNvPr id="2" name="标题 1"/>
          <p:cNvSpPr>
            <a:spLocks noGrp="1"/>
          </p:cNvSpPr>
          <p:nvPr>
            <p:ph type="title"/>
          </p:nvPr>
        </p:nvSpPr>
        <p:spPr/>
        <p:txBody>
          <a:bodyPr/>
          <a:lstStyle/>
          <a:p>
            <a:r>
              <a:rPr lang="en-US" altLang="zh-CN" dirty="0"/>
              <a:t>SNMP set</a:t>
            </a:r>
            <a:endParaRPr lang="zh-CN" altLang="en-US" dirty="0"/>
          </a:p>
        </p:txBody>
      </p:sp>
    </p:spTree>
    <p:extLst>
      <p:ext uri="{BB962C8B-B14F-4D97-AF65-F5344CB8AC3E}">
        <p14:creationId xmlns:p14="http://schemas.microsoft.com/office/powerpoint/2010/main" val="1039552805"/>
      </p:ext>
    </p:extLst>
  </p:cSld>
  <p:clrMapOvr>
    <a:masterClrMapping/>
  </p:clrMapOvr>
  <p:transition spd="slow">
    <p:blinds dir="ver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254034" y="1302306"/>
            <a:ext cx="9353006"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   （</a:t>
            </a:r>
            <a:r>
              <a:rPr lang="en-US" altLang="zh-CN" dirty="0"/>
              <a:t>1</a:t>
            </a:r>
            <a:r>
              <a:rPr lang="zh-CN" altLang="en-US" dirty="0"/>
              <a:t>）</a:t>
            </a:r>
            <a:r>
              <a:rPr lang="en-US" altLang="zh-CN" dirty="0"/>
              <a:t>SNMP Trap</a:t>
            </a:r>
            <a:r>
              <a:rPr lang="zh-CN" altLang="en-US" dirty="0"/>
              <a:t>是某种入口，到达该入口会使</a:t>
            </a:r>
            <a:r>
              <a:rPr lang="en-US" altLang="zh-CN" dirty="0"/>
              <a:t>SNMP</a:t>
            </a:r>
            <a:r>
              <a:rPr lang="zh-CN" altLang="en-US" dirty="0"/>
              <a:t>被管设备主动通知</a:t>
            </a:r>
            <a:r>
              <a:rPr lang="en-US" altLang="zh-CN" dirty="0"/>
              <a:t>SNMP</a:t>
            </a:r>
            <a:r>
              <a:rPr lang="zh-CN" altLang="en-US" dirty="0"/>
              <a:t>管理器，而不是等待</a:t>
            </a:r>
            <a:r>
              <a:rPr lang="en-US" altLang="zh-CN" dirty="0"/>
              <a:t>SNMP</a:t>
            </a:r>
            <a:r>
              <a:rPr lang="zh-CN" altLang="en-US" dirty="0"/>
              <a:t>管理器的再次轮询。</a:t>
            </a:r>
            <a:endParaRPr lang="en-US" altLang="zh-CN" dirty="0"/>
          </a:p>
          <a:p>
            <a:r>
              <a:rPr lang="zh-CN" altLang="en-US" dirty="0"/>
              <a:t>   （</a:t>
            </a:r>
            <a:r>
              <a:rPr lang="en-US" altLang="zh-CN" dirty="0"/>
              <a:t>2</a:t>
            </a:r>
            <a:r>
              <a:rPr lang="zh-CN" altLang="en-US" dirty="0"/>
              <a:t>）</a:t>
            </a:r>
            <a:r>
              <a:rPr lang="en-US" altLang="zh-CN" dirty="0"/>
              <a:t>SNMP Trap</a:t>
            </a:r>
            <a:r>
              <a:rPr lang="zh-CN" altLang="en-US" dirty="0"/>
              <a:t>是</a:t>
            </a:r>
            <a:r>
              <a:rPr lang="en-US" altLang="zh-CN" dirty="0"/>
              <a:t>SNMP</a:t>
            </a:r>
            <a:r>
              <a:rPr lang="zh-CN" altLang="en-US" dirty="0"/>
              <a:t>的一部分，当被监控段出现特定事件，如性能问题或者网络设备接口宕掉等，代理端会给管理站发告警事件。</a:t>
            </a:r>
            <a:endParaRPr lang="en-US" altLang="zh-CN" dirty="0"/>
          </a:p>
        </p:txBody>
      </p:sp>
      <p:sp>
        <p:nvSpPr>
          <p:cNvPr id="2" name="标题 1"/>
          <p:cNvSpPr>
            <a:spLocks noGrp="1"/>
          </p:cNvSpPr>
          <p:nvPr>
            <p:ph type="title"/>
          </p:nvPr>
        </p:nvSpPr>
        <p:spPr/>
        <p:txBody>
          <a:bodyPr/>
          <a:lstStyle/>
          <a:p>
            <a:r>
              <a:rPr lang="en-US" altLang="zh-CN" dirty="0"/>
              <a:t>SNMP Trap</a:t>
            </a:r>
            <a:endParaRPr lang="zh-CN" altLang="en-US" dirty="0"/>
          </a:p>
        </p:txBody>
      </p:sp>
    </p:spTree>
    <p:extLst>
      <p:ext uri="{BB962C8B-B14F-4D97-AF65-F5344CB8AC3E}">
        <p14:creationId xmlns:p14="http://schemas.microsoft.com/office/powerpoint/2010/main" val="1917603804"/>
      </p:ext>
    </p:extLst>
  </p:cSld>
  <p:clrMapOvr>
    <a:masterClrMapping/>
  </p:clrMapOvr>
  <p:transition spd="slow">
    <p:blinds dir="ver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71601" y="1331727"/>
            <a:ext cx="9470570"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）事件驱动，第一时间收到设备故障告警。</a:t>
            </a:r>
            <a:endParaRPr lang="en-US" altLang="zh-CN" dirty="0"/>
          </a:p>
          <a:p>
            <a:r>
              <a:rPr lang="zh-CN" altLang="en-US" dirty="0"/>
              <a:t>（</a:t>
            </a:r>
            <a:r>
              <a:rPr lang="en-US" altLang="zh-CN" dirty="0"/>
              <a:t>2</a:t>
            </a:r>
            <a:r>
              <a:rPr lang="zh-CN" altLang="en-US" dirty="0"/>
              <a:t>）提供</a:t>
            </a:r>
            <a:r>
              <a:rPr lang="en-US" altLang="zh-CN" dirty="0"/>
              <a:t>SNMP Trap</a:t>
            </a:r>
            <a:r>
              <a:rPr lang="zh-CN" altLang="en-US" dirty="0"/>
              <a:t>的接收，并通过对</a:t>
            </a:r>
            <a:r>
              <a:rPr lang="en-US" altLang="zh-CN" dirty="0"/>
              <a:t>Trap</a:t>
            </a:r>
            <a:r>
              <a:rPr lang="zh-CN" altLang="en-US" dirty="0"/>
              <a:t>信息翻译，展现事件。</a:t>
            </a:r>
            <a:endParaRPr lang="en-US" altLang="zh-CN" dirty="0"/>
          </a:p>
          <a:p>
            <a:r>
              <a:rPr lang="zh-CN" altLang="en-US" dirty="0"/>
              <a:t>（</a:t>
            </a:r>
            <a:r>
              <a:rPr lang="en-US" altLang="zh-CN" dirty="0"/>
              <a:t>3</a:t>
            </a:r>
            <a:r>
              <a:rPr lang="zh-CN" altLang="en-US" dirty="0"/>
              <a:t>）定制</a:t>
            </a:r>
            <a:r>
              <a:rPr lang="en-US" altLang="zh-CN" dirty="0"/>
              <a:t>SNMP Trap</a:t>
            </a:r>
            <a:r>
              <a:rPr lang="zh-CN" altLang="en-US" dirty="0"/>
              <a:t>告警规则触发告警，提供多种方式发送告警信息。</a:t>
            </a:r>
            <a:endParaRPr lang="en-US" altLang="zh-CN" dirty="0"/>
          </a:p>
          <a:p>
            <a:r>
              <a:rPr lang="zh-CN" altLang="en-US" dirty="0"/>
              <a:t>（</a:t>
            </a:r>
            <a:r>
              <a:rPr lang="en-US" altLang="zh-CN" dirty="0"/>
              <a:t>4</a:t>
            </a:r>
            <a:r>
              <a:rPr lang="zh-CN" altLang="en-US" dirty="0"/>
              <a:t>）支持事件导出。</a:t>
            </a:r>
            <a:endParaRPr lang="en-US" altLang="zh-CN" dirty="0"/>
          </a:p>
          <a:p>
            <a:r>
              <a:rPr lang="zh-CN" altLang="en-US" dirty="0"/>
              <a:t>（</a:t>
            </a:r>
            <a:r>
              <a:rPr lang="en-US" altLang="zh-CN" dirty="0"/>
              <a:t>5</a:t>
            </a:r>
            <a:r>
              <a:rPr lang="zh-CN" altLang="en-US" dirty="0"/>
              <a:t>）支持各类设备厂家信息管理库（</a:t>
            </a:r>
            <a:r>
              <a:rPr lang="en-US" altLang="zh-CN" dirty="0"/>
              <a:t>Management Information Base</a:t>
            </a:r>
            <a:r>
              <a:rPr lang="zh-CN" altLang="en-US" dirty="0"/>
              <a:t>，</a:t>
            </a:r>
            <a:r>
              <a:rPr lang="en-US" altLang="zh-CN" dirty="0"/>
              <a:t>MIB</a:t>
            </a:r>
            <a:r>
              <a:rPr lang="zh-CN" altLang="en-US" dirty="0"/>
              <a:t>）的导入。</a:t>
            </a:r>
            <a:endParaRPr lang="en-US" altLang="zh-CN" dirty="0"/>
          </a:p>
        </p:txBody>
      </p:sp>
      <p:sp>
        <p:nvSpPr>
          <p:cNvPr id="2" name="标题 1"/>
          <p:cNvSpPr>
            <a:spLocks noGrp="1"/>
          </p:cNvSpPr>
          <p:nvPr>
            <p:ph type="title"/>
          </p:nvPr>
        </p:nvSpPr>
        <p:spPr/>
        <p:txBody>
          <a:bodyPr/>
          <a:lstStyle/>
          <a:p>
            <a:r>
              <a:rPr lang="en-US" altLang="zh-CN" dirty="0"/>
              <a:t>SNMP Trap</a:t>
            </a:r>
            <a:r>
              <a:rPr lang="zh-CN" altLang="en-US" dirty="0"/>
              <a:t>功能的特点</a:t>
            </a:r>
          </a:p>
        </p:txBody>
      </p:sp>
    </p:spTree>
    <p:extLst>
      <p:ext uri="{BB962C8B-B14F-4D97-AF65-F5344CB8AC3E}">
        <p14:creationId xmlns:p14="http://schemas.microsoft.com/office/powerpoint/2010/main" val="318719584"/>
      </p:ext>
    </p:extLst>
  </p:cSld>
  <p:clrMapOvr>
    <a:masterClrMapping/>
  </p:clrMapOvr>
  <p:transition spd="slow">
    <p:blinds dir="vert"/>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214847" y="1364677"/>
            <a:ext cx="9444444"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   （</a:t>
            </a:r>
            <a:r>
              <a:rPr lang="en-US" altLang="zh-CN" dirty="0"/>
              <a:t>1</a:t>
            </a:r>
            <a:r>
              <a:rPr lang="zh-CN" altLang="en-US" dirty="0"/>
              <a:t>）</a:t>
            </a:r>
            <a:r>
              <a:rPr lang="en-US" altLang="zh-CN" dirty="0"/>
              <a:t>JDBC</a:t>
            </a:r>
            <a:r>
              <a:rPr lang="zh-CN" altLang="en-US" dirty="0"/>
              <a:t>（</a:t>
            </a:r>
            <a:r>
              <a:rPr lang="en-US" altLang="zh-CN" dirty="0"/>
              <a:t>Java </a:t>
            </a:r>
            <a:r>
              <a:rPr lang="en-US" altLang="zh-CN" dirty="0" err="1"/>
              <a:t>DataBase</a:t>
            </a:r>
            <a:r>
              <a:rPr lang="en-US" altLang="zh-CN" dirty="0"/>
              <a:t> Connectivity</a:t>
            </a:r>
            <a:r>
              <a:rPr lang="zh-CN" altLang="en-US" dirty="0"/>
              <a:t>， </a:t>
            </a:r>
            <a:r>
              <a:rPr lang="en-US" altLang="zh-CN" dirty="0"/>
              <a:t>JAVA</a:t>
            </a:r>
            <a:r>
              <a:rPr lang="zh-CN" altLang="en-US" dirty="0"/>
              <a:t>数据库连接），是</a:t>
            </a:r>
            <a:r>
              <a:rPr lang="en-US" altLang="zh-CN" dirty="0"/>
              <a:t>JAVA</a:t>
            </a:r>
            <a:r>
              <a:rPr lang="zh-CN" altLang="en-US" dirty="0"/>
              <a:t>平台的一个标准组成部分。</a:t>
            </a:r>
            <a:endParaRPr lang="en-US" altLang="zh-CN" dirty="0"/>
          </a:p>
          <a:p>
            <a:r>
              <a:rPr lang="zh-CN" altLang="en-US" dirty="0"/>
              <a:t>   （</a:t>
            </a:r>
            <a:r>
              <a:rPr lang="en-US" altLang="zh-CN" dirty="0"/>
              <a:t>2</a:t>
            </a:r>
            <a:r>
              <a:rPr lang="zh-CN" altLang="en-US" dirty="0"/>
              <a:t>）</a:t>
            </a:r>
            <a:r>
              <a:rPr lang="en-US" altLang="zh-CN" dirty="0"/>
              <a:t>JDBC</a:t>
            </a:r>
            <a:r>
              <a:rPr lang="zh-CN" altLang="en-US" dirty="0"/>
              <a:t>是 </a:t>
            </a:r>
            <a:r>
              <a:rPr lang="en-US" altLang="zh-CN" dirty="0"/>
              <a:t>JAVA </a:t>
            </a:r>
            <a:r>
              <a:rPr lang="zh-CN" altLang="en-US" dirty="0"/>
              <a:t>程序连接和访问各种数据库的应用程序接口（</a:t>
            </a:r>
            <a:r>
              <a:rPr lang="en-US" altLang="zh-CN" dirty="0"/>
              <a:t>Application Programming Interface</a:t>
            </a:r>
            <a:r>
              <a:rPr lang="zh-CN" altLang="en-US" dirty="0"/>
              <a:t>，</a:t>
            </a:r>
            <a:r>
              <a:rPr lang="en-US" altLang="zh-CN" dirty="0"/>
              <a:t>API</a:t>
            </a:r>
            <a:r>
              <a:rPr lang="zh-CN" altLang="en-US" dirty="0"/>
              <a:t>），它由一组类和接口构成</a:t>
            </a:r>
            <a:endParaRPr lang="en-US" altLang="zh-CN" dirty="0"/>
          </a:p>
          <a:p>
            <a:r>
              <a:rPr lang="en-US" altLang="zh-CN" dirty="0"/>
              <a:t>   </a:t>
            </a:r>
            <a:r>
              <a:rPr lang="zh-CN" altLang="en-US" dirty="0"/>
              <a:t>（</a:t>
            </a:r>
            <a:r>
              <a:rPr lang="en-US" altLang="zh-CN" dirty="0"/>
              <a:t>3</a:t>
            </a:r>
            <a:r>
              <a:rPr lang="zh-CN" altLang="en-US" dirty="0"/>
              <a:t>）通过调用</a:t>
            </a:r>
            <a:r>
              <a:rPr lang="en-US" altLang="zh-CN" dirty="0"/>
              <a:t>JDBC</a:t>
            </a:r>
            <a:r>
              <a:rPr lang="zh-CN" altLang="en-US" dirty="0"/>
              <a:t>所提供的方法，可以实现 </a:t>
            </a:r>
            <a:r>
              <a:rPr lang="en-US" altLang="zh-CN" dirty="0"/>
              <a:t>JAVA</a:t>
            </a:r>
            <a:r>
              <a:rPr lang="zh-CN" altLang="en-US" dirty="0"/>
              <a:t>程序与各种数据库服务器之间的连接，用户可以使用完全相同的 </a:t>
            </a:r>
            <a:r>
              <a:rPr lang="en-US" altLang="zh-CN" dirty="0"/>
              <a:t>JAVA </a:t>
            </a:r>
            <a:r>
              <a:rPr lang="zh-CN" altLang="en-US" dirty="0"/>
              <a:t>语法访问大量各种各样的 </a:t>
            </a:r>
            <a:r>
              <a:rPr lang="en-US" altLang="zh-CN" dirty="0"/>
              <a:t>SQL </a:t>
            </a:r>
            <a:r>
              <a:rPr lang="zh-CN" altLang="en-US" dirty="0"/>
              <a:t>数据库。</a:t>
            </a:r>
            <a:endParaRPr lang="en-US" altLang="zh-CN" dirty="0"/>
          </a:p>
        </p:txBody>
      </p:sp>
      <p:sp>
        <p:nvSpPr>
          <p:cNvPr id="2" name="标题 1"/>
          <p:cNvSpPr>
            <a:spLocks noGrp="1"/>
          </p:cNvSpPr>
          <p:nvPr>
            <p:ph type="title"/>
          </p:nvPr>
        </p:nvSpPr>
        <p:spPr/>
        <p:txBody>
          <a:bodyPr/>
          <a:lstStyle/>
          <a:p>
            <a:r>
              <a:rPr lang="en-US" altLang="zh-CN" dirty="0"/>
              <a:t>JDBC</a:t>
            </a:r>
            <a:endParaRPr lang="zh-CN" altLang="en-US" dirty="0"/>
          </a:p>
        </p:txBody>
      </p:sp>
    </p:spTree>
    <p:extLst>
      <p:ext uri="{BB962C8B-B14F-4D97-AF65-F5344CB8AC3E}">
        <p14:creationId xmlns:p14="http://schemas.microsoft.com/office/powerpoint/2010/main" val="3833576879"/>
      </p:ext>
    </p:extLst>
  </p:cSld>
  <p:clrMapOvr>
    <a:masterClrMapping/>
  </p:clrMapOvr>
  <p:transition spd="slow">
    <p:blinds dir="vert"/>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99765" y="1269851"/>
            <a:ext cx="4647891" cy="4062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 （</a:t>
            </a:r>
            <a:r>
              <a:rPr lang="en-US" altLang="zh-CN" dirty="0"/>
              <a:t>1</a:t>
            </a:r>
            <a:r>
              <a:rPr lang="zh-CN" altLang="en-US" dirty="0"/>
              <a:t>）</a:t>
            </a:r>
            <a:r>
              <a:rPr lang="en-US" altLang="zh-CN" dirty="0"/>
              <a:t>JAVA</a:t>
            </a:r>
            <a:r>
              <a:rPr lang="zh-CN" altLang="en-US" dirty="0"/>
              <a:t>程序：包括</a:t>
            </a:r>
            <a:r>
              <a:rPr lang="en-US" altLang="zh-CN" dirty="0"/>
              <a:t>JAVA</a:t>
            </a:r>
            <a:r>
              <a:rPr lang="zh-CN" altLang="en-US" dirty="0"/>
              <a:t>应用程序和</a:t>
            </a:r>
            <a:r>
              <a:rPr lang="en-US" altLang="zh-CN" dirty="0"/>
              <a:t>JAVA</a:t>
            </a:r>
            <a:r>
              <a:rPr lang="zh-CN" altLang="en-US" dirty="0"/>
              <a:t>小应用程序，主要是根据</a:t>
            </a:r>
            <a:r>
              <a:rPr lang="en-US" altLang="zh-CN" dirty="0"/>
              <a:t>JDBC</a:t>
            </a:r>
            <a:r>
              <a:rPr lang="zh-CN" altLang="en-US" dirty="0"/>
              <a:t>方法实现对数据库的访问和操作。</a:t>
            </a:r>
            <a:endParaRPr lang="en-US" altLang="zh-CN" dirty="0"/>
          </a:p>
          <a:p>
            <a:r>
              <a:rPr lang="zh-CN" altLang="en-US" dirty="0"/>
              <a:t>（</a:t>
            </a:r>
            <a:r>
              <a:rPr lang="en-US" altLang="zh-CN" dirty="0"/>
              <a:t>2</a:t>
            </a:r>
            <a:r>
              <a:rPr lang="zh-CN" altLang="en-US" dirty="0"/>
              <a:t>）</a:t>
            </a:r>
            <a:r>
              <a:rPr lang="en-US" altLang="zh-CN" dirty="0"/>
              <a:t>JDBC</a:t>
            </a:r>
            <a:r>
              <a:rPr lang="zh-CN" altLang="en-US" dirty="0"/>
              <a:t>驱动程序管理器：能够动态地管理和维护数据库查询所需要的所有驱动程序对象，实现</a:t>
            </a:r>
            <a:r>
              <a:rPr lang="en-US" altLang="zh-CN" dirty="0"/>
              <a:t>JAVA</a:t>
            </a:r>
            <a:r>
              <a:rPr lang="zh-CN" altLang="en-US" dirty="0"/>
              <a:t>程序与特定驱动程序的连接，从而体现</a:t>
            </a:r>
            <a:r>
              <a:rPr lang="en-US" altLang="zh-CN" dirty="0"/>
              <a:t>JDBC</a:t>
            </a:r>
            <a:r>
              <a:rPr lang="zh-CN" altLang="en-US" dirty="0"/>
              <a:t>的“与平台无关”这一特点。</a:t>
            </a:r>
            <a:endParaRPr lang="en-US" altLang="zh-CN" dirty="0"/>
          </a:p>
          <a:p>
            <a:r>
              <a:rPr lang="zh-CN" altLang="en-US" dirty="0"/>
              <a:t>（</a:t>
            </a:r>
            <a:r>
              <a:rPr lang="en-US" altLang="zh-CN" dirty="0"/>
              <a:t>3</a:t>
            </a:r>
            <a:r>
              <a:rPr lang="zh-CN" altLang="en-US" dirty="0"/>
              <a:t>）驱动程序：用于处理</a:t>
            </a:r>
            <a:r>
              <a:rPr lang="en-US" altLang="zh-CN" dirty="0"/>
              <a:t>JDBC</a:t>
            </a:r>
            <a:r>
              <a:rPr lang="zh-CN" altLang="en-US" dirty="0"/>
              <a:t>方法，向特定数据库发送</a:t>
            </a:r>
            <a:r>
              <a:rPr lang="en-US" altLang="zh-CN" dirty="0"/>
              <a:t>SQL</a:t>
            </a:r>
            <a:r>
              <a:rPr lang="zh-CN" altLang="en-US" dirty="0"/>
              <a:t>请求，并为</a:t>
            </a:r>
            <a:r>
              <a:rPr lang="en-US" altLang="zh-CN" dirty="0"/>
              <a:t>JAVA</a:t>
            </a:r>
            <a:r>
              <a:rPr lang="zh-CN" altLang="en-US" dirty="0"/>
              <a:t>程序获取结果。在必要的时候，驱动程序可以翻译或优化请求，使</a:t>
            </a:r>
            <a:r>
              <a:rPr lang="en-US" altLang="zh-CN" dirty="0"/>
              <a:t>SQL</a:t>
            </a:r>
            <a:r>
              <a:rPr lang="zh-CN" altLang="en-US" dirty="0"/>
              <a:t>请求符合</a:t>
            </a:r>
            <a:r>
              <a:rPr lang="en-US" altLang="zh-CN" dirty="0"/>
              <a:t>DBMS</a:t>
            </a:r>
            <a:r>
              <a:rPr lang="zh-CN" altLang="en-US" dirty="0"/>
              <a:t>支持的语言。</a:t>
            </a:r>
            <a:endParaRPr lang="en-US" altLang="zh-CN" dirty="0"/>
          </a:p>
        </p:txBody>
      </p:sp>
      <p:graphicFrame>
        <p:nvGraphicFramePr>
          <p:cNvPr id="9" name="对象 8"/>
          <p:cNvGraphicFramePr>
            <a:graphicFrameLocks noChangeAspect="1"/>
          </p:cNvGraphicFramePr>
          <p:nvPr/>
        </p:nvGraphicFramePr>
        <p:xfrm>
          <a:off x="6020022" y="1437832"/>
          <a:ext cx="4499992" cy="3846389"/>
        </p:xfrm>
        <a:graphic>
          <a:graphicData uri="http://schemas.openxmlformats.org/presentationml/2006/ole">
            <mc:AlternateContent xmlns:mc="http://schemas.openxmlformats.org/markup-compatibility/2006">
              <mc:Choice xmlns:v="urn:schemas-microsoft-com:vml" Requires="v">
                <p:oleObj spid="_x0000_s3102" name="Visio" r:id="rId4" imgW="10426700" imgH="6819900" progId="Visio.DrawingConvertable.15">
                  <p:embed/>
                </p:oleObj>
              </mc:Choice>
              <mc:Fallback>
                <p:oleObj name="Visio" r:id="rId4" imgW="10426700" imgH="6819900" progId="Visio.DrawingConvertable.15">
                  <p:embed/>
                  <p:pic>
                    <p:nvPicPr>
                      <p:cNvPr id="9" name="对象 8"/>
                      <p:cNvPicPr>
                        <a:picLocks noChangeAspect="1" noChangeArrowheads="1"/>
                      </p:cNvPicPr>
                      <p:nvPr/>
                    </p:nvPicPr>
                    <p:blipFill>
                      <a:blip r:embed="rId5"/>
                      <a:srcRect/>
                      <a:stretch>
                        <a:fillRect/>
                      </a:stretch>
                    </p:blipFill>
                    <p:spPr bwMode="auto">
                      <a:xfrm>
                        <a:off x="6020022" y="1437832"/>
                        <a:ext cx="4499992" cy="3846389"/>
                      </a:xfrm>
                      <a:prstGeom prst="rect">
                        <a:avLst/>
                      </a:prstGeom>
                      <a:noFill/>
                    </p:spPr>
                  </p:pic>
                </p:oleObj>
              </mc:Fallback>
            </mc:AlternateContent>
          </a:graphicData>
        </a:graphic>
      </p:graphicFrame>
      <p:sp>
        <p:nvSpPr>
          <p:cNvPr id="10" name="矩形 9"/>
          <p:cNvSpPr/>
          <p:nvPr/>
        </p:nvSpPr>
        <p:spPr>
          <a:xfrm>
            <a:off x="7405611" y="5534091"/>
            <a:ext cx="2125903" cy="338554"/>
          </a:xfrm>
          <a:prstGeom prst="rect">
            <a:avLst/>
          </a:prstGeom>
        </p:spPr>
        <p:txBody>
          <a:bodyPr wrap="none">
            <a:spAutoFit/>
          </a:bodyPr>
          <a:lstStyle/>
          <a:p>
            <a:r>
              <a:rPr lang="en-US" altLang="zh-CN" sz="1600" dirty="0">
                <a:solidFill>
                  <a:srgbClr val="0083C9"/>
                </a:solidFill>
                <a:latin typeface="微软雅黑" panose="020B0503020204020204" pitchFamily="34" charset="-122"/>
                <a:ea typeface="微软雅黑" panose="020B0503020204020204" pitchFamily="34" charset="-122"/>
              </a:rPr>
              <a:t>JDBC</a:t>
            </a:r>
            <a:r>
              <a:rPr lang="zh-CN" altLang="en-US" sz="1600" dirty="0">
                <a:solidFill>
                  <a:srgbClr val="0083C9"/>
                </a:solidFill>
                <a:latin typeface="微软雅黑" panose="020B0503020204020204" pitchFamily="34" charset="-122"/>
                <a:ea typeface="微软雅黑" panose="020B0503020204020204" pitchFamily="34" charset="-122"/>
              </a:rPr>
              <a:t>基本层次结构图</a:t>
            </a:r>
          </a:p>
        </p:txBody>
      </p:sp>
      <p:sp>
        <p:nvSpPr>
          <p:cNvPr id="2" name="标题 1"/>
          <p:cNvSpPr>
            <a:spLocks noGrp="1"/>
          </p:cNvSpPr>
          <p:nvPr>
            <p:ph type="title"/>
          </p:nvPr>
        </p:nvSpPr>
        <p:spPr/>
        <p:txBody>
          <a:bodyPr/>
          <a:lstStyle/>
          <a:p>
            <a:r>
              <a:rPr lang="en-US" altLang="zh-CN" dirty="0"/>
              <a:t>JDBC</a:t>
            </a:r>
            <a:r>
              <a:rPr lang="zh-CN" altLang="en-US" dirty="0"/>
              <a:t>基本层次结构</a:t>
            </a:r>
          </a:p>
        </p:txBody>
      </p:sp>
    </p:spTree>
    <p:extLst>
      <p:ext uri="{BB962C8B-B14F-4D97-AF65-F5344CB8AC3E}">
        <p14:creationId xmlns:p14="http://schemas.microsoft.com/office/powerpoint/2010/main" val="2999737573"/>
      </p:ext>
    </p:extLst>
  </p:cSld>
  <p:clrMapOvr>
    <a:masterClrMapping/>
  </p:clrMapOvr>
  <p:transition spd="slow">
    <p:blinds dir="vert"/>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45473" y="1293444"/>
            <a:ext cx="9405257"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a:t>
            </a:r>
            <a:r>
              <a:rPr lang="en-US" altLang="zh-CN" dirty="0"/>
              <a:t>JDBC-ODBC Bridge Driver</a:t>
            </a:r>
            <a:r>
              <a:rPr lang="zh-CN" altLang="en-US" dirty="0"/>
              <a:t>：</a:t>
            </a:r>
            <a:r>
              <a:rPr lang="zh-CN" altLang="zh-CN" dirty="0"/>
              <a:t>这类驱动程序将</a:t>
            </a:r>
            <a:r>
              <a:rPr lang="en-US" altLang="zh-CN" dirty="0"/>
              <a:t>JDBC</a:t>
            </a:r>
            <a:r>
              <a:rPr lang="zh-CN" altLang="zh-CN" dirty="0"/>
              <a:t>的调用转换为对</a:t>
            </a:r>
            <a:r>
              <a:rPr lang="en-US" altLang="zh-CN" dirty="0"/>
              <a:t>ODBC</a:t>
            </a:r>
            <a:r>
              <a:rPr lang="zh-CN" altLang="zh-CN" dirty="0"/>
              <a:t>驱动程序的调用，再由</a:t>
            </a:r>
            <a:r>
              <a:rPr lang="en-US" altLang="zh-CN" dirty="0"/>
              <a:t>ODBC</a:t>
            </a:r>
            <a:r>
              <a:rPr lang="zh-CN" altLang="zh-CN" dirty="0"/>
              <a:t>驱动程序来操作数据库</a:t>
            </a:r>
            <a:r>
              <a:rPr lang="zh-CN" altLang="en-US" dirty="0"/>
              <a:t>。</a:t>
            </a:r>
            <a:endParaRPr lang="en-US" altLang="zh-CN" dirty="0"/>
          </a:p>
          <a:p>
            <a:r>
              <a:rPr lang="zh-CN" altLang="en-US" dirty="0"/>
              <a:t>（</a:t>
            </a:r>
            <a:r>
              <a:rPr lang="en-US" altLang="zh-CN" dirty="0"/>
              <a:t>2</a:t>
            </a:r>
            <a:r>
              <a:rPr lang="zh-CN" altLang="en-US" dirty="0"/>
              <a:t>）</a:t>
            </a:r>
            <a:r>
              <a:rPr lang="en-US" altLang="zh-CN" dirty="0"/>
              <a:t>Native API Driver</a:t>
            </a:r>
            <a:r>
              <a:rPr lang="zh-CN" altLang="en-US" dirty="0"/>
              <a:t>：</a:t>
            </a:r>
            <a:r>
              <a:rPr lang="zh-CN" altLang="zh-CN" dirty="0"/>
              <a:t>这个类型的驱动程序会以原生（</a:t>
            </a:r>
            <a:r>
              <a:rPr lang="en-US" altLang="zh-CN" dirty="0"/>
              <a:t>Native</a:t>
            </a:r>
            <a:r>
              <a:rPr lang="zh-CN" altLang="zh-CN" dirty="0"/>
              <a:t>）方式，调用数据库提供的原生程序库</a:t>
            </a:r>
            <a:r>
              <a:rPr lang="zh-CN" altLang="en-US" dirty="0"/>
              <a:t>。</a:t>
            </a:r>
            <a:endParaRPr lang="en-US" altLang="zh-CN" dirty="0"/>
          </a:p>
          <a:p>
            <a:r>
              <a:rPr lang="zh-CN" altLang="en-US" dirty="0"/>
              <a:t>（</a:t>
            </a:r>
            <a:r>
              <a:rPr lang="en-US" altLang="zh-CN" dirty="0"/>
              <a:t>3</a:t>
            </a:r>
            <a:r>
              <a:rPr lang="zh-CN" altLang="en-US" dirty="0"/>
              <a:t>）</a:t>
            </a:r>
            <a:r>
              <a:rPr lang="en-US" altLang="zh-CN" dirty="0"/>
              <a:t>JDBC-Net Driver</a:t>
            </a:r>
            <a:r>
              <a:rPr lang="zh-CN" altLang="en-US" dirty="0"/>
              <a:t>：这</a:t>
            </a:r>
            <a:r>
              <a:rPr lang="zh-CN" altLang="zh-CN" dirty="0"/>
              <a:t>类驱动程序会将</a:t>
            </a:r>
            <a:r>
              <a:rPr lang="en-US" altLang="zh-CN" dirty="0"/>
              <a:t>JDBC</a:t>
            </a:r>
            <a:r>
              <a:rPr lang="zh-CN" altLang="zh-CN" dirty="0"/>
              <a:t>的方法调用，转换为特定的网络协议（</a:t>
            </a:r>
            <a:r>
              <a:rPr lang="en-US" altLang="zh-CN" dirty="0"/>
              <a:t>Protocol</a:t>
            </a:r>
            <a:r>
              <a:rPr lang="zh-CN" altLang="zh-CN" dirty="0"/>
              <a:t>）调用</a:t>
            </a:r>
            <a:r>
              <a:rPr lang="zh-CN" altLang="en-US" dirty="0"/>
              <a:t>。</a:t>
            </a:r>
            <a:endParaRPr lang="en-US" altLang="zh-CN" dirty="0"/>
          </a:p>
          <a:p>
            <a:r>
              <a:rPr lang="zh-CN" altLang="en-US" dirty="0"/>
              <a:t>（</a:t>
            </a:r>
            <a:r>
              <a:rPr lang="en-US" altLang="zh-CN" dirty="0"/>
              <a:t>4</a:t>
            </a:r>
            <a:r>
              <a:rPr lang="zh-CN" altLang="en-US" dirty="0"/>
              <a:t>）</a:t>
            </a:r>
            <a:r>
              <a:rPr lang="en-US" altLang="zh-CN" dirty="0"/>
              <a:t>Native Protocol Driver</a:t>
            </a:r>
            <a:r>
              <a:rPr lang="zh-CN" altLang="en-US" dirty="0"/>
              <a:t>：</a:t>
            </a:r>
            <a:r>
              <a:rPr lang="zh-CN" altLang="zh-CN" dirty="0"/>
              <a:t>这类驱动程序实现通常由数据库厂商直接提供</a:t>
            </a:r>
            <a:r>
              <a:rPr lang="zh-CN" altLang="en-US" dirty="0"/>
              <a:t>。</a:t>
            </a:r>
            <a:endParaRPr lang="en-US" altLang="zh-CN" dirty="0"/>
          </a:p>
        </p:txBody>
      </p:sp>
      <p:sp>
        <p:nvSpPr>
          <p:cNvPr id="2" name="标题 1"/>
          <p:cNvSpPr>
            <a:spLocks noGrp="1"/>
          </p:cNvSpPr>
          <p:nvPr>
            <p:ph type="title"/>
          </p:nvPr>
        </p:nvSpPr>
        <p:spPr/>
        <p:txBody>
          <a:bodyPr/>
          <a:lstStyle/>
          <a:p>
            <a:r>
              <a:rPr lang="en-US" altLang="zh-CN" dirty="0"/>
              <a:t>JDBC</a:t>
            </a:r>
            <a:r>
              <a:rPr lang="zh-CN" altLang="en-US" dirty="0"/>
              <a:t>驱动程序分类</a:t>
            </a:r>
          </a:p>
        </p:txBody>
      </p:sp>
    </p:spTree>
    <p:extLst>
      <p:ext uri="{BB962C8B-B14F-4D97-AF65-F5344CB8AC3E}">
        <p14:creationId xmlns:p14="http://schemas.microsoft.com/office/powerpoint/2010/main" val="1121443795"/>
      </p:ext>
    </p:extLst>
  </p:cSld>
  <p:clrMapOvr>
    <a:masterClrMapping/>
  </p:clrMapOvr>
  <p:transition spd="slow">
    <p:blinds dir="vert"/>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对象 8"/>
          <p:cNvGraphicFramePr>
            <a:graphicFrameLocks noChangeAspect="1"/>
          </p:cNvGraphicFramePr>
          <p:nvPr/>
        </p:nvGraphicFramePr>
        <p:xfrm>
          <a:off x="5574812" y="2438556"/>
          <a:ext cx="4926945" cy="1620995"/>
        </p:xfrm>
        <a:graphic>
          <a:graphicData uri="http://schemas.openxmlformats.org/presentationml/2006/ole">
            <mc:AlternateContent xmlns:mc="http://schemas.openxmlformats.org/markup-compatibility/2006">
              <mc:Choice xmlns:v="urn:schemas-microsoft-com:vml" Requires="v">
                <p:oleObj spid="_x0000_s4127" name="Visio" r:id="rId4" imgW="9245600" imgH="1600200" progId="Visio.DrawingConvertable.15">
                  <p:embed/>
                </p:oleObj>
              </mc:Choice>
              <mc:Fallback>
                <p:oleObj name="Visio" r:id="rId4" imgW="9245600" imgH="1600200" progId="Visio.DrawingConvertable.15">
                  <p:embed/>
                  <p:pic>
                    <p:nvPicPr>
                      <p:cNvPr id="9" name="对象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74812" y="2438556"/>
                        <a:ext cx="4926945" cy="1620995"/>
                      </a:xfrm>
                      <a:prstGeom prst="rect">
                        <a:avLst/>
                      </a:prstGeom>
                      <a:noFill/>
                    </p:spPr>
                  </p:pic>
                </p:oleObj>
              </mc:Fallback>
            </mc:AlternateContent>
          </a:graphicData>
        </a:graphic>
      </p:graphicFrame>
      <p:sp>
        <p:nvSpPr>
          <p:cNvPr id="10" name="矩形 9"/>
          <p:cNvSpPr/>
          <p:nvPr/>
        </p:nvSpPr>
        <p:spPr>
          <a:xfrm>
            <a:off x="6746904" y="4240442"/>
            <a:ext cx="2582758" cy="338554"/>
          </a:xfrm>
          <a:prstGeom prst="rect">
            <a:avLst/>
          </a:prstGeom>
        </p:spPr>
        <p:txBody>
          <a:bodyPr wrap="none">
            <a:spAutoFit/>
          </a:bodyPr>
          <a:lstStyle/>
          <a:p>
            <a:r>
              <a:rPr lang="en-US" altLang="zh-CN" sz="1600" dirty="0">
                <a:solidFill>
                  <a:srgbClr val="0083C9"/>
                </a:solidFill>
                <a:latin typeface="微软雅黑" panose="020B0503020204020204" pitchFamily="34" charset="-122"/>
                <a:ea typeface="微软雅黑" panose="020B0503020204020204" pitchFamily="34" charset="-122"/>
              </a:rPr>
              <a:t>JDBC_ODBC</a:t>
            </a:r>
            <a:r>
              <a:rPr lang="zh-CN" altLang="en-US" sz="1600" dirty="0">
                <a:solidFill>
                  <a:srgbClr val="0083C9"/>
                </a:solidFill>
                <a:latin typeface="微软雅黑" panose="020B0503020204020204" pitchFamily="34" charset="-122"/>
                <a:ea typeface="微软雅黑" panose="020B0503020204020204" pitchFamily="34" charset="-122"/>
              </a:rPr>
              <a:t>桥结构示意图</a:t>
            </a:r>
          </a:p>
        </p:txBody>
      </p:sp>
      <p:sp>
        <p:nvSpPr>
          <p:cNvPr id="11" name="矩形 10"/>
          <p:cNvSpPr/>
          <p:nvPr/>
        </p:nvSpPr>
        <p:spPr>
          <a:xfrm>
            <a:off x="1105211" y="1746224"/>
            <a:ext cx="4185967"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）此类驱动程序也称为</a:t>
            </a:r>
            <a:r>
              <a:rPr lang="en-US" altLang="zh-CN" sz="1600" spc="100" dirty="0">
                <a:latin typeface="微软雅黑" panose="020B0503020204020204" pitchFamily="34" charset="-122"/>
                <a:ea typeface="微软雅黑" panose="020B0503020204020204" pitchFamily="34" charset="-122"/>
              </a:rPr>
              <a:t>JDBC-ODBC</a:t>
            </a:r>
            <a:r>
              <a:rPr lang="zh-CN" altLang="en-US" sz="1600" spc="100" dirty="0">
                <a:latin typeface="微软雅黑" panose="020B0503020204020204" pitchFamily="34" charset="-122"/>
                <a:ea typeface="微软雅黑" panose="020B0503020204020204" pitchFamily="34" charset="-122"/>
              </a:rPr>
              <a:t>桥。   </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）这类驱动程序将</a:t>
            </a:r>
            <a:r>
              <a:rPr lang="en-US" altLang="zh-CN" sz="1600" spc="100" dirty="0">
                <a:latin typeface="微软雅黑" panose="020B0503020204020204" pitchFamily="34" charset="-122"/>
                <a:ea typeface="微软雅黑" panose="020B0503020204020204" pitchFamily="34" charset="-122"/>
              </a:rPr>
              <a:t>JDBC</a:t>
            </a:r>
            <a:r>
              <a:rPr lang="zh-CN" altLang="en-US" sz="1600" spc="100" dirty="0">
                <a:latin typeface="微软雅黑" panose="020B0503020204020204" pitchFamily="34" charset="-122"/>
                <a:ea typeface="微软雅黑" panose="020B0503020204020204" pitchFamily="34" charset="-122"/>
              </a:rPr>
              <a:t>的调用转换为对</a:t>
            </a:r>
            <a:r>
              <a:rPr lang="en-US" altLang="zh-CN" sz="1600" spc="100" dirty="0">
                <a:latin typeface="微软雅黑" panose="020B0503020204020204" pitchFamily="34" charset="-122"/>
                <a:ea typeface="微软雅黑" panose="020B0503020204020204" pitchFamily="34" charset="-122"/>
              </a:rPr>
              <a:t>ODBC</a:t>
            </a:r>
            <a:r>
              <a:rPr lang="zh-CN" altLang="en-US" sz="1600" spc="100" dirty="0">
                <a:latin typeface="微软雅黑" panose="020B0503020204020204" pitchFamily="34" charset="-122"/>
                <a:ea typeface="微软雅黑" panose="020B0503020204020204" pitchFamily="34" charset="-122"/>
              </a:rPr>
              <a:t>驱动程序的调用，再由</a:t>
            </a:r>
            <a:r>
              <a:rPr lang="en-US" altLang="zh-CN" sz="1600" spc="100" dirty="0">
                <a:latin typeface="微软雅黑" panose="020B0503020204020204" pitchFamily="34" charset="-122"/>
                <a:ea typeface="微软雅黑" panose="020B0503020204020204" pitchFamily="34" charset="-122"/>
              </a:rPr>
              <a:t>ODBC</a:t>
            </a:r>
            <a:r>
              <a:rPr lang="zh-CN" altLang="en-US" sz="1600" spc="100" dirty="0">
                <a:latin typeface="微软雅黑" panose="020B0503020204020204" pitchFamily="34" charset="-122"/>
                <a:ea typeface="微软雅黑" panose="020B0503020204020204" pitchFamily="34" charset="-122"/>
              </a:rPr>
              <a:t>驱动程序来操作数据库；</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）由于利用现成的</a:t>
            </a:r>
            <a:r>
              <a:rPr lang="en-US" altLang="zh-CN" sz="1600" spc="100" dirty="0">
                <a:latin typeface="微软雅黑" panose="020B0503020204020204" pitchFamily="34" charset="-122"/>
                <a:ea typeface="微软雅黑" panose="020B0503020204020204" pitchFamily="34" charset="-122"/>
              </a:rPr>
              <a:t>ODBC</a:t>
            </a:r>
            <a:r>
              <a:rPr lang="zh-CN" altLang="en-US" sz="1600" spc="100" dirty="0">
                <a:latin typeface="微软雅黑" panose="020B0503020204020204" pitchFamily="34" charset="-122"/>
                <a:ea typeface="微软雅黑" panose="020B0503020204020204" pitchFamily="34" charset="-122"/>
              </a:rPr>
              <a:t>架构，只需要将</a:t>
            </a:r>
            <a:r>
              <a:rPr lang="en-US" altLang="zh-CN" sz="1600" spc="100" dirty="0">
                <a:latin typeface="微软雅黑" panose="020B0503020204020204" pitchFamily="34" charset="-122"/>
                <a:ea typeface="微软雅黑" panose="020B0503020204020204" pitchFamily="34" charset="-122"/>
              </a:rPr>
              <a:t>JDBC </a:t>
            </a:r>
            <a:r>
              <a:rPr lang="zh-CN" altLang="en-US" sz="1600" spc="100" dirty="0">
                <a:latin typeface="微软雅黑" panose="020B0503020204020204" pitchFamily="34" charset="-122"/>
                <a:ea typeface="微软雅黑" panose="020B0503020204020204" pitchFamily="34" charset="-122"/>
              </a:rPr>
              <a:t>调用转换为</a:t>
            </a:r>
            <a:r>
              <a:rPr lang="en-US" altLang="zh-CN" sz="1600" spc="100" dirty="0">
                <a:latin typeface="微软雅黑" panose="020B0503020204020204" pitchFamily="34" charset="-122"/>
                <a:ea typeface="微软雅黑" panose="020B0503020204020204" pitchFamily="34" charset="-122"/>
              </a:rPr>
              <a:t>ODBC</a:t>
            </a:r>
            <a:r>
              <a:rPr lang="zh-CN" altLang="en-US" sz="1600" spc="100" dirty="0">
                <a:latin typeface="微软雅黑" panose="020B0503020204020204" pitchFamily="34" charset="-122"/>
                <a:ea typeface="微软雅黑" panose="020B0503020204020204" pitchFamily="34" charset="-122"/>
              </a:rPr>
              <a:t>调用，所以要实现这种驱动程序非常简单。</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en-US" altLang="zh-CN" dirty="0"/>
              <a:t>JDBC-ODBC Bridge </a:t>
            </a:r>
            <a:r>
              <a:rPr lang="en-US" altLang="zh-CN" dirty="0" smtClean="0"/>
              <a:t>Driver</a:t>
            </a:r>
            <a:endParaRPr lang="zh-CN" altLang="en-US" dirty="0"/>
          </a:p>
        </p:txBody>
      </p:sp>
    </p:spTree>
    <p:extLst>
      <p:ext uri="{BB962C8B-B14F-4D97-AF65-F5344CB8AC3E}">
        <p14:creationId xmlns:p14="http://schemas.microsoft.com/office/powerpoint/2010/main" val="4079833857"/>
      </p:ext>
    </p:extLst>
  </p:cSld>
  <p:clrMapOvr>
    <a:masterClrMapping/>
  </p:clrMapOvr>
  <p:transition spd="slow">
    <p:blinds dir="vert"/>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03364" y="1609037"/>
            <a:ext cx="3843401"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   （</a:t>
            </a:r>
            <a:r>
              <a:rPr lang="en-US" altLang="zh-CN" dirty="0"/>
              <a:t>1</a:t>
            </a:r>
            <a:r>
              <a:rPr lang="zh-CN" altLang="en-US" dirty="0"/>
              <a:t>）这个类型的驱动程序以原生（</a:t>
            </a:r>
            <a:r>
              <a:rPr lang="en-US" altLang="zh-CN" dirty="0"/>
              <a:t>Native</a:t>
            </a:r>
            <a:r>
              <a:rPr lang="zh-CN" altLang="en-US" dirty="0"/>
              <a:t>）方式，调用数据库提供的原生程序库（通常由</a:t>
            </a:r>
            <a:r>
              <a:rPr lang="en-US" altLang="zh-CN" dirty="0"/>
              <a:t>C++</a:t>
            </a:r>
            <a:r>
              <a:rPr lang="zh-CN" altLang="en-US" dirty="0"/>
              <a:t>实现）。</a:t>
            </a:r>
            <a:endParaRPr lang="en-US" altLang="zh-CN" dirty="0"/>
          </a:p>
          <a:p>
            <a:r>
              <a:rPr lang="en-US" altLang="zh-CN" dirty="0"/>
              <a:t>   </a:t>
            </a:r>
            <a:r>
              <a:rPr lang="zh-CN" altLang="en-US" dirty="0"/>
              <a:t>（</a:t>
            </a:r>
            <a:r>
              <a:rPr lang="en-US" altLang="zh-CN" dirty="0"/>
              <a:t>2</a:t>
            </a:r>
            <a:r>
              <a:rPr lang="zh-CN" altLang="en-US" dirty="0"/>
              <a:t>）</a:t>
            </a:r>
            <a:r>
              <a:rPr lang="en-US" altLang="zh-CN" dirty="0"/>
              <a:t>JDBC</a:t>
            </a:r>
            <a:r>
              <a:rPr lang="zh-CN" altLang="en-US" dirty="0"/>
              <a:t>的方法调用都会转换成以原生程序库中的相关</a:t>
            </a:r>
            <a:r>
              <a:rPr lang="en-US" altLang="zh-CN" dirty="0"/>
              <a:t>API</a:t>
            </a:r>
            <a:r>
              <a:rPr lang="zh-CN" altLang="en-US" dirty="0"/>
              <a:t>调用。</a:t>
            </a:r>
            <a:endParaRPr lang="en-US" altLang="zh-CN" dirty="0"/>
          </a:p>
        </p:txBody>
      </p:sp>
      <p:graphicFrame>
        <p:nvGraphicFramePr>
          <p:cNvPr id="9" name="对象 8"/>
          <p:cNvGraphicFramePr>
            <a:graphicFrameLocks noChangeAspect="1"/>
          </p:cNvGraphicFramePr>
          <p:nvPr/>
        </p:nvGraphicFramePr>
        <p:xfrm>
          <a:off x="5791200" y="1971235"/>
          <a:ext cx="4532152" cy="1626528"/>
        </p:xfrm>
        <a:graphic>
          <a:graphicData uri="http://schemas.openxmlformats.org/presentationml/2006/ole">
            <mc:AlternateContent xmlns:mc="http://schemas.openxmlformats.org/markup-compatibility/2006">
              <mc:Choice xmlns:v="urn:schemas-microsoft-com:vml" Requires="v">
                <p:oleObj spid="_x0000_s5150" name="Visio" r:id="rId4" imgW="9245600" imgH="1600200" progId="Visio.DrawingConvertable.15">
                  <p:embed/>
                </p:oleObj>
              </mc:Choice>
              <mc:Fallback>
                <p:oleObj name="Visio" r:id="rId4" imgW="9245600" imgH="1600200" progId="Visio.DrawingConvertable.15">
                  <p:embed/>
                  <p:pic>
                    <p:nvPicPr>
                      <p:cNvPr id="9" name="对象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1200" y="1971235"/>
                        <a:ext cx="4532152" cy="1626528"/>
                      </a:xfrm>
                      <a:prstGeom prst="rect">
                        <a:avLst/>
                      </a:prstGeom>
                      <a:noFill/>
                    </p:spPr>
                  </p:pic>
                </p:oleObj>
              </mc:Fallback>
            </mc:AlternateContent>
          </a:graphicData>
        </a:graphic>
      </p:graphicFrame>
      <p:sp>
        <p:nvSpPr>
          <p:cNvPr id="10" name="矩形 9"/>
          <p:cNvSpPr/>
          <p:nvPr/>
        </p:nvSpPr>
        <p:spPr>
          <a:xfrm>
            <a:off x="7256660" y="3580323"/>
            <a:ext cx="1904689" cy="369332"/>
          </a:xfrm>
          <a:prstGeom prst="rect">
            <a:avLst/>
          </a:prstGeom>
        </p:spPr>
        <p:txBody>
          <a:bodyPr wrap="none">
            <a:spAutoFit/>
          </a:bodyPr>
          <a:lstStyle/>
          <a:p>
            <a:r>
              <a:rPr lang="en-US" altLang="zh-CN" dirty="0">
                <a:solidFill>
                  <a:srgbClr val="0083C9"/>
                </a:solidFill>
                <a:latin typeface="微软雅黑" panose="020B0503020204020204" pitchFamily="34" charset="-122"/>
                <a:ea typeface="微软雅黑" panose="020B0503020204020204" pitchFamily="34" charset="-122"/>
              </a:rPr>
              <a:t>JDBC</a:t>
            </a:r>
            <a:r>
              <a:rPr lang="zh-CN" altLang="en-US" dirty="0">
                <a:solidFill>
                  <a:srgbClr val="0083C9"/>
                </a:solidFill>
                <a:latin typeface="微软雅黑" panose="020B0503020204020204" pitchFamily="34" charset="-122"/>
                <a:ea typeface="微软雅黑" panose="020B0503020204020204" pitchFamily="34" charset="-122"/>
              </a:rPr>
              <a:t>驱动示意图</a:t>
            </a:r>
          </a:p>
        </p:txBody>
      </p:sp>
      <p:sp>
        <p:nvSpPr>
          <p:cNvPr id="2" name="标题 1"/>
          <p:cNvSpPr>
            <a:spLocks noGrp="1"/>
          </p:cNvSpPr>
          <p:nvPr>
            <p:ph type="title"/>
          </p:nvPr>
        </p:nvSpPr>
        <p:spPr/>
        <p:txBody>
          <a:bodyPr/>
          <a:lstStyle/>
          <a:p>
            <a:r>
              <a:rPr lang="en-US" altLang="zh-CN" dirty="0"/>
              <a:t>Native API  Driver</a:t>
            </a:r>
            <a:endParaRPr lang="zh-CN" altLang="en-US" dirty="0"/>
          </a:p>
        </p:txBody>
      </p:sp>
    </p:spTree>
    <p:extLst>
      <p:ext uri="{BB962C8B-B14F-4D97-AF65-F5344CB8AC3E}">
        <p14:creationId xmlns:p14="http://schemas.microsoft.com/office/powerpoint/2010/main" val="2486514834"/>
      </p:ext>
    </p:extLst>
  </p:cSld>
  <p:clrMapOvr>
    <a:masterClrMapping/>
  </p:clrMapOvr>
  <p:transition spd="slow">
    <p:blinds dir="vert"/>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953589" y="1719841"/>
            <a:ext cx="4493621"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    （</a:t>
            </a:r>
            <a:r>
              <a:rPr lang="en-US" altLang="zh-CN" dirty="0"/>
              <a:t>1</a:t>
            </a:r>
            <a:r>
              <a:rPr lang="zh-CN" altLang="en-US" dirty="0"/>
              <a:t>）这个类型的驱动程序是个纯粹的</a:t>
            </a:r>
            <a:r>
              <a:rPr lang="en-US" altLang="zh-CN" dirty="0"/>
              <a:t>JAVA</a:t>
            </a:r>
            <a:r>
              <a:rPr lang="zh-CN" altLang="en-US" dirty="0"/>
              <a:t>客户程序。</a:t>
            </a:r>
            <a:endParaRPr lang="en-US" altLang="zh-CN" dirty="0"/>
          </a:p>
          <a:p>
            <a:r>
              <a:rPr lang="zh-CN" altLang="en-US" dirty="0"/>
              <a:t>    （</a:t>
            </a:r>
            <a:r>
              <a:rPr lang="en-US" altLang="zh-CN" dirty="0"/>
              <a:t>2</a:t>
            </a:r>
            <a:r>
              <a:rPr lang="zh-CN" altLang="en-US" dirty="0"/>
              <a:t>）该类驱动程序会将</a:t>
            </a:r>
            <a:r>
              <a:rPr lang="en-US" altLang="zh-CN" dirty="0"/>
              <a:t>JDBC</a:t>
            </a:r>
            <a:r>
              <a:rPr lang="zh-CN" altLang="en-US" dirty="0"/>
              <a:t>的方法调用，转换为特定的网络协议（</a:t>
            </a:r>
            <a:r>
              <a:rPr lang="en-US" altLang="zh-CN" dirty="0"/>
              <a:t>Protocol</a:t>
            </a:r>
            <a:r>
              <a:rPr lang="zh-CN" altLang="en-US" dirty="0"/>
              <a:t>）调用，目的是与远程数据库特定的中介服务器或组件进行协议操作，而中介服务器或组件再真正与数据库进行操作。</a:t>
            </a:r>
            <a:endParaRPr lang="en-US" altLang="zh-CN" dirty="0"/>
          </a:p>
        </p:txBody>
      </p:sp>
      <p:graphicFrame>
        <p:nvGraphicFramePr>
          <p:cNvPr id="9" name="对象 8"/>
          <p:cNvGraphicFramePr>
            <a:graphicFrameLocks noChangeAspect="1"/>
          </p:cNvGraphicFramePr>
          <p:nvPr/>
        </p:nvGraphicFramePr>
        <p:xfrm>
          <a:off x="5791199" y="2257056"/>
          <a:ext cx="4267372" cy="1703176"/>
        </p:xfrm>
        <a:graphic>
          <a:graphicData uri="http://schemas.openxmlformats.org/presentationml/2006/ole">
            <mc:AlternateContent xmlns:mc="http://schemas.openxmlformats.org/markup-compatibility/2006">
              <mc:Choice xmlns:v="urn:schemas-microsoft-com:vml" Requires="v">
                <p:oleObj spid="_x0000_s6174" name="Visio" r:id="rId4" imgW="9245600" imgH="1765300" progId="Visio.DrawingConvertable.15">
                  <p:embed/>
                </p:oleObj>
              </mc:Choice>
              <mc:Fallback>
                <p:oleObj name="Visio" r:id="rId4" imgW="9245600" imgH="1765300" progId="Visio.DrawingConvertable.15">
                  <p:embed/>
                  <p:pic>
                    <p:nvPicPr>
                      <p:cNvPr id="9" name="对象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1199" y="2257056"/>
                        <a:ext cx="4267372" cy="1703176"/>
                      </a:xfrm>
                      <a:prstGeom prst="rect">
                        <a:avLst/>
                      </a:prstGeom>
                      <a:noFill/>
                    </p:spPr>
                  </p:pic>
                </p:oleObj>
              </mc:Fallback>
            </mc:AlternateContent>
          </a:graphicData>
        </a:graphic>
      </p:graphicFrame>
      <p:sp>
        <p:nvSpPr>
          <p:cNvPr id="10" name="矩形 9"/>
          <p:cNvSpPr/>
          <p:nvPr/>
        </p:nvSpPr>
        <p:spPr>
          <a:xfrm>
            <a:off x="7067118" y="4228220"/>
            <a:ext cx="1715534" cy="338554"/>
          </a:xfrm>
          <a:prstGeom prst="rect">
            <a:avLst/>
          </a:prstGeom>
        </p:spPr>
        <p:txBody>
          <a:bodyPr wrap="none">
            <a:spAutoFit/>
          </a:bodyPr>
          <a:lstStyle/>
          <a:p>
            <a:r>
              <a:rPr lang="en-US" altLang="zh-CN" sz="1600" dirty="0">
                <a:solidFill>
                  <a:srgbClr val="0083C9"/>
                </a:solidFill>
                <a:latin typeface="微软雅黑" panose="020B0503020204020204" pitchFamily="34" charset="-122"/>
                <a:ea typeface="微软雅黑" panose="020B0503020204020204" pitchFamily="34" charset="-122"/>
              </a:rPr>
              <a:t>JDBC</a:t>
            </a:r>
            <a:r>
              <a:rPr lang="zh-CN" altLang="en-US" sz="1600" dirty="0">
                <a:solidFill>
                  <a:srgbClr val="0083C9"/>
                </a:solidFill>
                <a:latin typeface="微软雅黑" panose="020B0503020204020204" pitchFamily="34" charset="-122"/>
                <a:ea typeface="微软雅黑" panose="020B0503020204020204" pitchFamily="34" charset="-122"/>
              </a:rPr>
              <a:t>驱动示意图</a:t>
            </a:r>
          </a:p>
        </p:txBody>
      </p:sp>
      <p:sp>
        <p:nvSpPr>
          <p:cNvPr id="2" name="标题 1"/>
          <p:cNvSpPr>
            <a:spLocks noGrp="1"/>
          </p:cNvSpPr>
          <p:nvPr>
            <p:ph type="title"/>
          </p:nvPr>
        </p:nvSpPr>
        <p:spPr/>
        <p:txBody>
          <a:bodyPr/>
          <a:lstStyle/>
          <a:p>
            <a:r>
              <a:rPr lang="en-US" altLang="zh-CN" dirty="0"/>
              <a:t>JDBC-Net Driver</a:t>
            </a:r>
            <a:endParaRPr lang="zh-CN" altLang="en-US" dirty="0"/>
          </a:p>
        </p:txBody>
      </p:sp>
    </p:spTree>
    <p:extLst>
      <p:ext uri="{BB962C8B-B14F-4D97-AF65-F5344CB8AC3E}">
        <p14:creationId xmlns:p14="http://schemas.microsoft.com/office/powerpoint/2010/main" val="1766915819"/>
      </p:ext>
    </p:extLst>
  </p:cSld>
  <p:clrMapOvr>
    <a:masterClrMapping/>
  </p:clrMapOvr>
  <p:transition spd="slow">
    <p:blinds dir="vert"/>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58109" y="1615509"/>
            <a:ext cx="4233069"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       （</a:t>
            </a:r>
            <a:r>
              <a:rPr lang="en-US" altLang="zh-CN" dirty="0"/>
              <a:t>1</a:t>
            </a:r>
            <a:r>
              <a:rPr lang="zh-CN" altLang="en-US" dirty="0"/>
              <a:t>）这个类型的驱动程序实现通常由数据库厂商直接提供。</a:t>
            </a:r>
            <a:endParaRPr lang="en-US" altLang="zh-CN" dirty="0"/>
          </a:p>
          <a:p>
            <a:r>
              <a:rPr lang="en-US" altLang="zh-CN" dirty="0"/>
              <a:t>   </a:t>
            </a:r>
            <a:r>
              <a:rPr lang="zh-CN" altLang="en-US" dirty="0"/>
              <a:t>（</a:t>
            </a:r>
            <a:r>
              <a:rPr lang="en-US" altLang="zh-CN" dirty="0"/>
              <a:t>2</a:t>
            </a:r>
            <a:r>
              <a:rPr lang="zh-CN" altLang="en-US" dirty="0"/>
              <a:t>）驱动程序实现会将</a:t>
            </a:r>
            <a:r>
              <a:rPr lang="en-US" altLang="zh-CN" dirty="0"/>
              <a:t>JDBC</a:t>
            </a:r>
            <a:r>
              <a:rPr lang="zh-CN" altLang="en-US" dirty="0"/>
              <a:t>的调用转换为与数据库特定的网络协议，以与数据库进行沟通操作。</a:t>
            </a:r>
            <a:endParaRPr lang="en-US" altLang="zh-CN" dirty="0"/>
          </a:p>
        </p:txBody>
      </p:sp>
      <p:graphicFrame>
        <p:nvGraphicFramePr>
          <p:cNvPr id="9" name="对象 8"/>
          <p:cNvGraphicFramePr>
            <a:graphicFrameLocks noChangeAspect="1"/>
          </p:cNvGraphicFramePr>
          <p:nvPr/>
        </p:nvGraphicFramePr>
        <p:xfrm>
          <a:off x="5951371" y="1816008"/>
          <a:ext cx="3713082" cy="1942263"/>
        </p:xfrm>
        <a:graphic>
          <a:graphicData uri="http://schemas.openxmlformats.org/presentationml/2006/ole">
            <mc:AlternateContent xmlns:mc="http://schemas.openxmlformats.org/markup-compatibility/2006">
              <mc:Choice xmlns:v="urn:schemas-microsoft-com:vml" Requires="v">
                <p:oleObj spid="_x0000_s7198" name="Visio" r:id="rId4" imgW="6883400" imgH="1600200" progId="Visio.DrawingConvertable.15">
                  <p:embed/>
                </p:oleObj>
              </mc:Choice>
              <mc:Fallback>
                <p:oleObj name="Visio" r:id="rId4" imgW="6883400" imgH="1600200" progId="Visio.DrawingConvertable.15">
                  <p:embed/>
                  <p:pic>
                    <p:nvPicPr>
                      <p:cNvPr id="9" name="对象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1371" y="1816008"/>
                        <a:ext cx="3713082" cy="1942263"/>
                      </a:xfrm>
                      <a:prstGeom prst="rect">
                        <a:avLst/>
                      </a:prstGeom>
                      <a:noFill/>
                    </p:spPr>
                  </p:pic>
                </p:oleObj>
              </mc:Fallback>
            </mc:AlternateContent>
          </a:graphicData>
        </a:graphic>
      </p:graphicFrame>
      <p:sp>
        <p:nvSpPr>
          <p:cNvPr id="10" name="矩形 9"/>
          <p:cNvSpPr/>
          <p:nvPr/>
        </p:nvSpPr>
        <p:spPr>
          <a:xfrm>
            <a:off x="7111249" y="3903611"/>
            <a:ext cx="1715534" cy="338554"/>
          </a:xfrm>
          <a:prstGeom prst="rect">
            <a:avLst/>
          </a:prstGeom>
        </p:spPr>
        <p:txBody>
          <a:bodyPr wrap="none">
            <a:spAutoFit/>
          </a:bodyPr>
          <a:lstStyle/>
          <a:p>
            <a:r>
              <a:rPr lang="en-US" altLang="zh-CN" sz="1600" dirty="0">
                <a:solidFill>
                  <a:srgbClr val="0083C9"/>
                </a:solidFill>
                <a:latin typeface="微软雅黑" panose="020B0503020204020204" pitchFamily="34" charset="-122"/>
                <a:ea typeface="微软雅黑" panose="020B0503020204020204" pitchFamily="34" charset="-122"/>
              </a:rPr>
              <a:t>JDBC</a:t>
            </a:r>
            <a:r>
              <a:rPr lang="zh-CN" altLang="en-US" sz="1600" dirty="0">
                <a:solidFill>
                  <a:srgbClr val="0083C9"/>
                </a:solidFill>
                <a:latin typeface="微软雅黑" panose="020B0503020204020204" pitchFamily="34" charset="-122"/>
                <a:ea typeface="微软雅黑" panose="020B0503020204020204" pitchFamily="34" charset="-122"/>
              </a:rPr>
              <a:t>驱动示意图</a:t>
            </a:r>
          </a:p>
        </p:txBody>
      </p:sp>
      <p:sp>
        <p:nvSpPr>
          <p:cNvPr id="2" name="标题 1"/>
          <p:cNvSpPr>
            <a:spLocks noGrp="1"/>
          </p:cNvSpPr>
          <p:nvPr>
            <p:ph type="title"/>
          </p:nvPr>
        </p:nvSpPr>
        <p:spPr/>
        <p:txBody>
          <a:bodyPr/>
          <a:lstStyle/>
          <a:p>
            <a:r>
              <a:rPr lang="en-US" altLang="zh-CN" dirty="0"/>
              <a:t>Native Protocol Driver</a:t>
            </a:r>
            <a:endParaRPr lang="zh-CN" altLang="en-US" dirty="0"/>
          </a:p>
        </p:txBody>
      </p:sp>
    </p:spTree>
    <p:extLst>
      <p:ext uri="{BB962C8B-B14F-4D97-AF65-F5344CB8AC3E}">
        <p14:creationId xmlns:p14="http://schemas.microsoft.com/office/powerpoint/2010/main" val="3058226628"/>
      </p:ext>
    </p:extLst>
  </p:cSld>
  <p:clrMapOvr>
    <a:masterClrMapping/>
  </p:clrMapOvr>
  <p:transition spd="slow">
    <p:blinds dir="vert"/>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149531" y="1351085"/>
            <a:ext cx="9692640"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ODBC</a:t>
            </a:r>
            <a:r>
              <a:rPr lang="zh-CN" altLang="en-US" sz="1600" spc="100" dirty="0">
                <a:latin typeface="微软雅黑" panose="020B0503020204020204" pitchFamily="34" charset="-122"/>
                <a:ea typeface="微软雅黑" panose="020B0503020204020204" pitchFamily="34" charset="-122"/>
              </a:rPr>
              <a:t>与</a:t>
            </a:r>
            <a:r>
              <a:rPr lang="en-US" altLang="zh-CN" sz="1600" spc="100" dirty="0">
                <a:latin typeface="微软雅黑" panose="020B0503020204020204" pitchFamily="34" charset="-122"/>
                <a:ea typeface="微软雅黑" panose="020B0503020204020204" pitchFamily="34" charset="-122"/>
              </a:rPr>
              <a:t>JDBC</a:t>
            </a:r>
            <a:r>
              <a:rPr lang="zh-CN" altLang="en-US" sz="1600" spc="100" dirty="0">
                <a:latin typeface="微软雅黑" panose="020B0503020204020204" pitchFamily="34" charset="-122"/>
                <a:ea typeface="微软雅黑" panose="020B0503020204020204" pitchFamily="34" charset="-122"/>
              </a:rPr>
              <a:t>一样，也是一种重要的数据库访问技术。</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ODBC</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Open </a:t>
            </a:r>
            <a:r>
              <a:rPr lang="en-US" altLang="zh-CN" sz="1600" spc="100" dirty="0" err="1">
                <a:latin typeface="微软雅黑" panose="020B0503020204020204" pitchFamily="34" charset="-122"/>
                <a:ea typeface="微软雅黑" panose="020B0503020204020204" pitchFamily="34" charset="-122"/>
              </a:rPr>
              <a:t>DataBase</a:t>
            </a:r>
            <a:r>
              <a:rPr lang="en-US" altLang="zh-CN" sz="1600" spc="100" dirty="0">
                <a:latin typeface="微软雅黑" panose="020B0503020204020204" pitchFamily="34" charset="-122"/>
                <a:ea typeface="微软雅黑" panose="020B0503020204020204" pitchFamily="34" charset="-122"/>
              </a:rPr>
              <a:t> Connectivity</a:t>
            </a:r>
            <a:r>
              <a:rPr lang="zh-CN" altLang="en-US" sz="1600" spc="100" dirty="0">
                <a:latin typeface="微软雅黑" panose="020B0503020204020204" pitchFamily="34" charset="-122"/>
                <a:ea typeface="微软雅黑" panose="020B0503020204020204" pitchFamily="34" charset="-122"/>
              </a:rPr>
              <a:t>，开放式数据库连接）最初是</a:t>
            </a:r>
            <a:r>
              <a:rPr lang="en-US" altLang="zh-CN" sz="1600" spc="100" dirty="0">
                <a:latin typeface="微软雅黑" panose="020B0503020204020204" pitchFamily="34" charset="-122"/>
                <a:ea typeface="微软雅黑" panose="020B0503020204020204" pitchFamily="34" charset="-122"/>
              </a:rPr>
              <a:t>Microsoft</a:t>
            </a:r>
            <a:r>
              <a:rPr lang="zh-CN" altLang="en-US" sz="1600" spc="100" dirty="0">
                <a:latin typeface="微软雅黑" panose="020B0503020204020204" pitchFamily="34" charset="-122"/>
                <a:ea typeface="微软雅黑" panose="020B0503020204020204" pitchFamily="34" charset="-122"/>
              </a:rPr>
              <a:t>公司为实现</a:t>
            </a:r>
            <a:r>
              <a:rPr lang="en-US" altLang="zh-CN" sz="1600" spc="100" dirty="0">
                <a:latin typeface="微软雅黑" panose="020B0503020204020204" pitchFamily="34" charset="-122"/>
                <a:ea typeface="微软雅黑" panose="020B0503020204020204" pitchFamily="34" charset="-122"/>
              </a:rPr>
              <a:t>MS Windows</a:t>
            </a:r>
            <a:r>
              <a:rPr lang="zh-CN" altLang="en-US" sz="1600" spc="100" dirty="0">
                <a:latin typeface="微软雅黑" panose="020B0503020204020204" pitchFamily="34" charset="-122"/>
                <a:ea typeface="微软雅黑" panose="020B0503020204020204" pitchFamily="34" charset="-122"/>
              </a:rPr>
              <a:t>平台上的数据库透明访问而开发的。它以</a:t>
            </a:r>
            <a:r>
              <a:rPr lang="en-US" altLang="zh-CN" sz="1600" spc="100" dirty="0">
                <a:latin typeface="微软雅黑" panose="020B0503020204020204" pitchFamily="34" charset="-122"/>
                <a:ea typeface="微软雅黑" panose="020B0503020204020204" pitchFamily="34" charset="-122"/>
              </a:rPr>
              <a:t>SQL Access Group</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SAG</a:t>
            </a:r>
            <a:r>
              <a:rPr lang="zh-CN" altLang="en-US" sz="1600" spc="100" dirty="0">
                <a:latin typeface="微软雅黑" panose="020B0503020204020204" pitchFamily="34" charset="-122"/>
                <a:ea typeface="微软雅黑" panose="020B0503020204020204" pitchFamily="34" charset="-122"/>
              </a:rPr>
              <a:t>，现属</a:t>
            </a:r>
            <a:r>
              <a:rPr lang="en-US" altLang="zh-CN" sz="1600" spc="100" dirty="0">
                <a:latin typeface="微软雅黑" panose="020B0503020204020204" pitchFamily="34" charset="-122"/>
                <a:ea typeface="微软雅黑" panose="020B0503020204020204" pitchFamily="34" charset="-122"/>
              </a:rPr>
              <a:t>X/Open</a:t>
            </a:r>
            <a:r>
              <a:rPr lang="zh-CN" altLang="en-US" sz="1600" spc="100" dirty="0">
                <a:latin typeface="微软雅黑" panose="020B0503020204020204" pitchFamily="34" charset="-122"/>
                <a:ea typeface="微软雅黑" panose="020B0503020204020204" pitchFamily="34" charset="-122"/>
              </a:rPr>
              <a:t>）的</a:t>
            </a:r>
            <a:r>
              <a:rPr lang="en-US" altLang="zh-CN" sz="1600" spc="100" dirty="0">
                <a:latin typeface="微软雅黑" panose="020B0503020204020204" pitchFamily="34" charset="-122"/>
                <a:ea typeface="微软雅黑" panose="020B0503020204020204" pitchFamily="34" charset="-122"/>
              </a:rPr>
              <a:t>Call-Level Interface</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CLI</a:t>
            </a:r>
            <a:r>
              <a:rPr lang="zh-CN" altLang="en-US" sz="1600" spc="100" dirty="0">
                <a:latin typeface="微软雅黑" panose="020B0503020204020204" pitchFamily="34" charset="-122"/>
                <a:ea typeface="微软雅黑" panose="020B0503020204020204" pitchFamily="34" charset="-122"/>
              </a:rPr>
              <a:t>，调用级接口）为标准应用编程接口。</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ODBC</a:t>
            </a:r>
            <a:r>
              <a:rPr lang="zh-CN" altLang="en-US" sz="1600" spc="100" dirty="0">
                <a:latin typeface="微软雅黑" panose="020B0503020204020204" pitchFamily="34" charset="-122"/>
                <a:ea typeface="微软雅黑" panose="020B0503020204020204" pitchFamily="34" charset="-122"/>
              </a:rPr>
              <a:t>是一个可以实现本地或远程数据库连接的函数集，提供一些通用的接口（</a:t>
            </a:r>
            <a:r>
              <a:rPr lang="en-US" altLang="zh-CN" sz="1600" spc="100" dirty="0">
                <a:latin typeface="微软雅黑" panose="020B0503020204020204" pitchFamily="34" charset="-122"/>
                <a:ea typeface="微软雅黑" panose="020B0503020204020204" pitchFamily="34" charset="-122"/>
              </a:rPr>
              <a:t>API</a:t>
            </a:r>
            <a:r>
              <a:rPr lang="zh-CN" altLang="en-US" sz="1600" spc="100" dirty="0">
                <a:latin typeface="微软雅黑" panose="020B0503020204020204" pitchFamily="34" charset="-122"/>
                <a:ea typeface="微软雅黑" panose="020B0503020204020204" pitchFamily="34" charset="-122"/>
              </a:rPr>
              <a:t>），以便访问各种后台数据库。</a:t>
            </a:r>
            <a:endParaRPr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en-US" altLang="zh-CN" dirty="0"/>
              <a:t>ODBC</a:t>
            </a:r>
            <a:endParaRPr lang="zh-CN" altLang="en-US" dirty="0"/>
          </a:p>
        </p:txBody>
      </p:sp>
    </p:spTree>
    <p:extLst>
      <p:ext uri="{BB962C8B-B14F-4D97-AF65-F5344CB8AC3E}">
        <p14:creationId xmlns:p14="http://schemas.microsoft.com/office/powerpoint/2010/main" val="2906469615"/>
      </p:ext>
    </p:extLst>
  </p:cSld>
  <p:clrMapOvr>
    <a:masterClrMapping/>
  </p:clrMapOvr>
  <p:transition spd="slow">
    <p:blinds dir="vert"/>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770710" y="1352174"/>
            <a:ext cx="4885508"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API</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是应用程序与</a:t>
            </a:r>
            <a:r>
              <a:rPr lang="en-US" altLang="zh-CN" sz="1600" spc="100" dirty="0">
                <a:latin typeface="微软雅黑" panose="020B0503020204020204" pitchFamily="34" charset="-122"/>
                <a:ea typeface="微软雅黑" panose="020B0503020204020204" pitchFamily="34" charset="-122"/>
              </a:rPr>
              <a:t>ODBC</a:t>
            </a:r>
            <a:r>
              <a:rPr lang="zh-CN" altLang="zh-CN" sz="1600" spc="100" dirty="0">
                <a:latin typeface="微软雅黑" panose="020B0503020204020204" pitchFamily="34" charset="-122"/>
                <a:ea typeface="微软雅黑" panose="020B0503020204020204" pitchFamily="34" charset="-122"/>
              </a:rPr>
              <a:t>的接口，完成对应用程序所提出的</a:t>
            </a:r>
            <a:r>
              <a:rPr lang="en-US" altLang="zh-CN" sz="1600" spc="100" dirty="0">
                <a:latin typeface="微软雅黑" panose="020B0503020204020204" pitchFamily="34" charset="-122"/>
                <a:ea typeface="微软雅黑" panose="020B0503020204020204" pitchFamily="34" charset="-122"/>
              </a:rPr>
              <a:t>SQL</a:t>
            </a:r>
            <a:r>
              <a:rPr lang="zh-CN" altLang="zh-CN" sz="1600" spc="100" dirty="0">
                <a:latin typeface="微软雅黑" panose="020B0503020204020204" pitchFamily="34" charset="-122"/>
                <a:ea typeface="微软雅黑" panose="020B0503020204020204" pitchFamily="34" charset="-122"/>
              </a:rPr>
              <a:t>语法以及数据库类型的检查，并将检查后的结果移交驱动程序管理器。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）驱动序管理器：</a:t>
            </a:r>
            <a:r>
              <a:rPr lang="zh-CN" altLang="zh-CN" sz="1600" spc="100" dirty="0">
                <a:latin typeface="微软雅黑" panose="020B0503020204020204" pitchFamily="34" charset="-122"/>
                <a:ea typeface="微软雅黑" panose="020B0503020204020204" pitchFamily="34" charset="-122"/>
              </a:rPr>
              <a:t>根据前端客户的设置来确定目标数据库的驱动程序，并加载到</a:t>
            </a:r>
            <a:r>
              <a:rPr lang="en-US" altLang="zh-CN" sz="1600" spc="100" dirty="0">
                <a:latin typeface="微软雅黑" panose="020B0503020204020204" pitchFamily="34" charset="-122"/>
                <a:ea typeface="微软雅黑" panose="020B0503020204020204" pitchFamily="34" charset="-122"/>
              </a:rPr>
              <a:t>Windows</a:t>
            </a:r>
            <a:r>
              <a:rPr lang="zh-CN" altLang="zh-CN" sz="1600" spc="100" dirty="0">
                <a:latin typeface="微软雅黑" panose="020B0503020204020204" pitchFamily="34" charset="-122"/>
                <a:ea typeface="微软雅黑" panose="020B0503020204020204" pitchFamily="34" charset="-122"/>
              </a:rPr>
              <a:t>中执行初始化。</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）驱动程序：</a:t>
            </a:r>
            <a:r>
              <a:rPr lang="zh-CN" altLang="zh-CN" sz="1600" spc="100" dirty="0">
                <a:latin typeface="微软雅黑" panose="020B0503020204020204" pitchFamily="34" charset="-122"/>
                <a:ea typeface="微软雅黑" panose="020B0503020204020204" pitchFamily="34" charset="-122"/>
              </a:rPr>
              <a:t>处理</a:t>
            </a:r>
            <a:r>
              <a:rPr lang="en-US" altLang="zh-CN" sz="1600" spc="100" dirty="0">
                <a:latin typeface="微软雅黑" panose="020B0503020204020204" pitchFamily="34" charset="-122"/>
                <a:ea typeface="微软雅黑" panose="020B0503020204020204" pitchFamily="34" charset="-122"/>
              </a:rPr>
              <a:t>API</a:t>
            </a:r>
            <a:r>
              <a:rPr lang="zh-CN" altLang="zh-CN" sz="1600" spc="100" dirty="0">
                <a:latin typeface="微软雅黑" panose="020B0503020204020204" pitchFamily="34" charset="-122"/>
                <a:ea typeface="微软雅黑" panose="020B0503020204020204" pitchFamily="34" charset="-122"/>
              </a:rPr>
              <a:t>调用、实现</a:t>
            </a:r>
            <a:r>
              <a:rPr lang="en-US" altLang="zh-CN" sz="1600" spc="100" dirty="0">
                <a:latin typeface="微软雅黑" panose="020B0503020204020204" pitchFamily="34" charset="-122"/>
                <a:ea typeface="微软雅黑" panose="020B0503020204020204" pitchFamily="34" charset="-122"/>
              </a:rPr>
              <a:t>SQL</a:t>
            </a:r>
            <a:r>
              <a:rPr lang="zh-CN" altLang="zh-CN" sz="1600" spc="100" dirty="0">
                <a:latin typeface="微软雅黑" panose="020B0503020204020204" pitchFamily="34" charset="-122"/>
                <a:ea typeface="微软雅黑" panose="020B0503020204020204" pitchFamily="34" charset="-122"/>
              </a:rPr>
              <a:t>请求的传送，也接收数据库的响应、送回前端客户。</a:t>
            </a:r>
          </a:p>
        </p:txBody>
      </p:sp>
      <p:graphicFrame>
        <p:nvGraphicFramePr>
          <p:cNvPr id="9" name="对象 8"/>
          <p:cNvGraphicFramePr>
            <a:graphicFrameLocks noChangeAspect="1"/>
          </p:cNvGraphicFramePr>
          <p:nvPr/>
        </p:nvGraphicFramePr>
        <p:xfrm>
          <a:off x="5913439" y="1489076"/>
          <a:ext cx="4446732" cy="3412362"/>
        </p:xfrm>
        <a:graphic>
          <a:graphicData uri="http://schemas.openxmlformats.org/presentationml/2006/ole">
            <mc:AlternateContent xmlns:mc="http://schemas.openxmlformats.org/markup-compatibility/2006">
              <mc:Choice xmlns:v="urn:schemas-microsoft-com:vml" Requires="v">
                <p:oleObj spid="_x0000_s8222" name="Visio" r:id="rId4" imgW="4895889" imgH="3533760" progId="Visio.Drawing.15">
                  <p:embed/>
                </p:oleObj>
              </mc:Choice>
              <mc:Fallback>
                <p:oleObj name="Visio" r:id="rId4" imgW="4895889" imgH="3533760" progId="Visio.Drawing.15">
                  <p:embed/>
                  <p:pic>
                    <p:nvPicPr>
                      <p:cNvPr id="9" name="对象 8"/>
                      <p:cNvPicPr>
                        <a:picLocks noChangeAspect="1" noChangeArrowheads="1"/>
                      </p:cNvPicPr>
                      <p:nvPr/>
                    </p:nvPicPr>
                    <p:blipFill>
                      <a:blip r:embed="rId5"/>
                      <a:srcRect/>
                      <a:stretch>
                        <a:fillRect/>
                      </a:stretch>
                    </p:blipFill>
                    <p:spPr bwMode="auto">
                      <a:xfrm>
                        <a:off x="5913439" y="1489076"/>
                        <a:ext cx="4446732" cy="3412362"/>
                      </a:xfrm>
                      <a:prstGeom prst="rect">
                        <a:avLst/>
                      </a:prstGeom>
                      <a:noFill/>
                    </p:spPr>
                  </p:pic>
                </p:oleObj>
              </mc:Fallback>
            </mc:AlternateContent>
          </a:graphicData>
        </a:graphic>
      </p:graphicFrame>
      <p:sp>
        <p:nvSpPr>
          <p:cNvPr id="10" name="矩形 9"/>
          <p:cNvSpPr/>
          <p:nvPr/>
        </p:nvSpPr>
        <p:spPr>
          <a:xfrm>
            <a:off x="6986944" y="5029860"/>
            <a:ext cx="1853392" cy="369332"/>
          </a:xfrm>
          <a:prstGeom prst="rect">
            <a:avLst/>
          </a:prstGeom>
        </p:spPr>
        <p:txBody>
          <a:bodyPr wrap="none">
            <a:spAutoFit/>
          </a:bodyPr>
          <a:lstStyle/>
          <a:p>
            <a:r>
              <a:rPr lang="en-US" altLang="zh-CN" dirty="0">
                <a:solidFill>
                  <a:srgbClr val="0083C9"/>
                </a:solidFill>
              </a:rPr>
              <a:t> </a:t>
            </a:r>
            <a:r>
              <a:rPr lang="en-US" altLang="zh-CN" sz="1600" dirty="0">
                <a:solidFill>
                  <a:srgbClr val="0083C9"/>
                </a:solidFill>
                <a:latin typeface="微软雅黑" panose="020B0503020204020204" pitchFamily="34" charset="-122"/>
                <a:ea typeface="微软雅黑" panose="020B0503020204020204" pitchFamily="34" charset="-122"/>
              </a:rPr>
              <a:t>ODBC</a:t>
            </a:r>
            <a:r>
              <a:rPr lang="zh-CN" altLang="en-US" sz="1600" dirty="0">
                <a:solidFill>
                  <a:srgbClr val="0083C9"/>
                </a:solidFill>
                <a:latin typeface="微软雅黑" panose="020B0503020204020204" pitchFamily="34" charset="-122"/>
                <a:ea typeface="微软雅黑" panose="020B0503020204020204" pitchFamily="34" charset="-122"/>
              </a:rPr>
              <a:t>系统结构图</a:t>
            </a:r>
          </a:p>
        </p:txBody>
      </p:sp>
      <p:sp>
        <p:nvSpPr>
          <p:cNvPr id="2" name="标题 1"/>
          <p:cNvSpPr>
            <a:spLocks noGrp="1"/>
          </p:cNvSpPr>
          <p:nvPr>
            <p:ph type="title"/>
          </p:nvPr>
        </p:nvSpPr>
        <p:spPr/>
        <p:txBody>
          <a:bodyPr/>
          <a:lstStyle/>
          <a:p>
            <a:r>
              <a:rPr lang="en-US" altLang="zh-CN" dirty="0"/>
              <a:t>ODBC</a:t>
            </a:r>
            <a:r>
              <a:rPr lang="zh-CN" altLang="en-US" dirty="0"/>
              <a:t>的组成</a:t>
            </a:r>
          </a:p>
        </p:txBody>
      </p:sp>
    </p:spTree>
    <p:extLst>
      <p:ext uri="{BB962C8B-B14F-4D97-AF65-F5344CB8AC3E}">
        <p14:creationId xmlns:p14="http://schemas.microsoft.com/office/powerpoint/2010/main" val="3078511074"/>
      </p:ext>
    </p:extLst>
  </p:cSld>
  <p:clrMapOvr>
    <a:masterClrMapping/>
  </p:clrMapOvr>
  <p:transition spd="slow">
    <p:blinds dir="vert"/>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280159" y="1303913"/>
            <a:ext cx="9405257"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ODBC </a:t>
            </a:r>
            <a:r>
              <a:rPr lang="zh-CN" altLang="en-US" sz="1600" spc="100" dirty="0">
                <a:latin typeface="微软雅黑" panose="020B0503020204020204" pitchFamily="34" charset="-122"/>
                <a:ea typeface="微软雅黑" panose="020B0503020204020204" pitchFamily="34" charset="-122"/>
              </a:rPr>
              <a:t>提供</a:t>
            </a:r>
            <a:r>
              <a:rPr lang="en-US" altLang="zh-CN" sz="1600" spc="100" dirty="0">
                <a:latin typeface="微软雅黑" panose="020B0503020204020204" pitchFamily="34" charset="-122"/>
                <a:ea typeface="微软雅黑" panose="020B0503020204020204" pitchFamily="34" charset="-122"/>
              </a:rPr>
              <a:t>C</a:t>
            </a:r>
            <a:r>
              <a:rPr lang="zh-CN" altLang="en-US" sz="1600" spc="100" dirty="0">
                <a:latin typeface="微软雅黑" panose="020B0503020204020204" pitchFamily="34" charset="-122"/>
                <a:ea typeface="微软雅黑" panose="020B0503020204020204" pitchFamily="34" charset="-122"/>
              </a:rPr>
              <a:t>接口，因而</a:t>
            </a:r>
            <a:r>
              <a:rPr lang="en-US" altLang="zh-CN" sz="1600" spc="100" dirty="0">
                <a:latin typeface="微软雅黑" panose="020B0503020204020204" pitchFamily="34" charset="-122"/>
                <a:ea typeface="微软雅黑" panose="020B0503020204020204" pitchFamily="34" charset="-122"/>
              </a:rPr>
              <a:t>JAVA</a:t>
            </a:r>
            <a:r>
              <a:rPr lang="zh-CN" altLang="en-US" sz="1600" spc="100" dirty="0">
                <a:latin typeface="微软雅黑" panose="020B0503020204020204" pitchFamily="34" charset="-122"/>
                <a:ea typeface="微软雅黑" panose="020B0503020204020204" pitchFamily="34" charset="-122"/>
              </a:rPr>
              <a:t>不能直接引用。如用</a:t>
            </a:r>
            <a:r>
              <a:rPr lang="en-US" altLang="zh-CN" sz="1600" spc="100" dirty="0">
                <a:latin typeface="微软雅黑" panose="020B0503020204020204" pitchFamily="34" charset="-122"/>
                <a:ea typeface="微软雅黑" panose="020B0503020204020204" pitchFamily="34" charset="-122"/>
              </a:rPr>
              <a:t>JAVA</a:t>
            </a:r>
            <a:r>
              <a:rPr lang="zh-CN" altLang="en-US" sz="1600" spc="100" dirty="0">
                <a:latin typeface="微软雅黑" panose="020B0503020204020204" pitchFamily="34" charset="-122"/>
                <a:ea typeface="微软雅黑" panose="020B0503020204020204" pitchFamily="34" charset="-122"/>
              </a:rPr>
              <a:t>来调用</a:t>
            </a:r>
            <a:r>
              <a:rPr lang="en-US" altLang="zh-CN" sz="1600" spc="100" dirty="0">
                <a:latin typeface="微软雅黑" panose="020B0503020204020204" pitchFamily="34" charset="-122"/>
                <a:ea typeface="微软雅黑" panose="020B0503020204020204" pitchFamily="34" charset="-122"/>
              </a:rPr>
              <a:t>C</a:t>
            </a:r>
            <a:r>
              <a:rPr lang="zh-CN" altLang="en-US" sz="1600" spc="100" dirty="0">
                <a:latin typeface="微软雅黑" panose="020B0503020204020204" pitchFamily="34" charset="-122"/>
                <a:ea typeface="微软雅黑" panose="020B0503020204020204" pitchFamily="34" charset="-122"/>
              </a:rPr>
              <a:t>代码，则有损于网上运行的安全性和可靠性；</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ODBC</a:t>
            </a:r>
            <a:r>
              <a:rPr lang="zh-CN" altLang="en-US" sz="1600" spc="100" dirty="0">
                <a:latin typeface="微软雅黑" panose="020B0503020204020204" pitchFamily="34" charset="-122"/>
                <a:ea typeface="微软雅黑" panose="020B0503020204020204" pitchFamily="34" charset="-122"/>
              </a:rPr>
              <a:t>的</a:t>
            </a:r>
            <a:r>
              <a:rPr lang="en-US" altLang="zh-CN" sz="1600" spc="100" dirty="0">
                <a:latin typeface="微软雅黑" panose="020B0503020204020204" pitchFamily="34" charset="-122"/>
                <a:ea typeface="微软雅黑" panose="020B0503020204020204" pitchFamily="34" charset="-122"/>
              </a:rPr>
              <a:t>CAPI</a:t>
            </a:r>
            <a:r>
              <a:rPr lang="zh-CN" altLang="en-US" sz="1600" spc="100" dirty="0">
                <a:latin typeface="微软雅黑" panose="020B0503020204020204" pitchFamily="34" charset="-122"/>
                <a:ea typeface="微软雅黑" panose="020B0503020204020204" pitchFamily="34" charset="-122"/>
              </a:rPr>
              <a:t>运用了大量的指针，而</a:t>
            </a:r>
            <a:r>
              <a:rPr lang="en-US" altLang="zh-CN" sz="1600" spc="100" dirty="0">
                <a:latin typeface="微软雅黑" panose="020B0503020204020204" pitchFamily="34" charset="-122"/>
                <a:ea typeface="微软雅黑" panose="020B0503020204020204" pitchFamily="34" charset="-122"/>
              </a:rPr>
              <a:t>JAVA</a:t>
            </a:r>
            <a:r>
              <a:rPr lang="zh-CN" altLang="en-US" sz="1600" spc="100" dirty="0">
                <a:latin typeface="微软雅黑" panose="020B0503020204020204" pitchFamily="34" charset="-122"/>
                <a:ea typeface="微软雅黑" panose="020B0503020204020204" pitchFamily="34" charset="-122"/>
              </a:rPr>
              <a:t>消除了指针等认为网上运行不安全的因素且面向对象，因此</a:t>
            </a:r>
            <a:r>
              <a:rPr lang="en-US" altLang="zh-CN" sz="1600" spc="100" dirty="0">
                <a:latin typeface="微软雅黑" panose="020B0503020204020204" pitchFamily="34" charset="-122"/>
                <a:ea typeface="微软雅黑" panose="020B0503020204020204" pitchFamily="34" charset="-122"/>
              </a:rPr>
              <a:t>JDBC</a:t>
            </a:r>
            <a:r>
              <a:rPr lang="zh-CN" altLang="en-US" sz="1600" spc="100" dirty="0">
                <a:latin typeface="微软雅黑" panose="020B0503020204020204" pitchFamily="34" charset="-122"/>
                <a:ea typeface="微软雅黑" panose="020B0503020204020204" pitchFamily="34" charset="-122"/>
              </a:rPr>
              <a:t>成为面向对象的接口，并适用于</a:t>
            </a:r>
            <a:r>
              <a:rPr lang="en-US" altLang="zh-CN" sz="1600" spc="100" dirty="0">
                <a:latin typeface="微软雅黑" panose="020B0503020204020204" pitchFamily="34" charset="-122"/>
                <a:ea typeface="微软雅黑" panose="020B0503020204020204" pitchFamily="34" charset="-122"/>
              </a:rPr>
              <a:t>JAVA</a:t>
            </a:r>
            <a:r>
              <a:rPr lang="zh-CN" altLang="en-US" sz="1600" spc="100" dirty="0">
                <a:latin typeface="微软雅黑" panose="020B0503020204020204" pitchFamily="34" charset="-122"/>
                <a:ea typeface="微软雅黑" panose="020B0503020204020204" pitchFamily="34" charset="-122"/>
              </a:rPr>
              <a:t>编程；</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JDBC</a:t>
            </a:r>
            <a:r>
              <a:rPr lang="zh-CN" altLang="en-US" sz="1600" spc="100" dirty="0">
                <a:latin typeface="微软雅黑" panose="020B0503020204020204" pitchFamily="34" charset="-122"/>
                <a:ea typeface="微软雅黑" panose="020B0503020204020204" pitchFamily="34" charset="-122"/>
              </a:rPr>
              <a:t>是“纯</a:t>
            </a:r>
            <a:r>
              <a:rPr lang="en-US" altLang="zh-CN" sz="1600" spc="100" dirty="0">
                <a:latin typeface="微软雅黑" panose="020B0503020204020204" pitchFamily="34" charset="-122"/>
                <a:ea typeface="微软雅黑" panose="020B0503020204020204" pitchFamily="34" charset="-122"/>
              </a:rPr>
              <a:t>JAVA”</a:t>
            </a:r>
            <a:r>
              <a:rPr lang="zh-CN" altLang="en-US" sz="1600" spc="100" dirty="0">
                <a:latin typeface="微软雅黑" panose="020B0503020204020204" pitchFamily="34" charset="-122"/>
                <a:ea typeface="微软雅黑" panose="020B0503020204020204" pitchFamily="34" charset="-122"/>
              </a:rPr>
              <a:t>的</a:t>
            </a:r>
            <a:r>
              <a:rPr lang="en-US" altLang="zh-CN" sz="1600" spc="100" dirty="0">
                <a:latin typeface="微软雅黑" panose="020B0503020204020204" pitchFamily="34" charset="-122"/>
                <a:ea typeface="微软雅黑" panose="020B0503020204020204" pitchFamily="34" charset="-122"/>
              </a:rPr>
              <a:t>ODBC</a:t>
            </a:r>
            <a:r>
              <a:rPr lang="zh-CN" altLang="en-US" sz="1600" spc="100" dirty="0">
                <a:latin typeface="微软雅黑" panose="020B0503020204020204" pitchFamily="34" charset="-122"/>
                <a:ea typeface="微软雅黑" panose="020B0503020204020204" pitchFamily="34" charset="-122"/>
              </a:rPr>
              <a:t>解决方案，取代了</a:t>
            </a:r>
            <a:r>
              <a:rPr lang="en-US" altLang="zh-CN" sz="1600" spc="100" dirty="0">
                <a:latin typeface="微软雅黑" panose="020B0503020204020204" pitchFamily="34" charset="-122"/>
                <a:ea typeface="微软雅黑" panose="020B0503020204020204" pitchFamily="34" charset="-122"/>
              </a:rPr>
              <a:t>ODBC</a:t>
            </a:r>
            <a:r>
              <a:rPr lang="zh-CN" altLang="en-US" sz="1600" spc="100" dirty="0">
                <a:latin typeface="微软雅黑" panose="020B0503020204020204" pitchFamily="34" charset="-122"/>
                <a:ea typeface="微软雅黑" panose="020B0503020204020204" pitchFamily="34" charset="-122"/>
              </a:rPr>
              <a:t>发布必须在每台客户机上手工安装，而</a:t>
            </a:r>
            <a:r>
              <a:rPr lang="en-US" altLang="zh-CN" sz="1600" spc="100" dirty="0">
                <a:latin typeface="微软雅黑" panose="020B0503020204020204" pitchFamily="34" charset="-122"/>
                <a:ea typeface="微软雅黑" panose="020B0503020204020204" pitchFamily="34" charset="-122"/>
              </a:rPr>
              <a:t>JDBC</a:t>
            </a:r>
            <a:r>
              <a:rPr lang="zh-CN" altLang="en-US" sz="1600" spc="100" dirty="0">
                <a:latin typeface="微软雅黑" panose="020B0503020204020204" pitchFamily="34" charset="-122"/>
                <a:ea typeface="微软雅黑" panose="020B0503020204020204" pitchFamily="34" charset="-122"/>
              </a:rPr>
              <a:t>代码在所有</a:t>
            </a:r>
            <a:r>
              <a:rPr lang="en-US" altLang="zh-CN" sz="1600" spc="100" dirty="0">
                <a:latin typeface="微软雅黑" panose="020B0503020204020204" pitchFamily="34" charset="-122"/>
                <a:ea typeface="微软雅黑" panose="020B0503020204020204" pitchFamily="34" charset="-122"/>
              </a:rPr>
              <a:t>JAVA</a:t>
            </a:r>
            <a:r>
              <a:rPr lang="zh-CN" altLang="en-US" sz="1600" spc="100" dirty="0">
                <a:latin typeface="微软雅黑" panose="020B0503020204020204" pitchFamily="34" charset="-122"/>
                <a:ea typeface="微软雅黑" panose="020B0503020204020204" pitchFamily="34" charset="-122"/>
              </a:rPr>
              <a:t>平台上随运行环境自动安装，具有可移植性和安全性；</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ODBC</a:t>
            </a:r>
            <a:r>
              <a:rPr lang="zh-CN" altLang="en-US" sz="1600" spc="100" dirty="0">
                <a:latin typeface="微软雅黑" panose="020B0503020204020204" pitchFamily="34" charset="-122"/>
                <a:ea typeface="微软雅黑" panose="020B0503020204020204" pitchFamily="34" charset="-122"/>
              </a:rPr>
              <a:t>难以学习，而</a:t>
            </a:r>
            <a:r>
              <a:rPr lang="en-US" altLang="zh-CN" sz="1600" spc="100" dirty="0">
                <a:latin typeface="微软雅黑" panose="020B0503020204020204" pitchFamily="34" charset="-122"/>
                <a:ea typeface="微软雅黑" panose="020B0503020204020204" pitchFamily="34" charset="-122"/>
              </a:rPr>
              <a:t>JDBC</a:t>
            </a:r>
            <a:r>
              <a:rPr lang="zh-CN" altLang="en-US" sz="1600" spc="100" dirty="0">
                <a:latin typeface="微软雅黑" panose="020B0503020204020204" pitchFamily="34" charset="-122"/>
                <a:ea typeface="微软雅黑" panose="020B0503020204020204" pitchFamily="34" charset="-122"/>
              </a:rPr>
              <a:t>仅是</a:t>
            </a:r>
            <a:r>
              <a:rPr lang="en-US" altLang="zh-CN" sz="1600" spc="100" dirty="0">
                <a:latin typeface="微软雅黑" panose="020B0503020204020204" pitchFamily="34" charset="-122"/>
                <a:ea typeface="微软雅黑" panose="020B0503020204020204" pitchFamily="34" charset="-122"/>
              </a:rPr>
              <a:t>JAVA </a:t>
            </a:r>
            <a:r>
              <a:rPr lang="zh-CN" altLang="en-US" sz="1600" spc="100" dirty="0">
                <a:latin typeface="微软雅黑" panose="020B0503020204020204" pitchFamily="34" charset="-122"/>
                <a:ea typeface="微软雅黑" panose="020B0503020204020204" pitchFamily="34" charset="-122"/>
              </a:rPr>
              <a:t>开发环境的一部分。</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JDBC</a:t>
            </a:r>
            <a:r>
              <a:rPr lang="zh-CN" altLang="en-US" sz="1600" spc="100" dirty="0">
                <a:latin typeface="微软雅黑" panose="020B0503020204020204" pitchFamily="34" charset="-122"/>
                <a:ea typeface="微软雅黑" panose="020B0503020204020204" pitchFamily="34" charset="-122"/>
              </a:rPr>
              <a:t>具有平台无关性，适用性强，可以跨平台与各种数据库连接进行访问，程序运行效率高。</a:t>
            </a:r>
          </a:p>
        </p:txBody>
      </p:sp>
      <p:sp>
        <p:nvSpPr>
          <p:cNvPr id="2" name="标题 1"/>
          <p:cNvSpPr>
            <a:spLocks noGrp="1"/>
          </p:cNvSpPr>
          <p:nvPr>
            <p:ph type="title"/>
          </p:nvPr>
        </p:nvSpPr>
        <p:spPr/>
        <p:txBody>
          <a:bodyPr/>
          <a:lstStyle/>
          <a:p>
            <a:r>
              <a:rPr lang="en-US" altLang="zh-CN" dirty="0"/>
              <a:t>JDBC</a:t>
            </a:r>
            <a:r>
              <a:rPr lang="zh-CN" altLang="en-US" dirty="0"/>
              <a:t>与</a:t>
            </a:r>
            <a:r>
              <a:rPr lang="en-US" altLang="zh-CN" dirty="0"/>
              <a:t>ODBC</a:t>
            </a:r>
            <a:r>
              <a:rPr lang="zh-CN" altLang="en-US" dirty="0"/>
              <a:t>不同点</a:t>
            </a:r>
          </a:p>
        </p:txBody>
      </p:sp>
    </p:spTree>
    <p:extLst>
      <p:ext uri="{BB962C8B-B14F-4D97-AF65-F5344CB8AC3E}">
        <p14:creationId xmlns:p14="http://schemas.microsoft.com/office/powerpoint/2010/main" val="1785018544"/>
      </p:ext>
    </p:extLst>
  </p:cSld>
  <p:clrMapOvr>
    <a:masterClrMapping/>
  </p:clrMapOvr>
  <p:transition spd="slow">
    <p:blinds dir="vert"/>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476103" y="1345106"/>
            <a:ext cx="9170126"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）文件传输协议（</a:t>
            </a:r>
            <a:r>
              <a:rPr lang="en-US" altLang="zh-CN" sz="1600" spc="100" dirty="0">
                <a:latin typeface="微软雅黑" panose="020B0503020204020204" pitchFamily="34" charset="-122"/>
                <a:ea typeface="微软雅黑" panose="020B0503020204020204" pitchFamily="34" charset="-122"/>
              </a:rPr>
              <a:t>File Transfer Protocol</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FTP</a:t>
            </a:r>
            <a:r>
              <a:rPr lang="zh-CN" altLang="en-US" sz="1600" spc="100" dirty="0">
                <a:latin typeface="微软雅黑" panose="020B0503020204020204" pitchFamily="34" charset="-122"/>
                <a:ea typeface="微软雅黑" panose="020B0503020204020204" pitchFamily="34" charset="-122"/>
              </a:rPr>
              <a:t>），是用于在网络上进行文件传输的一套标准协议，使用客户</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服务器模式。</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）属于网络传输协议的应用层，用于</a:t>
            </a:r>
            <a:r>
              <a:rPr lang="en-US" altLang="zh-CN" sz="1600" spc="100" dirty="0">
                <a:latin typeface="微软雅黑" panose="020B0503020204020204" pitchFamily="34" charset="-122"/>
                <a:ea typeface="微软雅黑" panose="020B0503020204020204" pitchFamily="34" charset="-122"/>
              </a:rPr>
              <a:t>Internet</a:t>
            </a:r>
            <a:r>
              <a:rPr lang="zh-CN" altLang="en-US" sz="1600" spc="100" dirty="0">
                <a:latin typeface="微软雅黑" panose="020B0503020204020204" pitchFamily="34" charset="-122"/>
                <a:ea typeface="微软雅黑" panose="020B0503020204020204" pitchFamily="34" charset="-122"/>
              </a:rPr>
              <a:t>上的控制文件的双向传输。</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）属于一个应用程序（</a:t>
            </a:r>
            <a:r>
              <a:rPr lang="en-US" altLang="zh-CN" sz="1600" spc="100" dirty="0">
                <a:latin typeface="微软雅黑" panose="020B0503020204020204" pitchFamily="34" charset="-122"/>
                <a:ea typeface="微软雅黑" panose="020B0503020204020204" pitchFamily="34" charset="-122"/>
              </a:rPr>
              <a:t>Application</a:t>
            </a:r>
            <a:r>
              <a:rPr lang="zh-CN" altLang="en-US" sz="1600" spc="100" dirty="0">
                <a:latin typeface="微软雅黑" panose="020B0503020204020204" pitchFamily="34" charset="-122"/>
                <a:ea typeface="微软雅黑" panose="020B0503020204020204" pitchFamily="34" charset="-122"/>
              </a:rPr>
              <a:t>），基于不同的操作系统有不同的</a:t>
            </a:r>
            <a:r>
              <a:rPr lang="en-US" altLang="zh-CN" sz="1600" spc="100" dirty="0">
                <a:latin typeface="微软雅黑" panose="020B0503020204020204" pitchFamily="34" charset="-122"/>
                <a:ea typeface="微软雅黑" panose="020B0503020204020204" pitchFamily="34" charset="-122"/>
              </a:rPr>
              <a:t>FTP</a:t>
            </a:r>
            <a:r>
              <a:rPr lang="zh-CN" altLang="en-US" sz="1600" spc="100" dirty="0">
                <a:latin typeface="微软雅黑" panose="020B0503020204020204" pitchFamily="34" charset="-122"/>
                <a:ea typeface="微软雅黑" panose="020B0503020204020204" pitchFamily="34" charset="-122"/>
              </a:rPr>
              <a:t>应用程序，而所有这些应用程序都遵守同一种协议以传输文件。</a:t>
            </a:r>
          </a:p>
        </p:txBody>
      </p:sp>
      <p:sp>
        <p:nvSpPr>
          <p:cNvPr id="2" name="标题 1"/>
          <p:cNvSpPr>
            <a:spLocks noGrp="1"/>
          </p:cNvSpPr>
          <p:nvPr>
            <p:ph type="title"/>
          </p:nvPr>
        </p:nvSpPr>
        <p:spPr/>
        <p:txBody>
          <a:bodyPr/>
          <a:lstStyle/>
          <a:p>
            <a:r>
              <a:rPr lang="en-US" altLang="zh-CN" dirty="0"/>
              <a:t>FTP</a:t>
            </a:r>
            <a:endParaRPr lang="zh-CN" altLang="en-US" dirty="0"/>
          </a:p>
        </p:txBody>
      </p:sp>
    </p:spTree>
    <p:extLst>
      <p:ext uri="{BB962C8B-B14F-4D97-AF65-F5344CB8AC3E}">
        <p14:creationId xmlns:p14="http://schemas.microsoft.com/office/powerpoint/2010/main" val="3206963066"/>
      </p:ext>
    </p:extLst>
  </p:cSld>
  <p:clrMapOvr>
    <a:masterClrMapping/>
  </p:clrMapOvr>
  <p:transition spd="slow">
    <p:blinds dir="vert"/>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254033" y="1468677"/>
            <a:ext cx="954894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）假定用户正在拷贝的文件包含的简单</a:t>
            </a:r>
            <a:r>
              <a:rPr lang="en-US" altLang="zh-CN" sz="1600" spc="100" dirty="0">
                <a:latin typeface="微软雅黑" panose="020B0503020204020204" pitchFamily="34" charset="-122"/>
                <a:ea typeface="微软雅黑" panose="020B0503020204020204" pitchFamily="34" charset="-122"/>
              </a:rPr>
              <a:t>ASCII</a:t>
            </a:r>
            <a:r>
              <a:rPr lang="zh-CN" altLang="en-US" sz="1600" spc="100" dirty="0">
                <a:latin typeface="微软雅黑" panose="020B0503020204020204" pitchFamily="34" charset="-122"/>
                <a:ea typeface="微软雅黑" panose="020B0503020204020204" pitchFamily="34" charset="-122"/>
              </a:rPr>
              <a:t>码文本，如果在远程机器上运行的不是</a:t>
            </a:r>
            <a:r>
              <a:rPr lang="en-US" altLang="zh-CN" sz="1600" spc="100" dirty="0">
                <a:latin typeface="微软雅黑" panose="020B0503020204020204" pitchFamily="34" charset="-122"/>
                <a:ea typeface="微软雅黑" panose="020B0503020204020204" pitchFamily="34" charset="-122"/>
              </a:rPr>
              <a:t>UNIX</a:t>
            </a:r>
            <a:r>
              <a:rPr lang="zh-CN" altLang="en-US" sz="1600" spc="100" dirty="0">
                <a:latin typeface="微软雅黑" panose="020B0503020204020204" pitchFamily="34" charset="-122"/>
                <a:ea typeface="微软雅黑" panose="020B0503020204020204" pitchFamily="34" charset="-122"/>
              </a:rPr>
              <a:t>，当文件传输时，</a:t>
            </a:r>
            <a:r>
              <a:rPr lang="en-US" altLang="zh-CN" sz="1600" spc="100" dirty="0">
                <a:latin typeface="微软雅黑" panose="020B0503020204020204" pitchFamily="34" charset="-122"/>
                <a:ea typeface="微软雅黑" panose="020B0503020204020204" pitchFamily="34" charset="-122"/>
              </a:rPr>
              <a:t>FTP</a:t>
            </a:r>
            <a:r>
              <a:rPr lang="zh-CN" altLang="en-US" sz="1600" spc="100" dirty="0">
                <a:latin typeface="微软雅黑" panose="020B0503020204020204" pitchFamily="34" charset="-122"/>
                <a:ea typeface="微软雅黑" panose="020B0503020204020204" pitchFamily="34" charset="-122"/>
              </a:rPr>
              <a:t>通常会自动地调整文件的内容以便于把文件解释成另外那台计算机存储文本文件的格式。</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如果在</a:t>
            </a:r>
            <a:r>
              <a:rPr lang="en-US" altLang="zh-CN" sz="1600" spc="100" dirty="0">
                <a:latin typeface="微软雅黑" panose="020B0503020204020204" pitchFamily="34" charset="-122"/>
                <a:ea typeface="微软雅黑" panose="020B0503020204020204" pitchFamily="34" charset="-122"/>
              </a:rPr>
              <a:t>ASCII</a:t>
            </a:r>
            <a:r>
              <a:rPr lang="zh-CN" altLang="zh-CN" sz="1600" spc="100" dirty="0">
                <a:latin typeface="微软雅黑" panose="020B0503020204020204" pitchFamily="34" charset="-122"/>
                <a:ea typeface="微软雅黑" panose="020B0503020204020204" pitchFamily="34" charset="-122"/>
              </a:rPr>
              <a:t>方式下传输二进制文件，系统会自动转译，从而造成数据损坏。</a:t>
            </a:r>
            <a:endParaRPr lang="zh-CN" altLang="en-US"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en-US" altLang="zh-CN" dirty="0"/>
              <a:t>ASCII </a:t>
            </a:r>
            <a:r>
              <a:rPr lang="zh-CN" altLang="en-US" dirty="0"/>
              <a:t>传输方式</a:t>
            </a:r>
          </a:p>
        </p:txBody>
      </p:sp>
    </p:spTree>
    <p:extLst>
      <p:ext uri="{BB962C8B-B14F-4D97-AF65-F5344CB8AC3E}">
        <p14:creationId xmlns:p14="http://schemas.microsoft.com/office/powerpoint/2010/main" val="3049586726"/>
      </p:ext>
    </p:extLst>
  </p:cSld>
  <p:clrMapOvr>
    <a:masterClrMapping/>
  </p:clrMapOvr>
  <p:transition spd="slow">
    <p:blinds dir="vert"/>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463696" y="1452316"/>
            <a:ext cx="939153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）在二进制传输中，需要保存文件的位序，以便原始和拷贝的是逐位一一对应的。</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如果在</a:t>
            </a:r>
            <a:r>
              <a:rPr lang="en-US" altLang="zh-CN" sz="1600" spc="100" dirty="0">
                <a:latin typeface="微软雅黑" panose="020B0503020204020204" pitchFamily="34" charset="-122"/>
                <a:ea typeface="微软雅黑" panose="020B0503020204020204" pitchFamily="34" charset="-122"/>
              </a:rPr>
              <a:t>ASCII</a:t>
            </a:r>
            <a:r>
              <a:rPr lang="zh-CN" altLang="zh-CN" sz="1600" spc="100" dirty="0">
                <a:latin typeface="微软雅黑" panose="020B0503020204020204" pitchFamily="34" charset="-122"/>
                <a:ea typeface="微软雅黑" panose="020B0503020204020204" pitchFamily="34" charset="-122"/>
              </a:rPr>
              <a:t>方式下传输二进制文件，系统会自动转译，从而造成数据损坏。</a:t>
            </a:r>
            <a:endParaRPr lang="zh-CN" altLang="en-US"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二进制传输模式</a:t>
            </a:r>
          </a:p>
        </p:txBody>
      </p:sp>
    </p:spTree>
    <p:extLst>
      <p:ext uri="{BB962C8B-B14F-4D97-AF65-F5344CB8AC3E}">
        <p14:creationId xmlns:p14="http://schemas.microsoft.com/office/powerpoint/2010/main" val="585441539"/>
      </p:ext>
    </p:extLst>
  </p:cSld>
  <p:clrMapOvr>
    <a:masterClrMapping/>
  </p:clrMapOvr>
  <p:transition spd="slow">
    <p:blinds dir="vert"/>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438750" y="1371150"/>
            <a:ext cx="9285856"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FTP </a:t>
            </a:r>
            <a:r>
              <a:rPr lang="zh-CN" altLang="zh-CN" sz="1600" spc="100" dirty="0">
                <a:latin typeface="微软雅黑" panose="020B0503020204020204" pitchFamily="34" charset="-122"/>
                <a:ea typeface="微软雅黑" panose="020B0503020204020204" pitchFamily="34" charset="-122"/>
              </a:rPr>
              <a:t>客户端首先和服务器的</a:t>
            </a:r>
            <a:r>
              <a:rPr lang="en-US" altLang="zh-CN" sz="1600" spc="100" dirty="0">
                <a:latin typeface="微软雅黑" panose="020B0503020204020204" pitchFamily="34" charset="-122"/>
                <a:ea typeface="微软雅黑" panose="020B0503020204020204" pitchFamily="34" charset="-122"/>
              </a:rPr>
              <a:t>TCP 21</a:t>
            </a:r>
            <a:r>
              <a:rPr lang="zh-CN" altLang="zh-CN" sz="1600" spc="100" dirty="0">
                <a:latin typeface="微软雅黑" panose="020B0503020204020204" pitchFamily="34" charset="-122"/>
                <a:ea typeface="微软雅黑" panose="020B0503020204020204" pitchFamily="34" charset="-122"/>
              </a:rPr>
              <a:t>端口建立连接，用来发送命令，客户端需要接收数据的时候在这个通道上发送</a:t>
            </a:r>
            <a:r>
              <a:rPr lang="en-US" altLang="zh-CN" sz="1600" spc="100" dirty="0">
                <a:latin typeface="微软雅黑" panose="020B0503020204020204" pitchFamily="34" charset="-122"/>
                <a:ea typeface="微软雅黑" panose="020B0503020204020204" pitchFamily="34" charset="-122"/>
              </a:rPr>
              <a:t>PORT</a:t>
            </a:r>
            <a:r>
              <a:rPr lang="zh-CN" altLang="zh-CN" sz="1600" spc="100" dirty="0">
                <a:latin typeface="微软雅黑" panose="020B0503020204020204" pitchFamily="34" charset="-122"/>
                <a:ea typeface="微软雅黑" panose="020B0503020204020204" pitchFamily="34" charset="-122"/>
              </a:rPr>
              <a:t>命令。</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PORT</a:t>
            </a:r>
            <a:r>
              <a:rPr lang="zh-CN" altLang="zh-CN" sz="1600" spc="100" dirty="0">
                <a:latin typeface="微软雅黑" panose="020B0503020204020204" pitchFamily="34" charset="-122"/>
                <a:ea typeface="微软雅黑" panose="020B0503020204020204" pitchFamily="34" charset="-122"/>
              </a:rPr>
              <a:t>命令包含了客户端用什么端口接收数据。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在传送数据的时候，服务器端通过自己的</a:t>
            </a:r>
            <a:r>
              <a:rPr lang="en-US" altLang="zh-CN" sz="1600" spc="100" dirty="0">
                <a:latin typeface="微软雅黑" panose="020B0503020204020204" pitchFamily="34" charset="-122"/>
                <a:ea typeface="微软雅黑" panose="020B0503020204020204" pitchFamily="34" charset="-122"/>
              </a:rPr>
              <a:t>TCP 20</a:t>
            </a:r>
            <a:r>
              <a:rPr lang="zh-CN" altLang="zh-CN" sz="1600" spc="100" dirty="0">
                <a:latin typeface="微软雅黑" panose="020B0503020204020204" pitchFamily="34" charset="-122"/>
                <a:ea typeface="微软雅黑" panose="020B0503020204020204" pitchFamily="34" charset="-122"/>
              </a:rPr>
              <a:t>端口连接至客户端的指定端口发送数据</a:t>
            </a:r>
            <a:r>
              <a:rPr lang="zh-CN" altLang="en-US" sz="1600" spc="100" dirty="0">
                <a:latin typeface="微软雅黑" panose="020B0503020204020204" pitchFamily="34" charset="-122"/>
                <a:ea typeface="微软雅黑" panose="020B0503020204020204" pitchFamily="34" charset="-122"/>
              </a:rPr>
              <a:t>。</a:t>
            </a:r>
            <a:endParaRPr lang="zh-CN"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en-US" altLang="zh-CN" dirty="0"/>
              <a:t>Standard</a:t>
            </a:r>
            <a:r>
              <a:rPr lang="zh-CN" altLang="en-US" dirty="0"/>
              <a:t>模式</a:t>
            </a:r>
          </a:p>
        </p:txBody>
      </p:sp>
    </p:spTree>
    <p:extLst>
      <p:ext uri="{BB962C8B-B14F-4D97-AF65-F5344CB8AC3E}">
        <p14:creationId xmlns:p14="http://schemas.microsoft.com/office/powerpoint/2010/main" val="1325149427"/>
      </p:ext>
    </p:extLst>
  </p:cSld>
  <p:clrMapOvr>
    <a:masterClrMapping/>
  </p:clrMapOvr>
  <p:transition spd="slow">
    <p:blinds dir="vert"/>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319349" y="1619343"/>
            <a:ext cx="9339942"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建立控制通道</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和</a:t>
            </a:r>
            <a:r>
              <a:rPr lang="en-US" altLang="zh-CN" sz="1600" spc="100" dirty="0">
                <a:latin typeface="微软雅黑" panose="020B0503020204020204" pitchFamily="34" charset="-122"/>
                <a:ea typeface="微软雅黑" panose="020B0503020204020204" pitchFamily="34" charset="-122"/>
              </a:rPr>
              <a:t>Standard</a:t>
            </a:r>
            <a:r>
              <a:rPr lang="zh-CN" altLang="zh-CN" sz="1600" spc="100" dirty="0">
                <a:latin typeface="微软雅黑" panose="020B0503020204020204" pitchFamily="34" charset="-122"/>
                <a:ea typeface="微软雅黑" panose="020B0503020204020204" pitchFamily="34" charset="-122"/>
              </a:rPr>
              <a:t>模式类似，但</a:t>
            </a:r>
            <a:r>
              <a:rPr lang="zh-CN" altLang="en-US" sz="1600" spc="100" dirty="0">
                <a:latin typeface="微软雅黑" panose="020B0503020204020204" pitchFamily="34" charset="-122"/>
                <a:ea typeface="微软雅黑" panose="020B0503020204020204" pitchFamily="34" charset="-122"/>
              </a:rPr>
              <a:t>是在</a:t>
            </a:r>
            <a:r>
              <a:rPr lang="zh-CN" altLang="zh-CN" sz="1600" spc="100" dirty="0">
                <a:latin typeface="微软雅黑" panose="020B0503020204020204" pitchFamily="34" charset="-122"/>
                <a:ea typeface="微软雅黑" panose="020B0503020204020204" pitchFamily="34" charset="-122"/>
              </a:rPr>
              <a:t>建立连接后发送</a:t>
            </a:r>
            <a:r>
              <a:rPr lang="en-US" altLang="zh-CN" sz="1600" spc="100" dirty="0" err="1">
                <a:latin typeface="微软雅黑" panose="020B0503020204020204" pitchFamily="34" charset="-122"/>
                <a:ea typeface="微软雅黑" panose="020B0503020204020204" pitchFamily="34" charset="-122"/>
              </a:rPr>
              <a:t>Pasv</a:t>
            </a:r>
            <a:r>
              <a:rPr lang="zh-CN" altLang="zh-CN" sz="1600" spc="100" dirty="0">
                <a:latin typeface="微软雅黑" panose="020B0503020204020204" pitchFamily="34" charset="-122"/>
                <a:ea typeface="微软雅黑" panose="020B0503020204020204" pitchFamily="34" charset="-122"/>
              </a:rPr>
              <a:t>命令。</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服务器收到</a:t>
            </a:r>
            <a:r>
              <a:rPr lang="en-US" altLang="zh-CN" sz="1600" spc="100" dirty="0" err="1">
                <a:latin typeface="微软雅黑" panose="020B0503020204020204" pitchFamily="34" charset="-122"/>
                <a:ea typeface="微软雅黑" panose="020B0503020204020204" pitchFamily="34" charset="-122"/>
              </a:rPr>
              <a:t>Pasv</a:t>
            </a:r>
            <a:r>
              <a:rPr lang="zh-CN" altLang="zh-CN" sz="1600" spc="100" dirty="0">
                <a:latin typeface="微软雅黑" panose="020B0503020204020204" pitchFamily="34" charset="-122"/>
                <a:ea typeface="微软雅黑" panose="020B0503020204020204" pitchFamily="34" charset="-122"/>
              </a:rPr>
              <a:t>命令后，打开一个临时端口（端口号大于</a:t>
            </a:r>
            <a:r>
              <a:rPr lang="en-US" altLang="zh-CN" sz="1600" spc="100" dirty="0">
                <a:latin typeface="微软雅黑" panose="020B0503020204020204" pitchFamily="34" charset="-122"/>
                <a:ea typeface="微软雅黑" panose="020B0503020204020204" pitchFamily="34" charset="-122"/>
              </a:rPr>
              <a:t>1023</a:t>
            </a:r>
            <a:r>
              <a:rPr lang="zh-CN" altLang="zh-CN" sz="1600" spc="100" dirty="0">
                <a:latin typeface="微软雅黑" panose="020B0503020204020204" pitchFamily="34" charset="-122"/>
                <a:ea typeface="微软雅黑" panose="020B0503020204020204" pitchFamily="34" charset="-122"/>
              </a:rPr>
              <a:t>小于</a:t>
            </a:r>
            <a:r>
              <a:rPr lang="en-US" altLang="zh-CN" sz="1600" spc="100" dirty="0">
                <a:latin typeface="微软雅黑" panose="020B0503020204020204" pitchFamily="34" charset="-122"/>
                <a:ea typeface="微软雅黑" panose="020B0503020204020204" pitchFamily="34" charset="-122"/>
              </a:rPr>
              <a:t>65535</a:t>
            </a:r>
            <a:r>
              <a:rPr lang="zh-CN" altLang="zh-CN" sz="1600" spc="100" dirty="0">
                <a:latin typeface="微软雅黑" panose="020B0503020204020204" pitchFamily="34" charset="-122"/>
                <a:ea typeface="微软雅黑" panose="020B0503020204020204" pitchFamily="34" charset="-122"/>
              </a:rPr>
              <a:t>）并且通知客户端在这个端口上传送数据的请求，客户端连接</a:t>
            </a:r>
            <a:r>
              <a:rPr lang="en-US" altLang="zh-CN" sz="1600" spc="100" dirty="0">
                <a:latin typeface="微软雅黑" panose="020B0503020204020204" pitchFamily="34" charset="-122"/>
                <a:ea typeface="微软雅黑" panose="020B0503020204020204" pitchFamily="34" charset="-122"/>
              </a:rPr>
              <a:t>FTP</a:t>
            </a:r>
            <a:r>
              <a:rPr lang="zh-CN" altLang="zh-CN" sz="1600" spc="100" dirty="0">
                <a:latin typeface="微软雅黑" panose="020B0503020204020204" pitchFamily="34" charset="-122"/>
                <a:ea typeface="微软雅黑" panose="020B0503020204020204" pitchFamily="34" charset="-122"/>
              </a:rPr>
              <a:t>服务器此端口，</a:t>
            </a:r>
            <a:r>
              <a:rPr lang="en-US" altLang="zh-CN" sz="1600" spc="100" dirty="0">
                <a:latin typeface="微软雅黑" panose="020B0503020204020204" pitchFamily="34" charset="-122"/>
                <a:ea typeface="微软雅黑" panose="020B0503020204020204" pitchFamily="34" charset="-122"/>
              </a:rPr>
              <a:t>FTP</a:t>
            </a:r>
            <a:r>
              <a:rPr lang="zh-CN" altLang="zh-CN" sz="1600" spc="100" dirty="0">
                <a:latin typeface="微软雅黑" panose="020B0503020204020204" pitchFamily="34" charset="-122"/>
                <a:ea typeface="微软雅黑" panose="020B0503020204020204" pitchFamily="34" charset="-122"/>
              </a:rPr>
              <a:t>服务器将通过这个端口传送数据。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endParaRPr lang="zh-CN"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en-US" altLang="zh-CN" dirty="0"/>
              <a:t>Passive</a:t>
            </a:r>
            <a:r>
              <a:rPr lang="zh-CN" altLang="en-US" dirty="0"/>
              <a:t>模式</a:t>
            </a:r>
          </a:p>
        </p:txBody>
      </p:sp>
    </p:spTree>
    <p:extLst>
      <p:ext uri="{BB962C8B-B14F-4D97-AF65-F5344CB8AC3E}">
        <p14:creationId xmlns:p14="http://schemas.microsoft.com/office/powerpoint/2010/main" val="17661128"/>
      </p:ext>
    </p:extLst>
  </p:cSld>
  <p:clrMapOvr>
    <a:masterClrMapping/>
  </p:clrMapOvr>
  <p:transition spd="slow">
    <p:blinds dir="vert"/>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436914" y="1284138"/>
            <a:ext cx="883555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生成文本日志的系统成本较低，现有的许多计算机语言中包含了可以很轻松地生成基于文本日志的框架</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）记录类型丰富</a:t>
            </a:r>
            <a:r>
              <a:rPr lang="zh-CN" altLang="zh-CN" sz="1600" spc="100" dirty="0">
                <a:latin typeface="微软雅黑" panose="020B0503020204020204" pitchFamily="34" charset="-122"/>
                <a:ea typeface="微软雅黑" panose="020B0503020204020204" pitchFamily="34" charset="-122"/>
              </a:rPr>
              <a:t>，许多流行的系统都采用了基于文本的日志文件格式</a:t>
            </a:r>
            <a:r>
              <a:rPr lang="zh-CN" altLang="en-US" sz="1600" spc="100" dirty="0">
                <a:latin typeface="微软雅黑" panose="020B0503020204020204" pitchFamily="34" charset="-122"/>
                <a:ea typeface="微软雅黑" panose="020B0503020204020204" pitchFamily="34" charset="-122"/>
              </a:rPr>
              <a:t>。</a:t>
            </a:r>
          </a:p>
        </p:txBody>
      </p:sp>
      <p:sp>
        <p:nvSpPr>
          <p:cNvPr id="2" name="标题 1"/>
          <p:cNvSpPr>
            <a:spLocks noGrp="1"/>
          </p:cNvSpPr>
          <p:nvPr>
            <p:ph type="title"/>
          </p:nvPr>
        </p:nvSpPr>
        <p:spPr/>
        <p:txBody>
          <a:bodyPr/>
          <a:lstStyle/>
          <a:p>
            <a:r>
              <a:rPr lang="zh-CN" altLang="en-US" dirty="0"/>
              <a:t>文本日志</a:t>
            </a:r>
          </a:p>
        </p:txBody>
      </p:sp>
    </p:spTree>
    <p:extLst>
      <p:ext uri="{BB962C8B-B14F-4D97-AF65-F5344CB8AC3E}">
        <p14:creationId xmlns:p14="http://schemas.microsoft.com/office/powerpoint/2010/main" val="3819323056"/>
      </p:ext>
    </p:extLst>
  </p:cSld>
  <p:clrMapOvr>
    <a:masterClrMapping/>
  </p:clrMapOvr>
  <p:transition spd="slow">
    <p:blinds dir="vert"/>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267097" y="1298775"/>
            <a:ext cx="932688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）代价低：应用程序写入基于文本的日志文件，从</a:t>
            </a:r>
            <a:r>
              <a:rPr lang="en-US" altLang="zh-CN" sz="1600" spc="100" dirty="0">
                <a:latin typeface="微软雅黑" panose="020B0503020204020204" pitchFamily="34" charset="-122"/>
                <a:ea typeface="微软雅黑" panose="020B0503020204020204" pitchFamily="34" charset="-122"/>
              </a:rPr>
              <a:t>CPU</a:t>
            </a:r>
            <a:r>
              <a:rPr lang="zh-CN" altLang="en-US" sz="1600" spc="100" dirty="0">
                <a:latin typeface="微软雅黑" panose="020B0503020204020204" pitchFamily="34" charset="-122"/>
                <a:ea typeface="微软雅黑" panose="020B0503020204020204" pitchFamily="34" charset="-122"/>
              </a:rPr>
              <a:t>以及</a:t>
            </a:r>
            <a:r>
              <a:rPr lang="en-US" altLang="zh-CN" sz="1600" spc="100" dirty="0">
                <a:latin typeface="微软雅黑" panose="020B0503020204020204" pitchFamily="34" charset="-122"/>
                <a:ea typeface="微软雅黑" panose="020B0503020204020204" pitchFamily="34" charset="-122"/>
              </a:rPr>
              <a:t>I/O</a:t>
            </a:r>
            <a:r>
              <a:rPr lang="zh-CN" altLang="en-US" sz="1600" spc="100" dirty="0">
                <a:latin typeface="微软雅黑" panose="020B0503020204020204" pitchFamily="34" charset="-122"/>
                <a:ea typeface="微软雅黑" panose="020B0503020204020204" pitchFamily="34" charset="-122"/>
              </a:rPr>
              <a:t>资源来说代价很低。</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）典型人类可读格式：可用常规文本工具（如</a:t>
            </a:r>
            <a:r>
              <a:rPr lang="en-US" altLang="zh-CN" sz="1600" spc="100" dirty="0">
                <a:latin typeface="微软雅黑" panose="020B0503020204020204" pitchFamily="34" charset="-122"/>
                <a:ea typeface="微软雅黑" panose="020B0503020204020204" pitchFamily="34" charset="-122"/>
              </a:rPr>
              <a:t>grep</a:t>
            </a:r>
            <a:r>
              <a:rPr lang="zh-CN" altLang="en-US" sz="1600" spc="100" dirty="0">
                <a:latin typeface="微软雅黑" panose="020B0503020204020204" pitchFamily="34" charset="-122"/>
                <a:ea typeface="微软雅黑" panose="020B0503020204020204" pitchFamily="34" charset="-122"/>
              </a:rPr>
              <a:t>和</a:t>
            </a:r>
            <a:r>
              <a:rPr lang="en-US" altLang="zh-CN" sz="1600" spc="100" dirty="0" err="1">
                <a:latin typeface="微软雅黑" panose="020B0503020204020204" pitchFamily="34" charset="-122"/>
                <a:ea typeface="微软雅黑" panose="020B0503020204020204" pitchFamily="34" charset="-122"/>
              </a:rPr>
              <a:t>awk</a:t>
            </a:r>
            <a:r>
              <a:rPr lang="zh-CN" altLang="en-US" sz="1600" spc="100" dirty="0">
                <a:latin typeface="微软雅黑" panose="020B0503020204020204" pitchFamily="34" charset="-122"/>
                <a:ea typeface="微软雅黑" panose="020B0503020204020204" pitchFamily="34" charset="-122"/>
              </a:rPr>
              <a:t>）处理和查阅。</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）易于管理和解析：许多常见的基于文本的日志格式已经存在，使得运营和安全团队易于使用一种通用法法来集中化以及解析日志，创造一个更完善的日志管理系统。</a:t>
            </a:r>
          </a:p>
        </p:txBody>
      </p:sp>
      <p:sp>
        <p:nvSpPr>
          <p:cNvPr id="2" name="标题 1"/>
          <p:cNvSpPr>
            <a:spLocks noGrp="1"/>
          </p:cNvSpPr>
          <p:nvPr>
            <p:ph type="title"/>
          </p:nvPr>
        </p:nvSpPr>
        <p:spPr/>
        <p:txBody>
          <a:bodyPr/>
          <a:lstStyle/>
          <a:p>
            <a:r>
              <a:rPr lang="zh-CN" altLang="en-US" dirty="0"/>
              <a:t>文本日志格式的优点</a:t>
            </a:r>
          </a:p>
        </p:txBody>
      </p:sp>
    </p:spTree>
    <p:extLst>
      <p:ext uri="{BB962C8B-B14F-4D97-AF65-F5344CB8AC3E}">
        <p14:creationId xmlns:p14="http://schemas.microsoft.com/office/powerpoint/2010/main" val="1643580152"/>
      </p:ext>
    </p:extLst>
  </p:cSld>
  <p:clrMapOvr>
    <a:masterClrMapping/>
  </p:clrMapOvr>
  <p:transition spd="slow">
    <p:blinds dir="vert"/>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364201" y="1485880"/>
            <a:ext cx="9373467"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扁平文本文件在许多方面上是一个扁平的无模式文件，</a:t>
            </a:r>
            <a:r>
              <a:rPr lang="zh-CN" altLang="en-US" sz="1600" spc="100" dirty="0">
                <a:latin typeface="微软雅黑" panose="020B0503020204020204" pitchFamily="34" charset="-122"/>
                <a:ea typeface="微软雅黑" panose="020B0503020204020204" pitchFamily="34" charset="-122"/>
              </a:rPr>
              <a:t>可以</a:t>
            </a:r>
            <a:r>
              <a:rPr lang="zh-CN" altLang="zh-CN" sz="1600" spc="100" dirty="0">
                <a:latin typeface="微软雅黑" panose="020B0503020204020204" pitchFamily="34" charset="-122"/>
                <a:ea typeface="微软雅黑" panose="020B0503020204020204" pitchFamily="34" charset="-122"/>
              </a:rPr>
              <a:t>遵循某种常见模式或自由格式。</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系统通常会创建一个新日志文件，并持续向其追加写入，直到磁盘空间不足或某个系统进程</a:t>
            </a:r>
            <a:r>
              <a:rPr lang="zh-CN" altLang="en-US" sz="1600" spc="100" dirty="0">
                <a:latin typeface="微软雅黑" panose="020B0503020204020204" pitchFamily="34" charset="-122"/>
                <a:ea typeface="微软雅黑" panose="020B0503020204020204" pitchFamily="34" charset="-122"/>
              </a:rPr>
              <a:t>指示</a:t>
            </a:r>
            <a:r>
              <a:rPr lang="zh-CN" altLang="zh-CN" sz="1600" spc="100" dirty="0">
                <a:latin typeface="微软雅黑" panose="020B0503020204020204" pitchFamily="34" charset="-122"/>
                <a:ea typeface="微软雅黑" panose="020B0503020204020204" pitchFamily="34" charset="-122"/>
              </a:rPr>
              <a:t>系统开始一个新日志文件并将当前文件存储。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这种格式倾向于以时间先后排序，最早发生的时间位于文件开始处，最近发生的时间位于文件末尾。</a:t>
            </a:r>
            <a:endParaRPr lang="zh-CN" altLang="en-US"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扁平文本文件</a:t>
            </a:r>
          </a:p>
        </p:txBody>
      </p:sp>
    </p:spTree>
    <p:extLst>
      <p:ext uri="{BB962C8B-B14F-4D97-AF65-F5344CB8AC3E}">
        <p14:creationId xmlns:p14="http://schemas.microsoft.com/office/powerpoint/2010/main" val="3659855429"/>
      </p:ext>
    </p:extLst>
  </p:cSld>
  <p:clrMapOvr>
    <a:masterClrMapping/>
  </p:clrMapOvr>
  <p:transition spd="slow">
    <p:blinds dir="vert"/>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110343" y="1203598"/>
            <a:ext cx="9575074"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索引文本文件是一种从日志文件中组织数据的方式，它使日志的关键元素能被快速查询。</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索引扁平文本文件具备扁平文本文件的许多优点，具备快速数据插入能力，并保持人类可读的数据格式。</a:t>
            </a:r>
            <a:endParaRPr lang="zh-CN" altLang="en-US"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索引扁平文本文件</a:t>
            </a:r>
          </a:p>
        </p:txBody>
      </p:sp>
    </p:spTree>
    <p:extLst>
      <p:ext uri="{BB962C8B-B14F-4D97-AF65-F5344CB8AC3E}">
        <p14:creationId xmlns:p14="http://schemas.microsoft.com/office/powerpoint/2010/main" val="646063660"/>
      </p:ext>
    </p:extLst>
  </p:cSld>
  <p:clrMapOvr>
    <a:masterClrMapping/>
  </p:clrMapOvr>
  <p:transition spd="slow">
    <p:blinds dir="vert"/>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227909" y="1530407"/>
            <a:ext cx="96012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）邮件：</a:t>
            </a:r>
            <a:r>
              <a:rPr lang="zh-CN" altLang="zh-CN" sz="1600" spc="100" dirty="0">
                <a:latin typeface="微软雅黑" panose="020B0503020204020204" pitchFamily="34" charset="-122"/>
                <a:ea typeface="微软雅黑" panose="020B0503020204020204" pitchFamily="34" charset="-122"/>
              </a:rPr>
              <a:t>被动日志采集方式，通过事先在设备内设定好通告触发规则，当符合规则事件发生时，记录下发生事件的具体信息，在某一时间内主动将日志信息以邮件的方式发送给日志接收服务器。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FTP</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主动日志采集方式事先开发出客户端采集系统，每次抓取日志文本，并以的方式传回日志接收服务器。</a:t>
            </a:r>
            <a:endParaRPr lang="zh-CN" altLang="en-US"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文本方式采集系统日志的方式</a:t>
            </a:r>
          </a:p>
        </p:txBody>
      </p:sp>
    </p:spTree>
    <p:extLst>
      <p:ext uri="{BB962C8B-B14F-4D97-AF65-F5344CB8AC3E}">
        <p14:creationId xmlns:p14="http://schemas.microsoft.com/office/powerpoint/2010/main" val="3091729565"/>
      </p:ext>
    </p:extLst>
  </p:cSld>
  <p:clrMapOvr>
    <a:masterClrMapping/>
  </p:clrMapOvr>
  <p:transition spd="slow">
    <p:blinds dir="vert"/>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280160" y="1513933"/>
            <a:ext cx="9535886"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Web Service</a:t>
            </a:r>
            <a:r>
              <a:rPr lang="zh-CN" altLang="zh-CN" sz="1600" spc="100" dirty="0">
                <a:latin typeface="微软雅黑" panose="020B0503020204020204" pitchFamily="34" charset="-122"/>
                <a:ea typeface="微软雅黑" panose="020B0503020204020204" pitchFamily="34" charset="-122"/>
              </a:rPr>
              <a:t>是一个</a:t>
            </a:r>
            <a:r>
              <a:rPr lang="zh-CN" altLang="en-US" sz="1600" spc="100" dirty="0">
                <a:latin typeface="微软雅黑" panose="020B0503020204020204" pitchFamily="34" charset="-122"/>
                <a:ea typeface="微软雅黑" panose="020B0503020204020204" pitchFamily="34" charset="-122"/>
              </a:rPr>
              <a:t>平台</a:t>
            </a:r>
            <a:r>
              <a:rPr lang="zh-CN" altLang="zh-CN" sz="1600" spc="100" dirty="0">
                <a:latin typeface="微软雅黑" panose="020B0503020204020204" pitchFamily="34" charset="-122"/>
                <a:ea typeface="微软雅黑" panose="020B0503020204020204" pitchFamily="34" charset="-122"/>
              </a:rPr>
              <a:t>独立的、低耦合的、自包含的、基于可</a:t>
            </a:r>
            <a:r>
              <a:rPr lang="zh-CN" altLang="en-US" sz="1600" spc="100" dirty="0">
                <a:latin typeface="微软雅黑" panose="020B0503020204020204" pitchFamily="34" charset="-122"/>
                <a:ea typeface="微软雅黑" panose="020B0503020204020204" pitchFamily="34" charset="-122"/>
              </a:rPr>
              <a:t>编程</a:t>
            </a:r>
            <a:r>
              <a:rPr lang="zh-CN" altLang="zh-CN" sz="1600" spc="100" dirty="0">
                <a:latin typeface="微软雅黑" panose="020B0503020204020204" pitchFamily="34" charset="-122"/>
                <a:ea typeface="微软雅黑" panose="020B0503020204020204" pitchFamily="34" charset="-122"/>
              </a:rPr>
              <a:t>的</a:t>
            </a:r>
            <a:r>
              <a:rPr lang="en-US" altLang="zh-CN" sz="1600" spc="100" dirty="0">
                <a:latin typeface="微软雅黑" panose="020B0503020204020204" pitchFamily="34" charset="-122"/>
                <a:ea typeface="微软雅黑" panose="020B0503020204020204" pitchFamily="34" charset="-122"/>
              </a:rPr>
              <a:t>Web</a:t>
            </a:r>
            <a:r>
              <a:rPr lang="zh-CN" altLang="zh-CN" sz="1600" spc="100" dirty="0">
                <a:latin typeface="微软雅黑" panose="020B0503020204020204" pitchFamily="34" charset="-122"/>
                <a:ea typeface="微软雅黑" panose="020B0503020204020204" pitchFamily="34" charset="-122"/>
              </a:rPr>
              <a:t>应用程序</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Web Service</a:t>
            </a:r>
            <a:r>
              <a:rPr lang="zh-CN" altLang="zh-CN" sz="1600" spc="100" dirty="0">
                <a:latin typeface="微软雅黑" panose="020B0503020204020204" pitchFamily="34" charset="-122"/>
                <a:ea typeface="微软雅黑" panose="020B0503020204020204" pitchFamily="34" charset="-122"/>
              </a:rPr>
              <a:t>可使用开放的</a:t>
            </a:r>
            <a:r>
              <a:rPr lang="en-US" altLang="zh-CN" sz="1600" spc="100" dirty="0">
                <a:latin typeface="微软雅黑" panose="020B0503020204020204" pitchFamily="34" charset="-122"/>
                <a:ea typeface="微软雅黑" panose="020B0503020204020204" pitchFamily="34" charset="-122"/>
              </a:rPr>
              <a:t>XML</a:t>
            </a:r>
            <a:r>
              <a:rPr lang="zh-CN"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标准通用标记语言</a:t>
            </a:r>
            <a:r>
              <a:rPr lang="zh-CN" altLang="zh-CN" sz="1600" spc="100" dirty="0">
                <a:latin typeface="微软雅黑" panose="020B0503020204020204" pitchFamily="34" charset="-122"/>
                <a:ea typeface="微软雅黑" panose="020B0503020204020204" pitchFamily="34" charset="-122"/>
              </a:rPr>
              <a:t>下的一个子集）</a:t>
            </a:r>
            <a:r>
              <a:rPr lang="zh-CN" altLang="en-US" sz="1600" spc="100" dirty="0">
                <a:latin typeface="微软雅黑" panose="020B0503020204020204" pitchFamily="34" charset="-122"/>
                <a:ea typeface="微软雅黑" panose="020B0503020204020204" pitchFamily="34" charset="-122"/>
              </a:rPr>
              <a:t>标准</a:t>
            </a:r>
            <a:r>
              <a:rPr lang="zh-CN" altLang="zh-CN" sz="1600" spc="100" dirty="0">
                <a:latin typeface="微软雅黑" panose="020B0503020204020204" pitchFamily="34" charset="-122"/>
                <a:ea typeface="微软雅黑" panose="020B0503020204020204" pitchFamily="34" charset="-122"/>
              </a:rPr>
              <a:t>来</a:t>
            </a:r>
            <a:r>
              <a:rPr lang="zh-CN" altLang="en-US" sz="1600" spc="100" dirty="0">
                <a:latin typeface="微软雅黑" panose="020B0503020204020204" pitchFamily="34" charset="-122"/>
                <a:ea typeface="微软雅黑" panose="020B0503020204020204" pitchFamily="34" charset="-122"/>
              </a:rPr>
              <a:t>描述</a:t>
            </a:r>
            <a:r>
              <a:rPr lang="zh-CN" altLang="zh-CN" sz="1600" spc="100" dirty="0">
                <a:latin typeface="微软雅黑" panose="020B0503020204020204" pitchFamily="34" charset="-122"/>
                <a:ea typeface="微软雅黑" panose="020B0503020204020204" pitchFamily="34" charset="-122"/>
              </a:rPr>
              <a:t>、发布、发现、协调和配置这些应用程序，是用于开发分布式的互操作的</a:t>
            </a:r>
            <a:r>
              <a:rPr lang="zh-CN" altLang="en-US" sz="1600" spc="100" dirty="0">
                <a:latin typeface="微软雅黑" panose="020B0503020204020204" pitchFamily="34" charset="-122"/>
                <a:ea typeface="微软雅黑" panose="020B0503020204020204" pitchFamily="34" charset="-122"/>
              </a:rPr>
              <a:t>应用程序。</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Web Service</a:t>
            </a:r>
            <a:r>
              <a:rPr lang="zh-CN" altLang="zh-CN" sz="1600" spc="100" dirty="0">
                <a:latin typeface="微软雅黑" panose="020B0503020204020204" pitchFamily="34" charset="-122"/>
                <a:ea typeface="微软雅黑" panose="020B0503020204020204" pitchFamily="34" charset="-122"/>
              </a:rPr>
              <a:t>技术能使得运行在不同机器上的不同应用无须借助附加的、专门的第三方软件或硬件，就可相互交换数据或集成。</a:t>
            </a:r>
            <a:endParaRPr lang="zh-CN" altLang="en-US"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en-US" altLang="zh-CN" dirty="0"/>
              <a:t>Web Service</a:t>
            </a:r>
            <a:endParaRPr lang="zh-CN" altLang="en-US" dirty="0"/>
          </a:p>
        </p:txBody>
      </p:sp>
    </p:spTree>
    <p:extLst>
      <p:ext uri="{BB962C8B-B14F-4D97-AF65-F5344CB8AC3E}">
        <p14:creationId xmlns:p14="http://schemas.microsoft.com/office/powerpoint/2010/main" val="503014921"/>
      </p:ext>
    </p:extLst>
  </p:cSld>
  <p:clrMapOvr>
    <a:masterClrMapping/>
  </p:clrMapOvr>
  <p:transition spd="slow">
    <p:blinds dir="vert"/>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463039" y="1650576"/>
            <a:ext cx="9339943"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第三方系统是指系统所接入的其他外部设备，日志收集与分析系统能够实现与外部系统的接口，实现与第三方系统的统一门户的集成。</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接口支持标准的</a:t>
            </a:r>
            <a:r>
              <a:rPr lang="en-US" altLang="zh-CN" sz="1600" spc="100" dirty="0">
                <a:latin typeface="微软雅黑" panose="020B0503020204020204" pitchFamily="34" charset="-122"/>
                <a:ea typeface="微软雅黑" panose="020B0503020204020204" pitchFamily="34" charset="-122"/>
              </a:rPr>
              <a:t>Portal</a:t>
            </a:r>
            <a:r>
              <a:rPr lang="zh-CN" altLang="zh-CN" sz="1600" spc="100" dirty="0">
                <a:latin typeface="微软雅黑" panose="020B0503020204020204" pitchFamily="34" charset="-122"/>
                <a:ea typeface="微软雅黑" panose="020B0503020204020204" pitchFamily="34" charset="-122"/>
              </a:rPr>
              <a:t>标准，同时还支持基于</a:t>
            </a:r>
            <a:r>
              <a:rPr lang="en-US" altLang="zh-CN" sz="1600" spc="100" dirty="0">
                <a:latin typeface="微软雅黑" panose="020B0503020204020204" pitchFamily="34" charset="-122"/>
                <a:ea typeface="微软雅黑" panose="020B0503020204020204" pitchFamily="34" charset="-122"/>
              </a:rPr>
              <a:t>Web2.0</a:t>
            </a:r>
            <a:r>
              <a:rPr lang="zh-CN" altLang="zh-CN" sz="1600" spc="100" dirty="0">
                <a:latin typeface="微软雅黑" panose="020B0503020204020204" pitchFamily="34" charset="-122"/>
                <a:ea typeface="微软雅黑" panose="020B0503020204020204" pitchFamily="34" charset="-122"/>
              </a:rPr>
              <a:t>的</a:t>
            </a:r>
            <a:r>
              <a:rPr lang="en-US" altLang="zh-CN" sz="1600" spc="100" dirty="0" err="1">
                <a:latin typeface="微软雅黑" panose="020B0503020204020204" pitchFamily="34" charset="-122"/>
                <a:ea typeface="微软雅黑" panose="020B0503020204020204" pitchFamily="34" charset="-122"/>
              </a:rPr>
              <a:t>meshup</a:t>
            </a:r>
            <a:r>
              <a:rPr lang="zh-CN" altLang="zh-CN" sz="1600" spc="100" dirty="0">
                <a:latin typeface="微软雅黑" panose="020B0503020204020204" pitchFamily="34" charset="-122"/>
                <a:ea typeface="微软雅黑" panose="020B0503020204020204" pitchFamily="34" charset="-122"/>
              </a:rPr>
              <a:t>技术，实现与第三方系统统一门户基于</a:t>
            </a:r>
            <a:r>
              <a:rPr lang="en-US" altLang="zh-CN" sz="1600" spc="100" dirty="0">
                <a:latin typeface="微软雅黑" panose="020B0503020204020204" pitchFamily="34" charset="-122"/>
                <a:ea typeface="微软雅黑" panose="020B0503020204020204" pitchFamily="34" charset="-122"/>
              </a:rPr>
              <a:t>URL</a:t>
            </a:r>
            <a:r>
              <a:rPr lang="zh-CN" altLang="zh-CN" sz="1600" spc="100" dirty="0">
                <a:latin typeface="微软雅黑" panose="020B0503020204020204" pitchFamily="34" charset="-122"/>
                <a:ea typeface="微软雅黑" panose="020B0503020204020204" pitchFamily="34" charset="-122"/>
              </a:rPr>
              <a:t>的集成</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这些接口服务都内置安全机制，包括信息认证、信息加密等。</a:t>
            </a:r>
          </a:p>
        </p:txBody>
      </p:sp>
      <p:sp>
        <p:nvSpPr>
          <p:cNvPr id="2" name="标题 1"/>
          <p:cNvSpPr>
            <a:spLocks noGrp="1"/>
          </p:cNvSpPr>
          <p:nvPr>
            <p:ph type="title"/>
          </p:nvPr>
        </p:nvSpPr>
        <p:spPr/>
        <p:txBody>
          <a:bodyPr/>
          <a:lstStyle/>
          <a:p>
            <a:r>
              <a:rPr lang="zh-CN" altLang="en-US" dirty="0"/>
              <a:t>第三方系统</a:t>
            </a:r>
          </a:p>
        </p:txBody>
      </p:sp>
    </p:spTree>
    <p:extLst>
      <p:ext uri="{BB962C8B-B14F-4D97-AF65-F5344CB8AC3E}">
        <p14:creationId xmlns:p14="http://schemas.microsoft.com/office/powerpoint/2010/main" val="3453894811"/>
      </p:ext>
    </p:extLst>
  </p:cSld>
  <p:clrMapOvr>
    <a:masterClrMapping/>
  </p:clrMapOvr>
  <p:transition spd="slow">
    <p:blinds dir="vert"/>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smtClean="0">
                <a:solidFill>
                  <a:schemeClr val="tx1">
                    <a:lumMod val="75000"/>
                    <a:lumOff val="25000"/>
                  </a:schemeClr>
                </a:solidFill>
                <a:latin typeface="Microsoft YaHei" charset="-122"/>
                <a:ea typeface="Microsoft YaHei" charset="-122"/>
                <a:cs typeface="Microsoft YaHei" charset="-122"/>
                <a:sym typeface="Arial" panose="020B0604020202020204"/>
              </a:rPr>
              <a:t>日志</a:t>
            </a:r>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收</a:t>
            </a:r>
            <a:r>
              <a:rPr kumimoji="1" lang="zh-CN" altLang="en-US" b="1" dirty="0" smtClean="0">
                <a:solidFill>
                  <a:schemeClr val="tx1">
                    <a:lumMod val="75000"/>
                    <a:lumOff val="25000"/>
                  </a:schemeClr>
                </a:solidFill>
                <a:latin typeface="Microsoft YaHei" charset="-122"/>
                <a:ea typeface="Microsoft YaHei" charset="-122"/>
                <a:cs typeface="Microsoft YaHei" charset="-122"/>
                <a:sym typeface="Arial" panose="020B0604020202020204"/>
              </a:rPr>
              <a:t>集</a:t>
            </a:r>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器</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2.4</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119773072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449977" y="1537676"/>
            <a:ext cx="9209314"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zh-CN" altLang="en-US" sz="1600" spc="100" dirty="0" smtClean="0">
                <a:latin typeface="微软雅黑" panose="020B0503020204020204" pitchFamily="34" charset="-122"/>
                <a:ea typeface="微软雅黑" panose="020B0503020204020204" pitchFamily="34" charset="-122"/>
              </a:rPr>
              <a:t>日志收集</a:t>
            </a:r>
            <a:r>
              <a:rPr lang="zh-CN" altLang="en-US" sz="1600" spc="100" dirty="0">
                <a:latin typeface="微软雅黑" panose="020B0503020204020204" pitchFamily="34" charset="-122"/>
                <a:ea typeface="微软雅黑" panose="020B0503020204020204" pitchFamily="34" charset="-122"/>
              </a:rPr>
              <a:t>器支持注册为服务，其状态支持同步到系统服务器，监控</a:t>
            </a:r>
            <a:r>
              <a:rPr lang="zh-CN" altLang="en-US" sz="1600" spc="100" dirty="0" smtClean="0">
                <a:latin typeface="微软雅黑" panose="020B0503020204020204" pitchFamily="34" charset="-122"/>
                <a:ea typeface="微软雅黑" panose="020B0503020204020204" pitchFamily="34" charset="-122"/>
              </a:rPr>
              <a:t>日志收集</a:t>
            </a:r>
            <a:r>
              <a:rPr lang="zh-CN" altLang="en-US" sz="1600" spc="100" dirty="0">
                <a:latin typeface="微软雅黑" panose="020B0503020204020204" pitchFamily="34" charset="-122"/>
                <a:ea typeface="微软雅黑" panose="020B0503020204020204" pitchFamily="34" charset="-122"/>
              </a:rPr>
              <a:t>器的状态并能告警。</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smtClean="0">
                <a:latin typeface="微软雅黑" panose="020B0503020204020204" pitchFamily="34" charset="-122"/>
                <a:ea typeface="微软雅黑" panose="020B0503020204020204" pitchFamily="34" charset="-122"/>
              </a:rPr>
              <a:t>）收集</a:t>
            </a:r>
            <a:r>
              <a:rPr lang="zh-CN" altLang="en-US" sz="1600" spc="100" dirty="0">
                <a:latin typeface="微软雅黑" panose="020B0503020204020204" pitchFamily="34" charset="-122"/>
                <a:ea typeface="微软雅黑" panose="020B0503020204020204" pitchFamily="34" charset="-122"/>
              </a:rPr>
              <a:t>器支持自保护能力，防止非授权用户强行</a:t>
            </a:r>
            <a:r>
              <a:rPr lang="zh-CN" altLang="en-US" sz="1600" spc="100" dirty="0" smtClean="0">
                <a:latin typeface="微软雅黑" panose="020B0503020204020204" pitchFamily="34" charset="-122"/>
                <a:ea typeface="微软雅黑" panose="020B0503020204020204" pitchFamily="34" charset="-122"/>
              </a:rPr>
              <a:t>终止收集</a:t>
            </a:r>
            <a:r>
              <a:rPr lang="zh-CN" altLang="en-US" sz="1600" spc="100" dirty="0">
                <a:latin typeface="微软雅黑" panose="020B0503020204020204" pitchFamily="34" charset="-122"/>
                <a:ea typeface="微软雅黑" panose="020B0503020204020204" pitchFamily="34" charset="-122"/>
              </a:rPr>
              <a:t>器的运行，防止非授权用户强制取消采集器在系统启动时自动加载，防止非授权用户强行卸载、删除或修改采集器。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）系统能</a:t>
            </a:r>
            <a:r>
              <a:rPr lang="zh-CN" altLang="en-US" sz="1600" spc="100" dirty="0" smtClean="0">
                <a:latin typeface="微软雅黑" panose="020B0503020204020204" pitchFamily="34" charset="-122"/>
                <a:ea typeface="微软雅黑" panose="020B0503020204020204" pitchFamily="34" charset="-122"/>
              </a:rPr>
              <a:t>监视收集</a:t>
            </a:r>
            <a:r>
              <a:rPr lang="zh-CN" altLang="en-US" sz="1600" spc="100" dirty="0">
                <a:latin typeface="微软雅黑" panose="020B0503020204020204" pitchFamily="34" charset="-122"/>
                <a:ea typeface="微软雅黑" panose="020B0503020204020204" pitchFamily="34" charset="-122"/>
              </a:rPr>
              <a:t>器的状态，并在审计日志中</a:t>
            </a:r>
            <a:r>
              <a:rPr lang="zh-CN" altLang="en-US" sz="1600" spc="100" dirty="0" smtClean="0">
                <a:latin typeface="微软雅黑" panose="020B0503020204020204" pitchFamily="34" charset="-122"/>
                <a:ea typeface="微软雅黑" panose="020B0503020204020204" pitchFamily="34" charset="-122"/>
              </a:rPr>
              <a:t>记录收集</a:t>
            </a:r>
            <a:r>
              <a:rPr lang="zh-CN" altLang="en-US" sz="1600" spc="100" dirty="0">
                <a:latin typeface="微软雅黑" panose="020B0503020204020204" pitchFamily="34" charset="-122"/>
                <a:ea typeface="微软雅黑" panose="020B0503020204020204" pitchFamily="34" charset="-122"/>
              </a:rPr>
              <a:t>器的状态变更，如启动、终止。</a:t>
            </a:r>
            <a:endParaRPr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smtClean="0"/>
              <a:t>日志收集</a:t>
            </a:r>
            <a:r>
              <a:rPr lang="zh-CN" altLang="en-US" dirty="0"/>
              <a:t>器</a:t>
            </a:r>
          </a:p>
        </p:txBody>
      </p:sp>
    </p:spTree>
    <p:extLst>
      <p:ext uri="{BB962C8B-B14F-4D97-AF65-F5344CB8AC3E}">
        <p14:creationId xmlns:p14="http://schemas.microsoft.com/office/powerpoint/2010/main" val="2409176997"/>
      </p:ext>
    </p:extLst>
  </p:cSld>
  <p:clrMapOvr>
    <a:masterClrMapping/>
  </p:clrMapOvr>
  <p:transition spd="slow">
    <p:blinds dir="vert"/>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632857" y="1809521"/>
            <a:ext cx="517024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）主要对象为服务器日志</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）对不同类型的服务器日志，执行不同的收集脚本</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）将收集的统一格式日志信息存储到索引中，统一存储、使用。</a:t>
            </a:r>
            <a:endParaRPr altLang="zh-CN" sz="1600" spc="100" dirty="0">
              <a:latin typeface="微软雅黑" panose="020B0503020204020204" pitchFamily="34" charset="-122"/>
              <a:ea typeface="微软雅黑" panose="020B0503020204020204" pitchFamily="34" charset="-122"/>
            </a:endParaRPr>
          </a:p>
        </p:txBody>
      </p:sp>
      <p:graphicFrame>
        <p:nvGraphicFramePr>
          <p:cNvPr id="11" name="对象 10"/>
          <p:cNvGraphicFramePr>
            <a:graphicFrameLocks noChangeAspect="1"/>
          </p:cNvGraphicFramePr>
          <p:nvPr/>
        </p:nvGraphicFramePr>
        <p:xfrm>
          <a:off x="7617705" y="1276868"/>
          <a:ext cx="1833044" cy="4888118"/>
        </p:xfrm>
        <a:graphic>
          <a:graphicData uri="http://schemas.openxmlformats.org/presentationml/2006/ole">
            <mc:AlternateContent xmlns:mc="http://schemas.openxmlformats.org/markup-compatibility/2006">
              <mc:Choice xmlns:v="urn:schemas-microsoft-com:vml" Requires="v">
                <p:oleObj spid="_x0000_s9246" name="Visio" r:id="rId4" imgW="2082800" imgH="5295900" progId="Visio.DrawingConvertable.15">
                  <p:embed/>
                </p:oleObj>
              </mc:Choice>
              <mc:Fallback>
                <p:oleObj name="Visio" r:id="rId4" imgW="2082800" imgH="5295900" progId="Visio.DrawingConvertable.15">
                  <p:embed/>
                  <p:pic>
                    <p:nvPicPr>
                      <p:cNvPr id="11" name="对象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17705" y="1276868"/>
                        <a:ext cx="1833044" cy="4888118"/>
                      </a:xfrm>
                      <a:prstGeom prst="rect">
                        <a:avLst/>
                      </a:prstGeom>
                      <a:noFill/>
                    </p:spPr>
                  </p:pic>
                </p:oleObj>
              </mc:Fallback>
            </mc:AlternateContent>
          </a:graphicData>
        </a:graphic>
      </p:graphicFrame>
      <p:sp>
        <p:nvSpPr>
          <p:cNvPr id="2" name="标题 1"/>
          <p:cNvSpPr>
            <a:spLocks noGrp="1"/>
          </p:cNvSpPr>
          <p:nvPr>
            <p:ph type="title"/>
          </p:nvPr>
        </p:nvSpPr>
        <p:spPr/>
        <p:txBody>
          <a:bodyPr/>
          <a:lstStyle/>
          <a:p>
            <a:r>
              <a:rPr lang="zh-CN" altLang="en-US" dirty="0" smtClean="0"/>
              <a:t>日志收集</a:t>
            </a:r>
            <a:r>
              <a:rPr lang="zh-CN" altLang="en-US" dirty="0"/>
              <a:t>流程</a:t>
            </a:r>
          </a:p>
        </p:txBody>
      </p:sp>
    </p:spTree>
    <p:extLst>
      <p:ext uri="{BB962C8B-B14F-4D97-AF65-F5344CB8AC3E}">
        <p14:creationId xmlns:p14="http://schemas.microsoft.com/office/powerpoint/2010/main" val="1545577291"/>
      </p:ext>
    </p:extLst>
  </p:cSld>
  <p:clrMapOvr>
    <a:masterClrMapping/>
  </p:clrMapOvr>
  <p:transition spd="slow">
    <p:blinds dir="vert"/>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框 2"/>
          <p:cNvSpPr txBox="1"/>
          <p:nvPr/>
        </p:nvSpPr>
        <p:spPr>
          <a:xfrm>
            <a:off x="0" y="2514262"/>
            <a:ext cx="12192000"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0" normalizeH="0" baseline="0" noProof="0" dirty="0">
                <a:ln>
                  <a:noFill/>
                </a:ln>
                <a:solidFill>
                  <a:srgbClr val="0083C9"/>
                </a:solidFill>
                <a:effectLst/>
                <a:uLnTx/>
                <a:uFillTx/>
                <a:latin typeface="华文行楷" panose="02010800040101010101" pitchFamily="2" charset="-122"/>
                <a:ea typeface="华文行楷" panose="02010800040101010101" pitchFamily="2" charset="-122"/>
                <a:cs typeface="+mn-cs"/>
              </a:rPr>
              <a:t>潜心读书，专心学习，成就</a:t>
            </a:r>
            <a:r>
              <a:rPr kumimoji="0" lang="zh-CN" altLang="en-US" sz="6000" b="0" i="0" u="none" strike="noStrike" kern="1200" cap="none" spc="0" normalizeH="0" baseline="0" noProof="0" dirty="0" smtClean="0">
                <a:ln>
                  <a:noFill/>
                </a:ln>
                <a:solidFill>
                  <a:srgbClr val="0083C9"/>
                </a:solidFill>
                <a:effectLst/>
                <a:uLnTx/>
                <a:uFillTx/>
                <a:latin typeface="华文行楷" panose="02010800040101010101" pitchFamily="2" charset="-122"/>
                <a:ea typeface="华文行楷" panose="02010800040101010101" pitchFamily="2" charset="-122"/>
                <a:cs typeface="+mn-cs"/>
              </a:rPr>
              <a:t>未来</a:t>
            </a:r>
            <a:endParaRPr kumimoji="0" lang="zh-CN" altLang="en-US" sz="6000" b="0" i="0" u="none" strike="noStrike" kern="1200" cap="none" spc="0" normalizeH="0" baseline="0" noProof="0" dirty="0">
              <a:ln>
                <a:noFill/>
              </a:ln>
              <a:solidFill>
                <a:srgbClr val="0083C9"/>
              </a:solidFill>
              <a:effectLst/>
              <a:uLnTx/>
              <a:uFillTx/>
              <a:latin typeface="华文行楷" panose="02010800040101010101" pitchFamily="2" charset="-122"/>
              <a:ea typeface="华文行楷" panose="02010800040101010101" pitchFamily="2" charset="-122"/>
              <a:cs typeface="+mn-cs"/>
              <a:sym typeface="Arial"/>
            </a:endParaRPr>
          </a:p>
        </p:txBody>
      </p:sp>
      <p:sp>
        <p:nvSpPr>
          <p:cNvPr id="4" name="Rectangle 24"/>
          <p:cNvSpPr>
            <a:spLocks noChangeArrowheads="1"/>
          </p:cNvSpPr>
          <p:nvPr/>
        </p:nvSpPr>
        <p:spPr bwMode="auto">
          <a:xfrm>
            <a:off x="3632056" y="4751390"/>
            <a:ext cx="4916112" cy="695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rPr>
              <a:t>奇安</a:t>
            </a:r>
            <a:r>
              <a:rPr kumimoji="0" lang="zh-CN" altLang="en-US"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信</a:t>
            </a:r>
            <a:r>
              <a:rPr kumimoji="0" lang="en-US" altLang="zh-CN"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a:t>
            </a:r>
            <a:r>
              <a:rPr kumimoji="0" lang="zh-CN" altLang="en-US"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安全教育</a:t>
            </a:r>
            <a:endParaRPr kumimoji="0" lang="en-US" altLang="zh-CN"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2018</a:t>
            </a:r>
            <a:r>
              <a:rPr kumimoji="0" lang="zh-CN" altLang="en-US"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年</a:t>
            </a:r>
            <a:r>
              <a:rPr kumimoji="0" lang="en-US" altLang="zh-CN"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12</a:t>
            </a:r>
            <a:r>
              <a:rPr kumimoji="0" lang="zh-CN" altLang="en-US"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月</a:t>
            </a:r>
            <a:endParaRPr kumimoji="0" lang="en-US" altLang="zh-CN" sz="12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endParaRPr>
          </a:p>
        </p:txBody>
      </p:sp>
    </p:spTree>
    <p:extLst>
      <p:ext uri="{BB962C8B-B14F-4D97-AF65-F5344CB8AC3E}">
        <p14:creationId xmlns:p14="http://schemas.microsoft.com/office/powerpoint/2010/main" val="26647389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par>
    </p:tnLst>
  </p:timing>
</p:sld>
</file>

<file path=ppt/theme/theme1.xml><?xml version="1.0" encoding="utf-8"?>
<a:theme xmlns:a="http://schemas.openxmlformats.org/drawingml/2006/main" name="自定义设计方案">
  <a:themeElements>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7033556D-3971-9E47-9DDC-7E3D3ED1A653}"/>
    </a:ext>
  </a:extLst>
</a:theme>
</file>

<file path=ppt/theme/theme2.xml><?xml version="1.0" encoding="utf-8"?>
<a:theme xmlns:a="http://schemas.openxmlformats.org/drawingml/2006/main" name="目录及模块">
  <a:themeElements>
    <a:clrScheme name="自定义 22">
      <a:dk1>
        <a:srgbClr val="000000"/>
      </a:dk1>
      <a:lt1>
        <a:srgbClr val="FFFFFF"/>
      </a:lt1>
      <a:dk2>
        <a:srgbClr val="44546A"/>
      </a:dk2>
      <a:lt2>
        <a:srgbClr val="E7E6E6"/>
      </a:lt2>
      <a:accent1>
        <a:srgbClr val="52C1AF"/>
      </a:accent1>
      <a:accent2>
        <a:srgbClr val="4CA8BF"/>
      </a:accent2>
      <a:accent3>
        <a:srgbClr val="477EB7"/>
      </a:accent3>
      <a:accent4>
        <a:srgbClr val="3169BB"/>
      </a:accent4>
      <a:accent5>
        <a:srgbClr val="2757B7"/>
      </a:accent5>
      <a:accent6>
        <a:srgbClr val="2F87A4"/>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22C29BD7-062E-4647-83A2-C77A0ABB2446}"/>
    </a:ext>
  </a:extLst>
</a:theme>
</file>

<file path=ppt/theme/theme3.xml><?xml version="1.0" encoding="utf-8"?>
<a:theme xmlns:a="http://schemas.openxmlformats.org/drawingml/2006/main" name="44_Approach - Color 09">
  <a:themeElements>
    <a:clrScheme name="自定义 24">
      <a:dk1>
        <a:srgbClr val="0C0D0E"/>
      </a:dk1>
      <a:lt1>
        <a:srgbClr val="FFFFFF"/>
      </a:lt1>
      <a:dk2>
        <a:srgbClr val="151A22"/>
      </a:dk2>
      <a:lt2>
        <a:srgbClr val="E7E6E6"/>
      </a:lt2>
      <a:accent1>
        <a:srgbClr val="42A5F5"/>
      </a:accent1>
      <a:accent2>
        <a:srgbClr val="2196F3"/>
      </a:accent2>
      <a:accent3>
        <a:srgbClr val="1E88E5"/>
      </a:accent3>
      <a:accent4>
        <a:srgbClr val="1976D2"/>
      </a:accent4>
      <a:accent5>
        <a:srgbClr val="1565C0"/>
      </a:accent5>
      <a:accent6>
        <a:srgbClr val="0D47A1"/>
      </a:accent6>
      <a:hlink>
        <a:srgbClr val="0563C1"/>
      </a:hlink>
      <a:folHlink>
        <a:srgbClr val="954F72"/>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E3824F92-6DC0-E544-93E5-059CEBC37BD3}"/>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themeOverride>
</file>

<file path=ppt/theme/themeOverride2.xml><?xml version="1.0" encoding="utf-8"?>
<a:themeOverride xmlns:a="http://schemas.openxmlformats.org/drawingml/2006/main">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17905</TotalTime>
  <Words>4892</Words>
  <Application>Microsoft Office PowerPoint</Application>
  <PresentationFormat>宽屏</PresentationFormat>
  <Paragraphs>309</Paragraphs>
  <Slides>61</Slides>
  <Notes>55</Notes>
  <HiddenSlides>0</HiddenSlides>
  <MMClips>0</MMClips>
  <ScaleCrop>false</ScaleCrop>
  <HeadingPairs>
    <vt:vector size="8" baseType="variant">
      <vt:variant>
        <vt:lpstr>已用的字体</vt:lpstr>
      </vt:variant>
      <vt:variant>
        <vt:i4>16</vt:i4>
      </vt:variant>
      <vt:variant>
        <vt:lpstr>主题</vt:lpstr>
      </vt:variant>
      <vt:variant>
        <vt:i4>3</vt:i4>
      </vt:variant>
      <vt:variant>
        <vt:lpstr>嵌入 OLE 服务器</vt:lpstr>
      </vt:variant>
      <vt:variant>
        <vt:i4>1</vt:i4>
      </vt:variant>
      <vt:variant>
        <vt:lpstr>幻灯片标题</vt:lpstr>
      </vt:variant>
      <vt:variant>
        <vt:i4>61</vt:i4>
      </vt:variant>
    </vt:vector>
  </HeadingPairs>
  <TitlesOfParts>
    <vt:vector size="81" baseType="lpstr">
      <vt:lpstr>Hiragino Sans GB W3</vt:lpstr>
      <vt:lpstr>Microsoft YaHei Light</vt:lpstr>
      <vt:lpstr>Roboto Black</vt:lpstr>
      <vt:lpstr>Source Sans Pro</vt:lpstr>
      <vt:lpstr>Source Sans Pro Light</vt:lpstr>
      <vt:lpstr>DengXian</vt:lpstr>
      <vt:lpstr>DengXian Light</vt:lpstr>
      <vt:lpstr>黑体</vt:lpstr>
      <vt:lpstr>华文行楷</vt:lpstr>
      <vt:lpstr>宋体</vt:lpstr>
      <vt:lpstr>Microsoft YaHei</vt:lpstr>
      <vt:lpstr>Microsoft YaHei</vt:lpstr>
      <vt:lpstr>Arial</vt:lpstr>
      <vt:lpstr>Calibri</vt:lpstr>
      <vt:lpstr>Calibri Light</vt:lpstr>
      <vt:lpstr>Cambria</vt:lpstr>
      <vt:lpstr>自定义设计方案</vt:lpstr>
      <vt:lpstr>目录及模块</vt:lpstr>
      <vt:lpstr>44_Approach - Color 09</vt:lpstr>
      <vt:lpstr>Visio</vt:lpstr>
      <vt:lpstr>PowerPoint 演示文稿</vt:lpstr>
      <vt:lpstr>目录</vt:lpstr>
      <vt:lpstr>本章学习目标</vt:lpstr>
      <vt:lpstr>PowerPoint 演示文稿</vt:lpstr>
      <vt:lpstr>日志收集系统</vt:lpstr>
      <vt:lpstr>PowerPoint 演示文稿</vt:lpstr>
      <vt:lpstr>操作系统生成的日志</vt:lpstr>
      <vt:lpstr>操作系统消息被视为安全相关日志的原因</vt:lpstr>
      <vt:lpstr>UNIX/Linux的系统日志分类</vt:lpstr>
      <vt:lpstr>UNIX/Linux系统的主要日志文件格式</vt:lpstr>
      <vt:lpstr>Windows日志分类</vt:lpstr>
      <vt:lpstr>网络设备</vt:lpstr>
      <vt:lpstr>常见网络设备消息类别</vt:lpstr>
      <vt:lpstr>常见网络设备的种类</vt:lpstr>
      <vt:lpstr>安全设备</vt:lpstr>
      <vt:lpstr>安全设备主要记录的事件类型</vt:lpstr>
      <vt:lpstr>应用系统</vt:lpstr>
      <vt:lpstr>应用系统日志分类</vt:lpstr>
      <vt:lpstr>Apache日志分类</vt:lpstr>
      <vt:lpstr>Apache日志记录过程</vt:lpstr>
      <vt:lpstr>数据库</vt:lpstr>
      <vt:lpstr>数据库事务系统工作模式</vt:lpstr>
      <vt:lpstr>事务日志</vt:lpstr>
      <vt:lpstr>事务日志支持的操作</vt:lpstr>
      <vt:lpstr>PowerPoint 演示文稿</vt:lpstr>
      <vt:lpstr>Syslog</vt:lpstr>
      <vt:lpstr>Syslog消息格式</vt:lpstr>
      <vt:lpstr>标准Syslog介绍</vt:lpstr>
      <vt:lpstr>SNMP</vt:lpstr>
      <vt:lpstr>SNMP版本</vt:lpstr>
      <vt:lpstr>SNMP陷阱和通知</vt:lpstr>
      <vt:lpstr>SNMP get</vt:lpstr>
      <vt:lpstr>SNMP set</vt:lpstr>
      <vt:lpstr>SNMP Trap</vt:lpstr>
      <vt:lpstr>SNMP Trap功能的特点</vt:lpstr>
      <vt:lpstr>JDBC</vt:lpstr>
      <vt:lpstr>JDBC基本层次结构</vt:lpstr>
      <vt:lpstr>JDBC驱动程序分类</vt:lpstr>
      <vt:lpstr>JDBC-ODBC Bridge Driver</vt:lpstr>
      <vt:lpstr>Native API  Driver</vt:lpstr>
      <vt:lpstr>JDBC-Net Driver</vt:lpstr>
      <vt:lpstr>Native Protocol Driver</vt:lpstr>
      <vt:lpstr>ODBC</vt:lpstr>
      <vt:lpstr>ODBC的组成</vt:lpstr>
      <vt:lpstr>JDBC与ODBC不同点</vt:lpstr>
      <vt:lpstr>FTP</vt:lpstr>
      <vt:lpstr>ASCII 传输方式</vt:lpstr>
      <vt:lpstr>二进制传输模式</vt:lpstr>
      <vt:lpstr>Standard模式</vt:lpstr>
      <vt:lpstr>Passive模式</vt:lpstr>
      <vt:lpstr>文本日志</vt:lpstr>
      <vt:lpstr>文本日志格式的优点</vt:lpstr>
      <vt:lpstr>扁平文本文件</vt:lpstr>
      <vt:lpstr>索引扁平文本文件</vt:lpstr>
      <vt:lpstr>文本方式采集系统日志的方式</vt:lpstr>
      <vt:lpstr>Web Service</vt:lpstr>
      <vt:lpstr>第三方系统</vt:lpstr>
      <vt:lpstr>PowerPoint 演示文稿</vt:lpstr>
      <vt:lpstr>日志收集器</vt:lpstr>
      <vt:lpstr>日志收集流程</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王萌03</cp:lastModifiedBy>
  <cp:revision>321</cp:revision>
  <dcterms:created xsi:type="dcterms:W3CDTF">2018-11-06T06:32:09Z</dcterms:created>
  <dcterms:modified xsi:type="dcterms:W3CDTF">2019-08-19T03:23:50Z</dcterms:modified>
</cp:coreProperties>
</file>