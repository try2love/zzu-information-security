
<file path=[Content_Types].xml><?xml version="1.0" encoding="utf-8"?>
<Types xmlns="http://schemas.openxmlformats.org/package/2006/content-types">
  <Default Extension="bin" ContentType="application/vnd.openxmlformats-officedocument.oleObject"/>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4" r:id="rId1"/>
    <p:sldMasterId id="2147483650" r:id="rId2"/>
    <p:sldMasterId id="2147485154" r:id="rId3"/>
  </p:sldMasterIdLst>
  <p:notesMasterIdLst>
    <p:notesMasterId r:id="rId58"/>
  </p:notesMasterIdLst>
  <p:handoutMasterIdLst>
    <p:handoutMasterId r:id="rId59"/>
  </p:handoutMasterIdLst>
  <p:sldIdLst>
    <p:sldId id="403" r:id="rId4"/>
    <p:sldId id="573" r:id="rId5"/>
    <p:sldId id="574" r:id="rId6"/>
    <p:sldId id="625" r:id="rId7"/>
    <p:sldId id="576" r:id="rId8"/>
    <p:sldId id="626" r:id="rId9"/>
    <p:sldId id="578" r:id="rId10"/>
    <p:sldId id="579" r:id="rId11"/>
    <p:sldId id="580" r:id="rId12"/>
    <p:sldId id="581" r:id="rId13"/>
    <p:sldId id="582" r:id="rId14"/>
    <p:sldId id="583" r:id="rId15"/>
    <p:sldId id="584" r:id="rId16"/>
    <p:sldId id="585" r:id="rId17"/>
    <p:sldId id="586" r:id="rId18"/>
    <p:sldId id="587" r:id="rId19"/>
    <p:sldId id="588" r:id="rId20"/>
    <p:sldId id="589" r:id="rId21"/>
    <p:sldId id="590" r:id="rId22"/>
    <p:sldId id="591" r:id="rId23"/>
    <p:sldId id="592" r:id="rId24"/>
    <p:sldId id="593" r:id="rId25"/>
    <p:sldId id="594" r:id="rId26"/>
    <p:sldId id="595" r:id="rId27"/>
    <p:sldId id="596" r:id="rId28"/>
    <p:sldId id="597" r:id="rId29"/>
    <p:sldId id="598" r:id="rId30"/>
    <p:sldId id="599" r:id="rId31"/>
    <p:sldId id="600" r:id="rId32"/>
    <p:sldId id="601" r:id="rId33"/>
    <p:sldId id="602" r:id="rId34"/>
    <p:sldId id="627" r:id="rId35"/>
    <p:sldId id="604" r:id="rId36"/>
    <p:sldId id="605" r:id="rId37"/>
    <p:sldId id="606" r:id="rId38"/>
    <p:sldId id="607" r:id="rId39"/>
    <p:sldId id="608" r:id="rId40"/>
    <p:sldId id="609" r:id="rId41"/>
    <p:sldId id="610" r:id="rId42"/>
    <p:sldId id="611" r:id="rId43"/>
    <p:sldId id="612" r:id="rId44"/>
    <p:sldId id="613" r:id="rId45"/>
    <p:sldId id="614" r:id="rId46"/>
    <p:sldId id="615" r:id="rId47"/>
    <p:sldId id="616" r:id="rId48"/>
    <p:sldId id="617" r:id="rId49"/>
    <p:sldId id="618" r:id="rId50"/>
    <p:sldId id="619" r:id="rId51"/>
    <p:sldId id="620" r:id="rId52"/>
    <p:sldId id="621" r:id="rId53"/>
    <p:sldId id="622" r:id="rId54"/>
    <p:sldId id="623" r:id="rId55"/>
    <p:sldId id="624" r:id="rId56"/>
    <p:sldId id="628" r:id="rId5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28"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3C9"/>
    <a:srgbClr val="1D8CF0"/>
    <a:srgbClr val="168AD7"/>
    <a:srgbClr val="1182CF"/>
    <a:srgbClr val="117EC8"/>
    <a:srgbClr val="0E4F9A"/>
    <a:srgbClr val="0B4DB6"/>
    <a:srgbClr val="117BBC"/>
    <a:srgbClr val="1483C9"/>
    <a:srgbClr val="1487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515" autoAdjust="0"/>
    <p:restoredTop sz="94674"/>
  </p:normalViewPr>
  <p:slideViewPr>
    <p:cSldViewPr snapToGrid="0" snapToObjects="1" showGuides="1">
      <p:cViewPr varScale="1">
        <p:scale>
          <a:sx n="115" d="100"/>
          <a:sy n="115" d="100"/>
        </p:scale>
        <p:origin x="114" y="210"/>
      </p:cViewPr>
      <p:guideLst>
        <p:guide orient="horz" pos="2228"/>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55" d="100"/>
          <a:sy n="55" d="100"/>
        </p:scale>
        <p:origin x="288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notesMaster" Target="notesMasters/notesMaster1.xml"/><Relationship Id="rId5" Type="http://schemas.openxmlformats.org/officeDocument/2006/relationships/slide" Target="slides/slide2.xml"/><Relationship Id="rId61" Type="http://schemas.openxmlformats.org/officeDocument/2006/relationships/viewProps" Target="viewProps.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handoutMaster" Target="handoutMasters/handoutMaster1.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40D9C0A-513E-5D45-A5BD-59ABDA883CB2}" type="datetimeFigureOut">
              <a:rPr kumimoji="1" lang="zh-CN" altLang="en-US" smtClean="0"/>
              <a:t>2019/8/19</a:t>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5A7D54F-769D-2D42-8A77-B952BDC9D44D}" type="slidenum">
              <a:rPr kumimoji="1" lang="zh-CN" altLang="en-US" smtClean="0"/>
              <a:t>‹#›</a:t>
            </a:fld>
            <a:endParaRPr kumimoji="1" lang="zh-CN" altLang="en-US"/>
          </a:p>
        </p:txBody>
      </p:sp>
    </p:spTree>
    <p:extLst>
      <p:ext uri="{BB962C8B-B14F-4D97-AF65-F5344CB8AC3E}">
        <p14:creationId xmlns:p14="http://schemas.microsoft.com/office/powerpoint/2010/main" val="3035994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54E0DE-8EB3-4142-8470-5DDD67C56C08}" type="datetimeFigureOut">
              <a:rPr kumimoji="1" lang="zh-CN" altLang="en-US" smtClean="0"/>
              <a:t>2019/8/19</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10FF57-52CE-D749-A0B3-B7D1B6EF2809}" type="slidenum">
              <a:rPr kumimoji="1" lang="zh-CN" altLang="en-US" smtClean="0"/>
              <a:t>‹#›</a:t>
            </a:fld>
            <a:endParaRPr kumimoji="1" lang="zh-CN" altLang="en-US"/>
          </a:p>
        </p:txBody>
      </p:sp>
    </p:spTree>
    <p:extLst>
      <p:ext uri="{BB962C8B-B14F-4D97-AF65-F5344CB8AC3E}">
        <p14:creationId xmlns:p14="http://schemas.microsoft.com/office/powerpoint/2010/main" val="2045519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5</a:t>
            </a:fld>
            <a:endParaRPr lang="zh-CN" altLang="en-US"/>
          </a:p>
        </p:txBody>
      </p:sp>
    </p:spTree>
    <p:extLst>
      <p:ext uri="{BB962C8B-B14F-4D97-AF65-F5344CB8AC3E}">
        <p14:creationId xmlns:p14="http://schemas.microsoft.com/office/powerpoint/2010/main" val="36562122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7</a:t>
            </a:fld>
            <a:endParaRPr lang="zh-CN" altLang="en-US"/>
          </a:p>
        </p:txBody>
      </p:sp>
    </p:spTree>
    <p:extLst>
      <p:ext uri="{BB962C8B-B14F-4D97-AF65-F5344CB8AC3E}">
        <p14:creationId xmlns:p14="http://schemas.microsoft.com/office/powerpoint/2010/main" val="13308858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8</a:t>
            </a:fld>
            <a:endParaRPr lang="zh-CN" altLang="en-US"/>
          </a:p>
        </p:txBody>
      </p:sp>
    </p:spTree>
    <p:extLst>
      <p:ext uri="{BB962C8B-B14F-4D97-AF65-F5344CB8AC3E}">
        <p14:creationId xmlns:p14="http://schemas.microsoft.com/office/powerpoint/2010/main" val="36818529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9</a:t>
            </a:fld>
            <a:endParaRPr lang="zh-CN" altLang="en-US"/>
          </a:p>
        </p:txBody>
      </p:sp>
    </p:spTree>
    <p:extLst>
      <p:ext uri="{BB962C8B-B14F-4D97-AF65-F5344CB8AC3E}">
        <p14:creationId xmlns:p14="http://schemas.microsoft.com/office/powerpoint/2010/main" val="27313740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10</a:t>
            </a:fld>
            <a:endParaRPr lang="zh-CN" altLang="en-US"/>
          </a:p>
        </p:txBody>
      </p:sp>
    </p:spTree>
    <p:extLst>
      <p:ext uri="{BB962C8B-B14F-4D97-AF65-F5344CB8AC3E}">
        <p14:creationId xmlns:p14="http://schemas.microsoft.com/office/powerpoint/2010/main" val="17532987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11</a:t>
            </a:fld>
            <a:endParaRPr lang="zh-CN" altLang="en-US"/>
          </a:p>
        </p:txBody>
      </p:sp>
    </p:spTree>
    <p:extLst>
      <p:ext uri="{BB962C8B-B14F-4D97-AF65-F5344CB8AC3E}">
        <p14:creationId xmlns:p14="http://schemas.microsoft.com/office/powerpoint/2010/main" val="40769329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12</a:t>
            </a:fld>
            <a:endParaRPr lang="zh-CN" altLang="en-US"/>
          </a:p>
        </p:txBody>
      </p:sp>
    </p:spTree>
    <p:extLst>
      <p:ext uri="{BB962C8B-B14F-4D97-AF65-F5344CB8AC3E}">
        <p14:creationId xmlns:p14="http://schemas.microsoft.com/office/powerpoint/2010/main" val="13095579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13</a:t>
            </a:fld>
            <a:endParaRPr lang="zh-CN" altLang="en-US"/>
          </a:p>
        </p:txBody>
      </p:sp>
    </p:spTree>
    <p:extLst>
      <p:ext uri="{BB962C8B-B14F-4D97-AF65-F5344CB8AC3E}">
        <p14:creationId xmlns:p14="http://schemas.microsoft.com/office/powerpoint/2010/main" val="4606759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14</a:t>
            </a:fld>
            <a:endParaRPr lang="zh-CN" altLang="en-US"/>
          </a:p>
        </p:txBody>
      </p:sp>
    </p:spTree>
    <p:extLst>
      <p:ext uri="{BB962C8B-B14F-4D97-AF65-F5344CB8AC3E}">
        <p14:creationId xmlns:p14="http://schemas.microsoft.com/office/powerpoint/2010/main" val="39870854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15</a:t>
            </a:fld>
            <a:endParaRPr lang="zh-CN" altLang="en-US"/>
          </a:p>
        </p:txBody>
      </p:sp>
    </p:spTree>
    <p:extLst>
      <p:ext uri="{BB962C8B-B14F-4D97-AF65-F5344CB8AC3E}">
        <p14:creationId xmlns:p14="http://schemas.microsoft.com/office/powerpoint/2010/main" val="14683363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16</a:t>
            </a:fld>
            <a:endParaRPr lang="zh-CN" altLang="en-US"/>
          </a:p>
        </p:txBody>
      </p:sp>
    </p:spTree>
    <p:extLst>
      <p:ext uri="{BB962C8B-B14F-4D97-AF65-F5344CB8AC3E}">
        <p14:creationId xmlns:p14="http://schemas.microsoft.com/office/powerpoint/2010/main" val="22226545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17</a:t>
            </a:fld>
            <a:endParaRPr lang="zh-CN" altLang="en-US"/>
          </a:p>
        </p:txBody>
      </p:sp>
    </p:spTree>
    <p:extLst>
      <p:ext uri="{BB962C8B-B14F-4D97-AF65-F5344CB8AC3E}">
        <p14:creationId xmlns:p14="http://schemas.microsoft.com/office/powerpoint/2010/main" val="39789507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18</a:t>
            </a:fld>
            <a:endParaRPr lang="zh-CN" altLang="en-US"/>
          </a:p>
        </p:txBody>
      </p:sp>
    </p:spTree>
    <p:extLst>
      <p:ext uri="{BB962C8B-B14F-4D97-AF65-F5344CB8AC3E}">
        <p14:creationId xmlns:p14="http://schemas.microsoft.com/office/powerpoint/2010/main" val="41818197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19</a:t>
            </a:fld>
            <a:endParaRPr lang="zh-CN" altLang="en-US"/>
          </a:p>
        </p:txBody>
      </p:sp>
    </p:spTree>
    <p:extLst>
      <p:ext uri="{BB962C8B-B14F-4D97-AF65-F5344CB8AC3E}">
        <p14:creationId xmlns:p14="http://schemas.microsoft.com/office/powerpoint/2010/main" val="28090038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20</a:t>
            </a:fld>
            <a:endParaRPr lang="zh-CN" altLang="en-US"/>
          </a:p>
        </p:txBody>
      </p:sp>
    </p:spTree>
    <p:extLst>
      <p:ext uri="{BB962C8B-B14F-4D97-AF65-F5344CB8AC3E}">
        <p14:creationId xmlns:p14="http://schemas.microsoft.com/office/powerpoint/2010/main" val="12697990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21</a:t>
            </a:fld>
            <a:endParaRPr lang="zh-CN" altLang="en-US"/>
          </a:p>
        </p:txBody>
      </p:sp>
    </p:spTree>
    <p:extLst>
      <p:ext uri="{BB962C8B-B14F-4D97-AF65-F5344CB8AC3E}">
        <p14:creationId xmlns:p14="http://schemas.microsoft.com/office/powerpoint/2010/main" val="29040071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22</a:t>
            </a:fld>
            <a:endParaRPr lang="zh-CN" altLang="en-US"/>
          </a:p>
        </p:txBody>
      </p:sp>
    </p:spTree>
    <p:extLst>
      <p:ext uri="{BB962C8B-B14F-4D97-AF65-F5344CB8AC3E}">
        <p14:creationId xmlns:p14="http://schemas.microsoft.com/office/powerpoint/2010/main" val="4884085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23</a:t>
            </a:fld>
            <a:endParaRPr lang="zh-CN" altLang="en-US"/>
          </a:p>
        </p:txBody>
      </p:sp>
    </p:spTree>
    <p:extLst>
      <p:ext uri="{BB962C8B-B14F-4D97-AF65-F5344CB8AC3E}">
        <p14:creationId xmlns:p14="http://schemas.microsoft.com/office/powerpoint/2010/main" val="26722195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24</a:t>
            </a:fld>
            <a:endParaRPr lang="zh-CN" altLang="en-US"/>
          </a:p>
        </p:txBody>
      </p:sp>
    </p:spTree>
    <p:extLst>
      <p:ext uri="{BB962C8B-B14F-4D97-AF65-F5344CB8AC3E}">
        <p14:creationId xmlns:p14="http://schemas.microsoft.com/office/powerpoint/2010/main" val="27743386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25</a:t>
            </a:fld>
            <a:endParaRPr lang="zh-CN" altLang="en-US"/>
          </a:p>
        </p:txBody>
      </p:sp>
    </p:spTree>
    <p:extLst>
      <p:ext uri="{BB962C8B-B14F-4D97-AF65-F5344CB8AC3E}">
        <p14:creationId xmlns:p14="http://schemas.microsoft.com/office/powerpoint/2010/main" val="6738184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26</a:t>
            </a:fld>
            <a:endParaRPr lang="zh-CN" altLang="en-US"/>
          </a:p>
        </p:txBody>
      </p:sp>
    </p:spTree>
    <p:extLst>
      <p:ext uri="{BB962C8B-B14F-4D97-AF65-F5344CB8AC3E}">
        <p14:creationId xmlns:p14="http://schemas.microsoft.com/office/powerpoint/2010/main" val="23397899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27</a:t>
            </a:fld>
            <a:endParaRPr lang="zh-CN" altLang="en-US"/>
          </a:p>
        </p:txBody>
      </p:sp>
    </p:spTree>
    <p:extLst>
      <p:ext uri="{BB962C8B-B14F-4D97-AF65-F5344CB8AC3E}">
        <p14:creationId xmlns:p14="http://schemas.microsoft.com/office/powerpoint/2010/main" val="28210093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28</a:t>
            </a:fld>
            <a:endParaRPr lang="zh-CN" altLang="en-US"/>
          </a:p>
        </p:txBody>
      </p:sp>
    </p:spTree>
    <p:extLst>
      <p:ext uri="{BB962C8B-B14F-4D97-AF65-F5344CB8AC3E}">
        <p14:creationId xmlns:p14="http://schemas.microsoft.com/office/powerpoint/2010/main" val="7145895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29</a:t>
            </a:fld>
            <a:endParaRPr lang="zh-CN" altLang="en-US"/>
          </a:p>
        </p:txBody>
      </p:sp>
    </p:spTree>
    <p:extLst>
      <p:ext uri="{BB962C8B-B14F-4D97-AF65-F5344CB8AC3E}">
        <p14:creationId xmlns:p14="http://schemas.microsoft.com/office/powerpoint/2010/main" val="446950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30</a:t>
            </a:fld>
            <a:endParaRPr lang="zh-CN" altLang="en-US"/>
          </a:p>
        </p:txBody>
      </p:sp>
    </p:spTree>
    <p:extLst>
      <p:ext uri="{BB962C8B-B14F-4D97-AF65-F5344CB8AC3E}">
        <p14:creationId xmlns:p14="http://schemas.microsoft.com/office/powerpoint/2010/main" val="945230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31</a:t>
            </a:fld>
            <a:endParaRPr lang="zh-CN" altLang="en-US"/>
          </a:p>
        </p:txBody>
      </p:sp>
    </p:spTree>
    <p:extLst>
      <p:ext uri="{BB962C8B-B14F-4D97-AF65-F5344CB8AC3E}">
        <p14:creationId xmlns:p14="http://schemas.microsoft.com/office/powerpoint/2010/main" val="41017331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33</a:t>
            </a:fld>
            <a:endParaRPr lang="zh-CN" altLang="en-US"/>
          </a:p>
        </p:txBody>
      </p:sp>
    </p:spTree>
    <p:extLst>
      <p:ext uri="{BB962C8B-B14F-4D97-AF65-F5344CB8AC3E}">
        <p14:creationId xmlns:p14="http://schemas.microsoft.com/office/powerpoint/2010/main" val="25095191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34</a:t>
            </a:fld>
            <a:endParaRPr lang="zh-CN" altLang="en-US"/>
          </a:p>
        </p:txBody>
      </p:sp>
    </p:spTree>
    <p:extLst>
      <p:ext uri="{BB962C8B-B14F-4D97-AF65-F5344CB8AC3E}">
        <p14:creationId xmlns:p14="http://schemas.microsoft.com/office/powerpoint/2010/main" val="33764763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35</a:t>
            </a:fld>
            <a:endParaRPr lang="zh-CN" altLang="en-US"/>
          </a:p>
        </p:txBody>
      </p:sp>
    </p:spTree>
    <p:extLst>
      <p:ext uri="{BB962C8B-B14F-4D97-AF65-F5344CB8AC3E}">
        <p14:creationId xmlns:p14="http://schemas.microsoft.com/office/powerpoint/2010/main" val="29222535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36</a:t>
            </a:fld>
            <a:endParaRPr lang="zh-CN" altLang="en-US"/>
          </a:p>
        </p:txBody>
      </p:sp>
    </p:spTree>
    <p:extLst>
      <p:ext uri="{BB962C8B-B14F-4D97-AF65-F5344CB8AC3E}">
        <p14:creationId xmlns:p14="http://schemas.microsoft.com/office/powerpoint/2010/main" val="19633944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37</a:t>
            </a:fld>
            <a:endParaRPr lang="zh-CN" altLang="en-US"/>
          </a:p>
        </p:txBody>
      </p:sp>
    </p:spTree>
    <p:extLst>
      <p:ext uri="{BB962C8B-B14F-4D97-AF65-F5344CB8AC3E}">
        <p14:creationId xmlns:p14="http://schemas.microsoft.com/office/powerpoint/2010/main" val="351445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38</a:t>
            </a:fld>
            <a:endParaRPr lang="zh-CN" altLang="en-US"/>
          </a:p>
        </p:txBody>
      </p:sp>
    </p:spTree>
    <p:extLst>
      <p:ext uri="{BB962C8B-B14F-4D97-AF65-F5344CB8AC3E}">
        <p14:creationId xmlns:p14="http://schemas.microsoft.com/office/powerpoint/2010/main" val="31625894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39</a:t>
            </a:fld>
            <a:endParaRPr lang="zh-CN" altLang="en-US"/>
          </a:p>
        </p:txBody>
      </p:sp>
    </p:spTree>
    <p:extLst>
      <p:ext uri="{BB962C8B-B14F-4D97-AF65-F5344CB8AC3E}">
        <p14:creationId xmlns:p14="http://schemas.microsoft.com/office/powerpoint/2010/main" val="318569626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40</a:t>
            </a:fld>
            <a:endParaRPr lang="zh-CN" altLang="en-US"/>
          </a:p>
        </p:txBody>
      </p:sp>
    </p:spTree>
    <p:extLst>
      <p:ext uri="{BB962C8B-B14F-4D97-AF65-F5344CB8AC3E}">
        <p14:creationId xmlns:p14="http://schemas.microsoft.com/office/powerpoint/2010/main" val="149944982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41</a:t>
            </a:fld>
            <a:endParaRPr lang="zh-CN" altLang="en-US"/>
          </a:p>
        </p:txBody>
      </p:sp>
    </p:spTree>
    <p:extLst>
      <p:ext uri="{BB962C8B-B14F-4D97-AF65-F5344CB8AC3E}">
        <p14:creationId xmlns:p14="http://schemas.microsoft.com/office/powerpoint/2010/main" val="258882245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42</a:t>
            </a:fld>
            <a:endParaRPr lang="zh-CN" altLang="en-US"/>
          </a:p>
        </p:txBody>
      </p:sp>
    </p:spTree>
    <p:extLst>
      <p:ext uri="{BB962C8B-B14F-4D97-AF65-F5344CB8AC3E}">
        <p14:creationId xmlns:p14="http://schemas.microsoft.com/office/powerpoint/2010/main" val="344361257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43</a:t>
            </a:fld>
            <a:endParaRPr lang="zh-CN" altLang="en-US"/>
          </a:p>
        </p:txBody>
      </p:sp>
    </p:spTree>
    <p:extLst>
      <p:ext uri="{BB962C8B-B14F-4D97-AF65-F5344CB8AC3E}">
        <p14:creationId xmlns:p14="http://schemas.microsoft.com/office/powerpoint/2010/main" val="412229338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44</a:t>
            </a:fld>
            <a:endParaRPr lang="zh-CN" altLang="en-US"/>
          </a:p>
        </p:txBody>
      </p:sp>
    </p:spTree>
    <p:extLst>
      <p:ext uri="{BB962C8B-B14F-4D97-AF65-F5344CB8AC3E}">
        <p14:creationId xmlns:p14="http://schemas.microsoft.com/office/powerpoint/2010/main" val="207045239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45</a:t>
            </a:fld>
            <a:endParaRPr lang="zh-CN" altLang="en-US"/>
          </a:p>
        </p:txBody>
      </p:sp>
    </p:spTree>
    <p:extLst>
      <p:ext uri="{BB962C8B-B14F-4D97-AF65-F5344CB8AC3E}">
        <p14:creationId xmlns:p14="http://schemas.microsoft.com/office/powerpoint/2010/main" val="148495440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46</a:t>
            </a:fld>
            <a:endParaRPr lang="zh-CN" altLang="en-US"/>
          </a:p>
        </p:txBody>
      </p:sp>
    </p:spTree>
    <p:extLst>
      <p:ext uri="{BB962C8B-B14F-4D97-AF65-F5344CB8AC3E}">
        <p14:creationId xmlns:p14="http://schemas.microsoft.com/office/powerpoint/2010/main" val="374194472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47</a:t>
            </a:fld>
            <a:endParaRPr lang="zh-CN" altLang="en-US"/>
          </a:p>
        </p:txBody>
      </p:sp>
    </p:spTree>
    <p:extLst>
      <p:ext uri="{BB962C8B-B14F-4D97-AF65-F5344CB8AC3E}">
        <p14:creationId xmlns:p14="http://schemas.microsoft.com/office/powerpoint/2010/main" val="29804918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48</a:t>
            </a:fld>
            <a:endParaRPr lang="zh-CN" altLang="en-US"/>
          </a:p>
        </p:txBody>
      </p:sp>
    </p:spTree>
    <p:extLst>
      <p:ext uri="{BB962C8B-B14F-4D97-AF65-F5344CB8AC3E}">
        <p14:creationId xmlns:p14="http://schemas.microsoft.com/office/powerpoint/2010/main" val="365703712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49</a:t>
            </a:fld>
            <a:endParaRPr lang="zh-CN" altLang="en-US"/>
          </a:p>
        </p:txBody>
      </p:sp>
    </p:spTree>
    <p:extLst>
      <p:ext uri="{BB962C8B-B14F-4D97-AF65-F5344CB8AC3E}">
        <p14:creationId xmlns:p14="http://schemas.microsoft.com/office/powerpoint/2010/main" val="133457866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50</a:t>
            </a:fld>
            <a:endParaRPr lang="zh-CN" altLang="en-US"/>
          </a:p>
        </p:txBody>
      </p:sp>
    </p:spTree>
    <p:extLst>
      <p:ext uri="{BB962C8B-B14F-4D97-AF65-F5344CB8AC3E}">
        <p14:creationId xmlns:p14="http://schemas.microsoft.com/office/powerpoint/2010/main" val="23693441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51</a:t>
            </a:fld>
            <a:endParaRPr lang="zh-CN" altLang="en-US"/>
          </a:p>
        </p:txBody>
      </p:sp>
    </p:spTree>
    <p:extLst>
      <p:ext uri="{BB962C8B-B14F-4D97-AF65-F5344CB8AC3E}">
        <p14:creationId xmlns:p14="http://schemas.microsoft.com/office/powerpoint/2010/main" val="207123686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52</a:t>
            </a:fld>
            <a:endParaRPr lang="zh-CN" altLang="en-US"/>
          </a:p>
        </p:txBody>
      </p:sp>
    </p:spTree>
    <p:extLst>
      <p:ext uri="{BB962C8B-B14F-4D97-AF65-F5344CB8AC3E}">
        <p14:creationId xmlns:p14="http://schemas.microsoft.com/office/powerpoint/2010/main" val="387913305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pPr/>
              <a:t>53</a:t>
            </a:fld>
            <a:endParaRPr lang="zh-CN" altLang="en-US"/>
          </a:p>
        </p:txBody>
      </p:sp>
    </p:spTree>
    <p:extLst>
      <p:ext uri="{BB962C8B-B14F-4D97-AF65-F5344CB8AC3E}">
        <p14:creationId xmlns:p14="http://schemas.microsoft.com/office/powerpoint/2010/main" val="3141764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Cover">
    <p:bg>
      <p:bgPr>
        <a:solidFill>
          <a:schemeClr val="bg1"/>
        </a:solidFill>
        <a:effectLst/>
      </p:bgPr>
    </p:bg>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6D37463C-1633-49E9-A017-0D91A95D05B6}"/>
              </a:ext>
            </a:extLst>
          </p:cNvPr>
          <p:cNvPicPr>
            <a:picLocks noChangeAspect="1"/>
          </p:cNvPicPr>
          <p:nvPr userDrawn="1"/>
        </p:nvPicPr>
        <p:blipFill rotWithShape="1">
          <a:blip r:embed="rId2"/>
          <a:srcRect l="22585" t="17537" r="4513" b="25736"/>
          <a:stretch/>
        </p:blipFill>
        <p:spPr>
          <a:xfrm>
            <a:off x="0" y="0"/>
            <a:ext cx="8088923" cy="6870619"/>
          </a:xfrm>
          <a:prstGeom prst="rect">
            <a:avLst/>
          </a:prstGeom>
        </p:spPr>
      </p:pic>
      <p:sp>
        <p:nvSpPr>
          <p:cNvPr id="8"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pic>
        <p:nvPicPr>
          <p:cNvPr id="6" name="图片 5">
            <a:extLst>
              <a:ext uri="{FF2B5EF4-FFF2-40B4-BE49-F238E27FC236}">
                <a16:creationId xmlns:a16="http://schemas.microsoft.com/office/drawing/2014/main" id="{5EE1F6C2-7BBC-4033-A7B0-E383EAD8FB34}"/>
              </a:ext>
            </a:extLst>
          </p:cNvPr>
          <p:cNvPicPr>
            <a:picLocks noChangeAspect="1"/>
          </p:cNvPicPr>
          <p:nvPr userDrawn="1"/>
        </p:nvPicPr>
        <p:blipFill>
          <a:blip r:embed="rId3"/>
          <a:stretch>
            <a:fillRect/>
          </a:stretch>
        </p:blipFill>
        <p:spPr>
          <a:xfrm>
            <a:off x="10303161" y="288676"/>
            <a:ext cx="1526155" cy="456808"/>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cSld name="标题页">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1" name="文本占位符 10"/>
          <p:cNvSpPr>
            <a:spLocks noGrp="1"/>
          </p:cNvSpPr>
          <p:nvPr>
            <p:ph type="body" sz="quarter" idx="11" hasCustomPrompt="1"/>
          </p:nvPr>
        </p:nvSpPr>
        <p:spPr>
          <a:xfrm>
            <a:off x="3934767" y="3076559"/>
            <a:ext cx="6096000" cy="676275"/>
          </a:xfrm>
          <a:prstGeom prst="rect">
            <a:avLst/>
          </a:prstGeom>
        </p:spPr>
        <p:txBody>
          <a:bodyPr/>
          <a:lstStyle>
            <a:lvl1pPr marL="0" indent="0">
              <a:buNone/>
              <a:defRPr sz="4400" b="1" i="0">
                <a:solidFill>
                  <a:schemeClr val="tx1">
                    <a:lumMod val="75000"/>
                    <a:lumOff val="25000"/>
                  </a:schemeClr>
                </a:solidFill>
                <a:latin typeface="Microsoft YaHei" charset="-122"/>
                <a:ea typeface="Microsoft YaHei" charset="-122"/>
                <a:cs typeface="Microsoft YaHei" charset="-122"/>
              </a:defRPr>
            </a:lvl1pPr>
          </a:lstStyle>
          <a:p>
            <a:pPr lvl="0"/>
            <a:r>
              <a:rPr kumimoji="1" lang="zh-CN" altLang="en-US"/>
              <a:t>单击编辑模块标题</a:t>
            </a:r>
            <a:endParaRPr kumimoji="1" lang="zh-CN" altLang="en-US" dirty="0"/>
          </a:p>
        </p:txBody>
      </p:sp>
      <p:pic>
        <p:nvPicPr>
          <p:cNvPr id="6" name="图片 5"/>
          <p:cNvPicPr>
            <a:picLocks noChangeAspect="1"/>
          </p:cNvPicPr>
          <p:nvPr userDrawn="1"/>
        </p:nvPicPr>
        <p:blipFill rotWithShape="1">
          <a:blip r:embed="rId2">
            <a:duotone>
              <a:prstClr val="black"/>
              <a:schemeClr val="accent4">
                <a:tint val="45000"/>
                <a:satMod val="400000"/>
              </a:schemeClr>
            </a:duotone>
            <a:alphaModFix amt="5000"/>
          </a:blip>
          <a:srcRect l="34274" t="23657" b="25428"/>
          <a:stretch/>
        </p:blipFill>
        <p:spPr>
          <a:xfrm>
            <a:off x="0" y="-1"/>
            <a:ext cx="8030818" cy="6858001"/>
          </a:xfrm>
          <a:prstGeom prst="rect">
            <a:avLst/>
          </a:prstGeom>
          <a:noFill/>
        </p:spPr>
      </p:pic>
    </p:spTree>
    <p:extLst>
      <p:ext uri="{BB962C8B-B14F-4D97-AF65-F5344CB8AC3E}">
        <p14:creationId xmlns:p14="http://schemas.microsoft.com/office/powerpoint/2010/main" val="3548335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4" name="幻灯片编号占位符 3"/>
          <p:cNvSpPr>
            <a:spLocks noGrp="1"/>
          </p:cNvSpPr>
          <p:nvPr>
            <p:ph type="sldNum" sz="quarter" idx="11"/>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5" name="Title 1"/>
          <p:cNvSpPr>
            <a:spLocks noGrp="1"/>
          </p:cNvSpPr>
          <p:nvPr>
            <p:ph type="title" hasCustomPrompt="1"/>
          </p:nvPr>
        </p:nvSpPr>
        <p:spPr>
          <a:xfrm>
            <a:off x="1319126" y="632523"/>
            <a:ext cx="9879555" cy="593682"/>
          </a:xfrm>
          <a:prstGeom prst="rect">
            <a:avLst/>
          </a:prstGeom>
          <a:solidFill>
            <a:schemeClr val="bg1"/>
          </a:solidFill>
        </p:spPr>
        <p:txBody>
          <a:bodyPr anchor="b"/>
          <a:lstStyle>
            <a:lvl1pPr algn="l">
              <a:defRPr sz="3600" b="1" i="0">
                <a:solidFill>
                  <a:schemeClr val="accent4"/>
                </a:solidFill>
                <a:latin typeface="Microsoft YaHei" charset="-122"/>
                <a:ea typeface="Microsoft YaHei" charset="-122"/>
                <a:cs typeface="Microsoft YaHei" charset="-122"/>
              </a:defRPr>
            </a:lvl1pPr>
          </a:lstStyle>
          <a:p>
            <a:r>
              <a:rPr lang="zh-CN" altLang="en-US" dirty="0"/>
              <a:t>目录</a:t>
            </a:r>
            <a:endParaRPr lang="en-US" dirty="0"/>
          </a:p>
        </p:txBody>
      </p:sp>
      <p:cxnSp>
        <p:nvCxnSpPr>
          <p:cNvPr id="6" name="Straight Connector 18"/>
          <p:cNvCxnSpPr/>
          <p:nvPr userDrawn="1"/>
        </p:nvCxnSpPr>
        <p:spPr>
          <a:xfrm>
            <a:off x="1457298" y="1346220"/>
            <a:ext cx="337016"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7" name="Text Placeholder 20"/>
          <p:cNvSpPr>
            <a:spLocks noGrp="1"/>
          </p:cNvSpPr>
          <p:nvPr>
            <p:ph type="body" sz="quarter" idx="12" hasCustomPrompt="1"/>
          </p:nvPr>
        </p:nvSpPr>
        <p:spPr>
          <a:xfrm>
            <a:off x="1457298" y="1550168"/>
            <a:ext cx="9741383" cy="430213"/>
          </a:xfrm>
          <a:prstGeom prst="rect">
            <a:avLst/>
          </a:prstGeom>
        </p:spPr>
        <p:txBody>
          <a:bodyPr lIns="0" tIns="0" rIns="0" bIns="0">
            <a:noAutofit/>
          </a:bodyPr>
          <a:lstStyle>
            <a:lvl1pPr marL="0" indent="0">
              <a:lnSpc>
                <a:spcPts val="1700"/>
              </a:lnSpc>
              <a:spcBef>
                <a:spcPts val="0"/>
              </a:spcBef>
              <a:buFont typeface="Arial" panose="020B0604020202020204" pitchFamily="34" charset="0"/>
              <a:buNone/>
              <a:defRPr sz="1400" b="0" i="0" spc="100" baseline="0">
                <a:solidFill>
                  <a:schemeClr val="bg1">
                    <a:lumMod val="50000"/>
                  </a:schemeClr>
                </a:solidFill>
                <a:latin typeface="Microsoft YaHei Light" charset="-122"/>
                <a:ea typeface="Microsoft YaHei Light" charset="-122"/>
                <a:cs typeface="Microsoft YaHei Light" charset="-122"/>
              </a:defRPr>
            </a:lvl1pPr>
            <a:lvl2pPr marL="457200" indent="0">
              <a:buFont typeface="Arial" panose="020B0604020202020204" pitchFamily="34" charset="0"/>
              <a:buNone/>
              <a:defRPr sz="1100">
                <a:solidFill>
                  <a:schemeClr val="bg2"/>
                </a:solidFill>
              </a:defRPr>
            </a:lvl2pPr>
            <a:lvl3pPr marL="914400" indent="0">
              <a:buFont typeface="Arial" panose="020B0604020202020204" pitchFamily="34" charset="0"/>
              <a:buNone/>
              <a:defRPr sz="1100">
                <a:solidFill>
                  <a:schemeClr val="bg2"/>
                </a:solidFill>
              </a:defRPr>
            </a:lvl3pPr>
            <a:lvl4pPr marL="1371600" indent="0">
              <a:buFont typeface="Arial" panose="020B0604020202020204" pitchFamily="34" charset="0"/>
              <a:buNone/>
              <a:defRPr sz="1100">
                <a:solidFill>
                  <a:schemeClr val="bg2"/>
                </a:solidFill>
              </a:defRPr>
            </a:lvl4pPr>
            <a:lvl5pPr marL="1828800" indent="0">
              <a:buFont typeface="Arial" panose="020B0604020202020204" pitchFamily="34" charset="0"/>
              <a:buNone/>
              <a:defRPr sz="1100">
                <a:solidFill>
                  <a:schemeClr val="bg2"/>
                </a:solidFill>
              </a:defRPr>
            </a:lvl5pPr>
          </a:lstStyle>
          <a:p>
            <a:pPr lvl="0"/>
            <a:r>
              <a:rPr lang="en-US" dirty="0"/>
              <a:t>Insert Your Text Here</a:t>
            </a:r>
          </a:p>
        </p:txBody>
      </p:sp>
      <p:sp>
        <p:nvSpPr>
          <p:cNvPr id="8" name="Text Placeholder 22"/>
          <p:cNvSpPr>
            <a:spLocks noGrp="1"/>
          </p:cNvSpPr>
          <p:nvPr>
            <p:ph type="body" sz="quarter" idx="13" hasCustomPrompt="1"/>
          </p:nvPr>
        </p:nvSpPr>
        <p:spPr>
          <a:xfrm>
            <a:off x="1457298" y="2368539"/>
            <a:ext cx="9741383" cy="2637492"/>
          </a:xfrm>
          <a:prstGeom prst="rect">
            <a:avLst/>
          </a:prstGeom>
        </p:spPr>
        <p:txBody>
          <a:bodyPr lIns="0" tIns="0" rIns="0" bIns="0" numCol="2" spcCol="360000">
            <a:noAutofit/>
          </a:bodyPr>
          <a:lstStyle>
            <a:lvl1pPr marL="342900" indent="-342900">
              <a:lnSpc>
                <a:spcPct val="150000"/>
              </a:lnSpc>
              <a:spcBef>
                <a:spcPts val="1300"/>
              </a:spcBef>
              <a:buFont typeface="+mj-lt"/>
              <a:buAutoNum type="arabicPeriod"/>
              <a:defRPr sz="1600" b="0" i="0" spc="100" baseline="0">
                <a:solidFill>
                  <a:schemeClr val="tx1">
                    <a:lumMod val="75000"/>
                    <a:lumOff val="25000"/>
                  </a:schemeClr>
                </a:solidFill>
                <a:latin typeface="Microsoft YaHei" charset="-122"/>
                <a:ea typeface="Microsoft YaHei" charset="-122"/>
                <a:cs typeface="Microsoft YaHei" charset="-122"/>
              </a:defRPr>
            </a:lvl1pPr>
            <a:lvl2pPr>
              <a:defRPr sz="1400"/>
            </a:lvl2pPr>
            <a:lvl3pPr>
              <a:defRPr sz="1400"/>
            </a:lvl3pPr>
            <a:lvl4pPr>
              <a:defRPr sz="1400"/>
            </a:lvl4pPr>
            <a:lvl5pPr>
              <a:defRPr sz="1400"/>
            </a:lvl5pPr>
          </a:lstStyle>
          <a:p>
            <a:pPr lvl="0"/>
            <a:r>
              <a:rPr lang="zh-CN" altLang="en-US" dirty="0"/>
              <a:t>在此处编辑目录内容</a:t>
            </a:r>
            <a:endParaRPr lang="en-US" dirty="0"/>
          </a:p>
        </p:txBody>
      </p:sp>
      <p:sp>
        <p:nvSpPr>
          <p:cNvPr id="10" name="Footer Placeholder 4"/>
          <p:cNvSpPr>
            <a:spLocks noGrp="1"/>
          </p:cNvSpPr>
          <p:nvPr>
            <p:ph type="ftr" sz="quarter" idx="14"/>
          </p:nvPr>
        </p:nvSpPr>
        <p:spPr>
          <a:xfrm>
            <a:off x="10229850" y="6286419"/>
            <a:ext cx="1657350" cy="584200"/>
          </a:xfrm>
          <a:prstGeom prst="rect">
            <a:avLst/>
          </a:prstGeom>
        </p:spPr>
        <p:txBody>
          <a:bodyPr/>
          <a:lstStyle>
            <a:lvl1pPr algn="dist">
              <a:defRPr sz="1200">
                <a:solidFill>
                  <a:schemeClr val="bg1">
                    <a:lumMod val="65000"/>
                  </a:schemeClr>
                </a:solidFill>
              </a:defRPr>
            </a:lvl1pPr>
          </a:lstStyle>
          <a:p>
            <a:r>
              <a:rPr lang="en-US"/>
              <a:t>www.qianxin.com</a:t>
            </a:r>
            <a:endParaRPr lang="en-US" dirty="0"/>
          </a:p>
        </p:txBody>
      </p:sp>
    </p:spTree>
    <p:extLst>
      <p:ext uri="{BB962C8B-B14F-4D97-AF65-F5344CB8AC3E}">
        <p14:creationId xmlns:p14="http://schemas.microsoft.com/office/powerpoint/2010/main" val="19392134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标题页">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1" name="文本占位符 10"/>
          <p:cNvSpPr>
            <a:spLocks noGrp="1"/>
          </p:cNvSpPr>
          <p:nvPr>
            <p:ph type="body" sz="quarter" idx="11" hasCustomPrompt="1"/>
          </p:nvPr>
        </p:nvSpPr>
        <p:spPr>
          <a:xfrm>
            <a:off x="3934767" y="3076559"/>
            <a:ext cx="6096000" cy="676275"/>
          </a:xfrm>
          <a:prstGeom prst="rect">
            <a:avLst/>
          </a:prstGeom>
        </p:spPr>
        <p:txBody>
          <a:bodyPr/>
          <a:lstStyle>
            <a:lvl1pPr marL="0" indent="0">
              <a:buNone/>
              <a:defRPr sz="4400" b="1" i="0">
                <a:solidFill>
                  <a:schemeClr val="tx1">
                    <a:lumMod val="75000"/>
                    <a:lumOff val="25000"/>
                  </a:schemeClr>
                </a:solidFill>
                <a:latin typeface="Microsoft YaHei" charset="-122"/>
                <a:ea typeface="Microsoft YaHei" charset="-122"/>
                <a:cs typeface="Microsoft YaHei" charset="-122"/>
              </a:defRPr>
            </a:lvl1pPr>
          </a:lstStyle>
          <a:p>
            <a:pPr lvl="0"/>
            <a:r>
              <a:rPr kumimoji="1" lang="zh-CN" altLang="en-US"/>
              <a:t>单击编辑模块标题</a:t>
            </a:r>
            <a:endParaRPr kumimoji="1" lang="zh-CN" altLang="en-US" dirty="0"/>
          </a:p>
        </p:txBody>
      </p:sp>
      <p:pic>
        <p:nvPicPr>
          <p:cNvPr id="4" name="图片 3"/>
          <p:cNvPicPr>
            <a:picLocks noChangeAspect="1"/>
          </p:cNvPicPr>
          <p:nvPr userDrawn="1"/>
        </p:nvPicPr>
        <p:blipFill rotWithShape="1">
          <a:blip r:embed="rId2">
            <a:duotone>
              <a:prstClr val="black"/>
              <a:schemeClr val="accent4">
                <a:tint val="45000"/>
                <a:satMod val="400000"/>
              </a:schemeClr>
            </a:duotone>
            <a:alphaModFix amt="5000"/>
          </a:blip>
          <a:srcRect l="34274" t="23657" b="25428"/>
          <a:stretch/>
        </p:blipFill>
        <p:spPr>
          <a:xfrm>
            <a:off x="0" y="-1"/>
            <a:ext cx="8030818" cy="6858001"/>
          </a:xfrm>
          <a:prstGeom prst="rect">
            <a:avLst/>
          </a:prstGeom>
          <a:noFill/>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7" name="图片占位符 7"/>
          <p:cNvSpPr>
            <a:spLocks noGrp="1"/>
          </p:cNvSpPr>
          <p:nvPr>
            <p:ph type="pic" sz="quarter" idx="15"/>
          </p:nvPr>
        </p:nvSpPr>
        <p:spPr>
          <a:xfrm>
            <a:off x="1067593" y="1360449"/>
            <a:ext cx="10056812" cy="4857472"/>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16"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17" name="组 16"/>
          <p:cNvGrpSpPr/>
          <p:nvPr userDrawn="1"/>
        </p:nvGrpSpPr>
        <p:grpSpPr>
          <a:xfrm>
            <a:off x="0" y="369310"/>
            <a:ext cx="210961" cy="344922"/>
            <a:chOff x="0" y="369310"/>
            <a:chExt cx="210961" cy="344922"/>
          </a:xfrm>
        </p:grpSpPr>
        <p:sp>
          <p:nvSpPr>
            <p:cNvPr id="18" name="三角形 17"/>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9" name="三角形 18"/>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0" name="图片 19"/>
          <p:cNvPicPr>
            <a:picLocks noChangeAspect="1"/>
          </p:cNvPicPr>
          <p:nvPr userDrawn="1"/>
        </p:nvPicPr>
        <p:blipFill>
          <a:blip r:embed="rId2"/>
          <a:stretch>
            <a:fillRect/>
          </a:stretch>
        </p:blipFill>
        <p:spPr>
          <a:xfrm>
            <a:off x="10687431" y="323923"/>
            <a:ext cx="1102401" cy="499306"/>
          </a:xfrm>
          <a:prstGeom prst="rect">
            <a:avLst/>
          </a:prstGeom>
        </p:spPr>
      </p:pic>
      <p:sp>
        <p:nvSpPr>
          <p:cNvPr id="22"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spTree>
    <p:extLst>
      <p:ext uri="{BB962C8B-B14F-4D97-AF65-F5344CB8AC3E}">
        <p14:creationId xmlns:p14="http://schemas.microsoft.com/office/powerpoint/2010/main" val="4189973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标题图片">
    <p:spTree>
      <p:nvGrpSpPr>
        <p:cNvPr id="1" name=""/>
        <p:cNvGrpSpPr/>
        <p:nvPr/>
      </p:nvGrpSpPr>
      <p:grpSpPr>
        <a:xfrm>
          <a:off x="0" y="0"/>
          <a:ext cx="0" cy="0"/>
          <a:chOff x="0" y="0"/>
          <a:chExt cx="0" cy="0"/>
        </a:xfrm>
      </p:grpSpPr>
      <p:sp>
        <p:nvSpPr>
          <p:cNvPr id="7" name="图片占位符 7"/>
          <p:cNvSpPr>
            <a:spLocks noGrp="1"/>
          </p:cNvSpPr>
          <p:nvPr>
            <p:ph type="pic" sz="quarter" idx="15"/>
          </p:nvPr>
        </p:nvSpPr>
        <p:spPr>
          <a:xfrm>
            <a:off x="852755" y="1360449"/>
            <a:ext cx="5269707" cy="4857472"/>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8" name="Text Placeholder 38"/>
          <p:cNvSpPr>
            <a:spLocks noGrp="1"/>
          </p:cNvSpPr>
          <p:nvPr>
            <p:ph type="body" sz="quarter" idx="13" hasCustomPrompt="1"/>
          </p:nvPr>
        </p:nvSpPr>
        <p:spPr>
          <a:xfrm>
            <a:off x="6400801" y="1360449"/>
            <a:ext cx="4723604" cy="4857471"/>
          </a:xfrm>
          <a:prstGeom prst="rect">
            <a:avLst/>
          </a:prstGeom>
        </p:spPr>
        <p:txBody>
          <a:bodyPr lIns="0" tIns="0" rIns="0" bIns="0">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lang="en-US" sz="1400" b="0" i="0" kern="1200" spc="100" baseline="0" dirty="0" smtClean="0">
                <a:solidFill>
                  <a:schemeClr val="tx1">
                    <a:lumMod val="50000"/>
                    <a:lumOff val="50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点击编辑正文</a:t>
            </a:r>
            <a:endParaRPr lang="en-US" dirty="0"/>
          </a:p>
        </p:txBody>
      </p:sp>
      <p:sp>
        <p:nvSpPr>
          <p:cNvPr id="17"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18" name="组 17"/>
          <p:cNvGrpSpPr/>
          <p:nvPr userDrawn="1"/>
        </p:nvGrpSpPr>
        <p:grpSpPr>
          <a:xfrm>
            <a:off x="0" y="369310"/>
            <a:ext cx="210961" cy="344922"/>
            <a:chOff x="0" y="369310"/>
            <a:chExt cx="210961" cy="344922"/>
          </a:xfrm>
        </p:grpSpPr>
        <p:sp>
          <p:nvSpPr>
            <p:cNvPr id="19" name="三角形 18"/>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0" name="三角形 19"/>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1" name="图片 20"/>
          <p:cNvPicPr>
            <a:picLocks noChangeAspect="1"/>
          </p:cNvPicPr>
          <p:nvPr userDrawn="1"/>
        </p:nvPicPr>
        <p:blipFill>
          <a:blip r:embed="rId2"/>
          <a:stretch>
            <a:fillRect/>
          </a:stretch>
        </p:blipFill>
        <p:spPr>
          <a:xfrm>
            <a:off x="10687431" y="323923"/>
            <a:ext cx="1102401" cy="499306"/>
          </a:xfrm>
          <a:prstGeom prst="rect">
            <a:avLst/>
          </a:prstGeom>
        </p:spPr>
      </p:pic>
      <p:sp>
        <p:nvSpPr>
          <p:cNvPr id="23"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标题图片">
    <p:spTree>
      <p:nvGrpSpPr>
        <p:cNvPr id="1" name=""/>
        <p:cNvGrpSpPr/>
        <p:nvPr/>
      </p:nvGrpSpPr>
      <p:grpSpPr>
        <a:xfrm>
          <a:off x="0" y="0"/>
          <a:ext cx="0" cy="0"/>
          <a:chOff x="0" y="0"/>
          <a:chExt cx="0" cy="0"/>
        </a:xfrm>
      </p:grpSpPr>
      <p:sp>
        <p:nvSpPr>
          <p:cNvPr id="7" name="图片占位符 7"/>
          <p:cNvSpPr>
            <a:spLocks noGrp="1"/>
          </p:cNvSpPr>
          <p:nvPr>
            <p:ph type="pic" sz="quarter" idx="15"/>
          </p:nvPr>
        </p:nvSpPr>
        <p:spPr>
          <a:xfrm>
            <a:off x="852755" y="1360449"/>
            <a:ext cx="5065445" cy="2678151"/>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14" name="图片占位符 7"/>
          <p:cNvSpPr>
            <a:spLocks noGrp="1"/>
          </p:cNvSpPr>
          <p:nvPr>
            <p:ph type="pic" sz="quarter" idx="30"/>
          </p:nvPr>
        </p:nvSpPr>
        <p:spPr>
          <a:xfrm>
            <a:off x="6210301" y="1360449"/>
            <a:ext cx="5029200" cy="2678151"/>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15" name="Text Placeholder 38"/>
          <p:cNvSpPr>
            <a:spLocks noGrp="1"/>
          </p:cNvSpPr>
          <p:nvPr>
            <p:ph type="body" sz="quarter" idx="13" hasCustomPrompt="1"/>
          </p:nvPr>
        </p:nvSpPr>
        <p:spPr>
          <a:xfrm>
            <a:off x="852755" y="4394200"/>
            <a:ext cx="10271650" cy="1823720"/>
          </a:xfrm>
          <a:prstGeom prst="rect">
            <a:avLst/>
          </a:prstGeom>
        </p:spPr>
        <p:txBody>
          <a:bodyPr lIns="0" tIns="0" rIns="0" bIns="0">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lang="en-US" sz="1400" b="0" i="0" kern="1200" spc="100" baseline="0" dirty="0" smtClean="0">
                <a:solidFill>
                  <a:schemeClr val="tx1">
                    <a:lumMod val="50000"/>
                    <a:lumOff val="50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点击编辑正文</a:t>
            </a:r>
            <a:endParaRPr lang="en-US" dirty="0"/>
          </a:p>
        </p:txBody>
      </p:sp>
      <p:sp>
        <p:nvSpPr>
          <p:cNvPr id="19"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20" name="组 19"/>
          <p:cNvGrpSpPr/>
          <p:nvPr userDrawn="1"/>
        </p:nvGrpSpPr>
        <p:grpSpPr>
          <a:xfrm>
            <a:off x="0" y="369310"/>
            <a:ext cx="210961" cy="344922"/>
            <a:chOff x="0" y="369310"/>
            <a:chExt cx="210961" cy="344922"/>
          </a:xfrm>
        </p:grpSpPr>
        <p:sp>
          <p:nvSpPr>
            <p:cNvPr id="21" name="三角形 20"/>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2" name="三角形 21"/>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3" name="图片 22"/>
          <p:cNvPicPr>
            <a:picLocks noChangeAspect="1"/>
          </p:cNvPicPr>
          <p:nvPr userDrawn="1"/>
        </p:nvPicPr>
        <p:blipFill>
          <a:blip r:embed="rId2"/>
          <a:stretch>
            <a:fillRect/>
          </a:stretch>
        </p:blipFill>
        <p:spPr>
          <a:xfrm>
            <a:off x="10687431" y="323923"/>
            <a:ext cx="1102401" cy="499306"/>
          </a:xfrm>
          <a:prstGeom prst="rect">
            <a:avLst/>
          </a:prstGeom>
        </p:spPr>
      </p:pic>
      <p:sp>
        <p:nvSpPr>
          <p:cNvPr id="25"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9" name="Text Placeholder 38"/>
          <p:cNvSpPr>
            <a:spLocks noGrp="1"/>
          </p:cNvSpPr>
          <p:nvPr>
            <p:ph type="body" sz="quarter" idx="17" hasCustomPrompt="1"/>
          </p:nvPr>
        </p:nvSpPr>
        <p:spPr>
          <a:xfrm>
            <a:off x="1860084" y="4844280"/>
            <a:ext cx="2163672" cy="751298"/>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1" name="Text Placeholder 38"/>
          <p:cNvSpPr>
            <a:spLocks noGrp="1"/>
          </p:cNvSpPr>
          <p:nvPr>
            <p:ph type="body" sz="quarter" idx="19" hasCustomPrompt="1"/>
          </p:nvPr>
        </p:nvSpPr>
        <p:spPr>
          <a:xfrm>
            <a:off x="5023507" y="4844280"/>
            <a:ext cx="2163672" cy="751298"/>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13" name="Text Placeholder 38"/>
          <p:cNvSpPr>
            <a:spLocks noGrp="1"/>
          </p:cNvSpPr>
          <p:nvPr>
            <p:ph type="body" sz="quarter" idx="21" hasCustomPrompt="1"/>
          </p:nvPr>
        </p:nvSpPr>
        <p:spPr>
          <a:xfrm>
            <a:off x="8186930" y="4844280"/>
            <a:ext cx="2163672" cy="751298"/>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14" name="图片占位符 5"/>
          <p:cNvSpPr>
            <a:spLocks noGrp="1"/>
          </p:cNvSpPr>
          <p:nvPr>
            <p:ph type="pic" sz="quarter" idx="13"/>
          </p:nvPr>
        </p:nvSpPr>
        <p:spPr>
          <a:xfrm>
            <a:off x="1860084" y="2159001"/>
            <a:ext cx="2163672" cy="2182084"/>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5" name="图片占位符 5"/>
          <p:cNvSpPr>
            <a:spLocks noGrp="1"/>
          </p:cNvSpPr>
          <p:nvPr>
            <p:ph type="pic" sz="quarter" idx="18"/>
          </p:nvPr>
        </p:nvSpPr>
        <p:spPr>
          <a:xfrm>
            <a:off x="5023507" y="2159001"/>
            <a:ext cx="2163672" cy="2182084"/>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6" name="图片占位符 5"/>
          <p:cNvSpPr>
            <a:spLocks noGrp="1"/>
          </p:cNvSpPr>
          <p:nvPr>
            <p:ph type="pic" sz="quarter" idx="20"/>
          </p:nvPr>
        </p:nvSpPr>
        <p:spPr>
          <a:xfrm>
            <a:off x="8186930" y="2159001"/>
            <a:ext cx="2163672" cy="2182084"/>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5"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26" name="组 25"/>
          <p:cNvGrpSpPr/>
          <p:nvPr userDrawn="1"/>
        </p:nvGrpSpPr>
        <p:grpSpPr>
          <a:xfrm>
            <a:off x="0" y="369310"/>
            <a:ext cx="210961" cy="344922"/>
            <a:chOff x="0" y="369310"/>
            <a:chExt cx="210961" cy="344922"/>
          </a:xfrm>
        </p:grpSpPr>
        <p:sp>
          <p:nvSpPr>
            <p:cNvPr id="27" name="三角形 26"/>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8" name="三角形 27"/>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9" name="图片 28"/>
          <p:cNvPicPr>
            <a:picLocks noChangeAspect="1"/>
          </p:cNvPicPr>
          <p:nvPr userDrawn="1"/>
        </p:nvPicPr>
        <p:blipFill>
          <a:blip r:embed="rId2"/>
          <a:stretch>
            <a:fillRect/>
          </a:stretch>
        </p:blipFill>
        <p:spPr>
          <a:xfrm>
            <a:off x="10687431" y="323923"/>
            <a:ext cx="1102401" cy="499306"/>
          </a:xfrm>
          <a:prstGeom prst="rect">
            <a:avLst/>
          </a:prstGeom>
        </p:spPr>
      </p:pic>
      <p:sp>
        <p:nvSpPr>
          <p:cNvPr id="31"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4" name="图片占位符 5"/>
          <p:cNvSpPr>
            <a:spLocks noGrp="1"/>
          </p:cNvSpPr>
          <p:nvPr>
            <p:ph type="pic" sz="quarter" idx="13"/>
          </p:nvPr>
        </p:nvSpPr>
        <p:spPr>
          <a:xfrm>
            <a:off x="119314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5" name="Text Placeholder 38"/>
          <p:cNvSpPr>
            <a:spLocks noGrp="1"/>
          </p:cNvSpPr>
          <p:nvPr>
            <p:ph type="body" sz="quarter" idx="17" hasCustomPrompt="1"/>
          </p:nvPr>
        </p:nvSpPr>
        <p:spPr>
          <a:xfrm>
            <a:off x="119365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6" name="图片占位符 5"/>
          <p:cNvSpPr>
            <a:spLocks noGrp="1"/>
          </p:cNvSpPr>
          <p:nvPr>
            <p:ph type="pic" sz="quarter" idx="18"/>
          </p:nvPr>
        </p:nvSpPr>
        <p:spPr>
          <a:xfrm>
            <a:off x="384603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7" name="Text Placeholder 38"/>
          <p:cNvSpPr>
            <a:spLocks noGrp="1"/>
          </p:cNvSpPr>
          <p:nvPr>
            <p:ph type="body" sz="quarter" idx="19" hasCustomPrompt="1"/>
          </p:nvPr>
        </p:nvSpPr>
        <p:spPr>
          <a:xfrm>
            <a:off x="384654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8" name="图片占位符 5"/>
          <p:cNvSpPr>
            <a:spLocks noGrp="1"/>
          </p:cNvSpPr>
          <p:nvPr>
            <p:ph type="pic" sz="quarter" idx="20"/>
          </p:nvPr>
        </p:nvSpPr>
        <p:spPr>
          <a:xfrm>
            <a:off x="649892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9" name="Text Placeholder 38"/>
          <p:cNvSpPr>
            <a:spLocks noGrp="1"/>
          </p:cNvSpPr>
          <p:nvPr>
            <p:ph type="body" sz="quarter" idx="21" hasCustomPrompt="1"/>
          </p:nvPr>
        </p:nvSpPr>
        <p:spPr>
          <a:xfrm>
            <a:off x="649943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20" name="图片占位符 5"/>
          <p:cNvSpPr>
            <a:spLocks noGrp="1"/>
          </p:cNvSpPr>
          <p:nvPr>
            <p:ph type="pic" sz="quarter" idx="22"/>
          </p:nvPr>
        </p:nvSpPr>
        <p:spPr>
          <a:xfrm>
            <a:off x="915181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1" name="Text Placeholder 38"/>
          <p:cNvSpPr>
            <a:spLocks noGrp="1"/>
          </p:cNvSpPr>
          <p:nvPr>
            <p:ph type="body" sz="quarter" idx="23" hasCustomPrompt="1"/>
          </p:nvPr>
        </p:nvSpPr>
        <p:spPr>
          <a:xfrm>
            <a:off x="915232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30"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31" name="组 30"/>
          <p:cNvGrpSpPr/>
          <p:nvPr userDrawn="1"/>
        </p:nvGrpSpPr>
        <p:grpSpPr>
          <a:xfrm>
            <a:off x="0" y="369310"/>
            <a:ext cx="210961" cy="344922"/>
            <a:chOff x="0" y="369310"/>
            <a:chExt cx="210961" cy="344922"/>
          </a:xfrm>
        </p:grpSpPr>
        <p:sp>
          <p:nvSpPr>
            <p:cNvPr id="32" name="三角形 31"/>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33" name="三角形 32"/>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34" name="图片 33"/>
          <p:cNvPicPr>
            <a:picLocks noChangeAspect="1"/>
          </p:cNvPicPr>
          <p:nvPr userDrawn="1"/>
        </p:nvPicPr>
        <p:blipFill>
          <a:blip r:embed="rId2"/>
          <a:stretch>
            <a:fillRect/>
          </a:stretch>
        </p:blipFill>
        <p:spPr>
          <a:xfrm>
            <a:off x="10687431" y="323923"/>
            <a:ext cx="1102401" cy="499306"/>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3" name="图片占位符 5"/>
          <p:cNvSpPr>
            <a:spLocks noGrp="1"/>
          </p:cNvSpPr>
          <p:nvPr>
            <p:ph type="pic" sz="quarter" idx="13"/>
          </p:nvPr>
        </p:nvSpPr>
        <p:spPr>
          <a:xfrm>
            <a:off x="2436262" y="1559288"/>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dirty="0"/>
          </a:p>
        </p:txBody>
      </p:sp>
      <p:sp>
        <p:nvSpPr>
          <p:cNvPr id="22" name="Text Placeholder 38"/>
          <p:cNvSpPr>
            <a:spLocks noGrp="1"/>
          </p:cNvSpPr>
          <p:nvPr>
            <p:ph type="body" sz="quarter" idx="17" hasCustomPrompt="1"/>
          </p:nvPr>
        </p:nvSpPr>
        <p:spPr>
          <a:xfrm>
            <a:off x="2191799" y="3454401"/>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3" name="图片占位符 5"/>
          <p:cNvSpPr>
            <a:spLocks noGrp="1"/>
          </p:cNvSpPr>
          <p:nvPr>
            <p:ph type="pic" sz="quarter" idx="18"/>
          </p:nvPr>
        </p:nvSpPr>
        <p:spPr>
          <a:xfrm>
            <a:off x="5356641" y="1559288"/>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4" name="Text Placeholder 38"/>
          <p:cNvSpPr>
            <a:spLocks noGrp="1"/>
          </p:cNvSpPr>
          <p:nvPr>
            <p:ph type="body" sz="quarter" idx="19" hasCustomPrompt="1"/>
          </p:nvPr>
        </p:nvSpPr>
        <p:spPr>
          <a:xfrm>
            <a:off x="5112178" y="3454401"/>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5" name="图片占位符 5"/>
          <p:cNvSpPr>
            <a:spLocks noGrp="1"/>
          </p:cNvSpPr>
          <p:nvPr>
            <p:ph type="pic" sz="quarter" idx="20"/>
          </p:nvPr>
        </p:nvSpPr>
        <p:spPr>
          <a:xfrm>
            <a:off x="8277020" y="1559288"/>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6" name="Text Placeholder 38"/>
          <p:cNvSpPr>
            <a:spLocks noGrp="1"/>
          </p:cNvSpPr>
          <p:nvPr>
            <p:ph type="body" sz="quarter" idx="21" hasCustomPrompt="1"/>
          </p:nvPr>
        </p:nvSpPr>
        <p:spPr>
          <a:xfrm>
            <a:off x="8032557" y="3454401"/>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7" name="图片占位符 5"/>
          <p:cNvSpPr>
            <a:spLocks noGrp="1"/>
          </p:cNvSpPr>
          <p:nvPr>
            <p:ph type="pic" sz="quarter" idx="24"/>
          </p:nvPr>
        </p:nvSpPr>
        <p:spPr>
          <a:xfrm>
            <a:off x="2436262" y="3967562"/>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8" name="Text Placeholder 38"/>
          <p:cNvSpPr>
            <a:spLocks noGrp="1"/>
          </p:cNvSpPr>
          <p:nvPr>
            <p:ph type="body" sz="quarter" idx="25" hasCustomPrompt="1"/>
          </p:nvPr>
        </p:nvSpPr>
        <p:spPr>
          <a:xfrm>
            <a:off x="2191799" y="5862675"/>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9" name="图片占位符 5"/>
          <p:cNvSpPr>
            <a:spLocks noGrp="1"/>
          </p:cNvSpPr>
          <p:nvPr>
            <p:ph type="pic" sz="quarter" idx="26"/>
          </p:nvPr>
        </p:nvSpPr>
        <p:spPr>
          <a:xfrm>
            <a:off x="5356641" y="3967562"/>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30" name="Text Placeholder 38"/>
          <p:cNvSpPr>
            <a:spLocks noGrp="1"/>
          </p:cNvSpPr>
          <p:nvPr>
            <p:ph type="body" sz="quarter" idx="27" hasCustomPrompt="1"/>
          </p:nvPr>
        </p:nvSpPr>
        <p:spPr>
          <a:xfrm>
            <a:off x="5112178" y="5862675"/>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31" name="图片占位符 5"/>
          <p:cNvSpPr>
            <a:spLocks noGrp="1"/>
          </p:cNvSpPr>
          <p:nvPr>
            <p:ph type="pic" sz="quarter" idx="28"/>
          </p:nvPr>
        </p:nvSpPr>
        <p:spPr>
          <a:xfrm>
            <a:off x="8277020" y="3967562"/>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32" name="Text Placeholder 38"/>
          <p:cNvSpPr>
            <a:spLocks noGrp="1"/>
          </p:cNvSpPr>
          <p:nvPr>
            <p:ph type="body" sz="quarter" idx="29" hasCustomPrompt="1"/>
          </p:nvPr>
        </p:nvSpPr>
        <p:spPr>
          <a:xfrm>
            <a:off x="8032557" y="5862675"/>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38"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39" name="组 38"/>
          <p:cNvGrpSpPr/>
          <p:nvPr userDrawn="1"/>
        </p:nvGrpSpPr>
        <p:grpSpPr>
          <a:xfrm>
            <a:off x="0" y="369310"/>
            <a:ext cx="210961" cy="344922"/>
            <a:chOff x="0" y="369310"/>
            <a:chExt cx="210961" cy="344922"/>
          </a:xfrm>
        </p:grpSpPr>
        <p:sp>
          <p:nvSpPr>
            <p:cNvPr id="40" name="三角形 39"/>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41" name="三角形 40"/>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42" name="图片 41"/>
          <p:cNvPicPr>
            <a:picLocks noChangeAspect="1"/>
          </p:cNvPicPr>
          <p:nvPr userDrawn="1"/>
        </p:nvPicPr>
        <p:blipFill>
          <a:blip r:embed="rId2"/>
          <a:stretch>
            <a:fillRect/>
          </a:stretch>
        </p:blipFill>
        <p:spPr>
          <a:xfrm>
            <a:off x="10687431" y="323923"/>
            <a:ext cx="1102401" cy="499306"/>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时间轴">
    <p:spTree>
      <p:nvGrpSpPr>
        <p:cNvPr id="1" name=""/>
        <p:cNvGrpSpPr/>
        <p:nvPr/>
      </p:nvGrpSpPr>
      <p:grpSpPr>
        <a:xfrm>
          <a:off x="0" y="0"/>
          <a:ext cx="0" cy="0"/>
          <a:chOff x="0" y="0"/>
          <a:chExt cx="0" cy="0"/>
        </a:xfrm>
      </p:grpSpPr>
      <p:sp>
        <p:nvSpPr>
          <p:cNvPr id="9" name="Text Placeholder 38"/>
          <p:cNvSpPr>
            <a:spLocks noGrp="1"/>
          </p:cNvSpPr>
          <p:nvPr>
            <p:ph type="body" sz="quarter" idx="17" hasCustomPrompt="1"/>
          </p:nvPr>
        </p:nvSpPr>
        <p:spPr>
          <a:xfrm>
            <a:off x="1464150" y="4565272"/>
            <a:ext cx="2688614" cy="1277967"/>
          </a:xfrm>
          <a:prstGeom prst="rect">
            <a:avLst/>
          </a:prstGeom>
        </p:spPr>
        <p:txBody>
          <a:bodyPr lIns="0" tIns="0" rIns="0" bIns="0">
            <a:noAutofit/>
          </a:bodyPr>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4" name="图片占位符 5"/>
          <p:cNvSpPr>
            <a:spLocks noGrp="1"/>
          </p:cNvSpPr>
          <p:nvPr>
            <p:ph type="pic" sz="quarter" idx="13"/>
          </p:nvPr>
        </p:nvSpPr>
        <p:spPr>
          <a:xfrm>
            <a:off x="1212558" y="1838791"/>
            <a:ext cx="2940206" cy="2179958"/>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2" name="图片占位符 5"/>
          <p:cNvSpPr>
            <a:spLocks noGrp="1"/>
          </p:cNvSpPr>
          <p:nvPr>
            <p:ph type="pic" sz="quarter" idx="22"/>
          </p:nvPr>
        </p:nvSpPr>
        <p:spPr>
          <a:xfrm>
            <a:off x="4598466" y="1854945"/>
            <a:ext cx="2940206" cy="2179958"/>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7" name="图片占位符 5"/>
          <p:cNvSpPr>
            <a:spLocks noGrp="1"/>
          </p:cNvSpPr>
          <p:nvPr>
            <p:ph type="pic" sz="quarter" idx="23"/>
          </p:nvPr>
        </p:nvSpPr>
        <p:spPr>
          <a:xfrm>
            <a:off x="7965686" y="1854945"/>
            <a:ext cx="2940206" cy="2179958"/>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32" name="Text Placeholder 38"/>
          <p:cNvSpPr>
            <a:spLocks noGrp="1"/>
          </p:cNvSpPr>
          <p:nvPr>
            <p:ph type="body" sz="quarter" idx="27" hasCustomPrompt="1"/>
          </p:nvPr>
        </p:nvSpPr>
        <p:spPr>
          <a:xfrm>
            <a:off x="4850058" y="4565272"/>
            <a:ext cx="2688614" cy="1277967"/>
          </a:xfrm>
          <a:prstGeom prst="rect">
            <a:avLst/>
          </a:prstGeom>
        </p:spPr>
        <p:txBody>
          <a:bodyPr lIns="0" tIns="0" rIns="0" bIns="0">
            <a:noAutofit/>
          </a:bodyPr>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33" name="Text Placeholder 38"/>
          <p:cNvSpPr>
            <a:spLocks noGrp="1"/>
          </p:cNvSpPr>
          <p:nvPr>
            <p:ph type="body" sz="quarter" idx="28" hasCustomPrompt="1"/>
          </p:nvPr>
        </p:nvSpPr>
        <p:spPr>
          <a:xfrm>
            <a:off x="8300671" y="4565272"/>
            <a:ext cx="2605221" cy="1277967"/>
          </a:xfrm>
          <a:prstGeom prst="rect">
            <a:avLst/>
          </a:prstGeom>
        </p:spPr>
        <p:txBody>
          <a:bodyPr lIns="0" tIns="0" rIns="0" bIns="0">
            <a:noAutofit/>
          </a:bodyPr>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22"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23" name="组 22"/>
          <p:cNvGrpSpPr/>
          <p:nvPr userDrawn="1"/>
        </p:nvGrpSpPr>
        <p:grpSpPr>
          <a:xfrm>
            <a:off x="0" y="369310"/>
            <a:ext cx="210961" cy="344922"/>
            <a:chOff x="0" y="369310"/>
            <a:chExt cx="210961" cy="344922"/>
          </a:xfrm>
        </p:grpSpPr>
        <p:sp>
          <p:nvSpPr>
            <p:cNvPr id="24" name="三角形 23"/>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5" name="三角形 24"/>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6" name="图片 25"/>
          <p:cNvPicPr>
            <a:picLocks noChangeAspect="1"/>
          </p:cNvPicPr>
          <p:nvPr userDrawn="1"/>
        </p:nvPicPr>
        <p:blipFill>
          <a:blip r:embed="rId2"/>
          <a:stretch>
            <a:fillRect/>
          </a:stretch>
        </p:blipFill>
        <p:spPr>
          <a:xfrm>
            <a:off x="10687431" y="323923"/>
            <a:ext cx="1102401" cy="499306"/>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13" name="Date Placeholder 3"/>
          <p:cNvSpPr>
            <a:spLocks noGrp="1"/>
          </p:cNvSpPr>
          <p:nvPr>
            <p:ph type="dt" sz="half" idx="10"/>
          </p:nvPr>
        </p:nvSpPr>
        <p:spPr/>
        <p:txBody>
          <a:bodyPr/>
          <a:lstStyle>
            <a:lvl1pPr>
              <a:defRPr/>
            </a:lvl1pPr>
          </a:lstStyle>
          <a:p>
            <a:pPr>
              <a:defRPr/>
            </a:pPr>
            <a:fld id="{DB2620CF-1C2C-514E-BE55-601A62894FF6}" type="datetimeFigureOut">
              <a:rPr lang="en-US" smtClean="0"/>
              <a:pPr>
                <a:defRPr/>
              </a:pPr>
              <a:t>8/19/2019</a:t>
            </a:fld>
            <a:endParaRPr lang="en-US"/>
          </a:p>
        </p:txBody>
      </p:sp>
      <p:sp>
        <p:nvSpPr>
          <p:cNvPr id="14"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15" name="Slide Number Placeholder 5"/>
          <p:cNvSpPr>
            <a:spLocks noGrp="1"/>
          </p:cNvSpPr>
          <p:nvPr>
            <p:ph type="sldNum" sz="quarter" idx="12"/>
          </p:nvPr>
        </p:nvSpPr>
        <p:spPr/>
        <p:txBody>
          <a:bodyPr/>
          <a:lstStyle>
            <a:lvl1pPr>
              <a:defRPr/>
            </a:lvl1pPr>
          </a:lstStyle>
          <a:p>
            <a:pPr>
              <a:defRPr/>
            </a:pPr>
            <a:fld id="{8FFFB377-BA69-FA42-BF9B-8CA743CBECDC}" type="slidenum">
              <a:rPr lang="en-US" smtClean="0"/>
              <a:pPr>
                <a:defRPr/>
              </a:pPr>
              <a:t>‹#›</a:t>
            </a:fld>
            <a:endParaRPr lang="en-US"/>
          </a:p>
        </p:txBody>
      </p:sp>
    </p:spTree>
    <p:extLst>
      <p:ext uri="{BB962C8B-B14F-4D97-AF65-F5344CB8AC3E}">
        <p14:creationId xmlns:p14="http://schemas.microsoft.com/office/powerpoint/2010/main" val="2603294443"/>
      </p:ext>
    </p:extLst>
  </p:cSld>
  <p:clrMapOvr>
    <a:masterClrMapping/>
  </p:clrMapOvr>
  <p:transition spd="slow" advTm="2000">
    <p:blinds dir="vert"/>
  </p:transition>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lvl1pPr>
              <a:defRPr/>
            </a:lvl1pPr>
          </a:lstStyle>
          <a:p>
            <a:pPr>
              <a:defRPr/>
            </a:pPr>
            <a:fld id="{D6EA9976-E709-E14B-B2F0-645481E6F7DB}" type="datetimeFigureOut">
              <a:rPr lang="en-US" smtClean="0"/>
              <a:pPr>
                <a:defRPr/>
              </a:pPr>
              <a:t>8/19/2019</a:t>
            </a:fld>
            <a:endParaRPr lang="en-US"/>
          </a:p>
        </p:txBody>
      </p:sp>
      <p:sp>
        <p:nvSpPr>
          <p:cNvPr id="5"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D066CDC2-3AE9-6041-B1F2-73C3A81E77D1}" type="slidenum">
              <a:rPr lang="en-US" smtClean="0"/>
              <a:pPr>
                <a:defRPr/>
              </a:pPr>
              <a:t>‹#›</a:t>
            </a:fld>
            <a:endParaRPr lang="en-US"/>
          </a:p>
        </p:txBody>
      </p:sp>
    </p:spTree>
    <p:extLst>
      <p:ext uri="{BB962C8B-B14F-4D97-AF65-F5344CB8AC3E}">
        <p14:creationId xmlns:p14="http://schemas.microsoft.com/office/powerpoint/2010/main" val="670487010"/>
      </p:ext>
    </p:extLst>
  </p:cSld>
  <p:clrMapOvr>
    <a:masterClrMapping/>
  </p:clrMapOvr>
  <p:transition spd="slow" advTm="2000">
    <p:blinds dir="vert"/>
  </p:transition>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a:defRPr/>
            </a:lvl1pPr>
          </a:lstStyle>
          <a:p>
            <a:pPr>
              <a:defRPr/>
            </a:pPr>
            <a:fld id="{C0EB8BA5-3622-E44E-A0C3-5A8DBCB0F819}" type="datetimeFigureOut">
              <a:rPr lang="en-US" smtClean="0"/>
              <a:pPr>
                <a:defRPr/>
              </a:pPr>
              <a:t>8/19/2019</a:t>
            </a:fld>
            <a:endParaRPr lang="en-US"/>
          </a:p>
        </p:txBody>
      </p:sp>
      <p:sp>
        <p:nvSpPr>
          <p:cNvPr id="5"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647A3679-D63C-0845-B19E-29B7EBDF778F}" type="slidenum">
              <a:rPr lang="en-US" smtClean="0"/>
              <a:pPr>
                <a:defRPr/>
              </a:pPr>
              <a:t>‹#›</a:t>
            </a:fld>
            <a:endParaRPr lang="en-US"/>
          </a:p>
        </p:txBody>
      </p:sp>
    </p:spTree>
    <p:extLst>
      <p:ext uri="{BB962C8B-B14F-4D97-AF65-F5344CB8AC3E}">
        <p14:creationId xmlns:p14="http://schemas.microsoft.com/office/powerpoint/2010/main" val="1450193379"/>
      </p:ext>
    </p:extLst>
  </p:cSld>
  <p:clrMapOvr>
    <a:masterClrMapping/>
  </p:clrMapOvr>
  <p:transition spd="slow" advTm="2000">
    <p:blinds dir="vert"/>
  </p:transition>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Date Placeholder 3"/>
          <p:cNvSpPr>
            <a:spLocks noGrp="1"/>
          </p:cNvSpPr>
          <p:nvPr>
            <p:ph type="dt" sz="half" idx="10"/>
          </p:nvPr>
        </p:nvSpPr>
        <p:spPr/>
        <p:txBody>
          <a:bodyPr/>
          <a:lstStyle>
            <a:lvl1pPr>
              <a:defRPr/>
            </a:lvl1pPr>
          </a:lstStyle>
          <a:p>
            <a:pPr>
              <a:defRPr/>
            </a:pPr>
            <a:fld id="{6682085D-73E4-6C48-951A-F78B873C711D}" type="datetimeFigureOut">
              <a:rPr lang="en-US" smtClean="0"/>
              <a:pPr>
                <a:defRPr/>
              </a:pPr>
              <a:t>8/19/2019</a:t>
            </a:fld>
            <a:endParaRPr lang="en-US"/>
          </a:p>
        </p:txBody>
      </p:sp>
      <p:sp>
        <p:nvSpPr>
          <p:cNvPr id="6"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CECF100E-A0C6-B743-9F17-B27C8043BA2E}" type="slidenum">
              <a:rPr lang="en-US" smtClean="0"/>
              <a:pPr>
                <a:defRPr/>
              </a:pPr>
              <a:t>‹#›</a:t>
            </a:fld>
            <a:endParaRPr lang="en-US"/>
          </a:p>
        </p:txBody>
      </p:sp>
    </p:spTree>
    <p:extLst>
      <p:ext uri="{BB962C8B-B14F-4D97-AF65-F5344CB8AC3E}">
        <p14:creationId xmlns:p14="http://schemas.microsoft.com/office/powerpoint/2010/main" val="1747924077"/>
      </p:ext>
    </p:extLst>
  </p:cSld>
  <p:clrMapOvr>
    <a:masterClrMapping/>
  </p:clrMapOvr>
  <p:transition spd="slow" advTm="2000">
    <p:blinds dir="vert"/>
  </p:transition>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Date Placeholder 3"/>
          <p:cNvSpPr>
            <a:spLocks noGrp="1"/>
          </p:cNvSpPr>
          <p:nvPr>
            <p:ph type="dt" sz="half" idx="10"/>
          </p:nvPr>
        </p:nvSpPr>
        <p:spPr/>
        <p:txBody>
          <a:bodyPr/>
          <a:lstStyle>
            <a:lvl1pPr>
              <a:defRPr/>
            </a:lvl1pPr>
          </a:lstStyle>
          <a:p>
            <a:pPr>
              <a:defRPr/>
            </a:pPr>
            <a:fld id="{34BB985D-E127-B34C-B814-8E70609A4D0A}" type="datetimeFigureOut">
              <a:rPr lang="en-US" smtClean="0"/>
              <a:pPr>
                <a:defRPr/>
              </a:pPr>
              <a:t>8/19/2019</a:t>
            </a:fld>
            <a:endParaRPr lang="en-US"/>
          </a:p>
        </p:txBody>
      </p:sp>
      <p:sp>
        <p:nvSpPr>
          <p:cNvPr id="8"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C6303F9B-565C-A742-87AE-B7F1F892CAA5}" type="slidenum">
              <a:rPr lang="en-US" smtClean="0"/>
              <a:pPr>
                <a:defRPr/>
              </a:pPr>
              <a:t>‹#›</a:t>
            </a:fld>
            <a:endParaRPr lang="en-US"/>
          </a:p>
        </p:txBody>
      </p:sp>
    </p:spTree>
    <p:extLst>
      <p:ext uri="{BB962C8B-B14F-4D97-AF65-F5344CB8AC3E}">
        <p14:creationId xmlns:p14="http://schemas.microsoft.com/office/powerpoint/2010/main" val="4137622823"/>
      </p:ext>
    </p:extLst>
  </p:cSld>
  <p:clrMapOvr>
    <a:masterClrMapping/>
  </p:clrMapOvr>
  <p:transition spd="slow" advTm="2000">
    <p:blinds dir="vert"/>
  </p:transition>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3"/>
          <p:cNvSpPr>
            <a:spLocks noGrp="1"/>
          </p:cNvSpPr>
          <p:nvPr>
            <p:ph type="dt" sz="half" idx="10"/>
          </p:nvPr>
        </p:nvSpPr>
        <p:spPr/>
        <p:txBody>
          <a:bodyPr/>
          <a:lstStyle>
            <a:lvl1pPr>
              <a:defRPr/>
            </a:lvl1pPr>
          </a:lstStyle>
          <a:p>
            <a:pPr>
              <a:defRPr/>
            </a:pPr>
            <a:fld id="{43179C19-3F0F-6E47-9CAA-67837717159E}" type="datetimeFigureOut">
              <a:rPr lang="en-US" smtClean="0"/>
              <a:pPr>
                <a:defRPr/>
              </a:pPr>
              <a:t>8/19/2019</a:t>
            </a:fld>
            <a:endParaRPr lang="en-US"/>
          </a:p>
        </p:txBody>
      </p:sp>
      <p:sp>
        <p:nvSpPr>
          <p:cNvPr id="4"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66403177-DBF8-7342-968C-B714CE790052}" type="slidenum">
              <a:rPr lang="en-US" smtClean="0"/>
              <a:pPr>
                <a:defRPr/>
              </a:pPr>
              <a:t>‹#›</a:t>
            </a:fld>
            <a:endParaRPr lang="en-US"/>
          </a:p>
        </p:txBody>
      </p:sp>
    </p:spTree>
    <p:extLst>
      <p:ext uri="{BB962C8B-B14F-4D97-AF65-F5344CB8AC3E}">
        <p14:creationId xmlns:p14="http://schemas.microsoft.com/office/powerpoint/2010/main" val="172392743"/>
      </p:ext>
    </p:extLst>
  </p:cSld>
  <p:clrMapOvr>
    <a:masterClrMapping/>
  </p:clrMapOvr>
  <p:transition spd="slow" advTm="2000">
    <p:blinds dir="vert"/>
  </p:transition>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1" name="Date Placeholder 1"/>
          <p:cNvSpPr>
            <a:spLocks noGrp="1"/>
          </p:cNvSpPr>
          <p:nvPr>
            <p:ph type="dt" sz="half" idx="10"/>
          </p:nvPr>
        </p:nvSpPr>
        <p:spPr/>
        <p:txBody>
          <a:bodyPr/>
          <a:lstStyle>
            <a:lvl1pPr>
              <a:defRPr/>
            </a:lvl1pPr>
          </a:lstStyle>
          <a:p>
            <a:pPr>
              <a:defRPr/>
            </a:pPr>
            <a:fld id="{E535A3C9-C03E-484B-AF9B-F9889BF2532F}" type="datetimeFigureOut">
              <a:rPr lang="en-US" smtClean="0"/>
              <a:pPr>
                <a:defRPr/>
              </a:pPr>
              <a:t>8/19/2019</a:t>
            </a:fld>
            <a:endParaRPr lang="en-US"/>
          </a:p>
        </p:txBody>
      </p:sp>
      <p:sp>
        <p:nvSpPr>
          <p:cNvPr id="12" name="Footer Placeholder 2"/>
          <p:cNvSpPr>
            <a:spLocks noGrp="1"/>
          </p:cNvSpPr>
          <p:nvPr>
            <p:ph type="ftr" sz="quarter" idx="11"/>
          </p:nvPr>
        </p:nvSpPr>
        <p:spPr/>
        <p:txBody>
          <a:bodyPr/>
          <a:lstStyle>
            <a:lvl1pPr>
              <a:defRPr/>
            </a:lvl1pPr>
          </a:lstStyle>
          <a:p>
            <a:r>
              <a:rPr lang="en-US"/>
              <a:t>www.qianxin.com</a:t>
            </a:r>
            <a:endParaRPr lang="en-US" dirty="0"/>
          </a:p>
        </p:txBody>
      </p:sp>
      <p:sp>
        <p:nvSpPr>
          <p:cNvPr id="13" name="Slide Number Placeholder 3"/>
          <p:cNvSpPr>
            <a:spLocks noGrp="1"/>
          </p:cNvSpPr>
          <p:nvPr>
            <p:ph type="sldNum" sz="quarter" idx="12"/>
          </p:nvPr>
        </p:nvSpPr>
        <p:spPr/>
        <p:txBody>
          <a:bodyPr/>
          <a:lstStyle>
            <a:lvl1pPr>
              <a:defRPr/>
            </a:lvl1pPr>
          </a:lstStyle>
          <a:p>
            <a:pPr>
              <a:defRPr/>
            </a:pPr>
            <a:fld id="{17A3A6D5-DD28-044F-87A8-09177897F498}" type="slidenum">
              <a:rPr lang="en-US" smtClean="0"/>
              <a:pPr>
                <a:defRPr/>
              </a:pPr>
              <a:t>‹#›</a:t>
            </a:fld>
            <a:endParaRPr lang="en-US"/>
          </a:p>
        </p:txBody>
      </p:sp>
    </p:spTree>
    <p:extLst>
      <p:ext uri="{BB962C8B-B14F-4D97-AF65-F5344CB8AC3E}">
        <p14:creationId xmlns:p14="http://schemas.microsoft.com/office/powerpoint/2010/main" val="1860710325"/>
      </p:ext>
    </p:extLst>
  </p:cSld>
  <p:clrMapOvr>
    <a:masterClrMapping/>
  </p:clrMapOvr>
  <p:transition spd="slow" advTm="2000">
    <p:blinds dir="vert"/>
  </p:transition>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lvl1pPr>
              <a:defRPr/>
            </a:lvl1pPr>
          </a:lstStyle>
          <a:p>
            <a:pPr>
              <a:defRPr/>
            </a:pPr>
            <a:fld id="{F10D115D-50FA-CC4A-A0B0-6DAD9534690E}" type="datetimeFigureOut">
              <a:rPr lang="en-US" smtClean="0"/>
              <a:pPr>
                <a:defRPr/>
              </a:pPr>
              <a:t>8/19/2019</a:t>
            </a:fld>
            <a:endParaRPr lang="en-US"/>
          </a:p>
        </p:txBody>
      </p:sp>
      <p:sp>
        <p:nvSpPr>
          <p:cNvPr id="5"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4C99494E-5A08-984D-807E-064CB0F598F7}" type="slidenum">
              <a:rPr lang="en-US" smtClean="0"/>
              <a:pPr>
                <a:defRPr/>
              </a:pPr>
              <a:t>‹#›</a:t>
            </a:fld>
            <a:endParaRPr lang="en-US"/>
          </a:p>
        </p:txBody>
      </p:sp>
    </p:spTree>
    <p:extLst>
      <p:ext uri="{BB962C8B-B14F-4D97-AF65-F5344CB8AC3E}">
        <p14:creationId xmlns:p14="http://schemas.microsoft.com/office/powerpoint/2010/main" val="2139685654"/>
      </p:ext>
    </p:extLst>
  </p:cSld>
  <p:clrMapOvr>
    <a:masterClrMapping/>
  </p:clrMapOvr>
  <p:transition spd="slow" advTm="2000">
    <p:blinds dir="vert"/>
  </p:transition>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lvl1pPr>
              <a:defRPr/>
            </a:lvl1pPr>
          </a:lstStyle>
          <a:p>
            <a:pPr>
              <a:defRPr/>
            </a:pPr>
            <a:fld id="{62B429EF-AF2F-EC48-9EA1-F6671F6DF935}" type="datetimeFigureOut">
              <a:rPr lang="en-US" smtClean="0"/>
              <a:pPr>
                <a:defRPr/>
              </a:pPr>
              <a:t>8/19/2019</a:t>
            </a:fld>
            <a:endParaRPr lang="en-US"/>
          </a:p>
        </p:txBody>
      </p:sp>
      <p:sp>
        <p:nvSpPr>
          <p:cNvPr id="5"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095DC32-027F-974D-9C47-DDAE9F2EAF6D}" type="slidenum">
              <a:rPr lang="en-US" smtClean="0"/>
              <a:pPr>
                <a:defRPr/>
              </a:pPr>
              <a:t>‹#›</a:t>
            </a:fld>
            <a:endParaRPr lang="en-US"/>
          </a:p>
        </p:txBody>
      </p:sp>
    </p:spTree>
    <p:extLst>
      <p:ext uri="{BB962C8B-B14F-4D97-AF65-F5344CB8AC3E}">
        <p14:creationId xmlns:p14="http://schemas.microsoft.com/office/powerpoint/2010/main" val="3021073359"/>
      </p:ext>
    </p:extLst>
  </p:cSld>
  <p:clrMapOvr>
    <a:masterClrMapping/>
  </p:clrMapOvr>
  <p:transition spd="slow" advTm="2000">
    <p:blinds dir="vert"/>
  </p:transition>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Agenda">
    <p:spTree>
      <p:nvGrpSpPr>
        <p:cNvPr id="1" name=""/>
        <p:cNvGrpSpPr/>
        <p:nvPr/>
      </p:nvGrpSpPr>
      <p:grpSpPr>
        <a:xfrm>
          <a:off x="0" y="0"/>
          <a:ext cx="0" cy="0"/>
          <a:chOff x="0" y="0"/>
          <a:chExt cx="0" cy="0"/>
        </a:xfrm>
      </p:grpSpPr>
      <p:cxnSp>
        <p:nvCxnSpPr>
          <p:cNvPr id="26" name="Прямая соединительная линия 7"/>
          <p:cNvCxnSpPr/>
          <p:nvPr/>
        </p:nvCxnSpPr>
        <p:spPr>
          <a:xfrm flipV="1">
            <a:off x="3276600" y="0"/>
            <a:ext cx="0" cy="6858000"/>
          </a:xfrm>
          <a:prstGeom prst="line">
            <a:avLst/>
          </a:prstGeom>
          <a:ln>
            <a:solidFill>
              <a:schemeClr val="bg1">
                <a:alpha val="20000"/>
              </a:schemeClr>
            </a:solidFill>
          </a:ln>
        </p:spPr>
        <p:style>
          <a:lnRef idx="1">
            <a:schemeClr val="accent1"/>
          </a:lnRef>
          <a:fillRef idx="0">
            <a:schemeClr val="accent1"/>
          </a:fillRef>
          <a:effectRef idx="0">
            <a:schemeClr val="accent1"/>
          </a:effectRef>
          <a:fontRef idx="minor">
            <a:schemeClr val="tx1"/>
          </a:fontRef>
        </p:style>
      </p:cxnSp>
      <p:cxnSp>
        <p:nvCxnSpPr>
          <p:cNvPr id="27" name="Прямая соединительная линия 8"/>
          <p:cNvCxnSpPr/>
          <p:nvPr/>
        </p:nvCxnSpPr>
        <p:spPr>
          <a:xfrm flipV="1">
            <a:off x="6096000" y="0"/>
            <a:ext cx="0" cy="6858000"/>
          </a:xfrm>
          <a:prstGeom prst="line">
            <a:avLst/>
          </a:prstGeom>
          <a:ln>
            <a:solidFill>
              <a:schemeClr val="bg1">
                <a:alpha val="20000"/>
              </a:schemeClr>
            </a:solidFill>
          </a:ln>
        </p:spPr>
        <p:style>
          <a:lnRef idx="1">
            <a:schemeClr val="accent1"/>
          </a:lnRef>
          <a:fillRef idx="0">
            <a:schemeClr val="accent1"/>
          </a:fillRef>
          <a:effectRef idx="0">
            <a:schemeClr val="accent1"/>
          </a:effectRef>
          <a:fontRef idx="minor">
            <a:schemeClr val="tx1"/>
          </a:fontRef>
        </p:style>
      </p:cxnSp>
      <p:cxnSp>
        <p:nvCxnSpPr>
          <p:cNvPr id="28" name="Прямая соединительная линия 9"/>
          <p:cNvCxnSpPr/>
          <p:nvPr/>
        </p:nvCxnSpPr>
        <p:spPr>
          <a:xfrm flipV="1">
            <a:off x="8915400" y="0"/>
            <a:ext cx="0" cy="6858000"/>
          </a:xfrm>
          <a:prstGeom prst="line">
            <a:avLst/>
          </a:prstGeom>
          <a:ln>
            <a:solidFill>
              <a:schemeClr val="bg1">
                <a:alpha val="20000"/>
              </a:schemeClr>
            </a:solidFill>
          </a:ln>
        </p:spPr>
        <p:style>
          <a:lnRef idx="1">
            <a:schemeClr val="accent1"/>
          </a:lnRef>
          <a:fillRef idx="0">
            <a:schemeClr val="accent1"/>
          </a:fillRef>
          <a:effectRef idx="0">
            <a:schemeClr val="accent1"/>
          </a:effectRef>
          <a:fontRef idx="minor">
            <a:schemeClr val="tx1"/>
          </a:fontRef>
        </p:style>
      </p:cxnSp>
      <p:sp>
        <p:nvSpPr>
          <p:cNvPr id="6" name="Текст 7"/>
          <p:cNvSpPr>
            <a:spLocks noGrp="1"/>
          </p:cNvSpPr>
          <p:nvPr>
            <p:ph type="body" sz="quarter" idx="60"/>
          </p:nvPr>
        </p:nvSpPr>
        <p:spPr>
          <a:xfrm>
            <a:off x="1194888" y="2971802"/>
            <a:ext cx="2066473" cy="2042886"/>
          </a:xfrm>
        </p:spPr>
        <p:txBody>
          <a:bodyPr tIns="0">
            <a:noAutofit/>
          </a:bodyPr>
          <a:lstStyle>
            <a:lvl1pPr marL="0" indent="0" algn="l">
              <a:lnSpc>
                <a:spcPct val="145000"/>
              </a:lnSpc>
              <a:spcBef>
                <a:spcPts val="0"/>
              </a:spcBef>
              <a:buNone/>
              <a:defRPr sz="1600" b="0"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2" name="Текст 7"/>
          <p:cNvSpPr>
            <a:spLocks noGrp="1"/>
          </p:cNvSpPr>
          <p:nvPr>
            <p:ph type="body" sz="quarter" idx="61"/>
          </p:nvPr>
        </p:nvSpPr>
        <p:spPr>
          <a:xfrm>
            <a:off x="1181105" y="5727700"/>
            <a:ext cx="2095500" cy="673100"/>
          </a:xfrm>
        </p:spPr>
        <p:txBody>
          <a:bodyPr tIns="73152">
            <a:noAutofit/>
          </a:bodyPr>
          <a:lstStyle>
            <a:lvl1pPr marL="0" indent="0" algn="l">
              <a:lnSpc>
                <a:spcPct val="145000"/>
              </a:lnSpc>
              <a:spcBef>
                <a:spcPts val="0"/>
              </a:spcBef>
              <a:buNone/>
              <a:defRPr sz="1050" b="1"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3" name="Текст 7"/>
          <p:cNvSpPr>
            <a:spLocks noGrp="1"/>
          </p:cNvSpPr>
          <p:nvPr>
            <p:ph type="body" sz="quarter" idx="62"/>
          </p:nvPr>
        </p:nvSpPr>
        <p:spPr>
          <a:xfrm>
            <a:off x="3975101" y="2971802"/>
            <a:ext cx="2066473" cy="2042886"/>
          </a:xfrm>
        </p:spPr>
        <p:txBody>
          <a:bodyPr tIns="0">
            <a:noAutofit/>
          </a:bodyPr>
          <a:lstStyle>
            <a:lvl1pPr marL="0" indent="0" algn="l">
              <a:lnSpc>
                <a:spcPct val="145000"/>
              </a:lnSpc>
              <a:spcBef>
                <a:spcPts val="0"/>
              </a:spcBef>
              <a:buNone/>
              <a:defRPr sz="1600" b="0"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4" name="Текст 7"/>
          <p:cNvSpPr>
            <a:spLocks noGrp="1"/>
          </p:cNvSpPr>
          <p:nvPr>
            <p:ph type="body" sz="quarter" idx="63"/>
          </p:nvPr>
        </p:nvSpPr>
        <p:spPr>
          <a:xfrm>
            <a:off x="3971480" y="5727700"/>
            <a:ext cx="2095500" cy="673100"/>
          </a:xfrm>
        </p:spPr>
        <p:txBody>
          <a:bodyPr tIns="73152">
            <a:noAutofit/>
          </a:bodyPr>
          <a:lstStyle>
            <a:lvl1pPr marL="0" indent="0" algn="l">
              <a:lnSpc>
                <a:spcPct val="145000"/>
              </a:lnSpc>
              <a:spcBef>
                <a:spcPts val="0"/>
              </a:spcBef>
              <a:buNone/>
              <a:defRPr sz="1050" b="1"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5" name="Текст 7"/>
          <p:cNvSpPr>
            <a:spLocks noGrp="1"/>
          </p:cNvSpPr>
          <p:nvPr>
            <p:ph type="body" sz="quarter" idx="64"/>
          </p:nvPr>
        </p:nvSpPr>
        <p:spPr>
          <a:xfrm>
            <a:off x="6798130" y="2971802"/>
            <a:ext cx="2066473" cy="2042886"/>
          </a:xfrm>
        </p:spPr>
        <p:txBody>
          <a:bodyPr tIns="0">
            <a:noAutofit/>
          </a:bodyPr>
          <a:lstStyle>
            <a:lvl1pPr marL="0" indent="0" algn="l">
              <a:lnSpc>
                <a:spcPct val="145000"/>
              </a:lnSpc>
              <a:spcBef>
                <a:spcPts val="0"/>
              </a:spcBef>
              <a:buNone/>
              <a:defRPr sz="1600" b="0"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6" name="Текст 7"/>
          <p:cNvSpPr>
            <a:spLocks noGrp="1"/>
          </p:cNvSpPr>
          <p:nvPr>
            <p:ph type="body" sz="quarter" idx="65"/>
          </p:nvPr>
        </p:nvSpPr>
        <p:spPr>
          <a:xfrm>
            <a:off x="6819907" y="5727700"/>
            <a:ext cx="2095500" cy="673100"/>
          </a:xfrm>
        </p:spPr>
        <p:txBody>
          <a:bodyPr tIns="73152">
            <a:noAutofit/>
          </a:bodyPr>
          <a:lstStyle>
            <a:lvl1pPr marL="0" indent="0" algn="l">
              <a:lnSpc>
                <a:spcPct val="145000"/>
              </a:lnSpc>
              <a:spcBef>
                <a:spcPts val="0"/>
              </a:spcBef>
              <a:buNone/>
              <a:defRPr sz="1050" b="1"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7" name="Текст 7"/>
          <p:cNvSpPr>
            <a:spLocks noGrp="1"/>
          </p:cNvSpPr>
          <p:nvPr>
            <p:ph type="body" sz="quarter" idx="66"/>
          </p:nvPr>
        </p:nvSpPr>
        <p:spPr>
          <a:xfrm>
            <a:off x="9617528" y="2971802"/>
            <a:ext cx="2066473" cy="2042886"/>
          </a:xfrm>
        </p:spPr>
        <p:txBody>
          <a:bodyPr tIns="0">
            <a:noAutofit/>
          </a:bodyPr>
          <a:lstStyle>
            <a:lvl1pPr marL="0" indent="0" algn="l">
              <a:lnSpc>
                <a:spcPct val="145000"/>
              </a:lnSpc>
              <a:spcBef>
                <a:spcPts val="0"/>
              </a:spcBef>
              <a:buNone/>
              <a:defRPr sz="1600" b="0"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8" name="Текст 7"/>
          <p:cNvSpPr>
            <a:spLocks noGrp="1"/>
          </p:cNvSpPr>
          <p:nvPr>
            <p:ph type="body" sz="quarter" idx="67"/>
          </p:nvPr>
        </p:nvSpPr>
        <p:spPr>
          <a:xfrm>
            <a:off x="9639307" y="5727700"/>
            <a:ext cx="2095500" cy="673100"/>
          </a:xfrm>
        </p:spPr>
        <p:txBody>
          <a:bodyPr tIns="73152">
            <a:noAutofit/>
          </a:bodyPr>
          <a:lstStyle>
            <a:lvl1pPr marL="0" indent="0" algn="l">
              <a:lnSpc>
                <a:spcPct val="145000"/>
              </a:lnSpc>
              <a:spcBef>
                <a:spcPts val="0"/>
              </a:spcBef>
              <a:buNone/>
              <a:defRPr sz="1050" b="1"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Tree>
    <p:extLst>
      <p:ext uri="{BB962C8B-B14F-4D97-AF65-F5344CB8AC3E}">
        <p14:creationId xmlns:p14="http://schemas.microsoft.com/office/powerpoint/2010/main" val="4282314430"/>
      </p:ext>
    </p:extLst>
  </p:cSld>
  <p:clrMapOvr>
    <a:masterClrMapping/>
  </p:clrMapOvr>
  <p:transition spd="slow" advTm="2000">
    <p:blinds dir="vert"/>
  </p:transition>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Portfolio 01">
    <p:spTree>
      <p:nvGrpSpPr>
        <p:cNvPr id="1" name=""/>
        <p:cNvGrpSpPr/>
        <p:nvPr/>
      </p:nvGrpSpPr>
      <p:grpSpPr>
        <a:xfrm>
          <a:off x="0" y="0"/>
          <a:ext cx="0" cy="0"/>
          <a:chOff x="0" y="0"/>
          <a:chExt cx="0" cy="0"/>
        </a:xfrm>
      </p:grpSpPr>
      <p:sp>
        <p:nvSpPr>
          <p:cNvPr id="17" name="Picture Placeholder 2"/>
          <p:cNvSpPr>
            <a:spLocks noGrp="1"/>
          </p:cNvSpPr>
          <p:nvPr>
            <p:ph type="pic" sz="quarter" idx="11"/>
          </p:nvPr>
        </p:nvSpPr>
        <p:spPr>
          <a:xfrm>
            <a:off x="4014440" y="58172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18" name="Picture Placeholder 2"/>
          <p:cNvSpPr>
            <a:spLocks noGrp="1"/>
          </p:cNvSpPr>
          <p:nvPr>
            <p:ph type="pic" sz="quarter" idx="12"/>
          </p:nvPr>
        </p:nvSpPr>
        <p:spPr>
          <a:xfrm>
            <a:off x="5902713" y="58172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19" name="Picture Placeholder 2"/>
          <p:cNvSpPr>
            <a:spLocks noGrp="1"/>
          </p:cNvSpPr>
          <p:nvPr>
            <p:ph type="pic" sz="quarter" idx="13"/>
          </p:nvPr>
        </p:nvSpPr>
        <p:spPr>
          <a:xfrm>
            <a:off x="7790986" y="58172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0" name="Picture Placeholder 2"/>
          <p:cNvSpPr>
            <a:spLocks noGrp="1"/>
          </p:cNvSpPr>
          <p:nvPr>
            <p:ph type="pic" sz="quarter" idx="14"/>
          </p:nvPr>
        </p:nvSpPr>
        <p:spPr>
          <a:xfrm>
            <a:off x="9679259" y="58172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1" name="Picture Placeholder 2"/>
          <p:cNvSpPr>
            <a:spLocks noGrp="1"/>
          </p:cNvSpPr>
          <p:nvPr>
            <p:ph type="pic" sz="quarter" idx="15"/>
          </p:nvPr>
        </p:nvSpPr>
        <p:spPr>
          <a:xfrm>
            <a:off x="5902713" y="246999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3" name="Picture Placeholder 2"/>
          <p:cNvSpPr>
            <a:spLocks noGrp="1"/>
          </p:cNvSpPr>
          <p:nvPr>
            <p:ph type="pic" sz="quarter" idx="17"/>
          </p:nvPr>
        </p:nvSpPr>
        <p:spPr>
          <a:xfrm>
            <a:off x="9679259" y="246999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4" name="Picture Placeholder 2"/>
          <p:cNvSpPr>
            <a:spLocks noGrp="1"/>
          </p:cNvSpPr>
          <p:nvPr>
            <p:ph type="pic" sz="quarter" idx="18"/>
          </p:nvPr>
        </p:nvSpPr>
        <p:spPr>
          <a:xfrm>
            <a:off x="7790986" y="435826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5" name="Picture Placeholder 2"/>
          <p:cNvSpPr>
            <a:spLocks noGrp="1"/>
          </p:cNvSpPr>
          <p:nvPr>
            <p:ph type="pic" sz="quarter" idx="19"/>
          </p:nvPr>
        </p:nvSpPr>
        <p:spPr>
          <a:xfrm>
            <a:off x="9679259" y="435826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2" name="Picture Placeholder 2"/>
          <p:cNvSpPr>
            <a:spLocks noGrp="1"/>
          </p:cNvSpPr>
          <p:nvPr>
            <p:ph type="pic" sz="quarter" idx="16"/>
          </p:nvPr>
        </p:nvSpPr>
        <p:spPr>
          <a:xfrm>
            <a:off x="7790986" y="2469994"/>
            <a:ext cx="1828799" cy="1828800"/>
          </a:xfrm>
          <a:prstGeom prst="round2SameRect">
            <a:avLst>
              <a:gd name="adj1" fmla="val 1475"/>
              <a:gd name="adj2" fmla="val 0"/>
            </a:avLst>
          </a:prstGeom>
          <a:pattFill prst="pct5">
            <a:fgClr>
              <a:schemeClr val="tx1"/>
            </a:fgClr>
            <a:bgClr>
              <a:schemeClr val="bg1"/>
            </a:bgClr>
          </a:pattFill>
          <a:effectLst>
            <a:outerShdw blurRad="50800" dist="25400" dir="5400000" algn="tl"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40" name="Text Placeholder 2"/>
          <p:cNvSpPr>
            <a:spLocks noGrp="1"/>
          </p:cNvSpPr>
          <p:nvPr>
            <p:ph type="body" sz="quarter" idx="20"/>
          </p:nvPr>
        </p:nvSpPr>
        <p:spPr>
          <a:xfrm>
            <a:off x="1017537" y="3717013"/>
            <a:ext cx="2850354" cy="895930"/>
          </a:xfrm>
        </p:spPr>
        <p:txBody>
          <a:bodyPr>
            <a:noAutofit/>
          </a:bodyPr>
          <a:lstStyle>
            <a:lvl1pPr marL="0" indent="0">
              <a:buNone/>
              <a:defRPr sz="3200" b="1" baseline="0">
                <a:solidFill>
                  <a:schemeClr val="tx1"/>
                </a:solidFill>
                <a:latin typeface="Source Sans Pro" panose="020B0503030403020204" pitchFamily="34" charset="0"/>
                <a:ea typeface="Roboto Black" panose="02000000000000000000" pitchFamily="2" charset="0"/>
                <a:cs typeface="Roboto Black" panose="02000000000000000000" pitchFamily="2" charset="0"/>
              </a:defRPr>
            </a:lvl1pPr>
            <a:lvl2pPr>
              <a:defRPr sz="3200">
                <a:latin typeface="Roboto Black" panose="02000000000000000000" pitchFamily="2" charset="0"/>
                <a:ea typeface="Roboto Black" panose="02000000000000000000" pitchFamily="2" charset="0"/>
                <a:cs typeface="Roboto Black" panose="02000000000000000000" pitchFamily="2" charset="0"/>
              </a:defRPr>
            </a:lvl2pPr>
            <a:lvl3pPr>
              <a:defRPr sz="3200">
                <a:latin typeface="Roboto Black" panose="02000000000000000000" pitchFamily="2" charset="0"/>
                <a:ea typeface="Roboto Black" panose="02000000000000000000" pitchFamily="2" charset="0"/>
                <a:cs typeface="Roboto Black" panose="02000000000000000000" pitchFamily="2" charset="0"/>
              </a:defRPr>
            </a:lvl3pPr>
            <a:lvl4pPr>
              <a:defRPr sz="3200">
                <a:latin typeface="Roboto Black" panose="02000000000000000000" pitchFamily="2" charset="0"/>
                <a:ea typeface="Roboto Black" panose="02000000000000000000" pitchFamily="2" charset="0"/>
                <a:cs typeface="Roboto Black" panose="02000000000000000000" pitchFamily="2" charset="0"/>
              </a:defRPr>
            </a:lvl4pPr>
            <a:lvl5pPr>
              <a:defRPr sz="3200">
                <a:latin typeface="Roboto Black" panose="02000000000000000000" pitchFamily="2" charset="0"/>
                <a:ea typeface="Roboto Black" panose="02000000000000000000" pitchFamily="2" charset="0"/>
                <a:cs typeface="Roboto Black" panose="02000000000000000000" pitchFamily="2" charset="0"/>
              </a:defRPr>
            </a:lvl5pPr>
          </a:lstStyle>
          <a:p>
            <a:pPr lvl="0"/>
            <a:r>
              <a:rPr lang="zh-CN" altLang="en-US"/>
              <a:t>单击此处编辑母版文本样式</a:t>
            </a:r>
          </a:p>
        </p:txBody>
      </p:sp>
      <p:sp>
        <p:nvSpPr>
          <p:cNvPr id="41" name="Text Placeholder 4"/>
          <p:cNvSpPr>
            <a:spLocks noGrp="1"/>
          </p:cNvSpPr>
          <p:nvPr>
            <p:ph type="body" sz="quarter" idx="21"/>
          </p:nvPr>
        </p:nvSpPr>
        <p:spPr>
          <a:xfrm>
            <a:off x="1035733" y="4612943"/>
            <a:ext cx="4660958" cy="269360"/>
          </a:xfrm>
        </p:spPr>
        <p:txBody>
          <a:bodyPr>
            <a:normAutofit/>
          </a:bodyPr>
          <a:lstStyle>
            <a:lvl1pPr marL="0" indent="0">
              <a:buNone/>
              <a:defRPr sz="1200" baseline="0">
                <a:latin typeface="Source Sans Pro Light" panose="020B0403030403020204" pitchFamily="34" charset="0"/>
              </a:defRPr>
            </a:lvl1pPr>
            <a:lvl2pPr>
              <a:defRPr>
                <a:latin typeface="Source Sans Pro Light" panose="020B0403030403020204" pitchFamily="34" charset="0"/>
              </a:defRPr>
            </a:lvl2pPr>
            <a:lvl3pPr>
              <a:defRPr>
                <a:latin typeface="Source Sans Pro Light" panose="020B0403030403020204" pitchFamily="34" charset="0"/>
              </a:defRPr>
            </a:lvl3pPr>
            <a:lvl4pPr>
              <a:defRPr>
                <a:latin typeface="Source Sans Pro Light" panose="020B0403030403020204" pitchFamily="34" charset="0"/>
              </a:defRPr>
            </a:lvl4pPr>
            <a:lvl5pPr>
              <a:defRPr>
                <a:latin typeface="Source Sans Pro Light" panose="020B0403030403020204" pitchFamily="34" charset="0"/>
              </a:defRPr>
            </a:lvl5pPr>
          </a:lstStyle>
          <a:p>
            <a:pPr lvl="0"/>
            <a:r>
              <a:rPr lang="zh-CN" altLang="en-US"/>
              <a:t>单击此处编辑母版文本样式</a:t>
            </a:r>
          </a:p>
        </p:txBody>
      </p:sp>
    </p:spTree>
    <p:extLst>
      <p:ext uri="{BB962C8B-B14F-4D97-AF65-F5344CB8AC3E}">
        <p14:creationId xmlns:p14="http://schemas.microsoft.com/office/powerpoint/2010/main" val="3176745356"/>
      </p:ext>
    </p:extLst>
  </p:cSld>
  <p:clrMapOvr>
    <a:masterClrMapping/>
  </p:clrMapOvr>
  <p:transition spd="slow" advTm="2000">
    <p:blinds dir="vert"/>
  </p:transition>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Portfolio 02">
    <p:spTree>
      <p:nvGrpSpPr>
        <p:cNvPr id="1" name=""/>
        <p:cNvGrpSpPr/>
        <p:nvPr/>
      </p:nvGrpSpPr>
      <p:grpSpPr>
        <a:xfrm>
          <a:off x="0" y="0"/>
          <a:ext cx="0" cy="0"/>
          <a:chOff x="0" y="0"/>
          <a:chExt cx="0" cy="0"/>
        </a:xfrm>
      </p:grpSpPr>
      <p:sp>
        <p:nvSpPr>
          <p:cNvPr id="17" name="Picture Placeholder 2"/>
          <p:cNvSpPr>
            <a:spLocks noGrp="1"/>
          </p:cNvSpPr>
          <p:nvPr>
            <p:ph type="pic" sz="quarter" idx="11"/>
          </p:nvPr>
        </p:nvSpPr>
        <p:spPr>
          <a:xfrm>
            <a:off x="4157315" y="60077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18" name="Picture Placeholder 2"/>
          <p:cNvSpPr>
            <a:spLocks noGrp="1"/>
          </p:cNvSpPr>
          <p:nvPr>
            <p:ph type="pic" sz="quarter" idx="12"/>
          </p:nvPr>
        </p:nvSpPr>
        <p:spPr>
          <a:xfrm>
            <a:off x="6045588" y="60077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19" name="Picture Placeholder 2"/>
          <p:cNvSpPr>
            <a:spLocks noGrp="1"/>
          </p:cNvSpPr>
          <p:nvPr>
            <p:ph type="pic" sz="quarter" idx="13"/>
          </p:nvPr>
        </p:nvSpPr>
        <p:spPr>
          <a:xfrm>
            <a:off x="7933861" y="60077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0" name="Picture Placeholder 2"/>
          <p:cNvSpPr>
            <a:spLocks noGrp="1"/>
          </p:cNvSpPr>
          <p:nvPr>
            <p:ph type="pic" sz="quarter" idx="14"/>
          </p:nvPr>
        </p:nvSpPr>
        <p:spPr>
          <a:xfrm>
            <a:off x="9822134" y="60077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1" name="Picture Placeholder 2"/>
          <p:cNvSpPr>
            <a:spLocks noGrp="1"/>
          </p:cNvSpPr>
          <p:nvPr>
            <p:ph type="pic" sz="quarter" idx="15"/>
          </p:nvPr>
        </p:nvSpPr>
        <p:spPr>
          <a:xfrm>
            <a:off x="6045588" y="248904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3" name="Picture Placeholder 2"/>
          <p:cNvSpPr>
            <a:spLocks noGrp="1"/>
          </p:cNvSpPr>
          <p:nvPr>
            <p:ph type="pic" sz="quarter" idx="17"/>
          </p:nvPr>
        </p:nvSpPr>
        <p:spPr>
          <a:xfrm>
            <a:off x="9822134" y="248904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4" name="Picture Placeholder 2"/>
          <p:cNvSpPr>
            <a:spLocks noGrp="1"/>
          </p:cNvSpPr>
          <p:nvPr>
            <p:ph type="pic" sz="quarter" idx="18"/>
          </p:nvPr>
        </p:nvSpPr>
        <p:spPr>
          <a:xfrm>
            <a:off x="7933861" y="437731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5" name="Picture Placeholder 2"/>
          <p:cNvSpPr>
            <a:spLocks noGrp="1"/>
          </p:cNvSpPr>
          <p:nvPr>
            <p:ph type="pic" sz="quarter" idx="19"/>
          </p:nvPr>
        </p:nvSpPr>
        <p:spPr>
          <a:xfrm>
            <a:off x="9822134" y="437731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2" name="Picture Placeholder 2"/>
          <p:cNvSpPr>
            <a:spLocks noGrp="1"/>
          </p:cNvSpPr>
          <p:nvPr>
            <p:ph type="pic" sz="quarter" idx="16"/>
          </p:nvPr>
        </p:nvSpPr>
        <p:spPr>
          <a:xfrm>
            <a:off x="7933861" y="2489044"/>
            <a:ext cx="1828799" cy="1828800"/>
          </a:xfrm>
          <a:prstGeom prst="round2SameRect">
            <a:avLst>
              <a:gd name="adj1" fmla="val 1475"/>
              <a:gd name="adj2" fmla="val 0"/>
            </a:avLst>
          </a:prstGeom>
          <a:pattFill prst="pct5">
            <a:fgClr>
              <a:schemeClr val="tx1"/>
            </a:fgClr>
            <a:bgClr>
              <a:schemeClr val="bg1"/>
            </a:bgClr>
          </a:pattFill>
          <a:effectLst>
            <a:outerShdw blurRad="50800" dist="25400" dir="5400000" algn="tl"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12" name="Picture Placeholder 2"/>
          <p:cNvSpPr>
            <a:spLocks noGrp="1"/>
          </p:cNvSpPr>
          <p:nvPr>
            <p:ph type="pic" sz="quarter" idx="20"/>
          </p:nvPr>
        </p:nvSpPr>
        <p:spPr>
          <a:xfrm>
            <a:off x="380769" y="60077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13" name="Picture Placeholder 2"/>
          <p:cNvSpPr>
            <a:spLocks noGrp="1"/>
          </p:cNvSpPr>
          <p:nvPr>
            <p:ph type="pic" sz="quarter" idx="21"/>
          </p:nvPr>
        </p:nvSpPr>
        <p:spPr>
          <a:xfrm>
            <a:off x="2269042" y="60077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16" name="Picture Placeholder 2"/>
          <p:cNvSpPr>
            <a:spLocks noGrp="1"/>
          </p:cNvSpPr>
          <p:nvPr>
            <p:ph type="pic" sz="quarter" idx="22"/>
          </p:nvPr>
        </p:nvSpPr>
        <p:spPr>
          <a:xfrm>
            <a:off x="4157084" y="248904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6" name="Picture Placeholder 2"/>
          <p:cNvSpPr>
            <a:spLocks noGrp="1"/>
          </p:cNvSpPr>
          <p:nvPr>
            <p:ph type="pic" sz="quarter" idx="23"/>
          </p:nvPr>
        </p:nvSpPr>
        <p:spPr>
          <a:xfrm>
            <a:off x="2268811" y="248904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7" name="Picture Placeholder 2"/>
          <p:cNvSpPr>
            <a:spLocks noGrp="1"/>
          </p:cNvSpPr>
          <p:nvPr>
            <p:ph type="pic" sz="quarter" idx="24"/>
          </p:nvPr>
        </p:nvSpPr>
        <p:spPr>
          <a:xfrm>
            <a:off x="6045473" y="437731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8" name="Picture Placeholder 2"/>
          <p:cNvSpPr>
            <a:spLocks noGrp="1"/>
          </p:cNvSpPr>
          <p:nvPr>
            <p:ph type="pic" sz="quarter" idx="25"/>
          </p:nvPr>
        </p:nvSpPr>
        <p:spPr>
          <a:xfrm>
            <a:off x="4156969" y="437731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1" name="Picture Placeholder 2"/>
          <p:cNvSpPr>
            <a:spLocks noGrp="1"/>
          </p:cNvSpPr>
          <p:nvPr>
            <p:ph type="pic" sz="quarter" idx="26"/>
          </p:nvPr>
        </p:nvSpPr>
        <p:spPr>
          <a:xfrm>
            <a:off x="380769" y="248904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32" name="Picture Placeholder 2"/>
          <p:cNvSpPr>
            <a:spLocks noGrp="1"/>
          </p:cNvSpPr>
          <p:nvPr>
            <p:ph type="pic" sz="quarter" idx="27"/>
          </p:nvPr>
        </p:nvSpPr>
        <p:spPr>
          <a:xfrm>
            <a:off x="2268811" y="437731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33" name="Picture Placeholder 2"/>
          <p:cNvSpPr>
            <a:spLocks noGrp="1"/>
          </p:cNvSpPr>
          <p:nvPr>
            <p:ph type="pic" sz="quarter" idx="28"/>
          </p:nvPr>
        </p:nvSpPr>
        <p:spPr>
          <a:xfrm>
            <a:off x="380769" y="437731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Tree>
    <p:extLst>
      <p:ext uri="{BB962C8B-B14F-4D97-AF65-F5344CB8AC3E}">
        <p14:creationId xmlns:p14="http://schemas.microsoft.com/office/powerpoint/2010/main" val="1678830210"/>
      </p:ext>
    </p:extLst>
  </p:cSld>
  <p:clrMapOvr>
    <a:masterClrMapping/>
  </p:clrMapOvr>
  <p:transition spd="slow" advTm="2000">
    <p:blinds dir="vert"/>
  </p:transition>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Portfolio 03">
    <p:spTree>
      <p:nvGrpSpPr>
        <p:cNvPr id="1" name=""/>
        <p:cNvGrpSpPr/>
        <p:nvPr/>
      </p:nvGrpSpPr>
      <p:grpSpPr>
        <a:xfrm>
          <a:off x="0" y="0"/>
          <a:ext cx="0" cy="0"/>
          <a:chOff x="0" y="0"/>
          <a:chExt cx="0" cy="0"/>
        </a:xfrm>
      </p:grpSpPr>
      <p:sp>
        <p:nvSpPr>
          <p:cNvPr id="10" name="Picture Placeholder 2"/>
          <p:cNvSpPr>
            <a:spLocks noGrp="1"/>
          </p:cNvSpPr>
          <p:nvPr>
            <p:ph type="pic" sz="quarter" idx="20"/>
          </p:nvPr>
        </p:nvSpPr>
        <p:spPr>
          <a:xfrm>
            <a:off x="763406" y="1913999"/>
            <a:ext cx="5239701" cy="4122215"/>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11" name="Picture Placeholder 2"/>
          <p:cNvSpPr>
            <a:spLocks noGrp="1"/>
          </p:cNvSpPr>
          <p:nvPr>
            <p:ph type="pic" sz="quarter" idx="21"/>
          </p:nvPr>
        </p:nvSpPr>
        <p:spPr>
          <a:xfrm>
            <a:off x="6139500" y="1913999"/>
            <a:ext cx="5239701" cy="4122215"/>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2307342664"/>
      </p:ext>
    </p:extLst>
  </p:cSld>
  <p:clrMapOvr>
    <a:masterClrMapping/>
  </p:clrMapOvr>
  <p:transition spd="slow" advTm="2000">
    <p:blinds dir="vert"/>
  </p:transition>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Portfolio 04">
    <p:spTree>
      <p:nvGrpSpPr>
        <p:cNvPr id="1" name=""/>
        <p:cNvGrpSpPr/>
        <p:nvPr/>
      </p:nvGrpSpPr>
      <p:grpSpPr>
        <a:xfrm>
          <a:off x="0" y="0"/>
          <a:ext cx="0" cy="0"/>
          <a:chOff x="0" y="0"/>
          <a:chExt cx="0" cy="0"/>
        </a:xfrm>
      </p:grpSpPr>
      <p:sp>
        <p:nvSpPr>
          <p:cNvPr id="14" name="Picture Placeholder 13"/>
          <p:cNvSpPr>
            <a:spLocks noGrp="1"/>
          </p:cNvSpPr>
          <p:nvPr>
            <p:ph type="pic" sz="quarter" idx="35"/>
          </p:nvPr>
        </p:nvSpPr>
        <p:spPr>
          <a:xfrm>
            <a:off x="762145" y="1969443"/>
            <a:ext cx="4288745" cy="4126558"/>
          </a:xfrm>
          <a:custGeom>
            <a:avLst/>
            <a:gdLst>
              <a:gd name="connsiteX0" fmla="*/ 0 w 4288745"/>
              <a:gd name="connsiteY0" fmla="*/ 0 h 4126558"/>
              <a:gd name="connsiteX1" fmla="*/ 4288745 w 4288745"/>
              <a:gd name="connsiteY1" fmla="*/ 0 h 4126558"/>
              <a:gd name="connsiteX2" fmla="*/ 4288745 w 4288745"/>
              <a:gd name="connsiteY2" fmla="*/ 4126558 h 4126558"/>
              <a:gd name="connsiteX3" fmla="*/ 0 w 4288745"/>
              <a:gd name="connsiteY3" fmla="*/ 4126558 h 4126558"/>
            </a:gdLst>
            <a:ahLst/>
            <a:cxnLst>
              <a:cxn ang="0">
                <a:pos x="connsiteX0" y="connsiteY0"/>
              </a:cxn>
              <a:cxn ang="0">
                <a:pos x="connsiteX1" y="connsiteY1"/>
              </a:cxn>
              <a:cxn ang="0">
                <a:pos x="connsiteX2" y="connsiteY2"/>
              </a:cxn>
              <a:cxn ang="0">
                <a:pos x="connsiteX3" y="connsiteY3"/>
              </a:cxn>
            </a:cxnLst>
            <a:rect l="l" t="t" r="r" b="b"/>
            <a:pathLst>
              <a:path w="4288745" h="4126558">
                <a:moveTo>
                  <a:pt x="0" y="0"/>
                </a:moveTo>
                <a:lnTo>
                  <a:pt x="4288745" y="0"/>
                </a:lnTo>
                <a:lnTo>
                  <a:pt x="4288745" y="4126558"/>
                </a:lnTo>
                <a:lnTo>
                  <a:pt x="0" y="4126558"/>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1" name="Picture Placeholder 20"/>
          <p:cNvSpPr>
            <a:spLocks noGrp="1"/>
          </p:cNvSpPr>
          <p:nvPr>
            <p:ph type="pic" sz="quarter" idx="36"/>
          </p:nvPr>
        </p:nvSpPr>
        <p:spPr>
          <a:xfrm>
            <a:off x="5185116" y="1969442"/>
            <a:ext cx="1996146" cy="2000842"/>
          </a:xfrm>
          <a:custGeom>
            <a:avLst/>
            <a:gdLst>
              <a:gd name="connsiteX0" fmla="*/ 0 w 1996146"/>
              <a:gd name="connsiteY0" fmla="*/ 0 h 2000842"/>
              <a:gd name="connsiteX1" fmla="*/ 1996146 w 1996146"/>
              <a:gd name="connsiteY1" fmla="*/ 0 h 2000842"/>
              <a:gd name="connsiteX2" fmla="*/ 1996146 w 1996146"/>
              <a:gd name="connsiteY2" fmla="*/ 2000842 h 2000842"/>
              <a:gd name="connsiteX3" fmla="*/ 0 w 1996146"/>
              <a:gd name="connsiteY3" fmla="*/ 2000842 h 2000842"/>
            </a:gdLst>
            <a:ahLst/>
            <a:cxnLst>
              <a:cxn ang="0">
                <a:pos x="connsiteX0" y="connsiteY0"/>
              </a:cxn>
              <a:cxn ang="0">
                <a:pos x="connsiteX1" y="connsiteY1"/>
              </a:cxn>
              <a:cxn ang="0">
                <a:pos x="connsiteX2" y="connsiteY2"/>
              </a:cxn>
              <a:cxn ang="0">
                <a:pos x="connsiteX3" y="connsiteY3"/>
              </a:cxn>
            </a:cxnLst>
            <a:rect l="l" t="t" r="r" b="b"/>
            <a:pathLst>
              <a:path w="1996146" h="2000842">
                <a:moveTo>
                  <a:pt x="0" y="0"/>
                </a:moveTo>
                <a:lnTo>
                  <a:pt x="1996146" y="0"/>
                </a:lnTo>
                <a:lnTo>
                  <a:pt x="1996146" y="2000842"/>
                </a:lnTo>
                <a:lnTo>
                  <a:pt x="0" y="2000842"/>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2" name="Picture Placeholder 21"/>
          <p:cNvSpPr>
            <a:spLocks noGrp="1"/>
          </p:cNvSpPr>
          <p:nvPr>
            <p:ph type="pic" sz="quarter" idx="37"/>
          </p:nvPr>
        </p:nvSpPr>
        <p:spPr>
          <a:xfrm>
            <a:off x="5178407" y="4095158"/>
            <a:ext cx="1996146" cy="2000842"/>
          </a:xfrm>
          <a:custGeom>
            <a:avLst/>
            <a:gdLst>
              <a:gd name="connsiteX0" fmla="*/ 0 w 1996146"/>
              <a:gd name="connsiteY0" fmla="*/ 0 h 2000842"/>
              <a:gd name="connsiteX1" fmla="*/ 1996146 w 1996146"/>
              <a:gd name="connsiteY1" fmla="*/ 0 h 2000842"/>
              <a:gd name="connsiteX2" fmla="*/ 1996146 w 1996146"/>
              <a:gd name="connsiteY2" fmla="*/ 2000842 h 2000842"/>
              <a:gd name="connsiteX3" fmla="*/ 0 w 1996146"/>
              <a:gd name="connsiteY3" fmla="*/ 2000842 h 2000842"/>
            </a:gdLst>
            <a:ahLst/>
            <a:cxnLst>
              <a:cxn ang="0">
                <a:pos x="connsiteX0" y="connsiteY0"/>
              </a:cxn>
              <a:cxn ang="0">
                <a:pos x="connsiteX1" y="connsiteY1"/>
              </a:cxn>
              <a:cxn ang="0">
                <a:pos x="connsiteX2" y="connsiteY2"/>
              </a:cxn>
              <a:cxn ang="0">
                <a:pos x="connsiteX3" y="connsiteY3"/>
              </a:cxn>
            </a:cxnLst>
            <a:rect l="l" t="t" r="r" b="b"/>
            <a:pathLst>
              <a:path w="1996146" h="2000842">
                <a:moveTo>
                  <a:pt x="0" y="0"/>
                </a:moveTo>
                <a:lnTo>
                  <a:pt x="1996146" y="0"/>
                </a:lnTo>
                <a:lnTo>
                  <a:pt x="1996146" y="2000842"/>
                </a:lnTo>
                <a:lnTo>
                  <a:pt x="0" y="2000842"/>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3" name="Picture Placeholder 22"/>
          <p:cNvSpPr>
            <a:spLocks noGrp="1"/>
          </p:cNvSpPr>
          <p:nvPr>
            <p:ph type="pic" sz="quarter" idx="38"/>
          </p:nvPr>
        </p:nvSpPr>
        <p:spPr>
          <a:xfrm>
            <a:off x="7315177" y="1969442"/>
            <a:ext cx="1996146" cy="2000842"/>
          </a:xfrm>
          <a:custGeom>
            <a:avLst/>
            <a:gdLst>
              <a:gd name="connsiteX0" fmla="*/ 0 w 1996146"/>
              <a:gd name="connsiteY0" fmla="*/ 0 h 2000842"/>
              <a:gd name="connsiteX1" fmla="*/ 1996146 w 1996146"/>
              <a:gd name="connsiteY1" fmla="*/ 0 h 2000842"/>
              <a:gd name="connsiteX2" fmla="*/ 1996146 w 1996146"/>
              <a:gd name="connsiteY2" fmla="*/ 2000842 h 2000842"/>
              <a:gd name="connsiteX3" fmla="*/ 0 w 1996146"/>
              <a:gd name="connsiteY3" fmla="*/ 2000842 h 2000842"/>
            </a:gdLst>
            <a:ahLst/>
            <a:cxnLst>
              <a:cxn ang="0">
                <a:pos x="connsiteX0" y="connsiteY0"/>
              </a:cxn>
              <a:cxn ang="0">
                <a:pos x="connsiteX1" y="connsiteY1"/>
              </a:cxn>
              <a:cxn ang="0">
                <a:pos x="connsiteX2" y="connsiteY2"/>
              </a:cxn>
              <a:cxn ang="0">
                <a:pos x="connsiteX3" y="connsiteY3"/>
              </a:cxn>
            </a:cxnLst>
            <a:rect l="l" t="t" r="r" b="b"/>
            <a:pathLst>
              <a:path w="1996146" h="2000842">
                <a:moveTo>
                  <a:pt x="0" y="0"/>
                </a:moveTo>
                <a:lnTo>
                  <a:pt x="1996146" y="0"/>
                </a:lnTo>
                <a:lnTo>
                  <a:pt x="1996146" y="2000842"/>
                </a:lnTo>
                <a:lnTo>
                  <a:pt x="0" y="2000842"/>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4" name="Picture Placeholder 23"/>
          <p:cNvSpPr>
            <a:spLocks noGrp="1"/>
          </p:cNvSpPr>
          <p:nvPr>
            <p:ph type="pic" sz="quarter" idx="39"/>
          </p:nvPr>
        </p:nvSpPr>
        <p:spPr>
          <a:xfrm>
            <a:off x="7308468" y="4095158"/>
            <a:ext cx="1996146" cy="2000842"/>
          </a:xfrm>
          <a:custGeom>
            <a:avLst/>
            <a:gdLst>
              <a:gd name="connsiteX0" fmla="*/ 0 w 1996146"/>
              <a:gd name="connsiteY0" fmla="*/ 0 h 2000842"/>
              <a:gd name="connsiteX1" fmla="*/ 1996146 w 1996146"/>
              <a:gd name="connsiteY1" fmla="*/ 0 h 2000842"/>
              <a:gd name="connsiteX2" fmla="*/ 1996146 w 1996146"/>
              <a:gd name="connsiteY2" fmla="*/ 2000842 h 2000842"/>
              <a:gd name="connsiteX3" fmla="*/ 0 w 1996146"/>
              <a:gd name="connsiteY3" fmla="*/ 2000842 h 2000842"/>
            </a:gdLst>
            <a:ahLst/>
            <a:cxnLst>
              <a:cxn ang="0">
                <a:pos x="connsiteX0" y="connsiteY0"/>
              </a:cxn>
              <a:cxn ang="0">
                <a:pos x="connsiteX1" y="connsiteY1"/>
              </a:cxn>
              <a:cxn ang="0">
                <a:pos x="connsiteX2" y="connsiteY2"/>
              </a:cxn>
              <a:cxn ang="0">
                <a:pos x="connsiteX3" y="connsiteY3"/>
              </a:cxn>
            </a:cxnLst>
            <a:rect l="l" t="t" r="r" b="b"/>
            <a:pathLst>
              <a:path w="1996146" h="2000842">
                <a:moveTo>
                  <a:pt x="0" y="0"/>
                </a:moveTo>
                <a:lnTo>
                  <a:pt x="1996146" y="0"/>
                </a:lnTo>
                <a:lnTo>
                  <a:pt x="1996146" y="2000842"/>
                </a:lnTo>
                <a:lnTo>
                  <a:pt x="0" y="2000842"/>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6" name="Picture Placeholder 25"/>
          <p:cNvSpPr>
            <a:spLocks noGrp="1"/>
          </p:cNvSpPr>
          <p:nvPr>
            <p:ph type="pic" sz="quarter" idx="40"/>
          </p:nvPr>
        </p:nvSpPr>
        <p:spPr>
          <a:xfrm>
            <a:off x="9435974" y="4095158"/>
            <a:ext cx="1996146" cy="2000842"/>
          </a:xfrm>
          <a:custGeom>
            <a:avLst/>
            <a:gdLst>
              <a:gd name="connsiteX0" fmla="*/ 0 w 1996146"/>
              <a:gd name="connsiteY0" fmla="*/ 0 h 2000842"/>
              <a:gd name="connsiteX1" fmla="*/ 1996146 w 1996146"/>
              <a:gd name="connsiteY1" fmla="*/ 0 h 2000842"/>
              <a:gd name="connsiteX2" fmla="*/ 1996146 w 1996146"/>
              <a:gd name="connsiteY2" fmla="*/ 2000842 h 2000842"/>
              <a:gd name="connsiteX3" fmla="*/ 0 w 1996146"/>
              <a:gd name="connsiteY3" fmla="*/ 2000842 h 2000842"/>
            </a:gdLst>
            <a:ahLst/>
            <a:cxnLst>
              <a:cxn ang="0">
                <a:pos x="connsiteX0" y="connsiteY0"/>
              </a:cxn>
              <a:cxn ang="0">
                <a:pos x="connsiteX1" y="connsiteY1"/>
              </a:cxn>
              <a:cxn ang="0">
                <a:pos x="connsiteX2" y="connsiteY2"/>
              </a:cxn>
              <a:cxn ang="0">
                <a:pos x="connsiteX3" y="connsiteY3"/>
              </a:cxn>
            </a:cxnLst>
            <a:rect l="l" t="t" r="r" b="b"/>
            <a:pathLst>
              <a:path w="1996146" h="2000842">
                <a:moveTo>
                  <a:pt x="0" y="0"/>
                </a:moveTo>
                <a:lnTo>
                  <a:pt x="1996146" y="0"/>
                </a:lnTo>
                <a:lnTo>
                  <a:pt x="1996146" y="2000842"/>
                </a:lnTo>
                <a:lnTo>
                  <a:pt x="0" y="2000842"/>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5" name="Picture Placeholder 24"/>
          <p:cNvSpPr>
            <a:spLocks noGrp="1"/>
          </p:cNvSpPr>
          <p:nvPr>
            <p:ph type="pic" sz="quarter" idx="41"/>
          </p:nvPr>
        </p:nvSpPr>
        <p:spPr>
          <a:xfrm>
            <a:off x="9442683" y="1969442"/>
            <a:ext cx="1996146" cy="2000842"/>
          </a:xfrm>
          <a:custGeom>
            <a:avLst/>
            <a:gdLst>
              <a:gd name="connsiteX0" fmla="*/ 0 w 1996146"/>
              <a:gd name="connsiteY0" fmla="*/ 0 h 2000842"/>
              <a:gd name="connsiteX1" fmla="*/ 1996146 w 1996146"/>
              <a:gd name="connsiteY1" fmla="*/ 0 h 2000842"/>
              <a:gd name="connsiteX2" fmla="*/ 1996146 w 1996146"/>
              <a:gd name="connsiteY2" fmla="*/ 2000842 h 2000842"/>
              <a:gd name="connsiteX3" fmla="*/ 0 w 1996146"/>
              <a:gd name="connsiteY3" fmla="*/ 2000842 h 2000842"/>
            </a:gdLst>
            <a:ahLst/>
            <a:cxnLst>
              <a:cxn ang="0">
                <a:pos x="connsiteX0" y="connsiteY0"/>
              </a:cxn>
              <a:cxn ang="0">
                <a:pos x="connsiteX1" y="connsiteY1"/>
              </a:cxn>
              <a:cxn ang="0">
                <a:pos x="connsiteX2" y="connsiteY2"/>
              </a:cxn>
              <a:cxn ang="0">
                <a:pos x="connsiteX3" y="connsiteY3"/>
              </a:cxn>
            </a:cxnLst>
            <a:rect l="l" t="t" r="r" b="b"/>
            <a:pathLst>
              <a:path w="1996146" h="2000842">
                <a:moveTo>
                  <a:pt x="0" y="0"/>
                </a:moveTo>
                <a:lnTo>
                  <a:pt x="1996146" y="0"/>
                </a:lnTo>
                <a:lnTo>
                  <a:pt x="1996146" y="2000842"/>
                </a:lnTo>
                <a:lnTo>
                  <a:pt x="0" y="2000842"/>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1472576051"/>
      </p:ext>
    </p:extLst>
  </p:cSld>
  <p:clrMapOvr>
    <a:masterClrMapping/>
  </p:clrMapOvr>
  <p:transition spd="slow" advTm="2000">
    <p:blinds dir="vert"/>
  </p:transition>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Portfolio 05">
    <p:spTree>
      <p:nvGrpSpPr>
        <p:cNvPr id="1" name=""/>
        <p:cNvGrpSpPr/>
        <p:nvPr/>
      </p:nvGrpSpPr>
      <p:grpSpPr>
        <a:xfrm>
          <a:off x="0" y="0"/>
          <a:ext cx="0" cy="0"/>
          <a:chOff x="0" y="0"/>
          <a:chExt cx="0" cy="0"/>
        </a:xfrm>
      </p:grpSpPr>
      <p:sp>
        <p:nvSpPr>
          <p:cNvPr id="31" name="Picture Placeholder 30"/>
          <p:cNvSpPr>
            <a:spLocks noGrp="1"/>
          </p:cNvSpPr>
          <p:nvPr>
            <p:ph type="pic" sz="quarter" idx="46"/>
          </p:nvPr>
        </p:nvSpPr>
        <p:spPr>
          <a:xfrm>
            <a:off x="607312" y="1896743"/>
            <a:ext cx="5605346" cy="1993900"/>
          </a:xfrm>
          <a:custGeom>
            <a:avLst/>
            <a:gdLst>
              <a:gd name="connsiteX0" fmla="*/ 29410 w 5605346"/>
              <a:gd name="connsiteY0" fmla="*/ 0 h 1993900"/>
              <a:gd name="connsiteX1" fmla="*/ 5575936 w 5605346"/>
              <a:gd name="connsiteY1" fmla="*/ 0 h 1993900"/>
              <a:gd name="connsiteX2" fmla="*/ 5605346 w 5605346"/>
              <a:gd name="connsiteY2" fmla="*/ 29410 h 1993900"/>
              <a:gd name="connsiteX3" fmla="*/ 5605346 w 5605346"/>
              <a:gd name="connsiteY3" fmla="*/ 1993900 h 1993900"/>
              <a:gd name="connsiteX4" fmla="*/ 0 w 5605346"/>
              <a:gd name="connsiteY4" fmla="*/ 1993900 h 1993900"/>
              <a:gd name="connsiteX5" fmla="*/ 0 w 5605346"/>
              <a:gd name="connsiteY5" fmla="*/ 29410 h 1993900"/>
              <a:gd name="connsiteX6" fmla="*/ 29410 w 5605346"/>
              <a:gd name="connsiteY6" fmla="*/ 0 h 199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5346" h="1993900">
                <a:moveTo>
                  <a:pt x="29410" y="0"/>
                </a:moveTo>
                <a:lnTo>
                  <a:pt x="5575936" y="0"/>
                </a:lnTo>
                <a:cubicBezTo>
                  <a:pt x="5592179" y="0"/>
                  <a:pt x="5605346" y="13167"/>
                  <a:pt x="5605346" y="29410"/>
                </a:cubicBezTo>
                <a:lnTo>
                  <a:pt x="5605346" y="1993900"/>
                </a:lnTo>
                <a:lnTo>
                  <a:pt x="0" y="1993900"/>
                </a:lnTo>
                <a:lnTo>
                  <a:pt x="0" y="29410"/>
                </a:lnTo>
                <a:cubicBezTo>
                  <a:pt x="0" y="13167"/>
                  <a:pt x="13167" y="0"/>
                  <a:pt x="29410"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3" name="Picture Placeholder 32"/>
          <p:cNvSpPr>
            <a:spLocks noGrp="1"/>
          </p:cNvSpPr>
          <p:nvPr>
            <p:ph type="pic" sz="quarter" idx="47"/>
          </p:nvPr>
        </p:nvSpPr>
        <p:spPr>
          <a:xfrm>
            <a:off x="607311" y="4042313"/>
            <a:ext cx="1828800" cy="1976644"/>
          </a:xfrm>
          <a:custGeom>
            <a:avLst/>
            <a:gdLst>
              <a:gd name="connsiteX0" fmla="*/ 26975 w 1828800"/>
              <a:gd name="connsiteY0" fmla="*/ 0 h 1976644"/>
              <a:gd name="connsiteX1" fmla="*/ 1801825 w 1828800"/>
              <a:gd name="connsiteY1" fmla="*/ 0 h 1976644"/>
              <a:gd name="connsiteX2" fmla="*/ 1828800 w 1828800"/>
              <a:gd name="connsiteY2" fmla="*/ 26975 h 1976644"/>
              <a:gd name="connsiteX3" fmla="*/ 1828800 w 1828800"/>
              <a:gd name="connsiteY3" fmla="*/ 1976644 h 1976644"/>
              <a:gd name="connsiteX4" fmla="*/ 0 w 1828800"/>
              <a:gd name="connsiteY4" fmla="*/ 1976644 h 1976644"/>
              <a:gd name="connsiteX5" fmla="*/ 0 w 1828800"/>
              <a:gd name="connsiteY5" fmla="*/ 26975 h 1976644"/>
              <a:gd name="connsiteX6" fmla="*/ 26975 w 1828800"/>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8800" h="1976644">
                <a:moveTo>
                  <a:pt x="26975" y="0"/>
                </a:moveTo>
                <a:lnTo>
                  <a:pt x="1801825" y="0"/>
                </a:lnTo>
                <a:cubicBezTo>
                  <a:pt x="1816723" y="0"/>
                  <a:pt x="1828800" y="12077"/>
                  <a:pt x="1828800" y="26975"/>
                </a:cubicBezTo>
                <a:lnTo>
                  <a:pt x="1828800" y="1976644"/>
                </a:lnTo>
                <a:lnTo>
                  <a:pt x="0" y="1976644"/>
                </a:lnTo>
                <a:lnTo>
                  <a:pt x="0" y="26975"/>
                </a:lnTo>
                <a:cubicBezTo>
                  <a:pt x="0" y="12077"/>
                  <a:pt x="12077" y="0"/>
                  <a:pt x="2697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9" name="Picture Placeholder 38"/>
          <p:cNvSpPr>
            <a:spLocks noGrp="1"/>
          </p:cNvSpPr>
          <p:nvPr>
            <p:ph type="pic" sz="quarter" idx="48"/>
          </p:nvPr>
        </p:nvSpPr>
        <p:spPr>
          <a:xfrm>
            <a:off x="2495584" y="4042313"/>
            <a:ext cx="1828800" cy="1976644"/>
          </a:xfrm>
          <a:custGeom>
            <a:avLst/>
            <a:gdLst>
              <a:gd name="connsiteX0" fmla="*/ 26975 w 1828800"/>
              <a:gd name="connsiteY0" fmla="*/ 0 h 1976644"/>
              <a:gd name="connsiteX1" fmla="*/ 1801825 w 1828800"/>
              <a:gd name="connsiteY1" fmla="*/ 0 h 1976644"/>
              <a:gd name="connsiteX2" fmla="*/ 1828800 w 1828800"/>
              <a:gd name="connsiteY2" fmla="*/ 26975 h 1976644"/>
              <a:gd name="connsiteX3" fmla="*/ 1828800 w 1828800"/>
              <a:gd name="connsiteY3" fmla="*/ 1976644 h 1976644"/>
              <a:gd name="connsiteX4" fmla="*/ 0 w 1828800"/>
              <a:gd name="connsiteY4" fmla="*/ 1976644 h 1976644"/>
              <a:gd name="connsiteX5" fmla="*/ 0 w 1828800"/>
              <a:gd name="connsiteY5" fmla="*/ 26975 h 1976644"/>
              <a:gd name="connsiteX6" fmla="*/ 26975 w 1828800"/>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8800" h="1976644">
                <a:moveTo>
                  <a:pt x="26975" y="0"/>
                </a:moveTo>
                <a:lnTo>
                  <a:pt x="1801825" y="0"/>
                </a:lnTo>
                <a:cubicBezTo>
                  <a:pt x="1816723" y="0"/>
                  <a:pt x="1828800" y="12077"/>
                  <a:pt x="1828800" y="26975"/>
                </a:cubicBezTo>
                <a:lnTo>
                  <a:pt x="1828800" y="1976644"/>
                </a:lnTo>
                <a:lnTo>
                  <a:pt x="0" y="1976644"/>
                </a:lnTo>
                <a:lnTo>
                  <a:pt x="0" y="26975"/>
                </a:lnTo>
                <a:cubicBezTo>
                  <a:pt x="0" y="12077"/>
                  <a:pt x="12077" y="0"/>
                  <a:pt x="2697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40" name="Picture Placeholder 39"/>
          <p:cNvSpPr>
            <a:spLocks noGrp="1"/>
          </p:cNvSpPr>
          <p:nvPr>
            <p:ph type="pic" sz="quarter" idx="49"/>
          </p:nvPr>
        </p:nvSpPr>
        <p:spPr>
          <a:xfrm>
            <a:off x="4383857" y="4042313"/>
            <a:ext cx="1828800" cy="1976644"/>
          </a:xfrm>
          <a:custGeom>
            <a:avLst/>
            <a:gdLst>
              <a:gd name="connsiteX0" fmla="*/ 26975 w 1828800"/>
              <a:gd name="connsiteY0" fmla="*/ 0 h 1976644"/>
              <a:gd name="connsiteX1" fmla="*/ 1801825 w 1828800"/>
              <a:gd name="connsiteY1" fmla="*/ 0 h 1976644"/>
              <a:gd name="connsiteX2" fmla="*/ 1828800 w 1828800"/>
              <a:gd name="connsiteY2" fmla="*/ 26975 h 1976644"/>
              <a:gd name="connsiteX3" fmla="*/ 1828800 w 1828800"/>
              <a:gd name="connsiteY3" fmla="*/ 1976644 h 1976644"/>
              <a:gd name="connsiteX4" fmla="*/ 0 w 1828800"/>
              <a:gd name="connsiteY4" fmla="*/ 1976644 h 1976644"/>
              <a:gd name="connsiteX5" fmla="*/ 0 w 1828800"/>
              <a:gd name="connsiteY5" fmla="*/ 26975 h 1976644"/>
              <a:gd name="connsiteX6" fmla="*/ 26975 w 1828800"/>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8800" h="1976644">
                <a:moveTo>
                  <a:pt x="26975" y="0"/>
                </a:moveTo>
                <a:lnTo>
                  <a:pt x="1801825" y="0"/>
                </a:lnTo>
                <a:cubicBezTo>
                  <a:pt x="1816723" y="0"/>
                  <a:pt x="1828800" y="12077"/>
                  <a:pt x="1828800" y="26975"/>
                </a:cubicBezTo>
                <a:lnTo>
                  <a:pt x="1828800" y="1976644"/>
                </a:lnTo>
                <a:lnTo>
                  <a:pt x="0" y="1976644"/>
                </a:lnTo>
                <a:lnTo>
                  <a:pt x="0" y="26975"/>
                </a:lnTo>
                <a:cubicBezTo>
                  <a:pt x="0" y="12077"/>
                  <a:pt x="12077" y="0"/>
                  <a:pt x="2697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2" name="Picture Placeholder 31"/>
          <p:cNvSpPr>
            <a:spLocks noGrp="1"/>
          </p:cNvSpPr>
          <p:nvPr>
            <p:ph type="pic" sz="quarter" idx="50"/>
          </p:nvPr>
        </p:nvSpPr>
        <p:spPr>
          <a:xfrm>
            <a:off x="6352358" y="1896743"/>
            <a:ext cx="5239701" cy="4122215"/>
          </a:xfrm>
          <a:custGeom>
            <a:avLst/>
            <a:gdLst>
              <a:gd name="connsiteX0" fmla="*/ 60803 w 5239701"/>
              <a:gd name="connsiteY0" fmla="*/ 0 h 4122215"/>
              <a:gd name="connsiteX1" fmla="*/ 5178898 w 5239701"/>
              <a:gd name="connsiteY1" fmla="*/ 0 h 4122215"/>
              <a:gd name="connsiteX2" fmla="*/ 5239701 w 5239701"/>
              <a:gd name="connsiteY2" fmla="*/ 60803 h 4122215"/>
              <a:gd name="connsiteX3" fmla="*/ 5239701 w 5239701"/>
              <a:gd name="connsiteY3" fmla="*/ 4122215 h 4122215"/>
              <a:gd name="connsiteX4" fmla="*/ 0 w 5239701"/>
              <a:gd name="connsiteY4" fmla="*/ 4122215 h 4122215"/>
              <a:gd name="connsiteX5" fmla="*/ 0 w 5239701"/>
              <a:gd name="connsiteY5" fmla="*/ 60803 h 4122215"/>
              <a:gd name="connsiteX6" fmla="*/ 60803 w 5239701"/>
              <a:gd name="connsiteY6" fmla="*/ 0 h 412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9701" h="4122215">
                <a:moveTo>
                  <a:pt x="60803" y="0"/>
                </a:moveTo>
                <a:lnTo>
                  <a:pt x="5178898" y="0"/>
                </a:lnTo>
                <a:cubicBezTo>
                  <a:pt x="5212479" y="0"/>
                  <a:pt x="5239701" y="27222"/>
                  <a:pt x="5239701" y="60803"/>
                </a:cubicBezTo>
                <a:lnTo>
                  <a:pt x="5239701" y="4122215"/>
                </a:lnTo>
                <a:lnTo>
                  <a:pt x="0" y="4122215"/>
                </a:lnTo>
                <a:lnTo>
                  <a:pt x="0" y="60803"/>
                </a:lnTo>
                <a:cubicBezTo>
                  <a:pt x="0" y="27222"/>
                  <a:pt x="27222" y="0"/>
                  <a:pt x="60803"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1578019569"/>
      </p:ext>
    </p:extLst>
  </p:cSld>
  <p:clrMapOvr>
    <a:masterClrMapping/>
  </p:clrMapOvr>
  <p:transition spd="slow" advTm="2000">
    <p:blinds dir="vert"/>
  </p:transition>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Portfolio 06">
    <p:spTree>
      <p:nvGrpSpPr>
        <p:cNvPr id="1" name=""/>
        <p:cNvGrpSpPr/>
        <p:nvPr/>
      </p:nvGrpSpPr>
      <p:grpSpPr>
        <a:xfrm>
          <a:off x="0" y="0"/>
          <a:ext cx="0" cy="0"/>
          <a:chOff x="0" y="0"/>
          <a:chExt cx="0" cy="0"/>
        </a:xfrm>
      </p:grpSpPr>
      <p:sp>
        <p:nvSpPr>
          <p:cNvPr id="30" name="Picture Placeholder 29"/>
          <p:cNvSpPr>
            <a:spLocks noGrp="1"/>
          </p:cNvSpPr>
          <p:nvPr>
            <p:ph type="pic" sz="quarter" idx="50"/>
          </p:nvPr>
        </p:nvSpPr>
        <p:spPr>
          <a:xfrm>
            <a:off x="772350" y="1936700"/>
            <a:ext cx="2553493" cy="4122215"/>
          </a:xfrm>
          <a:custGeom>
            <a:avLst/>
            <a:gdLst>
              <a:gd name="connsiteX0" fmla="*/ 37664 w 2553493"/>
              <a:gd name="connsiteY0" fmla="*/ 0 h 4122215"/>
              <a:gd name="connsiteX1" fmla="*/ 2515829 w 2553493"/>
              <a:gd name="connsiteY1" fmla="*/ 0 h 4122215"/>
              <a:gd name="connsiteX2" fmla="*/ 2553493 w 2553493"/>
              <a:gd name="connsiteY2" fmla="*/ 37664 h 4122215"/>
              <a:gd name="connsiteX3" fmla="*/ 2553493 w 2553493"/>
              <a:gd name="connsiteY3" fmla="*/ 4122215 h 4122215"/>
              <a:gd name="connsiteX4" fmla="*/ 0 w 2553493"/>
              <a:gd name="connsiteY4" fmla="*/ 4122215 h 4122215"/>
              <a:gd name="connsiteX5" fmla="*/ 0 w 2553493"/>
              <a:gd name="connsiteY5" fmla="*/ 37664 h 4122215"/>
              <a:gd name="connsiteX6" fmla="*/ 37664 w 2553493"/>
              <a:gd name="connsiteY6" fmla="*/ 0 h 412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53493" h="4122215">
                <a:moveTo>
                  <a:pt x="37664" y="0"/>
                </a:moveTo>
                <a:lnTo>
                  <a:pt x="2515829" y="0"/>
                </a:lnTo>
                <a:cubicBezTo>
                  <a:pt x="2536630" y="0"/>
                  <a:pt x="2553493" y="16863"/>
                  <a:pt x="2553493" y="37664"/>
                </a:cubicBezTo>
                <a:lnTo>
                  <a:pt x="2553493" y="4122215"/>
                </a:lnTo>
                <a:lnTo>
                  <a:pt x="0" y="4122215"/>
                </a:lnTo>
                <a:lnTo>
                  <a:pt x="0" y="37664"/>
                </a:lnTo>
                <a:cubicBezTo>
                  <a:pt x="0" y="16863"/>
                  <a:pt x="16863" y="0"/>
                  <a:pt x="37664"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1" name="Picture Placeholder 30"/>
          <p:cNvSpPr>
            <a:spLocks noGrp="1"/>
          </p:cNvSpPr>
          <p:nvPr>
            <p:ph type="pic" sz="quarter" idx="51"/>
          </p:nvPr>
        </p:nvSpPr>
        <p:spPr>
          <a:xfrm>
            <a:off x="3463048" y="1936700"/>
            <a:ext cx="2553493" cy="4122215"/>
          </a:xfrm>
          <a:custGeom>
            <a:avLst/>
            <a:gdLst>
              <a:gd name="connsiteX0" fmla="*/ 37664 w 2553493"/>
              <a:gd name="connsiteY0" fmla="*/ 0 h 4122215"/>
              <a:gd name="connsiteX1" fmla="*/ 2515829 w 2553493"/>
              <a:gd name="connsiteY1" fmla="*/ 0 h 4122215"/>
              <a:gd name="connsiteX2" fmla="*/ 2553493 w 2553493"/>
              <a:gd name="connsiteY2" fmla="*/ 37664 h 4122215"/>
              <a:gd name="connsiteX3" fmla="*/ 2553493 w 2553493"/>
              <a:gd name="connsiteY3" fmla="*/ 4122215 h 4122215"/>
              <a:gd name="connsiteX4" fmla="*/ 0 w 2553493"/>
              <a:gd name="connsiteY4" fmla="*/ 4122215 h 4122215"/>
              <a:gd name="connsiteX5" fmla="*/ 0 w 2553493"/>
              <a:gd name="connsiteY5" fmla="*/ 37664 h 4122215"/>
              <a:gd name="connsiteX6" fmla="*/ 37664 w 2553493"/>
              <a:gd name="connsiteY6" fmla="*/ 0 h 412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53493" h="4122215">
                <a:moveTo>
                  <a:pt x="37664" y="0"/>
                </a:moveTo>
                <a:lnTo>
                  <a:pt x="2515829" y="0"/>
                </a:lnTo>
                <a:cubicBezTo>
                  <a:pt x="2536630" y="0"/>
                  <a:pt x="2553493" y="16863"/>
                  <a:pt x="2553493" y="37664"/>
                </a:cubicBezTo>
                <a:lnTo>
                  <a:pt x="2553493" y="4122215"/>
                </a:lnTo>
                <a:lnTo>
                  <a:pt x="0" y="4122215"/>
                </a:lnTo>
                <a:lnTo>
                  <a:pt x="0" y="37664"/>
                </a:lnTo>
                <a:cubicBezTo>
                  <a:pt x="0" y="16863"/>
                  <a:pt x="16863" y="0"/>
                  <a:pt x="37664"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2" name="Picture Placeholder 31"/>
          <p:cNvSpPr>
            <a:spLocks noGrp="1"/>
          </p:cNvSpPr>
          <p:nvPr>
            <p:ph type="pic" sz="quarter" idx="52"/>
          </p:nvPr>
        </p:nvSpPr>
        <p:spPr>
          <a:xfrm>
            <a:off x="6143950" y="1936700"/>
            <a:ext cx="2553493" cy="4122215"/>
          </a:xfrm>
          <a:custGeom>
            <a:avLst/>
            <a:gdLst>
              <a:gd name="connsiteX0" fmla="*/ 37664 w 2553493"/>
              <a:gd name="connsiteY0" fmla="*/ 0 h 4122215"/>
              <a:gd name="connsiteX1" fmla="*/ 2515829 w 2553493"/>
              <a:gd name="connsiteY1" fmla="*/ 0 h 4122215"/>
              <a:gd name="connsiteX2" fmla="*/ 2553493 w 2553493"/>
              <a:gd name="connsiteY2" fmla="*/ 37664 h 4122215"/>
              <a:gd name="connsiteX3" fmla="*/ 2553493 w 2553493"/>
              <a:gd name="connsiteY3" fmla="*/ 4122215 h 4122215"/>
              <a:gd name="connsiteX4" fmla="*/ 0 w 2553493"/>
              <a:gd name="connsiteY4" fmla="*/ 4122215 h 4122215"/>
              <a:gd name="connsiteX5" fmla="*/ 0 w 2553493"/>
              <a:gd name="connsiteY5" fmla="*/ 37664 h 4122215"/>
              <a:gd name="connsiteX6" fmla="*/ 37664 w 2553493"/>
              <a:gd name="connsiteY6" fmla="*/ 0 h 412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53493" h="4122215">
                <a:moveTo>
                  <a:pt x="37664" y="0"/>
                </a:moveTo>
                <a:lnTo>
                  <a:pt x="2515829" y="0"/>
                </a:lnTo>
                <a:cubicBezTo>
                  <a:pt x="2536630" y="0"/>
                  <a:pt x="2553493" y="16863"/>
                  <a:pt x="2553493" y="37664"/>
                </a:cubicBezTo>
                <a:lnTo>
                  <a:pt x="2553493" y="4122215"/>
                </a:lnTo>
                <a:lnTo>
                  <a:pt x="0" y="4122215"/>
                </a:lnTo>
                <a:lnTo>
                  <a:pt x="0" y="37664"/>
                </a:lnTo>
                <a:cubicBezTo>
                  <a:pt x="0" y="16863"/>
                  <a:pt x="16863" y="0"/>
                  <a:pt x="37664"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3" name="Picture Placeholder 32"/>
          <p:cNvSpPr>
            <a:spLocks noGrp="1"/>
          </p:cNvSpPr>
          <p:nvPr>
            <p:ph type="pic" sz="quarter" idx="53"/>
          </p:nvPr>
        </p:nvSpPr>
        <p:spPr>
          <a:xfrm>
            <a:off x="8811194" y="1936700"/>
            <a:ext cx="2553493" cy="4122215"/>
          </a:xfrm>
          <a:custGeom>
            <a:avLst/>
            <a:gdLst>
              <a:gd name="connsiteX0" fmla="*/ 37664 w 2553493"/>
              <a:gd name="connsiteY0" fmla="*/ 0 h 4122215"/>
              <a:gd name="connsiteX1" fmla="*/ 2515829 w 2553493"/>
              <a:gd name="connsiteY1" fmla="*/ 0 h 4122215"/>
              <a:gd name="connsiteX2" fmla="*/ 2553493 w 2553493"/>
              <a:gd name="connsiteY2" fmla="*/ 37664 h 4122215"/>
              <a:gd name="connsiteX3" fmla="*/ 2553493 w 2553493"/>
              <a:gd name="connsiteY3" fmla="*/ 4122215 h 4122215"/>
              <a:gd name="connsiteX4" fmla="*/ 0 w 2553493"/>
              <a:gd name="connsiteY4" fmla="*/ 4122215 h 4122215"/>
              <a:gd name="connsiteX5" fmla="*/ 0 w 2553493"/>
              <a:gd name="connsiteY5" fmla="*/ 37664 h 4122215"/>
              <a:gd name="connsiteX6" fmla="*/ 37664 w 2553493"/>
              <a:gd name="connsiteY6" fmla="*/ 0 h 412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53493" h="4122215">
                <a:moveTo>
                  <a:pt x="37664" y="0"/>
                </a:moveTo>
                <a:lnTo>
                  <a:pt x="2515829" y="0"/>
                </a:lnTo>
                <a:cubicBezTo>
                  <a:pt x="2536630" y="0"/>
                  <a:pt x="2553493" y="16863"/>
                  <a:pt x="2553493" y="37664"/>
                </a:cubicBezTo>
                <a:lnTo>
                  <a:pt x="2553493" y="4122215"/>
                </a:lnTo>
                <a:lnTo>
                  <a:pt x="0" y="4122215"/>
                </a:lnTo>
                <a:lnTo>
                  <a:pt x="0" y="37664"/>
                </a:lnTo>
                <a:cubicBezTo>
                  <a:pt x="0" y="16863"/>
                  <a:pt x="16863" y="0"/>
                  <a:pt x="37664"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3272094577"/>
      </p:ext>
    </p:extLst>
  </p:cSld>
  <p:clrMapOvr>
    <a:masterClrMapping/>
  </p:clrMapOvr>
  <p:transition spd="slow" advTm="2000">
    <p:blinds dir="vert"/>
  </p:transition>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Portfolio 07">
    <p:spTree>
      <p:nvGrpSpPr>
        <p:cNvPr id="1" name=""/>
        <p:cNvGrpSpPr/>
        <p:nvPr/>
      </p:nvGrpSpPr>
      <p:grpSpPr>
        <a:xfrm>
          <a:off x="0" y="0"/>
          <a:ext cx="0" cy="0"/>
          <a:chOff x="0" y="0"/>
          <a:chExt cx="0" cy="0"/>
        </a:xfrm>
      </p:grpSpPr>
      <p:sp>
        <p:nvSpPr>
          <p:cNvPr id="33" name="Picture Placeholder 32"/>
          <p:cNvSpPr>
            <a:spLocks noGrp="1"/>
          </p:cNvSpPr>
          <p:nvPr>
            <p:ph type="pic" sz="quarter" idx="53"/>
          </p:nvPr>
        </p:nvSpPr>
        <p:spPr>
          <a:xfrm>
            <a:off x="767399" y="1936699"/>
            <a:ext cx="5239701" cy="1976644"/>
          </a:xfrm>
          <a:custGeom>
            <a:avLst/>
            <a:gdLst>
              <a:gd name="connsiteX0" fmla="*/ 29155 w 5239701"/>
              <a:gd name="connsiteY0" fmla="*/ 0 h 1976644"/>
              <a:gd name="connsiteX1" fmla="*/ 5210546 w 5239701"/>
              <a:gd name="connsiteY1" fmla="*/ 0 h 1976644"/>
              <a:gd name="connsiteX2" fmla="*/ 5239701 w 5239701"/>
              <a:gd name="connsiteY2" fmla="*/ 29155 h 1976644"/>
              <a:gd name="connsiteX3" fmla="*/ 5239701 w 5239701"/>
              <a:gd name="connsiteY3" fmla="*/ 1976644 h 1976644"/>
              <a:gd name="connsiteX4" fmla="*/ 0 w 5239701"/>
              <a:gd name="connsiteY4" fmla="*/ 1976644 h 1976644"/>
              <a:gd name="connsiteX5" fmla="*/ 0 w 5239701"/>
              <a:gd name="connsiteY5" fmla="*/ 29155 h 1976644"/>
              <a:gd name="connsiteX6" fmla="*/ 29155 w 5239701"/>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9701" h="1976644">
                <a:moveTo>
                  <a:pt x="29155" y="0"/>
                </a:moveTo>
                <a:lnTo>
                  <a:pt x="5210546" y="0"/>
                </a:lnTo>
                <a:cubicBezTo>
                  <a:pt x="5226648" y="0"/>
                  <a:pt x="5239701" y="13053"/>
                  <a:pt x="5239701" y="29155"/>
                </a:cubicBezTo>
                <a:lnTo>
                  <a:pt x="5239701"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4" name="Picture Placeholder 33"/>
          <p:cNvSpPr>
            <a:spLocks noGrp="1"/>
          </p:cNvSpPr>
          <p:nvPr>
            <p:ph type="pic" sz="quarter" idx="54"/>
          </p:nvPr>
        </p:nvSpPr>
        <p:spPr>
          <a:xfrm>
            <a:off x="6126186" y="1936699"/>
            <a:ext cx="2548756" cy="1976644"/>
          </a:xfrm>
          <a:custGeom>
            <a:avLst/>
            <a:gdLst>
              <a:gd name="connsiteX0" fmla="*/ 29155 w 2548756"/>
              <a:gd name="connsiteY0" fmla="*/ 0 h 1976644"/>
              <a:gd name="connsiteX1" fmla="*/ 2519601 w 2548756"/>
              <a:gd name="connsiteY1" fmla="*/ 0 h 1976644"/>
              <a:gd name="connsiteX2" fmla="*/ 2548756 w 2548756"/>
              <a:gd name="connsiteY2" fmla="*/ 29155 h 1976644"/>
              <a:gd name="connsiteX3" fmla="*/ 2548756 w 2548756"/>
              <a:gd name="connsiteY3" fmla="*/ 1976644 h 1976644"/>
              <a:gd name="connsiteX4" fmla="*/ 0 w 2548756"/>
              <a:gd name="connsiteY4" fmla="*/ 1976644 h 1976644"/>
              <a:gd name="connsiteX5" fmla="*/ 0 w 2548756"/>
              <a:gd name="connsiteY5" fmla="*/ 29155 h 1976644"/>
              <a:gd name="connsiteX6" fmla="*/ 29155 w 2548756"/>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8756" h="1976644">
                <a:moveTo>
                  <a:pt x="29155" y="0"/>
                </a:moveTo>
                <a:lnTo>
                  <a:pt x="2519601" y="0"/>
                </a:lnTo>
                <a:cubicBezTo>
                  <a:pt x="2535703" y="0"/>
                  <a:pt x="2548756" y="13053"/>
                  <a:pt x="2548756" y="29155"/>
                </a:cubicBezTo>
                <a:lnTo>
                  <a:pt x="2548756"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5" name="Picture Placeholder 34"/>
          <p:cNvSpPr>
            <a:spLocks noGrp="1"/>
          </p:cNvSpPr>
          <p:nvPr>
            <p:ph type="pic" sz="quarter" idx="55"/>
          </p:nvPr>
        </p:nvSpPr>
        <p:spPr>
          <a:xfrm>
            <a:off x="8811376" y="1936699"/>
            <a:ext cx="2548756" cy="1976644"/>
          </a:xfrm>
          <a:custGeom>
            <a:avLst/>
            <a:gdLst>
              <a:gd name="connsiteX0" fmla="*/ 29155 w 2548756"/>
              <a:gd name="connsiteY0" fmla="*/ 0 h 1976644"/>
              <a:gd name="connsiteX1" fmla="*/ 2519601 w 2548756"/>
              <a:gd name="connsiteY1" fmla="*/ 0 h 1976644"/>
              <a:gd name="connsiteX2" fmla="*/ 2548756 w 2548756"/>
              <a:gd name="connsiteY2" fmla="*/ 29155 h 1976644"/>
              <a:gd name="connsiteX3" fmla="*/ 2548756 w 2548756"/>
              <a:gd name="connsiteY3" fmla="*/ 1976644 h 1976644"/>
              <a:gd name="connsiteX4" fmla="*/ 0 w 2548756"/>
              <a:gd name="connsiteY4" fmla="*/ 1976644 h 1976644"/>
              <a:gd name="connsiteX5" fmla="*/ 0 w 2548756"/>
              <a:gd name="connsiteY5" fmla="*/ 29155 h 1976644"/>
              <a:gd name="connsiteX6" fmla="*/ 29155 w 2548756"/>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8756" h="1976644">
                <a:moveTo>
                  <a:pt x="29155" y="0"/>
                </a:moveTo>
                <a:lnTo>
                  <a:pt x="2519601" y="0"/>
                </a:lnTo>
                <a:cubicBezTo>
                  <a:pt x="2535703" y="0"/>
                  <a:pt x="2548756" y="13053"/>
                  <a:pt x="2548756" y="29155"/>
                </a:cubicBezTo>
                <a:lnTo>
                  <a:pt x="2548756"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9" name="Picture Placeholder 38"/>
          <p:cNvSpPr>
            <a:spLocks noGrp="1"/>
          </p:cNvSpPr>
          <p:nvPr>
            <p:ph type="pic" sz="quarter" idx="56"/>
          </p:nvPr>
        </p:nvSpPr>
        <p:spPr>
          <a:xfrm>
            <a:off x="8821159" y="4042312"/>
            <a:ext cx="2548756" cy="1976644"/>
          </a:xfrm>
          <a:custGeom>
            <a:avLst/>
            <a:gdLst>
              <a:gd name="connsiteX0" fmla="*/ 29155 w 2548756"/>
              <a:gd name="connsiteY0" fmla="*/ 0 h 1976644"/>
              <a:gd name="connsiteX1" fmla="*/ 2519601 w 2548756"/>
              <a:gd name="connsiteY1" fmla="*/ 0 h 1976644"/>
              <a:gd name="connsiteX2" fmla="*/ 2548756 w 2548756"/>
              <a:gd name="connsiteY2" fmla="*/ 29155 h 1976644"/>
              <a:gd name="connsiteX3" fmla="*/ 2548756 w 2548756"/>
              <a:gd name="connsiteY3" fmla="*/ 1976644 h 1976644"/>
              <a:gd name="connsiteX4" fmla="*/ 0 w 2548756"/>
              <a:gd name="connsiteY4" fmla="*/ 1976644 h 1976644"/>
              <a:gd name="connsiteX5" fmla="*/ 0 w 2548756"/>
              <a:gd name="connsiteY5" fmla="*/ 29155 h 1976644"/>
              <a:gd name="connsiteX6" fmla="*/ 29155 w 2548756"/>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8756" h="1976644">
                <a:moveTo>
                  <a:pt x="29155" y="0"/>
                </a:moveTo>
                <a:lnTo>
                  <a:pt x="2519601" y="0"/>
                </a:lnTo>
                <a:cubicBezTo>
                  <a:pt x="2535703" y="0"/>
                  <a:pt x="2548756" y="13053"/>
                  <a:pt x="2548756" y="29155"/>
                </a:cubicBezTo>
                <a:lnTo>
                  <a:pt x="2548756"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8" name="Picture Placeholder 37"/>
          <p:cNvSpPr>
            <a:spLocks noGrp="1"/>
          </p:cNvSpPr>
          <p:nvPr>
            <p:ph type="pic" sz="quarter" idx="57"/>
          </p:nvPr>
        </p:nvSpPr>
        <p:spPr>
          <a:xfrm>
            <a:off x="6134966" y="4042312"/>
            <a:ext cx="2548756" cy="1976644"/>
          </a:xfrm>
          <a:custGeom>
            <a:avLst/>
            <a:gdLst>
              <a:gd name="connsiteX0" fmla="*/ 29155 w 2548756"/>
              <a:gd name="connsiteY0" fmla="*/ 0 h 1976644"/>
              <a:gd name="connsiteX1" fmla="*/ 2519601 w 2548756"/>
              <a:gd name="connsiteY1" fmla="*/ 0 h 1976644"/>
              <a:gd name="connsiteX2" fmla="*/ 2548756 w 2548756"/>
              <a:gd name="connsiteY2" fmla="*/ 29155 h 1976644"/>
              <a:gd name="connsiteX3" fmla="*/ 2548756 w 2548756"/>
              <a:gd name="connsiteY3" fmla="*/ 1976644 h 1976644"/>
              <a:gd name="connsiteX4" fmla="*/ 0 w 2548756"/>
              <a:gd name="connsiteY4" fmla="*/ 1976644 h 1976644"/>
              <a:gd name="connsiteX5" fmla="*/ 0 w 2548756"/>
              <a:gd name="connsiteY5" fmla="*/ 29155 h 1976644"/>
              <a:gd name="connsiteX6" fmla="*/ 29155 w 2548756"/>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8756" h="1976644">
                <a:moveTo>
                  <a:pt x="29155" y="0"/>
                </a:moveTo>
                <a:lnTo>
                  <a:pt x="2519601" y="0"/>
                </a:lnTo>
                <a:cubicBezTo>
                  <a:pt x="2535703" y="0"/>
                  <a:pt x="2548756" y="13053"/>
                  <a:pt x="2548756" y="29155"/>
                </a:cubicBezTo>
                <a:lnTo>
                  <a:pt x="2548756"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7" name="Picture Placeholder 36"/>
          <p:cNvSpPr>
            <a:spLocks noGrp="1"/>
          </p:cNvSpPr>
          <p:nvPr>
            <p:ph type="pic" sz="quarter" idx="58"/>
          </p:nvPr>
        </p:nvSpPr>
        <p:spPr>
          <a:xfrm>
            <a:off x="3463047" y="4042313"/>
            <a:ext cx="2548756" cy="1976644"/>
          </a:xfrm>
          <a:custGeom>
            <a:avLst/>
            <a:gdLst>
              <a:gd name="connsiteX0" fmla="*/ 29155 w 2548756"/>
              <a:gd name="connsiteY0" fmla="*/ 0 h 1976644"/>
              <a:gd name="connsiteX1" fmla="*/ 2519601 w 2548756"/>
              <a:gd name="connsiteY1" fmla="*/ 0 h 1976644"/>
              <a:gd name="connsiteX2" fmla="*/ 2548756 w 2548756"/>
              <a:gd name="connsiteY2" fmla="*/ 29155 h 1976644"/>
              <a:gd name="connsiteX3" fmla="*/ 2548756 w 2548756"/>
              <a:gd name="connsiteY3" fmla="*/ 1976644 h 1976644"/>
              <a:gd name="connsiteX4" fmla="*/ 0 w 2548756"/>
              <a:gd name="connsiteY4" fmla="*/ 1976644 h 1976644"/>
              <a:gd name="connsiteX5" fmla="*/ 0 w 2548756"/>
              <a:gd name="connsiteY5" fmla="*/ 29155 h 1976644"/>
              <a:gd name="connsiteX6" fmla="*/ 29155 w 2548756"/>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8756" h="1976644">
                <a:moveTo>
                  <a:pt x="29155" y="0"/>
                </a:moveTo>
                <a:lnTo>
                  <a:pt x="2519601" y="0"/>
                </a:lnTo>
                <a:cubicBezTo>
                  <a:pt x="2535703" y="0"/>
                  <a:pt x="2548756" y="13053"/>
                  <a:pt x="2548756" y="29155"/>
                </a:cubicBezTo>
                <a:lnTo>
                  <a:pt x="2548756"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6" name="Picture Placeholder 35"/>
          <p:cNvSpPr>
            <a:spLocks noGrp="1"/>
          </p:cNvSpPr>
          <p:nvPr>
            <p:ph type="pic" sz="quarter" idx="59"/>
          </p:nvPr>
        </p:nvSpPr>
        <p:spPr>
          <a:xfrm>
            <a:off x="767398" y="4042313"/>
            <a:ext cx="2548756" cy="1976644"/>
          </a:xfrm>
          <a:custGeom>
            <a:avLst/>
            <a:gdLst>
              <a:gd name="connsiteX0" fmla="*/ 29155 w 2548756"/>
              <a:gd name="connsiteY0" fmla="*/ 0 h 1976644"/>
              <a:gd name="connsiteX1" fmla="*/ 2519601 w 2548756"/>
              <a:gd name="connsiteY1" fmla="*/ 0 h 1976644"/>
              <a:gd name="connsiteX2" fmla="*/ 2548756 w 2548756"/>
              <a:gd name="connsiteY2" fmla="*/ 29155 h 1976644"/>
              <a:gd name="connsiteX3" fmla="*/ 2548756 w 2548756"/>
              <a:gd name="connsiteY3" fmla="*/ 1976644 h 1976644"/>
              <a:gd name="connsiteX4" fmla="*/ 0 w 2548756"/>
              <a:gd name="connsiteY4" fmla="*/ 1976644 h 1976644"/>
              <a:gd name="connsiteX5" fmla="*/ 0 w 2548756"/>
              <a:gd name="connsiteY5" fmla="*/ 29155 h 1976644"/>
              <a:gd name="connsiteX6" fmla="*/ 29155 w 2548756"/>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8756" h="1976644">
                <a:moveTo>
                  <a:pt x="29155" y="0"/>
                </a:moveTo>
                <a:lnTo>
                  <a:pt x="2519601" y="0"/>
                </a:lnTo>
                <a:cubicBezTo>
                  <a:pt x="2535703" y="0"/>
                  <a:pt x="2548756" y="13053"/>
                  <a:pt x="2548756" y="29155"/>
                </a:cubicBezTo>
                <a:lnTo>
                  <a:pt x="2548756"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3414377620"/>
      </p:ext>
    </p:extLst>
  </p:cSld>
  <p:clrMapOvr>
    <a:masterClrMapping/>
  </p:clrMapOvr>
  <p:transition spd="slow" advTm="2000">
    <p:blinds dir="vert"/>
  </p:transition>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Portfolio 08">
    <p:spTree>
      <p:nvGrpSpPr>
        <p:cNvPr id="1" name=""/>
        <p:cNvGrpSpPr/>
        <p:nvPr/>
      </p:nvGrpSpPr>
      <p:grpSpPr>
        <a:xfrm>
          <a:off x="0" y="0"/>
          <a:ext cx="0" cy="0"/>
          <a:chOff x="0" y="0"/>
          <a:chExt cx="0" cy="0"/>
        </a:xfrm>
      </p:grpSpPr>
      <p:sp>
        <p:nvSpPr>
          <p:cNvPr id="16" name="Picture Placeholder 15"/>
          <p:cNvSpPr>
            <a:spLocks noGrp="1"/>
          </p:cNvSpPr>
          <p:nvPr>
            <p:ph type="pic" sz="quarter" idx="59"/>
          </p:nvPr>
        </p:nvSpPr>
        <p:spPr>
          <a:xfrm>
            <a:off x="1048189" y="2210372"/>
            <a:ext cx="3920051" cy="3580827"/>
          </a:xfrm>
          <a:custGeom>
            <a:avLst/>
            <a:gdLst>
              <a:gd name="connsiteX0" fmla="*/ 44510 w 3920051"/>
              <a:gd name="connsiteY0" fmla="*/ 0 h 3580827"/>
              <a:gd name="connsiteX1" fmla="*/ 3875541 w 3920051"/>
              <a:gd name="connsiteY1" fmla="*/ 0 h 3580827"/>
              <a:gd name="connsiteX2" fmla="*/ 3920051 w 3920051"/>
              <a:gd name="connsiteY2" fmla="*/ 44510 h 3580827"/>
              <a:gd name="connsiteX3" fmla="*/ 3920051 w 3920051"/>
              <a:gd name="connsiteY3" fmla="*/ 3580827 h 3580827"/>
              <a:gd name="connsiteX4" fmla="*/ 0 w 3920051"/>
              <a:gd name="connsiteY4" fmla="*/ 3580827 h 3580827"/>
              <a:gd name="connsiteX5" fmla="*/ 0 w 3920051"/>
              <a:gd name="connsiteY5" fmla="*/ 44510 h 3580827"/>
              <a:gd name="connsiteX6" fmla="*/ 44510 w 3920051"/>
              <a:gd name="connsiteY6" fmla="*/ 0 h 3580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20051" h="3580827">
                <a:moveTo>
                  <a:pt x="44510" y="0"/>
                </a:moveTo>
                <a:lnTo>
                  <a:pt x="3875541" y="0"/>
                </a:lnTo>
                <a:cubicBezTo>
                  <a:pt x="3900123" y="0"/>
                  <a:pt x="3920051" y="19928"/>
                  <a:pt x="3920051" y="44510"/>
                </a:cubicBezTo>
                <a:lnTo>
                  <a:pt x="3920051" y="3580827"/>
                </a:lnTo>
                <a:lnTo>
                  <a:pt x="0" y="3580827"/>
                </a:lnTo>
                <a:lnTo>
                  <a:pt x="0" y="44510"/>
                </a:lnTo>
                <a:cubicBezTo>
                  <a:pt x="0" y="19928"/>
                  <a:pt x="19928" y="0"/>
                  <a:pt x="44510"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17" name="Picture Placeholder 16"/>
          <p:cNvSpPr>
            <a:spLocks noGrp="1"/>
          </p:cNvSpPr>
          <p:nvPr>
            <p:ph type="pic" sz="quarter" idx="60"/>
          </p:nvPr>
        </p:nvSpPr>
        <p:spPr>
          <a:xfrm>
            <a:off x="5056309" y="2210373"/>
            <a:ext cx="1931230" cy="1744408"/>
          </a:xfrm>
          <a:custGeom>
            <a:avLst/>
            <a:gdLst>
              <a:gd name="connsiteX0" fmla="*/ 21683 w 1931230"/>
              <a:gd name="connsiteY0" fmla="*/ 0 h 1744408"/>
              <a:gd name="connsiteX1" fmla="*/ 1909547 w 1931230"/>
              <a:gd name="connsiteY1" fmla="*/ 0 h 1744408"/>
              <a:gd name="connsiteX2" fmla="*/ 1931230 w 1931230"/>
              <a:gd name="connsiteY2" fmla="*/ 21683 h 1744408"/>
              <a:gd name="connsiteX3" fmla="*/ 1931230 w 1931230"/>
              <a:gd name="connsiteY3" fmla="*/ 1744408 h 1744408"/>
              <a:gd name="connsiteX4" fmla="*/ 0 w 1931230"/>
              <a:gd name="connsiteY4" fmla="*/ 1744408 h 1744408"/>
              <a:gd name="connsiteX5" fmla="*/ 0 w 1931230"/>
              <a:gd name="connsiteY5" fmla="*/ 21683 h 1744408"/>
              <a:gd name="connsiteX6" fmla="*/ 21683 w 1931230"/>
              <a:gd name="connsiteY6" fmla="*/ 0 h 174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1230" h="1744408">
                <a:moveTo>
                  <a:pt x="21683" y="0"/>
                </a:moveTo>
                <a:lnTo>
                  <a:pt x="1909547" y="0"/>
                </a:lnTo>
                <a:cubicBezTo>
                  <a:pt x="1921522" y="0"/>
                  <a:pt x="1931230" y="9708"/>
                  <a:pt x="1931230" y="21683"/>
                </a:cubicBezTo>
                <a:lnTo>
                  <a:pt x="1931230" y="1744408"/>
                </a:lnTo>
                <a:lnTo>
                  <a:pt x="0" y="1744408"/>
                </a:lnTo>
                <a:lnTo>
                  <a:pt x="0" y="21683"/>
                </a:lnTo>
                <a:cubicBezTo>
                  <a:pt x="0" y="9708"/>
                  <a:pt x="9708" y="0"/>
                  <a:pt x="21683"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18" name="Picture Placeholder 17"/>
          <p:cNvSpPr>
            <a:spLocks noGrp="1"/>
          </p:cNvSpPr>
          <p:nvPr>
            <p:ph type="pic" sz="quarter" idx="61"/>
          </p:nvPr>
        </p:nvSpPr>
        <p:spPr>
          <a:xfrm>
            <a:off x="5056309" y="4046793"/>
            <a:ext cx="1931230" cy="1744408"/>
          </a:xfrm>
          <a:custGeom>
            <a:avLst/>
            <a:gdLst>
              <a:gd name="connsiteX0" fmla="*/ 21683 w 1931230"/>
              <a:gd name="connsiteY0" fmla="*/ 0 h 1744408"/>
              <a:gd name="connsiteX1" fmla="*/ 1909547 w 1931230"/>
              <a:gd name="connsiteY1" fmla="*/ 0 h 1744408"/>
              <a:gd name="connsiteX2" fmla="*/ 1931230 w 1931230"/>
              <a:gd name="connsiteY2" fmla="*/ 21683 h 1744408"/>
              <a:gd name="connsiteX3" fmla="*/ 1931230 w 1931230"/>
              <a:gd name="connsiteY3" fmla="*/ 1744408 h 1744408"/>
              <a:gd name="connsiteX4" fmla="*/ 0 w 1931230"/>
              <a:gd name="connsiteY4" fmla="*/ 1744408 h 1744408"/>
              <a:gd name="connsiteX5" fmla="*/ 0 w 1931230"/>
              <a:gd name="connsiteY5" fmla="*/ 21683 h 1744408"/>
              <a:gd name="connsiteX6" fmla="*/ 21683 w 1931230"/>
              <a:gd name="connsiteY6" fmla="*/ 0 h 174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1230" h="1744408">
                <a:moveTo>
                  <a:pt x="21683" y="0"/>
                </a:moveTo>
                <a:lnTo>
                  <a:pt x="1909547" y="0"/>
                </a:lnTo>
                <a:cubicBezTo>
                  <a:pt x="1921522" y="0"/>
                  <a:pt x="1931230" y="9708"/>
                  <a:pt x="1931230" y="21683"/>
                </a:cubicBezTo>
                <a:lnTo>
                  <a:pt x="1931230" y="1744408"/>
                </a:lnTo>
                <a:lnTo>
                  <a:pt x="0" y="1744408"/>
                </a:lnTo>
                <a:lnTo>
                  <a:pt x="0" y="21683"/>
                </a:lnTo>
                <a:cubicBezTo>
                  <a:pt x="0" y="9708"/>
                  <a:pt x="9708" y="0"/>
                  <a:pt x="21683"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19" name="Picture Placeholder 18"/>
          <p:cNvSpPr>
            <a:spLocks noGrp="1"/>
          </p:cNvSpPr>
          <p:nvPr>
            <p:ph type="pic" sz="quarter" idx="62"/>
          </p:nvPr>
        </p:nvSpPr>
        <p:spPr>
          <a:xfrm>
            <a:off x="7065864" y="4046793"/>
            <a:ext cx="1931230" cy="1744408"/>
          </a:xfrm>
          <a:custGeom>
            <a:avLst/>
            <a:gdLst>
              <a:gd name="connsiteX0" fmla="*/ 21683 w 1931230"/>
              <a:gd name="connsiteY0" fmla="*/ 0 h 1744408"/>
              <a:gd name="connsiteX1" fmla="*/ 1909547 w 1931230"/>
              <a:gd name="connsiteY1" fmla="*/ 0 h 1744408"/>
              <a:gd name="connsiteX2" fmla="*/ 1931230 w 1931230"/>
              <a:gd name="connsiteY2" fmla="*/ 21683 h 1744408"/>
              <a:gd name="connsiteX3" fmla="*/ 1931230 w 1931230"/>
              <a:gd name="connsiteY3" fmla="*/ 1744408 h 1744408"/>
              <a:gd name="connsiteX4" fmla="*/ 0 w 1931230"/>
              <a:gd name="connsiteY4" fmla="*/ 1744408 h 1744408"/>
              <a:gd name="connsiteX5" fmla="*/ 0 w 1931230"/>
              <a:gd name="connsiteY5" fmla="*/ 21683 h 1744408"/>
              <a:gd name="connsiteX6" fmla="*/ 21683 w 1931230"/>
              <a:gd name="connsiteY6" fmla="*/ 0 h 174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1230" h="1744408">
                <a:moveTo>
                  <a:pt x="21683" y="0"/>
                </a:moveTo>
                <a:lnTo>
                  <a:pt x="1909547" y="0"/>
                </a:lnTo>
                <a:cubicBezTo>
                  <a:pt x="1921522" y="0"/>
                  <a:pt x="1931230" y="9708"/>
                  <a:pt x="1931230" y="21683"/>
                </a:cubicBezTo>
                <a:lnTo>
                  <a:pt x="1931230" y="1744408"/>
                </a:lnTo>
                <a:lnTo>
                  <a:pt x="0" y="1744408"/>
                </a:lnTo>
                <a:lnTo>
                  <a:pt x="0" y="21683"/>
                </a:lnTo>
                <a:cubicBezTo>
                  <a:pt x="0" y="9708"/>
                  <a:pt x="9708" y="0"/>
                  <a:pt x="21683"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0" name="Picture Placeholder 19"/>
          <p:cNvSpPr>
            <a:spLocks noGrp="1"/>
          </p:cNvSpPr>
          <p:nvPr>
            <p:ph type="pic" sz="quarter" idx="63"/>
          </p:nvPr>
        </p:nvSpPr>
        <p:spPr>
          <a:xfrm>
            <a:off x="9075419" y="2210372"/>
            <a:ext cx="1943100" cy="3580827"/>
          </a:xfrm>
          <a:custGeom>
            <a:avLst/>
            <a:gdLst>
              <a:gd name="connsiteX0" fmla="*/ 24153 w 1943100"/>
              <a:gd name="connsiteY0" fmla="*/ 0 h 3580827"/>
              <a:gd name="connsiteX1" fmla="*/ 1918947 w 1943100"/>
              <a:gd name="connsiteY1" fmla="*/ 0 h 3580827"/>
              <a:gd name="connsiteX2" fmla="*/ 1943100 w 1943100"/>
              <a:gd name="connsiteY2" fmla="*/ 24153 h 3580827"/>
              <a:gd name="connsiteX3" fmla="*/ 1943100 w 1943100"/>
              <a:gd name="connsiteY3" fmla="*/ 3580827 h 3580827"/>
              <a:gd name="connsiteX4" fmla="*/ 0 w 1943100"/>
              <a:gd name="connsiteY4" fmla="*/ 3580827 h 3580827"/>
              <a:gd name="connsiteX5" fmla="*/ 0 w 1943100"/>
              <a:gd name="connsiteY5" fmla="*/ 24153 h 3580827"/>
              <a:gd name="connsiteX6" fmla="*/ 24153 w 1943100"/>
              <a:gd name="connsiteY6" fmla="*/ 0 h 3580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3100" h="3580827">
                <a:moveTo>
                  <a:pt x="24153" y="0"/>
                </a:moveTo>
                <a:lnTo>
                  <a:pt x="1918947" y="0"/>
                </a:lnTo>
                <a:cubicBezTo>
                  <a:pt x="1932286" y="0"/>
                  <a:pt x="1943100" y="10814"/>
                  <a:pt x="1943100" y="24153"/>
                </a:cubicBezTo>
                <a:lnTo>
                  <a:pt x="1943100" y="3580827"/>
                </a:lnTo>
                <a:lnTo>
                  <a:pt x="0" y="3580827"/>
                </a:lnTo>
                <a:lnTo>
                  <a:pt x="0" y="24153"/>
                </a:lnTo>
                <a:cubicBezTo>
                  <a:pt x="0" y="10814"/>
                  <a:pt x="10814" y="0"/>
                  <a:pt x="24153"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3295602969"/>
      </p:ext>
    </p:extLst>
  </p:cSld>
  <p:clrMapOvr>
    <a:masterClrMapping/>
  </p:clrMapOvr>
  <p:transition spd="slow" advTm="2000">
    <p:blinds dir="vert"/>
  </p:transition>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Portfolio 09">
    <p:spTree>
      <p:nvGrpSpPr>
        <p:cNvPr id="1" name=""/>
        <p:cNvGrpSpPr/>
        <p:nvPr/>
      </p:nvGrpSpPr>
      <p:grpSpPr>
        <a:xfrm>
          <a:off x="0" y="0"/>
          <a:ext cx="0" cy="0"/>
          <a:chOff x="0" y="0"/>
          <a:chExt cx="0" cy="0"/>
        </a:xfrm>
      </p:grpSpPr>
      <p:sp>
        <p:nvSpPr>
          <p:cNvPr id="19" name="Picture Placeholder 18"/>
          <p:cNvSpPr>
            <a:spLocks noGrp="1"/>
          </p:cNvSpPr>
          <p:nvPr>
            <p:ph type="pic" sz="quarter" idx="41"/>
          </p:nvPr>
        </p:nvSpPr>
        <p:spPr>
          <a:xfrm>
            <a:off x="148281" y="135925"/>
            <a:ext cx="7896014" cy="4349576"/>
          </a:xfrm>
          <a:custGeom>
            <a:avLst/>
            <a:gdLst>
              <a:gd name="connsiteX0" fmla="*/ 0 w 7896014"/>
              <a:gd name="connsiteY0" fmla="*/ 0 h 4349576"/>
              <a:gd name="connsiteX1" fmla="*/ 7896014 w 7896014"/>
              <a:gd name="connsiteY1" fmla="*/ 0 h 4349576"/>
              <a:gd name="connsiteX2" fmla="*/ 7896014 w 7896014"/>
              <a:gd name="connsiteY2" fmla="*/ 4349576 h 4349576"/>
              <a:gd name="connsiteX3" fmla="*/ 0 w 7896014"/>
              <a:gd name="connsiteY3" fmla="*/ 4349576 h 4349576"/>
            </a:gdLst>
            <a:ahLst/>
            <a:cxnLst>
              <a:cxn ang="0">
                <a:pos x="connsiteX0" y="connsiteY0"/>
              </a:cxn>
              <a:cxn ang="0">
                <a:pos x="connsiteX1" y="connsiteY1"/>
              </a:cxn>
              <a:cxn ang="0">
                <a:pos x="connsiteX2" y="connsiteY2"/>
              </a:cxn>
              <a:cxn ang="0">
                <a:pos x="connsiteX3" y="connsiteY3"/>
              </a:cxn>
            </a:cxnLst>
            <a:rect l="l" t="t" r="r" b="b"/>
            <a:pathLst>
              <a:path w="7896014" h="4349576">
                <a:moveTo>
                  <a:pt x="0" y="0"/>
                </a:moveTo>
                <a:lnTo>
                  <a:pt x="7896014" y="0"/>
                </a:lnTo>
                <a:lnTo>
                  <a:pt x="7896014" y="4349576"/>
                </a:lnTo>
                <a:lnTo>
                  <a:pt x="0" y="4349576"/>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0" name="Picture Placeholder 19"/>
          <p:cNvSpPr>
            <a:spLocks noGrp="1"/>
          </p:cNvSpPr>
          <p:nvPr>
            <p:ph type="pic" sz="quarter" idx="42"/>
          </p:nvPr>
        </p:nvSpPr>
        <p:spPr>
          <a:xfrm>
            <a:off x="8167816" y="135925"/>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1" name="Picture Placeholder 20"/>
          <p:cNvSpPr>
            <a:spLocks noGrp="1"/>
          </p:cNvSpPr>
          <p:nvPr>
            <p:ph type="pic" sz="quarter" idx="43"/>
          </p:nvPr>
        </p:nvSpPr>
        <p:spPr>
          <a:xfrm>
            <a:off x="8167816" y="2372497"/>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4" name="Picture Placeholder 23"/>
          <p:cNvSpPr>
            <a:spLocks noGrp="1"/>
          </p:cNvSpPr>
          <p:nvPr>
            <p:ph type="pic" sz="quarter" idx="44"/>
          </p:nvPr>
        </p:nvSpPr>
        <p:spPr>
          <a:xfrm>
            <a:off x="8167816" y="4609070"/>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3" name="Picture Placeholder 22"/>
          <p:cNvSpPr>
            <a:spLocks noGrp="1"/>
          </p:cNvSpPr>
          <p:nvPr>
            <p:ph type="pic" sz="quarter" idx="45"/>
          </p:nvPr>
        </p:nvSpPr>
        <p:spPr>
          <a:xfrm>
            <a:off x="4158048" y="4609070"/>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2" name="Picture Placeholder 21"/>
          <p:cNvSpPr>
            <a:spLocks noGrp="1"/>
          </p:cNvSpPr>
          <p:nvPr>
            <p:ph type="pic" sz="quarter" idx="46"/>
          </p:nvPr>
        </p:nvSpPr>
        <p:spPr>
          <a:xfrm>
            <a:off x="148281" y="4609070"/>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218064278"/>
      </p:ext>
    </p:extLst>
  </p:cSld>
  <p:clrMapOvr>
    <a:masterClrMapping/>
  </p:clrMapOvr>
  <p:transition spd="slow" advTm="2000">
    <p:blinds dir="vert"/>
  </p:transition>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Portfolio 10">
    <p:spTree>
      <p:nvGrpSpPr>
        <p:cNvPr id="1" name=""/>
        <p:cNvGrpSpPr/>
        <p:nvPr/>
      </p:nvGrpSpPr>
      <p:grpSpPr>
        <a:xfrm>
          <a:off x="0" y="0"/>
          <a:ext cx="0" cy="0"/>
          <a:chOff x="0" y="0"/>
          <a:chExt cx="0" cy="0"/>
        </a:xfrm>
      </p:grpSpPr>
      <p:grpSp>
        <p:nvGrpSpPr>
          <p:cNvPr id="9" name="Group 6"/>
          <p:cNvGrpSpPr>
            <a:grpSpLocks noChangeAspect="1"/>
          </p:cNvGrpSpPr>
          <p:nvPr/>
        </p:nvGrpSpPr>
        <p:grpSpPr bwMode="auto">
          <a:xfrm>
            <a:off x="-892810" y="-640436"/>
            <a:ext cx="6988809" cy="7446155"/>
            <a:chOff x="3053" y="1324"/>
            <a:chExt cx="1574" cy="1677"/>
          </a:xfrm>
          <a:gradFill>
            <a:gsLst>
              <a:gs pos="0">
                <a:schemeClr val="accent5">
                  <a:lumMod val="67000"/>
                  <a:alpha val="0"/>
                </a:schemeClr>
              </a:gs>
              <a:gs pos="48000">
                <a:schemeClr val="accent3">
                  <a:alpha val="0"/>
                </a:schemeClr>
              </a:gs>
              <a:gs pos="100000">
                <a:schemeClr val="accent6">
                  <a:alpha val="16000"/>
                </a:schemeClr>
              </a:gs>
            </a:gsLst>
            <a:path path="circle">
              <a:fillToRect l="100000" t="100000"/>
            </a:path>
          </a:gradFill>
        </p:grpSpPr>
        <p:sp>
          <p:nvSpPr>
            <p:cNvPr id="10" name="Freeform 7"/>
            <p:cNvSpPr>
              <a:spLocks/>
            </p:cNvSpPr>
            <p:nvPr/>
          </p:nvSpPr>
          <p:spPr bwMode="auto">
            <a:xfrm>
              <a:off x="3972" y="1324"/>
              <a:ext cx="655" cy="1044"/>
            </a:xfrm>
            <a:custGeom>
              <a:avLst/>
              <a:gdLst>
                <a:gd name="T0" fmla="*/ 4 w 276"/>
                <a:gd name="T1" fmla="*/ 21 h 440"/>
                <a:gd name="T2" fmla="*/ 107 w 276"/>
                <a:gd name="T3" fmla="*/ 252 h 440"/>
                <a:gd name="T4" fmla="*/ 241 w 276"/>
                <a:gd name="T5" fmla="*/ 425 h 440"/>
                <a:gd name="T6" fmla="*/ 275 w 276"/>
                <a:gd name="T7" fmla="*/ 423 h 440"/>
                <a:gd name="T8" fmla="*/ 276 w 276"/>
                <a:gd name="T9" fmla="*/ 220 h 440"/>
                <a:gd name="T10" fmla="*/ 215 w 276"/>
                <a:gd name="T11" fmla="*/ 114 h 440"/>
                <a:gd name="T12" fmla="*/ 26 w 276"/>
                <a:gd name="T13" fmla="*/ 5 h 440"/>
                <a:gd name="T14" fmla="*/ 4 w 276"/>
                <a:gd name="T15" fmla="*/ 21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6" h="440">
                  <a:moveTo>
                    <a:pt x="4" y="21"/>
                  </a:moveTo>
                  <a:cubicBezTo>
                    <a:pt x="22" y="73"/>
                    <a:pt x="56" y="163"/>
                    <a:pt x="107" y="252"/>
                  </a:cubicBezTo>
                  <a:cubicBezTo>
                    <a:pt x="143" y="313"/>
                    <a:pt x="197" y="377"/>
                    <a:pt x="241" y="425"/>
                  </a:cubicBezTo>
                  <a:cubicBezTo>
                    <a:pt x="255" y="440"/>
                    <a:pt x="276" y="436"/>
                    <a:pt x="275" y="423"/>
                  </a:cubicBezTo>
                  <a:cubicBezTo>
                    <a:pt x="276" y="220"/>
                    <a:pt x="276" y="220"/>
                    <a:pt x="276" y="220"/>
                  </a:cubicBezTo>
                  <a:cubicBezTo>
                    <a:pt x="276" y="181"/>
                    <a:pt x="248" y="134"/>
                    <a:pt x="215" y="114"/>
                  </a:cubicBezTo>
                  <a:cubicBezTo>
                    <a:pt x="26" y="5"/>
                    <a:pt x="26" y="5"/>
                    <a:pt x="26" y="5"/>
                  </a:cubicBezTo>
                  <a:cubicBezTo>
                    <a:pt x="17" y="0"/>
                    <a:pt x="0" y="8"/>
                    <a:pt x="4"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1" name="Freeform 8"/>
            <p:cNvSpPr>
              <a:spLocks/>
            </p:cNvSpPr>
            <p:nvPr/>
          </p:nvSpPr>
          <p:spPr bwMode="auto">
            <a:xfrm>
              <a:off x="3210" y="2548"/>
              <a:ext cx="1260" cy="453"/>
            </a:xfrm>
            <a:custGeom>
              <a:avLst/>
              <a:gdLst>
                <a:gd name="T0" fmla="*/ 519 w 531"/>
                <a:gd name="T1" fmla="*/ 32 h 191"/>
                <a:gd name="T2" fmla="*/ 269 w 531"/>
                <a:gd name="T3" fmla="*/ 0 h 191"/>
                <a:gd name="T4" fmla="*/ 14 w 531"/>
                <a:gd name="T5" fmla="*/ 32 h 191"/>
                <a:gd name="T6" fmla="*/ 9 w 531"/>
                <a:gd name="T7" fmla="*/ 59 h 191"/>
                <a:gd name="T8" fmla="*/ 204 w 531"/>
                <a:gd name="T9" fmla="*/ 171 h 191"/>
                <a:gd name="T10" fmla="*/ 326 w 531"/>
                <a:gd name="T11" fmla="*/ 172 h 191"/>
                <a:gd name="T12" fmla="*/ 520 w 531"/>
                <a:gd name="T13" fmla="*/ 60 h 191"/>
                <a:gd name="T14" fmla="*/ 519 w 531"/>
                <a:gd name="T15" fmla="*/ 32 h 19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1" h="191">
                  <a:moveTo>
                    <a:pt x="519" y="32"/>
                  </a:moveTo>
                  <a:cubicBezTo>
                    <a:pt x="457" y="17"/>
                    <a:pt x="365" y="0"/>
                    <a:pt x="269" y="0"/>
                  </a:cubicBezTo>
                  <a:cubicBezTo>
                    <a:pt x="175" y="0"/>
                    <a:pt x="80" y="17"/>
                    <a:pt x="14" y="32"/>
                  </a:cubicBezTo>
                  <a:cubicBezTo>
                    <a:pt x="0" y="36"/>
                    <a:pt x="1" y="53"/>
                    <a:pt x="9" y="59"/>
                  </a:cubicBezTo>
                  <a:cubicBezTo>
                    <a:pt x="204" y="171"/>
                    <a:pt x="204" y="171"/>
                    <a:pt x="204" y="171"/>
                  </a:cubicBezTo>
                  <a:cubicBezTo>
                    <a:pt x="238" y="191"/>
                    <a:pt x="293" y="191"/>
                    <a:pt x="326" y="172"/>
                  </a:cubicBezTo>
                  <a:cubicBezTo>
                    <a:pt x="520" y="60"/>
                    <a:pt x="520" y="60"/>
                    <a:pt x="520" y="60"/>
                  </a:cubicBezTo>
                  <a:cubicBezTo>
                    <a:pt x="530" y="54"/>
                    <a:pt x="531" y="35"/>
                    <a:pt x="519"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2" name="Line 7"/>
            <p:cNvSpPr>
              <a:spLocks noChangeShapeType="1"/>
            </p:cNvSpPr>
            <p:nvPr/>
          </p:nvSpPr>
          <p:spPr bwMode="auto">
            <a:xfrm>
              <a:off x="3053" y="2349"/>
              <a:ext cx="0" cy="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3" name="Line 8"/>
            <p:cNvSpPr>
              <a:spLocks noChangeShapeType="1"/>
            </p:cNvSpPr>
            <p:nvPr/>
          </p:nvSpPr>
          <p:spPr bwMode="auto">
            <a:xfrm>
              <a:off x="3053" y="2349"/>
              <a:ext cx="0" cy="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4" name="Freeform 11"/>
            <p:cNvSpPr>
              <a:spLocks/>
            </p:cNvSpPr>
            <p:nvPr/>
          </p:nvSpPr>
          <p:spPr bwMode="auto">
            <a:xfrm>
              <a:off x="3511" y="1782"/>
              <a:ext cx="660" cy="529"/>
            </a:xfrm>
            <a:custGeom>
              <a:avLst/>
              <a:gdLst>
                <a:gd name="T0" fmla="*/ 8 w 278"/>
                <a:gd name="T1" fmla="*/ 199 h 223"/>
                <a:gd name="T2" fmla="*/ 21 w 278"/>
                <a:gd name="T3" fmla="*/ 223 h 223"/>
                <a:gd name="T4" fmla="*/ 139 w 278"/>
                <a:gd name="T5" fmla="*/ 215 h 223"/>
                <a:gd name="T6" fmla="*/ 257 w 278"/>
                <a:gd name="T7" fmla="*/ 223 h 223"/>
                <a:gd name="T8" fmla="*/ 270 w 278"/>
                <a:gd name="T9" fmla="*/ 199 h 223"/>
                <a:gd name="T10" fmla="*/ 207 w 278"/>
                <a:gd name="T11" fmla="*/ 113 h 223"/>
                <a:gd name="T12" fmla="*/ 155 w 278"/>
                <a:gd name="T13" fmla="*/ 13 h 223"/>
                <a:gd name="T14" fmla="*/ 126 w 278"/>
                <a:gd name="T15" fmla="*/ 13 h 223"/>
                <a:gd name="T16" fmla="*/ 75 w 278"/>
                <a:gd name="T17" fmla="*/ 106 h 223"/>
                <a:gd name="T18" fmla="*/ 8 w 278"/>
                <a:gd name="T19" fmla="*/ 199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 h="223">
                  <a:moveTo>
                    <a:pt x="8" y="199"/>
                  </a:moveTo>
                  <a:cubicBezTo>
                    <a:pt x="0" y="212"/>
                    <a:pt x="6" y="223"/>
                    <a:pt x="21" y="223"/>
                  </a:cubicBezTo>
                  <a:cubicBezTo>
                    <a:pt x="21" y="223"/>
                    <a:pt x="80" y="215"/>
                    <a:pt x="139" y="215"/>
                  </a:cubicBezTo>
                  <a:cubicBezTo>
                    <a:pt x="199" y="215"/>
                    <a:pt x="257" y="223"/>
                    <a:pt x="257" y="223"/>
                  </a:cubicBezTo>
                  <a:cubicBezTo>
                    <a:pt x="272" y="223"/>
                    <a:pt x="278" y="212"/>
                    <a:pt x="270" y="199"/>
                  </a:cubicBezTo>
                  <a:cubicBezTo>
                    <a:pt x="270" y="199"/>
                    <a:pt x="232" y="156"/>
                    <a:pt x="207" y="113"/>
                  </a:cubicBezTo>
                  <a:cubicBezTo>
                    <a:pt x="179" y="65"/>
                    <a:pt x="155" y="13"/>
                    <a:pt x="155" y="13"/>
                  </a:cubicBezTo>
                  <a:cubicBezTo>
                    <a:pt x="147" y="0"/>
                    <a:pt x="134" y="0"/>
                    <a:pt x="126" y="13"/>
                  </a:cubicBezTo>
                  <a:cubicBezTo>
                    <a:pt x="126" y="13"/>
                    <a:pt x="102" y="60"/>
                    <a:pt x="75" y="106"/>
                  </a:cubicBezTo>
                  <a:cubicBezTo>
                    <a:pt x="49" y="150"/>
                    <a:pt x="8" y="199"/>
                    <a:pt x="8" y="1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5" name="Line 10"/>
            <p:cNvSpPr>
              <a:spLocks noChangeShapeType="1"/>
            </p:cNvSpPr>
            <p:nvPr/>
          </p:nvSpPr>
          <p:spPr bwMode="auto">
            <a:xfrm>
              <a:off x="3148" y="2420"/>
              <a:ext cx="0" cy="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6" name="Line 11"/>
            <p:cNvSpPr>
              <a:spLocks noChangeShapeType="1"/>
            </p:cNvSpPr>
            <p:nvPr/>
          </p:nvSpPr>
          <p:spPr bwMode="auto">
            <a:xfrm>
              <a:off x="3148" y="2420"/>
              <a:ext cx="0" cy="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7" name="Freeform 14"/>
            <p:cNvSpPr>
              <a:spLocks/>
            </p:cNvSpPr>
            <p:nvPr/>
          </p:nvSpPr>
          <p:spPr bwMode="auto">
            <a:xfrm>
              <a:off x="3067" y="1324"/>
              <a:ext cx="655" cy="1044"/>
            </a:xfrm>
            <a:custGeom>
              <a:avLst/>
              <a:gdLst>
                <a:gd name="T0" fmla="*/ 272 w 276"/>
                <a:gd name="T1" fmla="*/ 21 h 440"/>
                <a:gd name="T2" fmla="*/ 169 w 276"/>
                <a:gd name="T3" fmla="*/ 252 h 440"/>
                <a:gd name="T4" fmla="*/ 35 w 276"/>
                <a:gd name="T5" fmla="*/ 425 h 440"/>
                <a:gd name="T6" fmla="*/ 0 w 276"/>
                <a:gd name="T7" fmla="*/ 423 h 440"/>
                <a:gd name="T8" fmla="*/ 0 w 276"/>
                <a:gd name="T9" fmla="*/ 220 h 440"/>
                <a:gd name="T10" fmla="*/ 61 w 276"/>
                <a:gd name="T11" fmla="*/ 114 h 440"/>
                <a:gd name="T12" fmla="*/ 249 w 276"/>
                <a:gd name="T13" fmla="*/ 5 h 440"/>
                <a:gd name="T14" fmla="*/ 272 w 276"/>
                <a:gd name="T15" fmla="*/ 21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6" h="440">
                  <a:moveTo>
                    <a:pt x="272" y="21"/>
                  </a:moveTo>
                  <a:cubicBezTo>
                    <a:pt x="254" y="73"/>
                    <a:pt x="220" y="163"/>
                    <a:pt x="169" y="252"/>
                  </a:cubicBezTo>
                  <a:cubicBezTo>
                    <a:pt x="133" y="313"/>
                    <a:pt x="79" y="377"/>
                    <a:pt x="35" y="425"/>
                  </a:cubicBezTo>
                  <a:cubicBezTo>
                    <a:pt x="20" y="440"/>
                    <a:pt x="0" y="436"/>
                    <a:pt x="0" y="423"/>
                  </a:cubicBezTo>
                  <a:cubicBezTo>
                    <a:pt x="0" y="220"/>
                    <a:pt x="0" y="220"/>
                    <a:pt x="0" y="220"/>
                  </a:cubicBezTo>
                  <a:cubicBezTo>
                    <a:pt x="0" y="181"/>
                    <a:pt x="27" y="134"/>
                    <a:pt x="61" y="114"/>
                  </a:cubicBezTo>
                  <a:cubicBezTo>
                    <a:pt x="249" y="5"/>
                    <a:pt x="249" y="5"/>
                    <a:pt x="249" y="5"/>
                  </a:cubicBezTo>
                  <a:cubicBezTo>
                    <a:pt x="258" y="0"/>
                    <a:pt x="276" y="8"/>
                    <a:pt x="272"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grpSp>
      <p:sp>
        <p:nvSpPr>
          <p:cNvPr id="29" name="Picture Placeholder 28"/>
          <p:cNvSpPr>
            <a:spLocks noGrp="1"/>
          </p:cNvSpPr>
          <p:nvPr>
            <p:ph type="pic" sz="quarter" idx="45"/>
          </p:nvPr>
        </p:nvSpPr>
        <p:spPr>
          <a:xfrm>
            <a:off x="4158048" y="4609070"/>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8" name="Picture Placeholder 27"/>
          <p:cNvSpPr>
            <a:spLocks noGrp="1"/>
          </p:cNvSpPr>
          <p:nvPr>
            <p:ph type="pic" sz="quarter" idx="46"/>
          </p:nvPr>
        </p:nvSpPr>
        <p:spPr>
          <a:xfrm>
            <a:off x="4158048" y="2372497"/>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6" name="Picture Placeholder 25"/>
          <p:cNvSpPr>
            <a:spLocks noGrp="1"/>
          </p:cNvSpPr>
          <p:nvPr>
            <p:ph type="pic" sz="quarter" idx="47"/>
          </p:nvPr>
        </p:nvSpPr>
        <p:spPr>
          <a:xfrm>
            <a:off x="4158048" y="135925"/>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5" name="Picture Placeholder 24"/>
          <p:cNvSpPr>
            <a:spLocks noGrp="1"/>
          </p:cNvSpPr>
          <p:nvPr>
            <p:ph type="pic" sz="quarter" idx="48"/>
          </p:nvPr>
        </p:nvSpPr>
        <p:spPr>
          <a:xfrm>
            <a:off x="148281" y="135925"/>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7" name="Picture Placeholder 26"/>
          <p:cNvSpPr>
            <a:spLocks noGrp="1"/>
          </p:cNvSpPr>
          <p:nvPr>
            <p:ph type="pic" sz="quarter" idx="49"/>
          </p:nvPr>
        </p:nvSpPr>
        <p:spPr>
          <a:xfrm>
            <a:off x="8167816" y="135925"/>
            <a:ext cx="3886247" cy="4349576"/>
          </a:xfrm>
          <a:custGeom>
            <a:avLst/>
            <a:gdLst>
              <a:gd name="connsiteX0" fmla="*/ 0 w 3886247"/>
              <a:gd name="connsiteY0" fmla="*/ 0 h 4349576"/>
              <a:gd name="connsiteX1" fmla="*/ 3886247 w 3886247"/>
              <a:gd name="connsiteY1" fmla="*/ 0 h 4349576"/>
              <a:gd name="connsiteX2" fmla="*/ 3886247 w 3886247"/>
              <a:gd name="connsiteY2" fmla="*/ 4349576 h 4349576"/>
              <a:gd name="connsiteX3" fmla="*/ 0 w 3886247"/>
              <a:gd name="connsiteY3" fmla="*/ 4349576 h 4349576"/>
            </a:gdLst>
            <a:ahLst/>
            <a:cxnLst>
              <a:cxn ang="0">
                <a:pos x="connsiteX0" y="connsiteY0"/>
              </a:cxn>
              <a:cxn ang="0">
                <a:pos x="connsiteX1" y="connsiteY1"/>
              </a:cxn>
              <a:cxn ang="0">
                <a:pos x="connsiteX2" y="connsiteY2"/>
              </a:cxn>
              <a:cxn ang="0">
                <a:pos x="connsiteX3" y="connsiteY3"/>
              </a:cxn>
            </a:cxnLst>
            <a:rect l="l" t="t" r="r" b="b"/>
            <a:pathLst>
              <a:path w="3886247" h="4349576">
                <a:moveTo>
                  <a:pt x="0" y="0"/>
                </a:moveTo>
                <a:lnTo>
                  <a:pt x="3886247" y="0"/>
                </a:lnTo>
                <a:lnTo>
                  <a:pt x="3886247" y="4349576"/>
                </a:lnTo>
                <a:lnTo>
                  <a:pt x="0" y="4349576"/>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0" name="Picture Placeholder 29"/>
          <p:cNvSpPr>
            <a:spLocks noGrp="1"/>
          </p:cNvSpPr>
          <p:nvPr>
            <p:ph type="pic" sz="quarter" idx="50"/>
          </p:nvPr>
        </p:nvSpPr>
        <p:spPr>
          <a:xfrm>
            <a:off x="8167816" y="4609070"/>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1" name="Picture Placeholder 30"/>
          <p:cNvSpPr>
            <a:spLocks noGrp="1"/>
          </p:cNvSpPr>
          <p:nvPr>
            <p:ph type="pic" sz="quarter" idx="51"/>
          </p:nvPr>
        </p:nvSpPr>
        <p:spPr>
          <a:xfrm>
            <a:off x="108524" y="2283949"/>
            <a:ext cx="4009767" cy="4487821"/>
          </a:xfrm>
          <a:custGeom>
            <a:avLst/>
            <a:gdLst>
              <a:gd name="connsiteX0" fmla="*/ 0 w 4009767"/>
              <a:gd name="connsiteY0" fmla="*/ 0 h 4487821"/>
              <a:gd name="connsiteX1" fmla="*/ 4009767 w 4009767"/>
              <a:gd name="connsiteY1" fmla="*/ 0 h 4487821"/>
              <a:gd name="connsiteX2" fmla="*/ 4009767 w 4009767"/>
              <a:gd name="connsiteY2" fmla="*/ 4487821 h 4487821"/>
              <a:gd name="connsiteX3" fmla="*/ 0 w 4009767"/>
              <a:gd name="connsiteY3" fmla="*/ 4487821 h 4487821"/>
            </a:gdLst>
            <a:ahLst/>
            <a:cxnLst>
              <a:cxn ang="0">
                <a:pos x="connsiteX0" y="connsiteY0"/>
              </a:cxn>
              <a:cxn ang="0">
                <a:pos x="connsiteX1" y="connsiteY1"/>
              </a:cxn>
              <a:cxn ang="0">
                <a:pos x="connsiteX2" y="connsiteY2"/>
              </a:cxn>
              <a:cxn ang="0">
                <a:pos x="connsiteX3" y="connsiteY3"/>
              </a:cxn>
            </a:cxnLst>
            <a:rect l="l" t="t" r="r" b="b"/>
            <a:pathLst>
              <a:path w="4009767" h="4487821">
                <a:moveTo>
                  <a:pt x="0" y="0"/>
                </a:moveTo>
                <a:lnTo>
                  <a:pt x="4009767" y="0"/>
                </a:lnTo>
                <a:lnTo>
                  <a:pt x="4009767" y="4487821"/>
                </a:lnTo>
                <a:lnTo>
                  <a:pt x="0" y="4487821"/>
                </a:lnTo>
                <a:close/>
              </a:path>
            </a:pathLst>
          </a:custGeom>
          <a:pattFill prst="pct5">
            <a:fgClr>
              <a:schemeClr val="tx1"/>
            </a:fgClr>
            <a:bgClr>
              <a:schemeClr val="bg1"/>
            </a:bgClr>
          </a:pattFill>
          <a:effectLst>
            <a:outerShdw blurRad="381000" dist="127000" dir="18900000" algn="t" rotWithShape="0">
              <a:prstClr val="black">
                <a:alpha val="12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2506358632"/>
      </p:ext>
    </p:extLst>
  </p:cSld>
  <p:clrMapOvr>
    <a:masterClrMapping/>
  </p:clrMapOvr>
  <p:transition spd="slow" advTm="2000">
    <p:blinds dir="vert"/>
  </p:transition>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目录">
    <p:spTree>
      <p:nvGrpSpPr>
        <p:cNvPr id="1" name=""/>
        <p:cNvGrpSpPr/>
        <p:nvPr/>
      </p:nvGrpSpPr>
      <p:grpSpPr>
        <a:xfrm>
          <a:off x="0" y="0"/>
          <a:ext cx="0" cy="0"/>
          <a:chOff x="0" y="0"/>
          <a:chExt cx="0" cy="0"/>
        </a:xfrm>
      </p:grpSpPr>
      <p:sp>
        <p:nvSpPr>
          <p:cNvPr id="4" name="幻灯片编号占位符 3"/>
          <p:cNvSpPr>
            <a:spLocks noGrp="1"/>
          </p:cNvSpPr>
          <p:nvPr>
            <p:ph type="sldNum" sz="quarter" idx="11"/>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5" name="Title 1"/>
          <p:cNvSpPr>
            <a:spLocks noGrp="1"/>
          </p:cNvSpPr>
          <p:nvPr>
            <p:ph type="title" hasCustomPrompt="1"/>
          </p:nvPr>
        </p:nvSpPr>
        <p:spPr>
          <a:xfrm>
            <a:off x="1319126" y="632523"/>
            <a:ext cx="9879555" cy="593682"/>
          </a:xfrm>
          <a:prstGeom prst="rect">
            <a:avLst/>
          </a:prstGeom>
          <a:solidFill>
            <a:schemeClr val="bg1"/>
          </a:solidFill>
        </p:spPr>
        <p:txBody>
          <a:bodyPr anchor="b"/>
          <a:lstStyle>
            <a:lvl1pPr algn="l">
              <a:defRPr sz="3600" b="1" i="0">
                <a:solidFill>
                  <a:schemeClr val="accent4"/>
                </a:solidFill>
                <a:latin typeface="Microsoft YaHei" charset="-122"/>
                <a:ea typeface="Microsoft YaHei" charset="-122"/>
                <a:cs typeface="Microsoft YaHei" charset="-122"/>
              </a:defRPr>
            </a:lvl1pPr>
          </a:lstStyle>
          <a:p>
            <a:r>
              <a:rPr lang="zh-CN" altLang="en-US" dirty="0"/>
              <a:t>目录</a:t>
            </a:r>
            <a:endParaRPr lang="en-US" dirty="0"/>
          </a:p>
        </p:txBody>
      </p:sp>
      <p:cxnSp>
        <p:nvCxnSpPr>
          <p:cNvPr id="6" name="Straight Connector 18"/>
          <p:cNvCxnSpPr/>
          <p:nvPr/>
        </p:nvCxnSpPr>
        <p:spPr>
          <a:xfrm>
            <a:off x="1457298" y="1346220"/>
            <a:ext cx="337016"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7" name="Text Placeholder 20"/>
          <p:cNvSpPr>
            <a:spLocks noGrp="1"/>
          </p:cNvSpPr>
          <p:nvPr>
            <p:ph type="body" sz="quarter" idx="12" hasCustomPrompt="1"/>
          </p:nvPr>
        </p:nvSpPr>
        <p:spPr>
          <a:xfrm>
            <a:off x="1457298" y="1550168"/>
            <a:ext cx="9741383" cy="430213"/>
          </a:xfrm>
          <a:prstGeom prst="rect">
            <a:avLst/>
          </a:prstGeom>
        </p:spPr>
        <p:txBody>
          <a:bodyPr lIns="0" tIns="0" rIns="0" bIns="0">
            <a:noAutofit/>
          </a:bodyPr>
          <a:lstStyle>
            <a:lvl1pPr marL="0" indent="0">
              <a:lnSpc>
                <a:spcPts val="1700"/>
              </a:lnSpc>
              <a:spcBef>
                <a:spcPts val="0"/>
              </a:spcBef>
              <a:buFont typeface="Arial" panose="020B0604020202020204" pitchFamily="34" charset="0"/>
              <a:buNone/>
              <a:defRPr sz="1400" b="0" i="0" spc="100" baseline="0">
                <a:solidFill>
                  <a:schemeClr val="bg1">
                    <a:lumMod val="50000"/>
                  </a:schemeClr>
                </a:solidFill>
                <a:latin typeface="Microsoft YaHei Light" charset="-122"/>
                <a:ea typeface="Microsoft YaHei Light" charset="-122"/>
                <a:cs typeface="Microsoft YaHei Light" charset="-122"/>
              </a:defRPr>
            </a:lvl1pPr>
            <a:lvl2pPr marL="457200" indent="0">
              <a:buFont typeface="Arial" panose="020B0604020202020204" pitchFamily="34" charset="0"/>
              <a:buNone/>
              <a:defRPr sz="1100">
                <a:solidFill>
                  <a:schemeClr val="bg2"/>
                </a:solidFill>
              </a:defRPr>
            </a:lvl2pPr>
            <a:lvl3pPr marL="914400" indent="0">
              <a:buFont typeface="Arial" panose="020B0604020202020204" pitchFamily="34" charset="0"/>
              <a:buNone/>
              <a:defRPr sz="1100">
                <a:solidFill>
                  <a:schemeClr val="bg2"/>
                </a:solidFill>
              </a:defRPr>
            </a:lvl3pPr>
            <a:lvl4pPr marL="1371600" indent="0">
              <a:buFont typeface="Arial" panose="020B0604020202020204" pitchFamily="34" charset="0"/>
              <a:buNone/>
              <a:defRPr sz="1100">
                <a:solidFill>
                  <a:schemeClr val="bg2"/>
                </a:solidFill>
              </a:defRPr>
            </a:lvl4pPr>
            <a:lvl5pPr marL="1828800" indent="0">
              <a:buFont typeface="Arial" panose="020B0604020202020204" pitchFamily="34" charset="0"/>
              <a:buNone/>
              <a:defRPr sz="1100">
                <a:solidFill>
                  <a:schemeClr val="bg2"/>
                </a:solidFill>
              </a:defRPr>
            </a:lvl5pPr>
          </a:lstStyle>
          <a:p>
            <a:pPr lvl="0"/>
            <a:r>
              <a:rPr lang="en-US" dirty="0"/>
              <a:t>Insert Your Text Here</a:t>
            </a:r>
          </a:p>
        </p:txBody>
      </p:sp>
      <p:sp>
        <p:nvSpPr>
          <p:cNvPr id="8" name="Text Placeholder 22"/>
          <p:cNvSpPr>
            <a:spLocks noGrp="1"/>
          </p:cNvSpPr>
          <p:nvPr>
            <p:ph type="body" sz="quarter" idx="13" hasCustomPrompt="1"/>
          </p:nvPr>
        </p:nvSpPr>
        <p:spPr>
          <a:xfrm>
            <a:off x="1457298" y="2368539"/>
            <a:ext cx="9741383" cy="2637492"/>
          </a:xfrm>
          <a:prstGeom prst="rect">
            <a:avLst/>
          </a:prstGeom>
        </p:spPr>
        <p:txBody>
          <a:bodyPr lIns="0" tIns="0" rIns="0" bIns="0" numCol="2" spcCol="360000">
            <a:noAutofit/>
          </a:bodyPr>
          <a:lstStyle>
            <a:lvl1pPr marL="342900" indent="-342900">
              <a:lnSpc>
                <a:spcPct val="150000"/>
              </a:lnSpc>
              <a:spcBef>
                <a:spcPts val="1300"/>
              </a:spcBef>
              <a:buFont typeface="+mj-lt"/>
              <a:buAutoNum type="arabicPeriod"/>
              <a:defRPr sz="1600" b="0" i="0" spc="100" baseline="0">
                <a:solidFill>
                  <a:schemeClr val="tx1">
                    <a:lumMod val="75000"/>
                    <a:lumOff val="25000"/>
                  </a:schemeClr>
                </a:solidFill>
                <a:latin typeface="Microsoft YaHei" charset="-122"/>
                <a:ea typeface="Microsoft YaHei" charset="-122"/>
                <a:cs typeface="Microsoft YaHei" charset="-122"/>
              </a:defRPr>
            </a:lvl1pPr>
            <a:lvl2pPr>
              <a:defRPr sz="1400"/>
            </a:lvl2pPr>
            <a:lvl3pPr>
              <a:defRPr sz="1400"/>
            </a:lvl3pPr>
            <a:lvl4pPr>
              <a:defRPr sz="1400"/>
            </a:lvl4pPr>
            <a:lvl5pPr>
              <a:defRPr sz="1400"/>
            </a:lvl5pPr>
          </a:lstStyle>
          <a:p>
            <a:pPr lvl="0"/>
            <a:r>
              <a:rPr lang="zh-CN" altLang="en-US" dirty="0"/>
              <a:t>在此处编辑目录内容</a:t>
            </a:r>
            <a:endParaRPr lang="en-US" dirty="0"/>
          </a:p>
        </p:txBody>
      </p:sp>
      <p:sp>
        <p:nvSpPr>
          <p:cNvPr id="10" name="Footer Placeholder 4"/>
          <p:cNvSpPr>
            <a:spLocks noGrp="1"/>
          </p:cNvSpPr>
          <p:nvPr>
            <p:ph type="ftr" sz="quarter" idx="14"/>
          </p:nvPr>
        </p:nvSpPr>
        <p:spPr>
          <a:xfrm>
            <a:off x="10229850" y="6286419"/>
            <a:ext cx="1657350" cy="584200"/>
          </a:xfrm>
          <a:prstGeom prst="rect">
            <a:avLst/>
          </a:prstGeom>
        </p:spPr>
        <p:txBody>
          <a:bodyPr/>
          <a:lstStyle>
            <a:lvl1pPr algn="dist">
              <a:defRPr sz="1200">
                <a:solidFill>
                  <a:schemeClr val="bg1">
                    <a:lumMod val="65000"/>
                  </a:schemeClr>
                </a:solidFill>
              </a:defRPr>
            </a:lvl1pPr>
          </a:lstStyle>
          <a:p>
            <a:r>
              <a:rPr lang="en-US"/>
              <a:t>www.qianxin.com</a:t>
            </a:r>
            <a:endParaRPr lang="en-US" dirty="0"/>
          </a:p>
        </p:txBody>
      </p:sp>
      <p:cxnSp>
        <p:nvCxnSpPr>
          <p:cNvPr id="9" name="Straight Connector 18"/>
          <p:cNvCxnSpPr/>
          <p:nvPr/>
        </p:nvCxnSpPr>
        <p:spPr>
          <a:xfrm>
            <a:off x="1457298" y="1346220"/>
            <a:ext cx="337016"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1" name="Straight Connector 18"/>
          <p:cNvCxnSpPr/>
          <p:nvPr userDrawn="1"/>
        </p:nvCxnSpPr>
        <p:spPr>
          <a:xfrm>
            <a:off x="1457298" y="1346220"/>
            <a:ext cx="337016"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69138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标题文本">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chemeClr val="accent3"/>
                </a:solidFill>
                <a:latin typeface="Microsoft YaHei" charset="-122"/>
                <a:ea typeface="Microsoft YaHei" charset="-122"/>
                <a:cs typeface="Microsoft YaHei" charset="-122"/>
              </a:defRPr>
            </a:lvl1pPr>
          </a:lstStyle>
          <a:p>
            <a:r>
              <a:rPr lang="zh-CN" altLang="en-US" dirty="0"/>
              <a:t>点击编辑主标题</a:t>
            </a:r>
            <a:endParaRPr lang="en-US" dirty="0"/>
          </a:p>
        </p:txBody>
      </p:sp>
      <p:sp>
        <p:nvSpPr>
          <p:cNvPr id="6" name="Text Placeholder 38"/>
          <p:cNvSpPr>
            <a:spLocks noGrp="1"/>
          </p:cNvSpPr>
          <p:nvPr>
            <p:ph type="body" sz="quarter" idx="13" hasCustomPrompt="1"/>
          </p:nvPr>
        </p:nvSpPr>
        <p:spPr>
          <a:xfrm>
            <a:off x="1067593" y="1360450"/>
            <a:ext cx="10056812" cy="4634856"/>
          </a:xfrm>
          <a:prstGeom prst="rect">
            <a:avLst/>
          </a:prstGeom>
        </p:spPr>
        <p:txBody>
          <a:bodyPr lIns="0" tIns="0" rIns="0" bIns="0">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lang="en-US" sz="1400" b="0" i="0" kern="1200" spc="100" baseline="0" dirty="0" smtClean="0">
                <a:solidFill>
                  <a:schemeClr val="tx1">
                    <a:lumMod val="50000"/>
                    <a:lumOff val="50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点击编辑正文</a:t>
            </a:r>
            <a:endParaRPr lang="en-US" dirty="0"/>
          </a:p>
        </p:txBody>
      </p:sp>
      <p:sp>
        <p:nvSpPr>
          <p:cNvPr id="10"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pic>
        <p:nvPicPr>
          <p:cNvPr id="19" name="图片 18">
            <a:extLst>
              <a:ext uri="{FF2B5EF4-FFF2-40B4-BE49-F238E27FC236}">
                <a16:creationId xmlns:a16="http://schemas.microsoft.com/office/drawing/2014/main" id="{3B9AE509-8DF7-4816-9EE5-4895E05FDE4B}"/>
              </a:ext>
            </a:extLst>
          </p:cNvPr>
          <p:cNvPicPr>
            <a:picLocks noChangeAspect="1"/>
          </p:cNvPicPr>
          <p:nvPr userDrawn="1"/>
        </p:nvPicPr>
        <p:blipFill>
          <a:blip r:embed="rId2"/>
          <a:stretch>
            <a:fillRect/>
          </a:stretch>
        </p:blipFill>
        <p:spPr>
          <a:xfrm>
            <a:off x="10303161" y="288676"/>
            <a:ext cx="1526155" cy="456808"/>
          </a:xfrm>
          <a:prstGeom prst="rect">
            <a:avLst/>
          </a:prstGeom>
        </p:spPr>
      </p:pic>
      <p:grpSp>
        <p:nvGrpSpPr>
          <p:cNvPr id="21" name="组 17">
            <a:extLst>
              <a:ext uri="{FF2B5EF4-FFF2-40B4-BE49-F238E27FC236}">
                <a16:creationId xmlns:a16="http://schemas.microsoft.com/office/drawing/2014/main" id="{E4B4CB46-ECC4-4CA5-BB40-ACBB3C3DE0C2}"/>
              </a:ext>
            </a:extLst>
          </p:cNvPr>
          <p:cNvGrpSpPr/>
          <p:nvPr userDrawn="1"/>
        </p:nvGrpSpPr>
        <p:grpSpPr>
          <a:xfrm>
            <a:off x="0" y="369310"/>
            <a:ext cx="210961" cy="344922"/>
            <a:chOff x="0" y="369310"/>
            <a:chExt cx="210961" cy="344922"/>
          </a:xfrm>
        </p:grpSpPr>
        <p:sp>
          <p:nvSpPr>
            <p:cNvPr id="22" name="三角形 18">
              <a:extLst>
                <a:ext uri="{FF2B5EF4-FFF2-40B4-BE49-F238E27FC236}">
                  <a16:creationId xmlns:a16="http://schemas.microsoft.com/office/drawing/2014/main" id="{1033E8DD-D1E1-40F7-A308-65C246EF0621}"/>
                </a:ext>
              </a:extLst>
            </p:cNvPr>
            <p:cNvSpPr/>
            <p:nvPr userDrawn="1"/>
          </p:nvSpPr>
          <p:spPr>
            <a:xfrm rot="5400000">
              <a:off x="-92886" y="462196"/>
              <a:ext cx="344922" cy="159150"/>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3" name="三角形 19">
              <a:extLst>
                <a:ext uri="{FF2B5EF4-FFF2-40B4-BE49-F238E27FC236}">
                  <a16:creationId xmlns:a16="http://schemas.microsoft.com/office/drawing/2014/main" id="{88D4DB54-2237-4891-ACB0-FCAF03683B2A}"/>
                </a:ext>
              </a:extLst>
            </p:cNvPr>
            <p:cNvSpPr/>
            <p:nvPr userDrawn="1"/>
          </p:nvSpPr>
          <p:spPr>
            <a:xfrm rot="5400000">
              <a:off x="-41075" y="462196"/>
              <a:ext cx="344922" cy="159150"/>
            </a:xfrm>
            <a:prstGeom prst="triangle">
              <a:avLst/>
            </a:prstGeom>
            <a:solidFill>
              <a:srgbClr val="1D8CF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grpSp>
    </p:spTree>
    <p:extLst>
      <p:ext uri="{BB962C8B-B14F-4D97-AF65-F5344CB8AC3E}">
        <p14:creationId xmlns:p14="http://schemas.microsoft.com/office/powerpoint/2010/main" val="3593189823"/>
      </p:ext>
    </p:extLst>
  </p:cSld>
  <p:clrMapOvr>
    <a:masterClrMapping/>
  </p:clrMapOvr>
  <p:extLst>
    <p:ext uri="{DCECCB84-F9BA-43D5-87BE-67443E8EF086}">
      <p15:sldGuideLst xmlns:p15="http://schemas.microsoft.com/office/powerpoint/2012/main">
        <p15:guide id="5" orient="horz" pos="323" userDrawn="1">
          <p15:clr>
            <a:srgbClr val="FBAE40"/>
          </p15:clr>
        </p15:guide>
        <p15:guide id="6" pos="384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7" name="图片占位符 7"/>
          <p:cNvSpPr>
            <a:spLocks noGrp="1"/>
          </p:cNvSpPr>
          <p:nvPr>
            <p:ph type="pic" sz="quarter" idx="15"/>
          </p:nvPr>
        </p:nvSpPr>
        <p:spPr>
          <a:xfrm>
            <a:off x="1067593" y="1360449"/>
            <a:ext cx="10056812" cy="4857472"/>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16"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17" name="组 16"/>
          <p:cNvGrpSpPr/>
          <p:nvPr/>
        </p:nvGrpSpPr>
        <p:grpSpPr>
          <a:xfrm>
            <a:off x="0" y="369310"/>
            <a:ext cx="210961" cy="344922"/>
            <a:chOff x="0" y="369310"/>
            <a:chExt cx="210961" cy="344922"/>
          </a:xfrm>
        </p:grpSpPr>
        <p:sp>
          <p:nvSpPr>
            <p:cNvPr id="18" name="三角形 17"/>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9" name="三角形 18"/>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0" name="图片 19"/>
          <p:cNvPicPr>
            <a:picLocks noChangeAspect="1"/>
          </p:cNvPicPr>
          <p:nvPr/>
        </p:nvPicPr>
        <p:blipFill>
          <a:blip r:embed="rId2"/>
          <a:stretch>
            <a:fillRect/>
          </a:stretch>
        </p:blipFill>
        <p:spPr>
          <a:xfrm>
            <a:off x="10687431" y="323923"/>
            <a:ext cx="1102401" cy="499306"/>
          </a:xfrm>
          <a:prstGeom prst="rect">
            <a:avLst/>
          </a:prstGeom>
        </p:spPr>
      </p:pic>
      <p:sp>
        <p:nvSpPr>
          <p:cNvPr id="22"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grpSp>
        <p:nvGrpSpPr>
          <p:cNvPr id="10" name="组 16"/>
          <p:cNvGrpSpPr/>
          <p:nvPr/>
        </p:nvGrpSpPr>
        <p:grpSpPr>
          <a:xfrm>
            <a:off x="0" y="369310"/>
            <a:ext cx="210961" cy="344922"/>
            <a:chOff x="0" y="369310"/>
            <a:chExt cx="210961" cy="344922"/>
          </a:xfrm>
        </p:grpSpPr>
        <p:sp>
          <p:nvSpPr>
            <p:cNvPr id="11" name="三角形 17"/>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2" name="三角形 18"/>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13" name="图片 12"/>
          <p:cNvPicPr>
            <a:picLocks noChangeAspect="1"/>
          </p:cNvPicPr>
          <p:nvPr/>
        </p:nvPicPr>
        <p:blipFill>
          <a:blip r:embed="rId2"/>
          <a:stretch>
            <a:fillRect/>
          </a:stretch>
        </p:blipFill>
        <p:spPr>
          <a:xfrm>
            <a:off x="10687431" y="323923"/>
            <a:ext cx="1102401" cy="499306"/>
          </a:xfrm>
          <a:prstGeom prst="rect">
            <a:avLst/>
          </a:prstGeom>
        </p:spPr>
      </p:pic>
      <p:grpSp>
        <p:nvGrpSpPr>
          <p:cNvPr id="14" name="组 16"/>
          <p:cNvGrpSpPr/>
          <p:nvPr userDrawn="1"/>
        </p:nvGrpSpPr>
        <p:grpSpPr>
          <a:xfrm>
            <a:off x="0" y="369310"/>
            <a:ext cx="210961" cy="344922"/>
            <a:chOff x="0" y="369310"/>
            <a:chExt cx="210961" cy="344922"/>
          </a:xfrm>
        </p:grpSpPr>
        <p:sp>
          <p:nvSpPr>
            <p:cNvPr id="15" name="三角形 17"/>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1" name="三角形 18"/>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3" name="图片 22"/>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97024346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4_标题图片">
    <p:spTree>
      <p:nvGrpSpPr>
        <p:cNvPr id="1" name=""/>
        <p:cNvGrpSpPr/>
        <p:nvPr/>
      </p:nvGrpSpPr>
      <p:grpSpPr>
        <a:xfrm>
          <a:off x="0" y="0"/>
          <a:ext cx="0" cy="0"/>
          <a:chOff x="0" y="0"/>
          <a:chExt cx="0" cy="0"/>
        </a:xfrm>
      </p:grpSpPr>
      <p:sp>
        <p:nvSpPr>
          <p:cNvPr id="7" name="图片占位符 7"/>
          <p:cNvSpPr>
            <a:spLocks noGrp="1"/>
          </p:cNvSpPr>
          <p:nvPr>
            <p:ph type="pic" sz="quarter" idx="15"/>
          </p:nvPr>
        </p:nvSpPr>
        <p:spPr>
          <a:xfrm>
            <a:off x="852755" y="1360449"/>
            <a:ext cx="5269707" cy="4857472"/>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8" name="Text Placeholder 38"/>
          <p:cNvSpPr>
            <a:spLocks noGrp="1"/>
          </p:cNvSpPr>
          <p:nvPr>
            <p:ph type="body" sz="quarter" idx="13" hasCustomPrompt="1"/>
          </p:nvPr>
        </p:nvSpPr>
        <p:spPr>
          <a:xfrm>
            <a:off x="6400801" y="1360449"/>
            <a:ext cx="4723604" cy="4857471"/>
          </a:xfrm>
          <a:prstGeom prst="rect">
            <a:avLst/>
          </a:prstGeom>
        </p:spPr>
        <p:txBody>
          <a:bodyPr lIns="0" tIns="0" rIns="0" bIns="0">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lang="en-US" sz="1400" b="0" i="0" kern="1200" spc="100" baseline="0" dirty="0" smtClean="0">
                <a:solidFill>
                  <a:schemeClr val="tx1">
                    <a:lumMod val="50000"/>
                    <a:lumOff val="50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点击编辑正文</a:t>
            </a:r>
            <a:endParaRPr lang="en-US" dirty="0"/>
          </a:p>
        </p:txBody>
      </p:sp>
      <p:sp>
        <p:nvSpPr>
          <p:cNvPr id="17"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18" name="组 17"/>
          <p:cNvGrpSpPr/>
          <p:nvPr/>
        </p:nvGrpSpPr>
        <p:grpSpPr>
          <a:xfrm>
            <a:off x="0" y="369310"/>
            <a:ext cx="210961" cy="344922"/>
            <a:chOff x="0" y="369310"/>
            <a:chExt cx="210961" cy="344922"/>
          </a:xfrm>
        </p:grpSpPr>
        <p:sp>
          <p:nvSpPr>
            <p:cNvPr id="19" name="三角形 18"/>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0" name="三角形 19"/>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1" name="图片 20"/>
          <p:cNvPicPr>
            <a:picLocks noChangeAspect="1"/>
          </p:cNvPicPr>
          <p:nvPr/>
        </p:nvPicPr>
        <p:blipFill>
          <a:blip r:embed="rId2"/>
          <a:stretch>
            <a:fillRect/>
          </a:stretch>
        </p:blipFill>
        <p:spPr>
          <a:xfrm>
            <a:off x="10687431" y="323923"/>
            <a:ext cx="1102401" cy="499306"/>
          </a:xfrm>
          <a:prstGeom prst="rect">
            <a:avLst/>
          </a:prstGeom>
        </p:spPr>
      </p:pic>
      <p:sp>
        <p:nvSpPr>
          <p:cNvPr id="23"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grpSp>
        <p:nvGrpSpPr>
          <p:cNvPr id="10" name="组 17"/>
          <p:cNvGrpSpPr/>
          <p:nvPr/>
        </p:nvGrpSpPr>
        <p:grpSpPr>
          <a:xfrm>
            <a:off x="0" y="369310"/>
            <a:ext cx="210961" cy="344922"/>
            <a:chOff x="0" y="369310"/>
            <a:chExt cx="210961" cy="344922"/>
          </a:xfrm>
        </p:grpSpPr>
        <p:sp>
          <p:nvSpPr>
            <p:cNvPr id="11" name="三角形 18"/>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2" name="三角形 19"/>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13" name="图片 12"/>
          <p:cNvPicPr>
            <a:picLocks noChangeAspect="1"/>
          </p:cNvPicPr>
          <p:nvPr/>
        </p:nvPicPr>
        <p:blipFill>
          <a:blip r:embed="rId2"/>
          <a:stretch>
            <a:fillRect/>
          </a:stretch>
        </p:blipFill>
        <p:spPr>
          <a:xfrm>
            <a:off x="10687431" y="323923"/>
            <a:ext cx="1102401" cy="499306"/>
          </a:xfrm>
          <a:prstGeom prst="rect">
            <a:avLst/>
          </a:prstGeom>
        </p:spPr>
      </p:pic>
      <p:grpSp>
        <p:nvGrpSpPr>
          <p:cNvPr id="14" name="组 17"/>
          <p:cNvGrpSpPr/>
          <p:nvPr userDrawn="1"/>
        </p:nvGrpSpPr>
        <p:grpSpPr>
          <a:xfrm>
            <a:off x="0" y="369310"/>
            <a:ext cx="210961" cy="344922"/>
            <a:chOff x="0" y="369310"/>
            <a:chExt cx="210961" cy="344922"/>
          </a:xfrm>
        </p:grpSpPr>
        <p:sp>
          <p:nvSpPr>
            <p:cNvPr id="15" name="三角形 18"/>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6" name="三角形 19"/>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2" name="图片 21"/>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271985869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5_标题图片">
    <p:spTree>
      <p:nvGrpSpPr>
        <p:cNvPr id="1" name=""/>
        <p:cNvGrpSpPr/>
        <p:nvPr/>
      </p:nvGrpSpPr>
      <p:grpSpPr>
        <a:xfrm>
          <a:off x="0" y="0"/>
          <a:ext cx="0" cy="0"/>
          <a:chOff x="0" y="0"/>
          <a:chExt cx="0" cy="0"/>
        </a:xfrm>
      </p:grpSpPr>
      <p:sp>
        <p:nvSpPr>
          <p:cNvPr id="7" name="图片占位符 7"/>
          <p:cNvSpPr>
            <a:spLocks noGrp="1"/>
          </p:cNvSpPr>
          <p:nvPr>
            <p:ph type="pic" sz="quarter" idx="15"/>
          </p:nvPr>
        </p:nvSpPr>
        <p:spPr>
          <a:xfrm>
            <a:off x="852755" y="1360449"/>
            <a:ext cx="5065445" cy="2678151"/>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14" name="图片占位符 7"/>
          <p:cNvSpPr>
            <a:spLocks noGrp="1"/>
          </p:cNvSpPr>
          <p:nvPr>
            <p:ph type="pic" sz="quarter" idx="30"/>
          </p:nvPr>
        </p:nvSpPr>
        <p:spPr>
          <a:xfrm>
            <a:off x="6210301" y="1360449"/>
            <a:ext cx="5029200" cy="2678151"/>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15" name="Text Placeholder 38"/>
          <p:cNvSpPr>
            <a:spLocks noGrp="1"/>
          </p:cNvSpPr>
          <p:nvPr>
            <p:ph type="body" sz="quarter" idx="13" hasCustomPrompt="1"/>
          </p:nvPr>
        </p:nvSpPr>
        <p:spPr>
          <a:xfrm>
            <a:off x="852755" y="4394200"/>
            <a:ext cx="10271650" cy="1823720"/>
          </a:xfrm>
          <a:prstGeom prst="rect">
            <a:avLst/>
          </a:prstGeom>
        </p:spPr>
        <p:txBody>
          <a:bodyPr lIns="0" tIns="0" rIns="0" bIns="0">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lang="en-US" sz="1400" b="0" i="0" kern="1200" spc="100" baseline="0" dirty="0" smtClean="0">
                <a:solidFill>
                  <a:schemeClr val="tx1">
                    <a:lumMod val="50000"/>
                    <a:lumOff val="50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点击编辑正文</a:t>
            </a:r>
            <a:endParaRPr lang="en-US" dirty="0"/>
          </a:p>
        </p:txBody>
      </p:sp>
      <p:sp>
        <p:nvSpPr>
          <p:cNvPr id="19"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20" name="组 19"/>
          <p:cNvGrpSpPr/>
          <p:nvPr/>
        </p:nvGrpSpPr>
        <p:grpSpPr>
          <a:xfrm>
            <a:off x="0" y="369310"/>
            <a:ext cx="210961" cy="344922"/>
            <a:chOff x="0" y="369310"/>
            <a:chExt cx="210961" cy="344922"/>
          </a:xfrm>
        </p:grpSpPr>
        <p:sp>
          <p:nvSpPr>
            <p:cNvPr id="21" name="三角形 20"/>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2" name="三角形 21"/>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3" name="图片 22"/>
          <p:cNvPicPr>
            <a:picLocks noChangeAspect="1"/>
          </p:cNvPicPr>
          <p:nvPr/>
        </p:nvPicPr>
        <p:blipFill>
          <a:blip r:embed="rId2"/>
          <a:stretch>
            <a:fillRect/>
          </a:stretch>
        </p:blipFill>
        <p:spPr>
          <a:xfrm>
            <a:off x="10687431" y="323923"/>
            <a:ext cx="1102401" cy="499306"/>
          </a:xfrm>
          <a:prstGeom prst="rect">
            <a:avLst/>
          </a:prstGeom>
        </p:spPr>
      </p:pic>
      <p:sp>
        <p:nvSpPr>
          <p:cNvPr id="25"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grpSp>
        <p:nvGrpSpPr>
          <p:cNvPr id="11" name="组 19"/>
          <p:cNvGrpSpPr/>
          <p:nvPr/>
        </p:nvGrpSpPr>
        <p:grpSpPr>
          <a:xfrm>
            <a:off x="0" y="369310"/>
            <a:ext cx="210961" cy="344922"/>
            <a:chOff x="0" y="369310"/>
            <a:chExt cx="210961" cy="344922"/>
          </a:xfrm>
        </p:grpSpPr>
        <p:sp>
          <p:nvSpPr>
            <p:cNvPr id="12" name="三角形 20"/>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3" name="三角形 21"/>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16" name="图片 15"/>
          <p:cNvPicPr>
            <a:picLocks noChangeAspect="1"/>
          </p:cNvPicPr>
          <p:nvPr/>
        </p:nvPicPr>
        <p:blipFill>
          <a:blip r:embed="rId2"/>
          <a:stretch>
            <a:fillRect/>
          </a:stretch>
        </p:blipFill>
        <p:spPr>
          <a:xfrm>
            <a:off x="10687431" y="323923"/>
            <a:ext cx="1102401" cy="499306"/>
          </a:xfrm>
          <a:prstGeom prst="rect">
            <a:avLst/>
          </a:prstGeom>
        </p:spPr>
      </p:pic>
      <p:grpSp>
        <p:nvGrpSpPr>
          <p:cNvPr id="17" name="组 19"/>
          <p:cNvGrpSpPr/>
          <p:nvPr userDrawn="1"/>
        </p:nvGrpSpPr>
        <p:grpSpPr>
          <a:xfrm>
            <a:off x="0" y="369310"/>
            <a:ext cx="210961" cy="344922"/>
            <a:chOff x="0" y="369310"/>
            <a:chExt cx="210961" cy="344922"/>
          </a:xfrm>
        </p:grpSpPr>
        <p:sp>
          <p:nvSpPr>
            <p:cNvPr id="18" name="三角形 20"/>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4" name="三角形 21"/>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6" name="图片 25"/>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5629212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1_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9" name="Text Placeholder 38"/>
          <p:cNvSpPr>
            <a:spLocks noGrp="1"/>
          </p:cNvSpPr>
          <p:nvPr>
            <p:ph type="body" sz="quarter" idx="17" hasCustomPrompt="1"/>
          </p:nvPr>
        </p:nvSpPr>
        <p:spPr>
          <a:xfrm>
            <a:off x="1860084" y="4844280"/>
            <a:ext cx="2163672" cy="751298"/>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1" name="Text Placeholder 38"/>
          <p:cNvSpPr>
            <a:spLocks noGrp="1"/>
          </p:cNvSpPr>
          <p:nvPr>
            <p:ph type="body" sz="quarter" idx="19" hasCustomPrompt="1"/>
          </p:nvPr>
        </p:nvSpPr>
        <p:spPr>
          <a:xfrm>
            <a:off x="5023507" y="4844280"/>
            <a:ext cx="2163672" cy="751298"/>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13" name="Text Placeholder 38"/>
          <p:cNvSpPr>
            <a:spLocks noGrp="1"/>
          </p:cNvSpPr>
          <p:nvPr>
            <p:ph type="body" sz="quarter" idx="21" hasCustomPrompt="1"/>
          </p:nvPr>
        </p:nvSpPr>
        <p:spPr>
          <a:xfrm>
            <a:off x="8186930" y="4844280"/>
            <a:ext cx="2163672" cy="751298"/>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14" name="图片占位符 5"/>
          <p:cNvSpPr>
            <a:spLocks noGrp="1"/>
          </p:cNvSpPr>
          <p:nvPr>
            <p:ph type="pic" sz="quarter" idx="13"/>
          </p:nvPr>
        </p:nvSpPr>
        <p:spPr>
          <a:xfrm>
            <a:off x="1860084" y="2159001"/>
            <a:ext cx="2163672" cy="2182084"/>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5" name="图片占位符 5"/>
          <p:cNvSpPr>
            <a:spLocks noGrp="1"/>
          </p:cNvSpPr>
          <p:nvPr>
            <p:ph type="pic" sz="quarter" idx="18"/>
          </p:nvPr>
        </p:nvSpPr>
        <p:spPr>
          <a:xfrm>
            <a:off x="5023507" y="2159001"/>
            <a:ext cx="2163672" cy="2182084"/>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6" name="图片占位符 5"/>
          <p:cNvSpPr>
            <a:spLocks noGrp="1"/>
          </p:cNvSpPr>
          <p:nvPr>
            <p:ph type="pic" sz="quarter" idx="20"/>
          </p:nvPr>
        </p:nvSpPr>
        <p:spPr>
          <a:xfrm>
            <a:off x="8186930" y="2159001"/>
            <a:ext cx="2163672" cy="2182084"/>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5"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26" name="组 25"/>
          <p:cNvGrpSpPr/>
          <p:nvPr/>
        </p:nvGrpSpPr>
        <p:grpSpPr>
          <a:xfrm>
            <a:off x="0" y="369310"/>
            <a:ext cx="210961" cy="344922"/>
            <a:chOff x="0" y="369310"/>
            <a:chExt cx="210961" cy="344922"/>
          </a:xfrm>
        </p:grpSpPr>
        <p:sp>
          <p:nvSpPr>
            <p:cNvPr id="27" name="三角形 26"/>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8" name="三角形 27"/>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9" name="图片 28"/>
          <p:cNvPicPr>
            <a:picLocks noChangeAspect="1"/>
          </p:cNvPicPr>
          <p:nvPr/>
        </p:nvPicPr>
        <p:blipFill>
          <a:blip r:embed="rId2"/>
          <a:stretch>
            <a:fillRect/>
          </a:stretch>
        </p:blipFill>
        <p:spPr>
          <a:xfrm>
            <a:off x="10687431" y="323923"/>
            <a:ext cx="1102401" cy="499306"/>
          </a:xfrm>
          <a:prstGeom prst="rect">
            <a:avLst/>
          </a:prstGeom>
        </p:spPr>
      </p:pic>
      <p:sp>
        <p:nvSpPr>
          <p:cNvPr id="31"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grpSp>
        <p:nvGrpSpPr>
          <p:cNvPr id="17" name="组 25"/>
          <p:cNvGrpSpPr/>
          <p:nvPr/>
        </p:nvGrpSpPr>
        <p:grpSpPr>
          <a:xfrm>
            <a:off x="0" y="369310"/>
            <a:ext cx="210961" cy="344922"/>
            <a:chOff x="0" y="369310"/>
            <a:chExt cx="210961" cy="344922"/>
          </a:xfrm>
        </p:grpSpPr>
        <p:sp>
          <p:nvSpPr>
            <p:cNvPr id="18" name="三角形 26"/>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9" name="三角形 27"/>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0" name="图片 19"/>
          <p:cNvPicPr>
            <a:picLocks noChangeAspect="1"/>
          </p:cNvPicPr>
          <p:nvPr/>
        </p:nvPicPr>
        <p:blipFill>
          <a:blip r:embed="rId2"/>
          <a:stretch>
            <a:fillRect/>
          </a:stretch>
        </p:blipFill>
        <p:spPr>
          <a:xfrm>
            <a:off x="10687431" y="323923"/>
            <a:ext cx="1102401" cy="499306"/>
          </a:xfrm>
          <a:prstGeom prst="rect">
            <a:avLst/>
          </a:prstGeom>
        </p:spPr>
      </p:pic>
      <p:grpSp>
        <p:nvGrpSpPr>
          <p:cNvPr id="21" name="组 25"/>
          <p:cNvGrpSpPr/>
          <p:nvPr userDrawn="1"/>
        </p:nvGrpSpPr>
        <p:grpSpPr>
          <a:xfrm>
            <a:off x="0" y="369310"/>
            <a:ext cx="210961" cy="344922"/>
            <a:chOff x="0" y="369310"/>
            <a:chExt cx="210961" cy="344922"/>
          </a:xfrm>
        </p:grpSpPr>
        <p:sp>
          <p:nvSpPr>
            <p:cNvPr id="22" name="三角形 26"/>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3" name="三角形 27"/>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4" name="图片 23"/>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415721130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2_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4" name="图片占位符 5"/>
          <p:cNvSpPr>
            <a:spLocks noGrp="1"/>
          </p:cNvSpPr>
          <p:nvPr>
            <p:ph type="pic" sz="quarter" idx="13"/>
          </p:nvPr>
        </p:nvSpPr>
        <p:spPr>
          <a:xfrm>
            <a:off x="119314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5" name="Text Placeholder 38"/>
          <p:cNvSpPr>
            <a:spLocks noGrp="1"/>
          </p:cNvSpPr>
          <p:nvPr>
            <p:ph type="body" sz="quarter" idx="17" hasCustomPrompt="1"/>
          </p:nvPr>
        </p:nvSpPr>
        <p:spPr>
          <a:xfrm>
            <a:off x="119365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6" name="图片占位符 5"/>
          <p:cNvSpPr>
            <a:spLocks noGrp="1"/>
          </p:cNvSpPr>
          <p:nvPr>
            <p:ph type="pic" sz="quarter" idx="18"/>
          </p:nvPr>
        </p:nvSpPr>
        <p:spPr>
          <a:xfrm>
            <a:off x="384603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7" name="Text Placeholder 38"/>
          <p:cNvSpPr>
            <a:spLocks noGrp="1"/>
          </p:cNvSpPr>
          <p:nvPr>
            <p:ph type="body" sz="quarter" idx="19" hasCustomPrompt="1"/>
          </p:nvPr>
        </p:nvSpPr>
        <p:spPr>
          <a:xfrm>
            <a:off x="384654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8" name="图片占位符 5"/>
          <p:cNvSpPr>
            <a:spLocks noGrp="1"/>
          </p:cNvSpPr>
          <p:nvPr>
            <p:ph type="pic" sz="quarter" idx="20"/>
          </p:nvPr>
        </p:nvSpPr>
        <p:spPr>
          <a:xfrm>
            <a:off x="649892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9" name="Text Placeholder 38"/>
          <p:cNvSpPr>
            <a:spLocks noGrp="1"/>
          </p:cNvSpPr>
          <p:nvPr>
            <p:ph type="body" sz="quarter" idx="21" hasCustomPrompt="1"/>
          </p:nvPr>
        </p:nvSpPr>
        <p:spPr>
          <a:xfrm>
            <a:off x="649943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20" name="图片占位符 5"/>
          <p:cNvSpPr>
            <a:spLocks noGrp="1"/>
          </p:cNvSpPr>
          <p:nvPr>
            <p:ph type="pic" sz="quarter" idx="22"/>
          </p:nvPr>
        </p:nvSpPr>
        <p:spPr>
          <a:xfrm>
            <a:off x="915181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1" name="Text Placeholder 38"/>
          <p:cNvSpPr>
            <a:spLocks noGrp="1"/>
          </p:cNvSpPr>
          <p:nvPr>
            <p:ph type="body" sz="quarter" idx="23" hasCustomPrompt="1"/>
          </p:nvPr>
        </p:nvSpPr>
        <p:spPr>
          <a:xfrm>
            <a:off x="915232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30"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31" name="组 30"/>
          <p:cNvGrpSpPr/>
          <p:nvPr/>
        </p:nvGrpSpPr>
        <p:grpSpPr>
          <a:xfrm>
            <a:off x="0" y="369310"/>
            <a:ext cx="210961" cy="344922"/>
            <a:chOff x="0" y="369310"/>
            <a:chExt cx="210961" cy="344922"/>
          </a:xfrm>
        </p:grpSpPr>
        <p:sp>
          <p:nvSpPr>
            <p:cNvPr id="32" name="三角形 31"/>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33" name="三角形 32"/>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34" name="图片 33"/>
          <p:cNvPicPr>
            <a:picLocks noChangeAspect="1"/>
          </p:cNvPicPr>
          <p:nvPr/>
        </p:nvPicPr>
        <p:blipFill>
          <a:blip r:embed="rId2"/>
          <a:stretch>
            <a:fillRect/>
          </a:stretch>
        </p:blipFill>
        <p:spPr>
          <a:xfrm>
            <a:off x="10687431" y="323923"/>
            <a:ext cx="1102401" cy="499306"/>
          </a:xfrm>
          <a:prstGeom prst="rect">
            <a:avLst/>
          </a:prstGeom>
        </p:spPr>
      </p:pic>
      <p:grpSp>
        <p:nvGrpSpPr>
          <p:cNvPr id="22" name="组 30"/>
          <p:cNvGrpSpPr/>
          <p:nvPr/>
        </p:nvGrpSpPr>
        <p:grpSpPr>
          <a:xfrm>
            <a:off x="0" y="369310"/>
            <a:ext cx="210961" cy="344922"/>
            <a:chOff x="0" y="369310"/>
            <a:chExt cx="210961" cy="344922"/>
          </a:xfrm>
        </p:grpSpPr>
        <p:sp>
          <p:nvSpPr>
            <p:cNvPr id="23" name="三角形 31"/>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4" name="三角形 32"/>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5" name="图片 24"/>
          <p:cNvPicPr>
            <a:picLocks noChangeAspect="1"/>
          </p:cNvPicPr>
          <p:nvPr/>
        </p:nvPicPr>
        <p:blipFill>
          <a:blip r:embed="rId2"/>
          <a:stretch>
            <a:fillRect/>
          </a:stretch>
        </p:blipFill>
        <p:spPr>
          <a:xfrm>
            <a:off x="10687431" y="323923"/>
            <a:ext cx="1102401" cy="499306"/>
          </a:xfrm>
          <a:prstGeom prst="rect">
            <a:avLst/>
          </a:prstGeom>
        </p:spPr>
      </p:pic>
      <p:grpSp>
        <p:nvGrpSpPr>
          <p:cNvPr id="26" name="组 30"/>
          <p:cNvGrpSpPr/>
          <p:nvPr userDrawn="1"/>
        </p:nvGrpSpPr>
        <p:grpSpPr>
          <a:xfrm>
            <a:off x="0" y="369310"/>
            <a:ext cx="210961" cy="344922"/>
            <a:chOff x="0" y="369310"/>
            <a:chExt cx="210961" cy="344922"/>
          </a:xfrm>
        </p:grpSpPr>
        <p:sp>
          <p:nvSpPr>
            <p:cNvPr id="27" name="三角形 31"/>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8" name="三角形 32"/>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9" name="图片 28"/>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1302741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3_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3" name="图片占位符 5"/>
          <p:cNvSpPr>
            <a:spLocks noGrp="1"/>
          </p:cNvSpPr>
          <p:nvPr>
            <p:ph type="pic" sz="quarter" idx="13"/>
          </p:nvPr>
        </p:nvSpPr>
        <p:spPr>
          <a:xfrm>
            <a:off x="2436262" y="1559288"/>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dirty="0"/>
          </a:p>
        </p:txBody>
      </p:sp>
      <p:sp>
        <p:nvSpPr>
          <p:cNvPr id="22" name="Text Placeholder 38"/>
          <p:cNvSpPr>
            <a:spLocks noGrp="1"/>
          </p:cNvSpPr>
          <p:nvPr>
            <p:ph type="body" sz="quarter" idx="17" hasCustomPrompt="1"/>
          </p:nvPr>
        </p:nvSpPr>
        <p:spPr>
          <a:xfrm>
            <a:off x="2191799" y="3454401"/>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3" name="图片占位符 5"/>
          <p:cNvSpPr>
            <a:spLocks noGrp="1"/>
          </p:cNvSpPr>
          <p:nvPr>
            <p:ph type="pic" sz="quarter" idx="18"/>
          </p:nvPr>
        </p:nvSpPr>
        <p:spPr>
          <a:xfrm>
            <a:off x="5356641" y="1559288"/>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4" name="Text Placeholder 38"/>
          <p:cNvSpPr>
            <a:spLocks noGrp="1"/>
          </p:cNvSpPr>
          <p:nvPr>
            <p:ph type="body" sz="quarter" idx="19" hasCustomPrompt="1"/>
          </p:nvPr>
        </p:nvSpPr>
        <p:spPr>
          <a:xfrm>
            <a:off x="5112178" y="3454401"/>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5" name="图片占位符 5"/>
          <p:cNvSpPr>
            <a:spLocks noGrp="1"/>
          </p:cNvSpPr>
          <p:nvPr>
            <p:ph type="pic" sz="quarter" idx="20"/>
          </p:nvPr>
        </p:nvSpPr>
        <p:spPr>
          <a:xfrm>
            <a:off x="8277020" y="1559288"/>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6" name="Text Placeholder 38"/>
          <p:cNvSpPr>
            <a:spLocks noGrp="1"/>
          </p:cNvSpPr>
          <p:nvPr>
            <p:ph type="body" sz="quarter" idx="21" hasCustomPrompt="1"/>
          </p:nvPr>
        </p:nvSpPr>
        <p:spPr>
          <a:xfrm>
            <a:off x="8032557" y="3454401"/>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7" name="图片占位符 5"/>
          <p:cNvSpPr>
            <a:spLocks noGrp="1"/>
          </p:cNvSpPr>
          <p:nvPr>
            <p:ph type="pic" sz="quarter" idx="24"/>
          </p:nvPr>
        </p:nvSpPr>
        <p:spPr>
          <a:xfrm>
            <a:off x="2436262" y="3967562"/>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8" name="Text Placeholder 38"/>
          <p:cNvSpPr>
            <a:spLocks noGrp="1"/>
          </p:cNvSpPr>
          <p:nvPr>
            <p:ph type="body" sz="quarter" idx="25" hasCustomPrompt="1"/>
          </p:nvPr>
        </p:nvSpPr>
        <p:spPr>
          <a:xfrm>
            <a:off x="2191799" y="5862675"/>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9" name="图片占位符 5"/>
          <p:cNvSpPr>
            <a:spLocks noGrp="1"/>
          </p:cNvSpPr>
          <p:nvPr>
            <p:ph type="pic" sz="quarter" idx="26"/>
          </p:nvPr>
        </p:nvSpPr>
        <p:spPr>
          <a:xfrm>
            <a:off x="5356641" y="3967562"/>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30" name="Text Placeholder 38"/>
          <p:cNvSpPr>
            <a:spLocks noGrp="1"/>
          </p:cNvSpPr>
          <p:nvPr>
            <p:ph type="body" sz="quarter" idx="27" hasCustomPrompt="1"/>
          </p:nvPr>
        </p:nvSpPr>
        <p:spPr>
          <a:xfrm>
            <a:off x="5112178" y="5862675"/>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31" name="图片占位符 5"/>
          <p:cNvSpPr>
            <a:spLocks noGrp="1"/>
          </p:cNvSpPr>
          <p:nvPr>
            <p:ph type="pic" sz="quarter" idx="28"/>
          </p:nvPr>
        </p:nvSpPr>
        <p:spPr>
          <a:xfrm>
            <a:off x="8277020" y="3967562"/>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32" name="Text Placeholder 38"/>
          <p:cNvSpPr>
            <a:spLocks noGrp="1"/>
          </p:cNvSpPr>
          <p:nvPr>
            <p:ph type="body" sz="quarter" idx="29" hasCustomPrompt="1"/>
          </p:nvPr>
        </p:nvSpPr>
        <p:spPr>
          <a:xfrm>
            <a:off x="8032557" y="5862675"/>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38"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39" name="组 38"/>
          <p:cNvGrpSpPr/>
          <p:nvPr/>
        </p:nvGrpSpPr>
        <p:grpSpPr>
          <a:xfrm>
            <a:off x="0" y="369310"/>
            <a:ext cx="210961" cy="344922"/>
            <a:chOff x="0" y="369310"/>
            <a:chExt cx="210961" cy="344922"/>
          </a:xfrm>
        </p:grpSpPr>
        <p:sp>
          <p:nvSpPr>
            <p:cNvPr id="40" name="三角形 39"/>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41" name="三角形 40"/>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42" name="图片 41"/>
          <p:cNvPicPr>
            <a:picLocks noChangeAspect="1"/>
          </p:cNvPicPr>
          <p:nvPr/>
        </p:nvPicPr>
        <p:blipFill>
          <a:blip r:embed="rId2"/>
          <a:stretch>
            <a:fillRect/>
          </a:stretch>
        </p:blipFill>
        <p:spPr>
          <a:xfrm>
            <a:off x="10687431" y="323923"/>
            <a:ext cx="1102401" cy="499306"/>
          </a:xfrm>
          <a:prstGeom prst="rect">
            <a:avLst/>
          </a:prstGeom>
        </p:spPr>
      </p:pic>
      <p:grpSp>
        <p:nvGrpSpPr>
          <p:cNvPr id="20" name="组 38"/>
          <p:cNvGrpSpPr/>
          <p:nvPr/>
        </p:nvGrpSpPr>
        <p:grpSpPr>
          <a:xfrm>
            <a:off x="0" y="369310"/>
            <a:ext cx="210961" cy="344922"/>
            <a:chOff x="0" y="369310"/>
            <a:chExt cx="210961" cy="344922"/>
          </a:xfrm>
        </p:grpSpPr>
        <p:sp>
          <p:nvSpPr>
            <p:cNvPr id="21" name="三角形 39"/>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33" name="三角形 40"/>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34" name="图片 33"/>
          <p:cNvPicPr>
            <a:picLocks noChangeAspect="1"/>
          </p:cNvPicPr>
          <p:nvPr/>
        </p:nvPicPr>
        <p:blipFill>
          <a:blip r:embed="rId2"/>
          <a:stretch>
            <a:fillRect/>
          </a:stretch>
        </p:blipFill>
        <p:spPr>
          <a:xfrm>
            <a:off x="10687431" y="323923"/>
            <a:ext cx="1102401" cy="499306"/>
          </a:xfrm>
          <a:prstGeom prst="rect">
            <a:avLst/>
          </a:prstGeom>
        </p:spPr>
      </p:pic>
      <p:grpSp>
        <p:nvGrpSpPr>
          <p:cNvPr id="35" name="组 38"/>
          <p:cNvGrpSpPr/>
          <p:nvPr userDrawn="1"/>
        </p:nvGrpSpPr>
        <p:grpSpPr>
          <a:xfrm>
            <a:off x="0" y="369310"/>
            <a:ext cx="210961" cy="344922"/>
            <a:chOff x="0" y="369310"/>
            <a:chExt cx="210961" cy="344922"/>
          </a:xfrm>
        </p:grpSpPr>
        <p:sp>
          <p:nvSpPr>
            <p:cNvPr id="36" name="三角形 39"/>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37" name="三角形 40"/>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43" name="图片 42"/>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59522531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时间轴">
    <p:spTree>
      <p:nvGrpSpPr>
        <p:cNvPr id="1" name=""/>
        <p:cNvGrpSpPr/>
        <p:nvPr/>
      </p:nvGrpSpPr>
      <p:grpSpPr>
        <a:xfrm>
          <a:off x="0" y="0"/>
          <a:ext cx="0" cy="0"/>
          <a:chOff x="0" y="0"/>
          <a:chExt cx="0" cy="0"/>
        </a:xfrm>
      </p:grpSpPr>
      <p:sp>
        <p:nvSpPr>
          <p:cNvPr id="9" name="Text Placeholder 38"/>
          <p:cNvSpPr>
            <a:spLocks noGrp="1"/>
          </p:cNvSpPr>
          <p:nvPr>
            <p:ph type="body" sz="quarter" idx="17" hasCustomPrompt="1"/>
          </p:nvPr>
        </p:nvSpPr>
        <p:spPr>
          <a:xfrm>
            <a:off x="1464150" y="4565272"/>
            <a:ext cx="2688614" cy="1277967"/>
          </a:xfrm>
          <a:prstGeom prst="rect">
            <a:avLst/>
          </a:prstGeom>
        </p:spPr>
        <p:txBody>
          <a:bodyPr lIns="0" tIns="0" rIns="0" bIns="0">
            <a:noAutofit/>
          </a:bodyPr>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4" name="图片占位符 5"/>
          <p:cNvSpPr>
            <a:spLocks noGrp="1"/>
          </p:cNvSpPr>
          <p:nvPr>
            <p:ph type="pic" sz="quarter" idx="13"/>
          </p:nvPr>
        </p:nvSpPr>
        <p:spPr>
          <a:xfrm>
            <a:off x="1212558" y="1838791"/>
            <a:ext cx="2940206" cy="2179958"/>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2" name="图片占位符 5"/>
          <p:cNvSpPr>
            <a:spLocks noGrp="1"/>
          </p:cNvSpPr>
          <p:nvPr>
            <p:ph type="pic" sz="quarter" idx="22"/>
          </p:nvPr>
        </p:nvSpPr>
        <p:spPr>
          <a:xfrm>
            <a:off x="4598466" y="1854945"/>
            <a:ext cx="2940206" cy="2179958"/>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7" name="图片占位符 5"/>
          <p:cNvSpPr>
            <a:spLocks noGrp="1"/>
          </p:cNvSpPr>
          <p:nvPr>
            <p:ph type="pic" sz="quarter" idx="23"/>
          </p:nvPr>
        </p:nvSpPr>
        <p:spPr>
          <a:xfrm>
            <a:off x="7965686" y="1854945"/>
            <a:ext cx="2940206" cy="2179958"/>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32" name="Text Placeholder 38"/>
          <p:cNvSpPr>
            <a:spLocks noGrp="1"/>
          </p:cNvSpPr>
          <p:nvPr>
            <p:ph type="body" sz="quarter" idx="27" hasCustomPrompt="1"/>
          </p:nvPr>
        </p:nvSpPr>
        <p:spPr>
          <a:xfrm>
            <a:off x="4850058" y="4565272"/>
            <a:ext cx="2688614" cy="1277967"/>
          </a:xfrm>
          <a:prstGeom prst="rect">
            <a:avLst/>
          </a:prstGeom>
        </p:spPr>
        <p:txBody>
          <a:bodyPr lIns="0" tIns="0" rIns="0" bIns="0">
            <a:noAutofit/>
          </a:bodyPr>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33" name="Text Placeholder 38"/>
          <p:cNvSpPr>
            <a:spLocks noGrp="1"/>
          </p:cNvSpPr>
          <p:nvPr>
            <p:ph type="body" sz="quarter" idx="28" hasCustomPrompt="1"/>
          </p:nvPr>
        </p:nvSpPr>
        <p:spPr>
          <a:xfrm>
            <a:off x="8300671" y="4565272"/>
            <a:ext cx="2605221" cy="1277967"/>
          </a:xfrm>
          <a:prstGeom prst="rect">
            <a:avLst/>
          </a:prstGeom>
        </p:spPr>
        <p:txBody>
          <a:bodyPr lIns="0" tIns="0" rIns="0" bIns="0">
            <a:noAutofit/>
          </a:bodyPr>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22"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23" name="组 22"/>
          <p:cNvGrpSpPr/>
          <p:nvPr/>
        </p:nvGrpSpPr>
        <p:grpSpPr>
          <a:xfrm>
            <a:off x="0" y="369310"/>
            <a:ext cx="210961" cy="344922"/>
            <a:chOff x="0" y="369310"/>
            <a:chExt cx="210961" cy="344922"/>
          </a:xfrm>
        </p:grpSpPr>
        <p:sp>
          <p:nvSpPr>
            <p:cNvPr id="24" name="三角形 23"/>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5" name="三角形 24"/>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6" name="图片 25"/>
          <p:cNvPicPr>
            <a:picLocks noChangeAspect="1"/>
          </p:cNvPicPr>
          <p:nvPr/>
        </p:nvPicPr>
        <p:blipFill>
          <a:blip r:embed="rId2"/>
          <a:stretch>
            <a:fillRect/>
          </a:stretch>
        </p:blipFill>
        <p:spPr>
          <a:xfrm>
            <a:off x="10687431" y="323923"/>
            <a:ext cx="1102401" cy="499306"/>
          </a:xfrm>
          <a:prstGeom prst="rect">
            <a:avLst/>
          </a:prstGeom>
        </p:spPr>
      </p:pic>
      <p:grpSp>
        <p:nvGrpSpPr>
          <p:cNvPr id="13" name="组 22"/>
          <p:cNvGrpSpPr/>
          <p:nvPr/>
        </p:nvGrpSpPr>
        <p:grpSpPr>
          <a:xfrm>
            <a:off x="0" y="369310"/>
            <a:ext cx="210961" cy="344922"/>
            <a:chOff x="0" y="369310"/>
            <a:chExt cx="210961" cy="344922"/>
          </a:xfrm>
        </p:grpSpPr>
        <p:sp>
          <p:nvSpPr>
            <p:cNvPr id="15" name="三角形 23"/>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6" name="三角形 24"/>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18" name="图片 17"/>
          <p:cNvPicPr>
            <a:picLocks noChangeAspect="1"/>
          </p:cNvPicPr>
          <p:nvPr/>
        </p:nvPicPr>
        <p:blipFill>
          <a:blip r:embed="rId2"/>
          <a:stretch>
            <a:fillRect/>
          </a:stretch>
        </p:blipFill>
        <p:spPr>
          <a:xfrm>
            <a:off x="10687431" y="323923"/>
            <a:ext cx="1102401" cy="499306"/>
          </a:xfrm>
          <a:prstGeom prst="rect">
            <a:avLst/>
          </a:prstGeom>
        </p:spPr>
      </p:pic>
      <p:grpSp>
        <p:nvGrpSpPr>
          <p:cNvPr id="19" name="组 22"/>
          <p:cNvGrpSpPr/>
          <p:nvPr userDrawn="1"/>
        </p:nvGrpSpPr>
        <p:grpSpPr>
          <a:xfrm>
            <a:off x="0" y="369310"/>
            <a:ext cx="210961" cy="344922"/>
            <a:chOff x="0" y="369310"/>
            <a:chExt cx="210961" cy="344922"/>
          </a:xfrm>
        </p:grpSpPr>
        <p:sp>
          <p:nvSpPr>
            <p:cNvPr id="20" name="三角形 23"/>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1" name="三角形 24"/>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7" name="图片 26"/>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235718283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userDrawn="1">
  <p:cSld name="1_Cover">
    <p:bg>
      <p:bgPr>
        <a:solidFill>
          <a:schemeClr val="bg1"/>
        </a:solidFill>
        <a:effectLst/>
      </p:bgPr>
    </p:bg>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6039F20B-6731-494B-817A-1CF5BCB53132}"/>
              </a:ext>
            </a:extLst>
          </p:cNvPr>
          <p:cNvPicPr>
            <a:picLocks noChangeAspect="1"/>
          </p:cNvPicPr>
          <p:nvPr userDrawn="1"/>
        </p:nvPicPr>
        <p:blipFill rotWithShape="1">
          <a:blip r:embed="rId2"/>
          <a:srcRect l="22585" t="17537" r="4513" b="25736"/>
          <a:stretch/>
        </p:blipFill>
        <p:spPr>
          <a:xfrm>
            <a:off x="0" y="0"/>
            <a:ext cx="8088923" cy="6870619"/>
          </a:xfrm>
          <a:prstGeom prst="rect">
            <a:avLst/>
          </a:prstGeom>
        </p:spPr>
      </p:pic>
      <p:sp>
        <p:nvSpPr>
          <p:cNvPr id="8"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pic>
        <p:nvPicPr>
          <p:cNvPr id="6" name="图片 5">
            <a:extLst>
              <a:ext uri="{FF2B5EF4-FFF2-40B4-BE49-F238E27FC236}">
                <a16:creationId xmlns:a16="http://schemas.microsoft.com/office/drawing/2014/main" id="{AAFFB665-7856-4139-9C49-B031E9AA3690}"/>
              </a:ext>
            </a:extLst>
          </p:cNvPr>
          <p:cNvPicPr>
            <a:picLocks noChangeAspect="1"/>
          </p:cNvPicPr>
          <p:nvPr userDrawn="1"/>
        </p:nvPicPr>
        <p:blipFill>
          <a:blip r:embed="rId3"/>
          <a:stretch>
            <a:fillRect/>
          </a:stretch>
        </p:blipFill>
        <p:spPr>
          <a:xfrm>
            <a:off x="10303161" y="288676"/>
            <a:ext cx="1526155" cy="456808"/>
          </a:xfrm>
          <a:prstGeom prst="rect">
            <a:avLst/>
          </a:prstGeom>
        </p:spPr>
      </p:pic>
    </p:spTree>
    <p:extLst>
      <p:ext uri="{BB962C8B-B14F-4D97-AF65-F5344CB8AC3E}">
        <p14:creationId xmlns:p14="http://schemas.microsoft.com/office/powerpoint/2010/main" val="3655743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x">
  <p:cSld name="2_空白">
    <p:spTree>
      <p:nvGrpSpPr>
        <p:cNvPr id="1" name=""/>
        <p:cNvGrpSpPr/>
        <p:nvPr/>
      </p:nvGrpSpPr>
      <p:grpSpPr>
        <a:xfrm>
          <a:off x="0" y="0"/>
          <a:ext cx="0" cy="0"/>
          <a:chOff x="0" y="0"/>
          <a:chExt cx="0" cy="0"/>
        </a:xfrm>
      </p:grpSpPr>
      <p:sp>
        <p:nvSpPr>
          <p:cNvPr id="1048579" name="Shape 27"/>
          <p:cNvSpPr>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1399516349"/>
      </p:ext>
    </p:extLst>
  </p:cSld>
  <p:clrMapOvr>
    <a:masterClrMapping/>
  </p:clrMapOvr>
  <p:transition spd="med">
    <p:pull/>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标题页">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A205DFB8-7D9A-4587-98C7-BE1F544F20B6}"/>
              </a:ext>
            </a:extLst>
          </p:cNvPr>
          <p:cNvPicPr>
            <a:picLocks noChangeAspect="1"/>
          </p:cNvPicPr>
          <p:nvPr userDrawn="1"/>
        </p:nvPicPr>
        <p:blipFill rotWithShape="1">
          <a:blip r:embed="rId2"/>
          <a:srcRect l="22585" t="17537" r="4513" b="25736"/>
          <a:stretch/>
        </p:blipFill>
        <p:spPr>
          <a:xfrm>
            <a:off x="0" y="0"/>
            <a:ext cx="8088923" cy="6870619"/>
          </a:xfrm>
          <a:prstGeom prst="rect">
            <a:avLst/>
          </a:prstGeom>
        </p:spPr>
      </p:pic>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1" name="文本占位符 10"/>
          <p:cNvSpPr>
            <a:spLocks noGrp="1"/>
          </p:cNvSpPr>
          <p:nvPr>
            <p:ph type="body" sz="quarter" idx="11" hasCustomPrompt="1"/>
          </p:nvPr>
        </p:nvSpPr>
        <p:spPr>
          <a:xfrm>
            <a:off x="3934767" y="3076559"/>
            <a:ext cx="6096000" cy="676275"/>
          </a:xfrm>
          <a:prstGeom prst="rect">
            <a:avLst/>
          </a:prstGeom>
        </p:spPr>
        <p:txBody>
          <a:bodyPr/>
          <a:lstStyle>
            <a:lvl1pPr marL="0" indent="0">
              <a:buNone/>
              <a:defRPr sz="4400" b="1" i="0">
                <a:solidFill>
                  <a:schemeClr val="tx1">
                    <a:lumMod val="75000"/>
                    <a:lumOff val="25000"/>
                  </a:schemeClr>
                </a:solidFill>
                <a:latin typeface="Microsoft YaHei" charset="-122"/>
                <a:ea typeface="Microsoft YaHei" charset="-122"/>
                <a:cs typeface="Microsoft YaHei" charset="-122"/>
              </a:defRPr>
            </a:lvl1pPr>
          </a:lstStyle>
          <a:p>
            <a:pPr lvl="0"/>
            <a:r>
              <a:rPr kumimoji="1" lang="zh-CN" altLang="en-US"/>
              <a:t>单击编辑模块标题</a:t>
            </a:r>
            <a:endParaRPr kumimoji="1" lang="zh-CN" altLang="en-US" dirty="0"/>
          </a:p>
        </p:txBody>
      </p:sp>
    </p:spTree>
    <p:extLst>
      <p:ext uri="{BB962C8B-B14F-4D97-AF65-F5344CB8AC3E}">
        <p14:creationId xmlns:p14="http://schemas.microsoft.com/office/powerpoint/2010/main" val="383390486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5" Type="http://schemas.openxmlformats.org/officeDocument/2006/relationships/slideLayout" Target="../slideLayouts/slideLayout7.xml"/><Relationship Id="rId10" Type="http://schemas.openxmlformats.org/officeDocument/2006/relationships/theme" Target="../theme/theme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theme" Target="../theme/theme3.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8437FC-AA26-194E-BBBF-0B580117E072}" type="datetime1">
              <a:rPr kumimoji="1" lang="zh-CN" altLang="en-US" smtClean="0"/>
              <a:t>2019/8/19</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幻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E64E76-E0C7-3745-B0E4-084458200B82}" type="slidenum">
              <a:rPr kumimoji="1" lang="zh-CN" altLang="en-US" smtClean="0"/>
              <a:t>‹#›</a:t>
            </a:fld>
            <a:endParaRPr kumimoji="1" lang="zh-CN" altLang="en-US"/>
          </a:p>
        </p:txBody>
      </p:sp>
    </p:spTree>
    <p:extLst>
      <p:ext uri="{BB962C8B-B14F-4D97-AF65-F5344CB8AC3E}">
        <p14:creationId xmlns:p14="http://schemas.microsoft.com/office/powerpoint/2010/main" val="1117338664"/>
      </p:ext>
    </p:extLst>
  </p:cSld>
  <p:clrMap bg1="lt1" tx1="dk1" bg2="lt2" tx2="dk2" accent1="accent1" accent2="accent2" accent3="accent3" accent4="accent4" accent5="accent5" accent6="accent6" hlink="hlink" folHlink="folHlink"/>
  <p:sldLayoutIdLst>
    <p:sldLayoutId id="2147483696" r:id="rId1"/>
    <p:sldLayoutId id="2147485187" r:id="rId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Rectangle 9"/>
          <p:cNvSpPr>
            <a:spLocks noChangeArrowheads="1"/>
          </p:cNvSpPr>
          <p:nvPr userDrawn="1"/>
        </p:nvSpPr>
        <p:spPr bwMode="auto">
          <a:xfrm flipV="1">
            <a:off x="0" y="6802667"/>
            <a:ext cx="12192000" cy="70117"/>
          </a:xfrm>
          <a:prstGeom prst="rect">
            <a:avLst/>
          </a:prstGeom>
          <a:gradFill>
            <a:gsLst>
              <a:gs pos="0">
                <a:schemeClr val="accent2"/>
              </a:gs>
              <a:gs pos="100000">
                <a:schemeClr val="accent4"/>
              </a:gs>
            </a:gsLst>
            <a:lin ang="0" scaled="0"/>
          </a:gradFill>
          <a:ln>
            <a:noFill/>
          </a:ln>
        </p:spPr>
        <p:txBody>
          <a:bodyPr vert="horz" wrap="square" lIns="91440" tIns="45720" rIns="91440" bIns="45720" numCol="1" anchor="t" anchorCtr="0" compatLnSpc="1">
            <a:prstTxWarp prst="textNoShape">
              <a:avLst/>
            </a:prstTxWarp>
          </a:bodyPr>
          <a:lstStyle/>
          <a:p>
            <a:endParaRPr lang="en-US"/>
          </a:p>
        </p:txBody>
      </p:sp>
      <p:sp>
        <p:nvSpPr>
          <p:cNvPr id="6" name="Footer Placeholder 4"/>
          <p:cNvSpPr>
            <a:spLocks noGrp="1"/>
          </p:cNvSpPr>
          <p:nvPr>
            <p:ph type="ftr" sz="quarter" idx="3"/>
          </p:nvPr>
        </p:nvSpPr>
        <p:spPr>
          <a:xfrm>
            <a:off x="10229850" y="6286419"/>
            <a:ext cx="1657350" cy="584200"/>
          </a:xfrm>
          <a:prstGeom prst="rect">
            <a:avLst/>
          </a:prstGeom>
        </p:spPr>
        <p:txBody>
          <a:bodyPr/>
          <a:lstStyle>
            <a:lvl1pPr algn="dist">
              <a:defRPr sz="1200">
                <a:solidFill>
                  <a:schemeClr val="bg1">
                    <a:lumMod val="65000"/>
                  </a:schemeClr>
                </a:solidFill>
              </a:defRPr>
            </a:lvl1pPr>
          </a:lstStyle>
          <a:p>
            <a:r>
              <a:rPr lang="en-US"/>
              <a:t>www.qianxin.com</a:t>
            </a:r>
            <a:endParaRPr lang="en-US" dirty="0"/>
          </a:p>
        </p:txBody>
      </p:sp>
    </p:spTree>
    <p:extLst>
      <p:ext uri="{BB962C8B-B14F-4D97-AF65-F5344CB8AC3E}">
        <p14:creationId xmlns:p14="http://schemas.microsoft.com/office/powerpoint/2010/main" val="1140125950"/>
      </p:ext>
    </p:extLst>
  </p:cSld>
  <p:clrMap bg1="lt1" tx1="dk1" bg2="lt2" tx2="dk2" accent1="accent1" accent2="accent2" accent3="accent3" accent4="accent4" accent5="accent5" accent6="accent6" hlink="hlink" folHlink="folHlink"/>
  <p:sldLayoutIdLst>
    <p:sldLayoutId id="2147483651" r:id="rId1"/>
    <p:sldLayoutId id="2147483698" r:id="rId2"/>
    <p:sldLayoutId id="2147483689" r:id="rId3"/>
    <p:sldLayoutId id="2147483694" r:id="rId4"/>
    <p:sldLayoutId id="2147483695" r:id="rId5"/>
    <p:sldLayoutId id="2147483690" r:id="rId6"/>
    <p:sldLayoutId id="2147483691" r:id="rId7"/>
    <p:sldLayoutId id="2147483692" r:id="rId8"/>
    <p:sldLayoutId id="2147483693"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ltLang="zh-C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75000"/>
                  </a:schemeClr>
                </a:solidFill>
                <a:latin typeface="+mn-lt"/>
              </a:defRPr>
            </a:lvl1pPr>
          </a:lstStyle>
          <a:p>
            <a:fld id="{E28437FC-AA26-194E-BBBF-0B580117E072}" type="datetime1">
              <a:rPr kumimoji="1" lang="zh-CN" altLang="en-US" smtClean="0"/>
              <a:t>2019/8/19</a:t>
            </a:fld>
            <a:endParaRPr kumimoji="1"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endParaRPr kumimoji="1"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smtClean="0">
                <a:solidFill>
                  <a:schemeClr val="tx1">
                    <a:tint val="75000"/>
                  </a:schemeClr>
                </a:solidFill>
                <a:latin typeface="+mn-lt"/>
              </a:defRPr>
            </a:lvl1pPr>
          </a:lstStyle>
          <a:p>
            <a:fld id="{0EE64E76-E0C7-3745-B0E4-084458200B82}" type="slidenum">
              <a:rPr kumimoji="1" lang="zh-CN" altLang="en-US" smtClean="0"/>
              <a:t>‹#›</a:t>
            </a:fld>
            <a:endParaRPr kumimoji="1" lang="zh-CN" altLang="en-US"/>
          </a:p>
        </p:txBody>
      </p:sp>
      <p:sp>
        <p:nvSpPr>
          <p:cNvPr id="7" name="Rectangle 9"/>
          <p:cNvSpPr>
            <a:spLocks noChangeArrowheads="1"/>
          </p:cNvSpPr>
          <p:nvPr/>
        </p:nvSpPr>
        <p:spPr bwMode="auto">
          <a:xfrm flipV="1">
            <a:off x="0" y="6802667"/>
            <a:ext cx="12192000" cy="70117"/>
          </a:xfrm>
          <a:prstGeom prst="rect">
            <a:avLst/>
          </a:prstGeom>
          <a:gradFill>
            <a:gsLst>
              <a:gs pos="0">
                <a:schemeClr val="accent2"/>
              </a:gs>
              <a:gs pos="100000">
                <a:schemeClr val="accent4"/>
              </a:gs>
            </a:gsLst>
            <a:lin ang="0" scaled="0"/>
          </a:gradFill>
          <a:ln>
            <a:noFill/>
          </a:ln>
        </p:spPr>
        <p:txBody>
          <a:bodyPr vert="horz" wrap="square" lIns="91440" tIns="45720" rIns="91440" bIns="45720" numCol="1" anchor="t" anchorCtr="0" compatLnSpc="1">
            <a:prstTxWarp prst="textNoShape">
              <a:avLst/>
            </a:prstTxWarp>
          </a:bodyPr>
          <a:lstStyle/>
          <a:p>
            <a:endParaRPr lang="en-US"/>
          </a:p>
        </p:txBody>
      </p:sp>
      <p:sp>
        <p:nvSpPr>
          <p:cNvPr id="8" name="Rectangle 9"/>
          <p:cNvSpPr>
            <a:spLocks noChangeArrowheads="1"/>
          </p:cNvSpPr>
          <p:nvPr/>
        </p:nvSpPr>
        <p:spPr bwMode="auto">
          <a:xfrm flipV="1">
            <a:off x="0" y="6802667"/>
            <a:ext cx="12192000" cy="70117"/>
          </a:xfrm>
          <a:prstGeom prst="rect">
            <a:avLst/>
          </a:prstGeom>
          <a:gradFill>
            <a:gsLst>
              <a:gs pos="0">
                <a:schemeClr val="accent2"/>
              </a:gs>
              <a:gs pos="100000">
                <a:schemeClr val="accent4"/>
              </a:gs>
            </a:gsLst>
            <a:lin ang="0" scaled="0"/>
          </a:gradFill>
          <a:ln>
            <a:noFill/>
          </a:ln>
        </p:spPr>
        <p:txBody>
          <a:bodyPr vert="horz" wrap="square" lIns="91440" tIns="45720" rIns="91440" bIns="45720" numCol="1" anchor="t" anchorCtr="0" compatLnSpc="1">
            <a:prstTxWarp prst="textNoShape">
              <a:avLst/>
            </a:prstTxWarp>
          </a:bodyPr>
          <a:lstStyle/>
          <a:p>
            <a:endParaRPr lang="en-US"/>
          </a:p>
        </p:txBody>
      </p:sp>
      <p:sp>
        <p:nvSpPr>
          <p:cNvPr id="9" name="Rectangle 9"/>
          <p:cNvSpPr>
            <a:spLocks noChangeArrowheads="1"/>
          </p:cNvSpPr>
          <p:nvPr userDrawn="1"/>
        </p:nvSpPr>
        <p:spPr bwMode="auto">
          <a:xfrm flipV="1">
            <a:off x="0" y="6802667"/>
            <a:ext cx="12192000" cy="70117"/>
          </a:xfrm>
          <a:prstGeom prst="rect">
            <a:avLst/>
          </a:prstGeom>
          <a:gradFill>
            <a:gsLst>
              <a:gs pos="0">
                <a:schemeClr val="accent2"/>
              </a:gs>
              <a:gs pos="100000">
                <a:schemeClr val="accent4"/>
              </a:gs>
            </a:gsLst>
            <a:lin ang="0" scaled="0"/>
          </a:gra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580368153"/>
      </p:ext>
    </p:extLst>
  </p:cSld>
  <p:clrMap bg1="lt1" tx1="dk1" bg2="lt2" tx2="dk2" accent1="accent1" accent2="accent2" accent3="accent3" accent4="accent4" accent5="accent5" accent6="accent6" hlink="hlink" folHlink="folHlink"/>
  <p:sldLayoutIdLst>
    <p:sldLayoutId id="2147485155" r:id="rId1"/>
    <p:sldLayoutId id="2147485156" r:id="rId2"/>
    <p:sldLayoutId id="2147485157" r:id="rId3"/>
    <p:sldLayoutId id="2147485158" r:id="rId4"/>
    <p:sldLayoutId id="2147485159" r:id="rId5"/>
    <p:sldLayoutId id="2147485160" r:id="rId6"/>
    <p:sldLayoutId id="2147485161" r:id="rId7"/>
    <p:sldLayoutId id="2147485162" r:id="rId8"/>
    <p:sldLayoutId id="2147485163" r:id="rId9"/>
    <p:sldLayoutId id="2147485164" r:id="rId10"/>
    <p:sldLayoutId id="2147485165" r:id="rId11"/>
    <p:sldLayoutId id="2147485166" r:id="rId12"/>
    <p:sldLayoutId id="2147485167" r:id="rId13"/>
    <p:sldLayoutId id="2147485168" r:id="rId14"/>
    <p:sldLayoutId id="2147485169" r:id="rId15"/>
    <p:sldLayoutId id="2147485170" r:id="rId16"/>
    <p:sldLayoutId id="2147485171" r:id="rId17"/>
    <p:sldLayoutId id="2147485172" r:id="rId18"/>
    <p:sldLayoutId id="2147485173" r:id="rId19"/>
    <p:sldLayoutId id="2147485174" r:id="rId20"/>
    <p:sldLayoutId id="2147485175" r:id="rId21"/>
    <p:sldLayoutId id="2147485177" r:id="rId22"/>
    <p:sldLayoutId id="2147485178" r:id="rId23"/>
    <p:sldLayoutId id="2147485179" r:id="rId24"/>
    <p:sldLayoutId id="2147485180" r:id="rId25"/>
    <p:sldLayoutId id="2147485181" r:id="rId26"/>
    <p:sldLayoutId id="2147485182" r:id="rId27"/>
    <p:sldLayoutId id="2147485183" r:id="rId28"/>
    <p:sldLayoutId id="2147485184" r:id="rId29"/>
    <p:sldLayoutId id="2147485186" r:id="rId30"/>
    <p:sldLayoutId id="2147485223" r:id="rId31"/>
    <p:sldLayoutId id="2147485226" r:id="rId32"/>
  </p:sldLayoutIdLst>
  <p:transition spd="slow" advTm="2000">
    <p:blinds dir="vert"/>
  </p:transition>
  <p:hf sldNum="0" hdr="0" ftr="0" dt="0"/>
  <p:txStyles>
    <p:title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Calibri Light" charset="0"/>
        </a:defRPr>
      </a:lvl2pPr>
      <a:lvl3pPr algn="l" rtl="0" eaLnBrk="1" fontAlgn="base" hangingPunct="1">
        <a:lnSpc>
          <a:spcPct val="90000"/>
        </a:lnSpc>
        <a:spcBef>
          <a:spcPct val="0"/>
        </a:spcBef>
        <a:spcAft>
          <a:spcPct val="0"/>
        </a:spcAft>
        <a:defRPr sz="4400">
          <a:solidFill>
            <a:schemeClr val="tx1"/>
          </a:solidFill>
          <a:latin typeface="Calibri Light" charset="0"/>
        </a:defRPr>
      </a:lvl3pPr>
      <a:lvl4pPr algn="l" rtl="0" eaLnBrk="1" fontAlgn="base" hangingPunct="1">
        <a:lnSpc>
          <a:spcPct val="90000"/>
        </a:lnSpc>
        <a:spcBef>
          <a:spcPct val="0"/>
        </a:spcBef>
        <a:spcAft>
          <a:spcPct val="0"/>
        </a:spcAft>
        <a:defRPr sz="4400">
          <a:solidFill>
            <a:schemeClr val="tx1"/>
          </a:solidFill>
          <a:latin typeface="Calibri Light" charset="0"/>
        </a:defRPr>
      </a:lvl4pPr>
      <a:lvl5pPr algn="l" rtl="0" eaLnBrk="1" fontAlgn="base" hangingPunct="1">
        <a:lnSpc>
          <a:spcPct val="90000"/>
        </a:lnSpc>
        <a:spcBef>
          <a:spcPct val="0"/>
        </a:spcBef>
        <a:spcAft>
          <a:spcPct val="0"/>
        </a:spcAft>
        <a:defRPr sz="4400">
          <a:solidFill>
            <a:schemeClr val="tx1"/>
          </a:solidFill>
          <a:latin typeface="Calibri Light" charset="0"/>
        </a:defRPr>
      </a:lvl5pPr>
      <a:lvl6pPr marL="457200" algn="l" rtl="0" eaLnBrk="1" fontAlgn="base" hangingPunct="1">
        <a:lnSpc>
          <a:spcPct val="90000"/>
        </a:lnSpc>
        <a:spcBef>
          <a:spcPct val="0"/>
        </a:spcBef>
        <a:spcAft>
          <a:spcPct val="0"/>
        </a:spcAft>
        <a:defRPr sz="4400">
          <a:solidFill>
            <a:schemeClr val="tx1"/>
          </a:solidFill>
          <a:latin typeface="Calibri Light" charset="0"/>
        </a:defRPr>
      </a:lvl6pPr>
      <a:lvl7pPr marL="914400" algn="l" rtl="0" eaLnBrk="1" fontAlgn="base" hangingPunct="1">
        <a:lnSpc>
          <a:spcPct val="90000"/>
        </a:lnSpc>
        <a:spcBef>
          <a:spcPct val="0"/>
        </a:spcBef>
        <a:spcAft>
          <a:spcPct val="0"/>
        </a:spcAft>
        <a:defRPr sz="4400">
          <a:solidFill>
            <a:schemeClr val="tx1"/>
          </a:solidFill>
          <a:latin typeface="Calibri Light" charset="0"/>
        </a:defRPr>
      </a:lvl7pPr>
      <a:lvl8pPr marL="1371600" algn="l" rtl="0" eaLnBrk="1" fontAlgn="base" hangingPunct="1">
        <a:lnSpc>
          <a:spcPct val="90000"/>
        </a:lnSpc>
        <a:spcBef>
          <a:spcPct val="0"/>
        </a:spcBef>
        <a:spcAft>
          <a:spcPct val="0"/>
        </a:spcAft>
        <a:defRPr sz="4400">
          <a:solidFill>
            <a:schemeClr val="tx1"/>
          </a:solidFill>
          <a:latin typeface="Calibri Light" charset="0"/>
        </a:defRPr>
      </a:lvl8pPr>
      <a:lvl9pPr marL="1828800" algn="l" rtl="0" eaLnBrk="1" fontAlgn="base" hangingPunct="1">
        <a:lnSpc>
          <a:spcPct val="90000"/>
        </a:lnSpc>
        <a:spcBef>
          <a:spcPct val="0"/>
        </a:spcBef>
        <a:spcAft>
          <a:spcPct val="0"/>
        </a:spcAft>
        <a:defRPr sz="4400">
          <a:solidFill>
            <a:schemeClr val="tx1"/>
          </a:solidFill>
          <a:latin typeface="Calibri Light" charset="0"/>
        </a:defRPr>
      </a:lvl9pPr>
    </p:titleStyle>
    <p:bodyStyle>
      <a:lvl1pPr marL="228600" indent="-228600" algn="l" rtl="0" eaLnBrk="1" fontAlgn="base" hangingPunct="1">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3.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3.xml"/><Relationship Id="rId1" Type="http://schemas.openxmlformats.org/officeDocument/2006/relationships/vmlDrawing" Target="../drawings/vmlDrawing1.vml"/><Relationship Id="rId5" Type="http://schemas.openxmlformats.org/officeDocument/2006/relationships/image" Target="../media/image5.emf"/><Relationship Id="rId4" Type="http://schemas.openxmlformats.org/officeDocument/2006/relationships/oleObject" Target="../embeddings/oleObject1.bin"/></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3.xml"/><Relationship Id="rId1" Type="http://schemas.openxmlformats.org/officeDocument/2006/relationships/vmlDrawing" Target="../drawings/vmlDrawing2.vml"/><Relationship Id="rId5" Type="http://schemas.openxmlformats.org/officeDocument/2006/relationships/image" Target="../media/image6.emf"/><Relationship Id="rId4" Type="http://schemas.openxmlformats.org/officeDocument/2006/relationships/oleObject" Target="../embeddings/oleObject2.bin"/></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3.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3.xml"/><Relationship Id="rId1" Type="http://schemas.openxmlformats.org/officeDocument/2006/relationships/vmlDrawing" Target="../drawings/vmlDrawing3.vml"/><Relationship Id="rId5" Type="http://schemas.openxmlformats.org/officeDocument/2006/relationships/image" Target="../media/image7.emf"/><Relationship Id="rId4" Type="http://schemas.openxmlformats.org/officeDocument/2006/relationships/oleObject" Target="../embeddings/oleObject3.bin"/></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33.xml"/><Relationship Id="rId1" Type="http://schemas.openxmlformats.org/officeDocument/2006/relationships/vmlDrawing" Target="../drawings/vmlDrawing4.vml"/><Relationship Id="rId5" Type="http://schemas.openxmlformats.org/officeDocument/2006/relationships/image" Target="../media/image8.emf"/><Relationship Id="rId4" Type="http://schemas.openxmlformats.org/officeDocument/2006/relationships/oleObject" Target="../embeddings/oleObject4.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3.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33.xml"/><Relationship Id="rId1" Type="http://schemas.openxmlformats.org/officeDocument/2006/relationships/vmlDrawing" Target="../drawings/vmlDrawing5.vml"/><Relationship Id="rId5" Type="http://schemas.openxmlformats.org/officeDocument/2006/relationships/image" Target="../media/image9.emf"/><Relationship Id="rId4" Type="http://schemas.openxmlformats.org/officeDocument/2006/relationships/oleObject" Target="../embeddings/oleObject5.bin"/></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3.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33.xml"/><Relationship Id="rId1" Type="http://schemas.openxmlformats.org/officeDocument/2006/relationships/vmlDrawing" Target="../drawings/vmlDrawing6.vml"/><Relationship Id="rId5" Type="http://schemas.openxmlformats.org/officeDocument/2006/relationships/image" Target="../media/image10.emf"/><Relationship Id="rId4" Type="http://schemas.openxmlformats.org/officeDocument/2006/relationships/oleObject" Target="../embeddings/oleObject6.bin"/></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3.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6"/>
          <p:cNvSpPr txBox="1"/>
          <p:nvPr/>
        </p:nvSpPr>
        <p:spPr bwMode="auto">
          <a:xfrm>
            <a:off x="2075542" y="2319954"/>
            <a:ext cx="8217989" cy="1107996"/>
          </a:xfrm>
          <a:prstGeom prst="rect">
            <a:avLst/>
          </a:prstGeom>
          <a:noFill/>
        </p:spPr>
        <p:txBody>
          <a:bodyPr wrap="square">
            <a:spAutoFit/>
          </a:bodyPr>
          <a:lstStyle/>
          <a:p>
            <a:pPr algn="ctr">
              <a:lnSpc>
                <a:spcPct val="150000"/>
              </a:lnSpc>
              <a:buNone/>
            </a:pPr>
            <a:r>
              <a:rPr lang="zh-CN" altLang="en-US" sz="4400" b="1" spc="300" dirty="0" smtClean="0">
                <a:solidFill>
                  <a:srgbClr val="117EC8"/>
                </a:solidFill>
                <a:latin typeface="Microsoft YaHei" charset="-122"/>
                <a:ea typeface="Microsoft YaHei" charset="-122"/>
                <a:cs typeface="Microsoft YaHei" charset="-122"/>
              </a:rPr>
              <a:t>第</a:t>
            </a:r>
            <a:r>
              <a:rPr lang="en-US" altLang="zh-CN" sz="4400" b="1" spc="300" dirty="0" smtClean="0">
                <a:solidFill>
                  <a:srgbClr val="117EC8"/>
                </a:solidFill>
                <a:latin typeface="Microsoft YaHei" charset="-122"/>
                <a:ea typeface="Microsoft YaHei" charset="-122"/>
                <a:cs typeface="Microsoft YaHei" charset="-122"/>
              </a:rPr>
              <a:t>4</a:t>
            </a:r>
            <a:r>
              <a:rPr lang="zh-CN" altLang="en-US" sz="4400" b="1" spc="300" dirty="0" smtClean="0">
                <a:solidFill>
                  <a:srgbClr val="117EC8"/>
                </a:solidFill>
                <a:latin typeface="Microsoft YaHei" charset="-122"/>
                <a:ea typeface="Microsoft YaHei" charset="-122"/>
                <a:cs typeface="Microsoft YaHei" charset="-122"/>
              </a:rPr>
              <a:t>章  </a:t>
            </a:r>
            <a:r>
              <a:rPr lang="zh-CN" altLang="en-US" sz="4400" b="1" spc="300" dirty="0">
                <a:solidFill>
                  <a:srgbClr val="117EC8"/>
                </a:solidFill>
                <a:latin typeface="Microsoft YaHei" charset="-122"/>
                <a:ea typeface="Microsoft YaHei" charset="-122"/>
                <a:cs typeface="Microsoft YaHei" charset="-122"/>
              </a:rPr>
              <a:t>日志存储</a:t>
            </a:r>
          </a:p>
        </p:txBody>
      </p:sp>
      <p:sp>
        <p:nvSpPr>
          <p:cNvPr id="4" name="文本框 3"/>
          <p:cNvSpPr txBox="1"/>
          <p:nvPr/>
        </p:nvSpPr>
        <p:spPr>
          <a:xfrm>
            <a:off x="9567333" y="6434667"/>
            <a:ext cx="184731" cy="369332"/>
          </a:xfrm>
          <a:prstGeom prst="rect">
            <a:avLst/>
          </a:prstGeom>
          <a:noFill/>
        </p:spPr>
        <p:txBody>
          <a:bodyPr wrap="none" rtlCol="0">
            <a:spAutoFit/>
          </a:bodyPr>
          <a:lstStyle/>
          <a:p>
            <a:endParaRPr kumimoji="1" lang="zh-CN" altLang="en-US"/>
          </a:p>
        </p:txBody>
      </p:sp>
      <p:sp>
        <p:nvSpPr>
          <p:cNvPr id="5" name="Footer Placeholder 4"/>
          <p:cNvSpPr>
            <a:spLocks noGrp="1"/>
          </p:cNvSpPr>
          <p:nvPr>
            <p:ph type="ftr" sz="quarter" idx="14"/>
          </p:nvPr>
        </p:nvSpPr>
        <p:spPr>
          <a:xfrm>
            <a:off x="10496342" y="6267202"/>
            <a:ext cx="1470212" cy="584200"/>
          </a:xfrm>
        </p:spPr>
        <p:txBody>
          <a:bodyPr/>
          <a:lstStyle>
            <a:lvl1pPr algn="dist">
              <a:defRPr sz="1200">
                <a:solidFill>
                  <a:schemeClr val="bg1">
                    <a:lumMod val="65000"/>
                  </a:schemeClr>
                </a:solidFill>
              </a:defRPr>
            </a:lvl1pPr>
          </a:lstStyle>
          <a:p>
            <a:r>
              <a:rPr lang="en-US" sz="900" dirty="0">
                <a:solidFill>
                  <a:schemeClr val="bg1">
                    <a:lumMod val="75000"/>
                  </a:schemeClr>
                </a:solidFill>
                <a:latin typeface="Arial" charset="0"/>
                <a:ea typeface="Arial" charset="0"/>
                <a:cs typeface="Arial" charset="0"/>
              </a:rPr>
              <a:t>www.qianxin.com</a:t>
            </a:r>
          </a:p>
        </p:txBody>
      </p:sp>
      <p:sp>
        <p:nvSpPr>
          <p:cNvPr id="6" name="矩形 5"/>
          <p:cNvSpPr/>
          <p:nvPr/>
        </p:nvSpPr>
        <p:spPr>
          <a:xfrm>
            <a:off x="12053282" y="6527843"/>
            <a:ext cx="138718" cy="9625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4664248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目录</a:t>
            </a:r>
          </a:p>
        </p:txBody>
      </p:sp>
      <p:sp>
        <p:nvSpPr>
          <p:cNvPr id="16" name="文本框 15"/>
          <p:cNvSpPr txBox="1"/>
          <p:nvPr/>
        </p:nvSpPr>
        <p:spPr>
          <a:xfrm>
            <a:off x="1554227" y="1353393"/>
            <a:ext cx="6836734" cy="166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2400" spc="100">
                <a:latin typeface="微软雅黑" panose="020B0503020204020204" pitchFamily="34" charset="-122"/>
                <a:ea typeface="微软雅黑" panose="020B0503020204020204" pitchFamily="34" charset="-122"/>
              </a:defRPr>
            </a:lvl1pPr>
          </a:lstStyle>
          <a:p>
            <a:r>
              <a:rPr lang="en-US" altLang="zh-CN" dirty="0"/>
              <a:t>4.1 </a:t>
            </a:r>
            <a:r>
              <a:rPr lang="zh-CN" altLang="en-US" dirty="0"/>
              <a:t>概述</a:t>
            </a:r>
            <a:endParaRPr lang="en-US" altLang="zh-CN" dirty="0"/>
          </a:p>
          <a:p>
            <a:r>
              <a:rPr lang="en-US" altLang="zh-CN" dirty="0"/>
              <a:t>4.2 </a:t>
            </a:r>
            <a:r>
              <a:rPr lang="zh-CN" altLang="en-US" dirty="0"/>
              <a:t>日志存储策略</a:t>
            </a:r>
            <a:endParaRPr lang="en-US" altLang="zh-CN" dirty="0"/>
          </a:p>
          <a:p>
            <a:r>
              <a:rPr lang="en-US" altLang="zh-CN" dirty="0"/>
              <a:t>4.3 </a:t>
            </a:r>
            <a:r>
              <a:rPr lang="zh-CN" altLang="en-US" dirty="0"/>
              <a:t>存储方式</a:t>
            </a:r>
            <a:endParaRPr lang="en-US" altLang="zh-CN" dirty="0"/>
          </a:p>
        </p:txBody>
      </p:sp>
    </p:spTree>
    <p:extLst>
      <p:ext uri="{BB962C8B-B14F-4D97-AF65-F5344CB8AC3E}">
        <p14:creationId xmlns:p14="http://schemas.microsoft.com/office/powerpoint/2010/main" val="400919987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本章学习目标</a:t>
            </a:r>
          </a:p>
        </p:txBody>
      </p:sp>
      <p:sp>
        <p:nvSpPr>
          <p:cNvPr id="10" name="文本框 9"/>
          <p:cNvSpPr txBox="1"/>
          <p:nvPr/>
        </p:nvSpPr>
        <p:spPr>
          <a:xfrm>
            <a:off x="1409574" y="1133888"/>
            <a:ext cx="8405745" cy="3877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2400" spc="100">
                <a:latin typeface="微软雅黑" panose="020B0503020204020204" pitchFamily="34" charset="-122"/>
                <a:ea typeface="微软雅黑" panose="020B0503020204020204" pitchFamily="34" charset="-122"/>
              </a:defRPr>
            </a:lvl1pPr>
          </a:lstStyle>
          <a:p>
            <a:r>
              <a:rPr lang="en-US" altLang="zh-CN" dirty="0"/>
              <a:t>1.</a:t>
            </a:r>
            <a:r>
              <a:rPr lang="zh-CN" altLang="en-US" dirty="0"/>
              <a:t>了解日志存储的必要性；</a:t>
            </a:r>
            <a:endParaRPr lang="en-US" altLang="zh-CN" dirty="0"/>
          </a:p>
          <a:p>
            <a:r>
              <a:rPr lang="en-US" altLang="zh-CN" dirty="0"/>
              <a:t>2.</a:t>
            </a:r>
            <a:r>
              <a:rPr lang="zh-CN" altLang="zh-CN" dirty="0"/>
              <a:t>了解</a:t>
            </a:r>
            <a:r>
              <a:rPr lang="zh-CN" altLang="en-US" dirty="0"/>
              <a:t>日志存储策略</a:t>
            </a:r>
            <a:r>
              <a:rPr lang="zh-CN" altLang="zh-CN" dirty="0"/>
              <a:t>；</a:t>
            </a:r>
          </a:p>
          <a:p>
            <a:r>
              <a:rPr lang="en-US" altLang="zh-CN" dirty="0"/>
              <a:t>3.</a:t>
            </a:r>
            <a:r>
              <a:rPr lang="zh-CN" altLang="en-US" dirty="0"/>
              <a:t>了解日志存储格式的种类；</a:t>
            </a:r>
          </a:p>
          <a:p>
            <a:r>
              <a:rPr lang="en-US" altLang="zh-CN" dirty="0"/>
              <a:t>4.</a:t>
            </a:r>
            <a:r>
              <a:rPr lang="zh-CN" altLang="en-US" dirty="0"/>
              <a:t>理解关系数据库存储、键值数据库和分布式存储的优缺点；</a:t>
            </a:r>
            <a:endParaRPr lang="en-US" altLang="zh-CN" dirty="0"/>
          </a:p>
          <a:p>
            <a:r>
              <a:rPr lang="en-US" altLang="zh-CN" dirty="0"/>
              <a:t>5.</a:t>
            </a:r>
            <a:r>
              <a:rPr lang="zh-CN" altLang="en-US" dirty="0"/>
              <a:t>理解存储方式的优缺点；</a:t>
            </a:r>
          </a:p>
          <a:p>
            <a:r>
              <a:rPr lang="en-US" altLang="zh-CN" dirty="0"/>
              <a:t>6.</a:t>
            </a:r>
            <a:r>
              <a:rPr lang="zh-CN" altLang="en-US" dirty="0"/>
              <a:t>掌握存储方式；</a:t>
            </a:r>
            <a:endParaRPr lang="en-US" altLang="zh-CN" dirty="0"/>
          </a:p>
          <a:p>
            <a:r>
              <a:rPr lang="en-US" altLang="zh-CN" dirty="0"/>
              <a:t>7.</a:t>
            </a:r>
            <a:r>
              <a:rPr lang="zh-CN" altLang="en-US" dirty="0"/>
              <a:t>掌握日志存储的实际应用；</a:t>
            </a:r>
            <a:endParaRPr lang="en-US" altLang="zh-CN" dirty="0"/>
          </a:p>
        </p:txBody>
      </p:sp>
    </p:spTree>
    <p:extLst>
      <p:ext uri="{BB962C8B-B14F-4D97-AF65-F5344CB8AC3E}">
        <p14:creationId xmlns:p14="http://schemas.microsoft.com/office/powerpoint/2010/main" val="3872142983"/>
      </p:ext>
    </p:extLst>
  </p:cSld>
  <p:clrMapOvr>
    <a:masterClrMapping/>
  </p:clrMapOvr>
  <p:transition spd="slow">
    <p:blinds dir="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2"/>
          <p:cNvSpPr txBox="1">
            <a:spLocks/>
          </p:cNvSpPr>
          <p:nvPr/>
        </p:nvSpPr>
        <p:spPr>
          <a:xfrm>
            <a:off x="4476291" y="3105647"/>
            <a:ext cx="5869491" cy="71973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165"/>
            <a:r>
              <a:rPr kumimoji="1" lang="zh-CN" altLang="en-US" b="1" dirty="0">
                <a:solidFill>
                  <a:schemeClr val="tx1">
                    <a:lumMod val="75000"/>
                    <a:lumOff val="25000"/>
                  </a:schemeClr>
                </a:solidFill>
                <a:latin typeface="Microsoft YaHei" charset="-122"/>
                <a:ea typeface="Microsoft YaHei" charset="-122"/>
                <a:cs typeface="Microsoft YaHei" charset="-122"/>
                <a:sym typeface="Arial" panose="020B0604020202020204"/>
              </a:rPr>
              <a:t>概述</a:t>
            </a:r>
          </a:p>
        </p:txBody>
      </p:sp>
      <p:cxnSp>
        <p:nvCxnSpPr>
          <p:cNvPr id="12" name="直线连接符 11"/>
          <p:cNvCxnSpPr/>
          <p:nvPr/>
        </p:nvCxnSpPr>
        <p:spPr>
          <a:xfrm>
            <a:off x="4056366" y="3105647"/>
            <a:ext cx="0" cy="649916"/>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标题 2"/>
          <p:cNvSpPr txBox="1">
            <a:spLocks/>
          </p:cNvSpPr>
          <p:nvPr/>
        </p:nvSpPr>
        <p:spPr>
          <a:xfrm>
            <a:off x="2788608" y="2994992"/>
            <a:ext cx="1477722" cy="83038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CN" sz="6000" b="1" dirty="0">
                <a:solidFill>
                  <a:srgbClr val="117EC8"/>
                </a:solidFill>
                <a:latin typeface="Arial" charset="0"/>
                <a:ea typeface="Arial" charset="0"/>
                <a:cs typeface="Arial" charset="0"/>
              </a:rPr>
              <a:t>4.1</a:t>
            </a:r>
            <a:endParaRPr kumimoji="1" lang="zh-CN" altLang="en-US" sz="7200" b="1" dirty="0">
              <a:solidFill>
                <a:srgbClr val="117EC8"/>
              </a:solidFill>
              <a:latin typeface="Arial" charset="0"/>
              <a:ea typeface="Arial" charset="0"/>
              <a:cs typeface="Arial" charset="0"/>
            </a:endParaRPr>
          </a:p>
        </p:txBody>
      </p:sp>
    </p:spTree>
    <p:extLst>
      <p:ext uri="{BB962C8B-B14F-4D97-AF65-F5344CB8AC3E}">
        <p14:creationId xmlns:p14="http://schemas.microsoft.com/office/powerpoint/2010/main" val="252449544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p:cNvSpPr txBox="1">
            <a:spLocks noRot="1" noChangeArrowheads="1"/>
          </p:cNvSpPr>
          <p:nvPr/>
        </p:nvSpPr>
        <p:spPr>
          <a:xfrm>
            <a:off x="1293223" y="1246922"/>
            <a:ext cx="9522823"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zh-CN" altLang="en-US" dirty="0">
                <a:sym typeface="+mn-ea"/>
              </a:rPr>
              <a:t>（</a:t>
            </a:r>
            <a:r>
              <a:rPr lang="en-US" altLang="zh-CN" dirty="0">
                <a:sym typeface="+mn-ea"/>
              </a:rPr>
              <a:t>1</a:t>
            </a:r>
            <a:r>
              <a:rPr lang="zh-CN" altLang="en-US" dirty="0">
                <a:sym typeface="+mn-ea"/>
              </a:rPr>
              <a:t>）日志存储是进行日志审计分析的基础，目前一些中小型企业留存的日志记录已经增长到</a:t>
            </a:r>
            <a:r>
              <a:rPr lang="en-US" altLang="zh-CN" dirty="0">
                <a:sym typeface="+mn-ea"/>
              </a:rPr>
              <a:t>TB</a:t>
            </a:r>
            <a:r>
              <a:rPr lang="zh-CN" altLang="en-US" dirty="0">
                <a:sym typeface="+mn-ea"/>
              </a:rPr>
              <a:t>甚至是</a:t>
            </a:r>
            <a:r>
              <a:rPr lang="en-US" altLang="zh-CN" dirty="0">
                <a:sym typeface="+mn-ea"/>
              </a:rPr>
              <a:t>PB</a:t>
            </a:r>
            <a:r>
              <a:rPr lang="zh-CN" altLang="en-US" dirty="0">
                <a:sym typeface="+mn-ea"/>
              </a:rPr>
              <a:t>级别。</a:t>
            </a:r>
            <a:endParaRPr lang="en-US" altLang="zh-CN" dirty="0">
              <a:sym typeface="+mn-ea"/>
            </a:endParaRPr>
          </a:p>
          <a:p>
            <a:r>
              <a:rPr lang="zh-CN" altLang="en-US" dirty="0">
                <a:sym typeface="+mn-ea"/>
              </a:rPr>
              <a:t>（</a:t>
            </a:r>
            <a:r>
              <a:rPr lang="en-US" altLang="zh-CN" dirty="0">
                <a:sym typeface="+mn-ea"/>
              </a:rPr>
              <a:t>2</a:t>
            </a:r>
            <a:r>
              <a:rPr lang="zh-CN" altLang="en-US" dirty="0">
                <a:sym typeface="+mn-ea"/>
              </a:rPr>
              <a:t>）面对大数量级的日志数据，日志的存储策略和存储方式对后续日志的分析有着重要的影响。</a:t>
            </a:r>
            <a:endParaRPr lang="zh-CN" altLang="en-US" noProof="1"/>
          </a:p>
        </p:txBody>
      </p:sp>
      <p:sp>
        <p:nvSpPr>
          <p:cNvPr id="3" name="标题 2"/>
          <p:cNvSpPr>
            <a:spLocks noGrp="1"/>
          </p:cNvSpPr>
          <p:nvPr>
            <p:ph type="title"/>
          </p:nvPr>
        </p:nvSpPr>
        <p:spPr/>
        <p:txBody>
          <a:bodyPr/>
          <a:lstStyle/>
          <a:p>
            <a:r>
              <a:rPr lang="zh-CN" altLang="en-US" dirty="0"/>
              <a:t>日志存储的必要性</a:t>
            </a:r>
          </a:p>
        </p:txBody>
      </p:sp>
    </p:spTree>
    <p:extLst>
      <p:ext uri="{BB962C8B-B14F-4D97-AF65-F5344CB8AC3E}">
        <p14:creationId xmlns:p14="http://schemas.microsoft.com/office/powerpoint/2010/main" val="1305977565"/>
      </p:ext>
    </p:extLst>
  </p:cSld>
  <p:clrMapOvr>
    <a:masterClrMapping/>
  </p:clrMapOvr>
  <p:transition spd="slow">
    <p:blinds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2"/>
          <p:cNvSpPr txBox="1">
            <a:spLocks/>
          </p:cNvSpPr>
          <p:nvPr/>
        </p:nvSpPr>
        <p:spPr>
          <a:xfrm>
            <a:off x="4476291" y="3105647"/>
            <a:ext cx="5869491" cy="71973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165"/>
            <a:r>
              <a:rPr kumimoji="1" lang="zh-CN" altLang="en-US" b="1" dirty="0">
                <a:solidFill>
                  <a:schemeClr val="tx1">
                    <a:lumMod val="75000"/>
                    <a:lumOff val="25000"/>
                  </a:schemeClr>
                </a:solidFill>
                <a:latin typeface="Microsoft YaHei" charset="-122"/>
                <a:ea typeface="Microsoft YaHei" charset="-122"/>
                <a:cs typeface="Microsoft YaHei" charset="-122"/>
                <a:sym typeface="Arial" panose="020B0604020202020204"/>
              </a:rPr>
              <a:t>日志存储策略</a:t>
            </a:r>
          </a:p>
        </p:txBody>
      </p:sp>
      <p:cxnSp>
        <p:nvCxnSpPr>
          <p:cNvPr id="12" name="直线连接符 11"/>
          <p:cNvCxnSpPr/>
          <p:nvPr/>
        </p:nvCxnSpPr>
        <p:spPr>
          <a:xfrm>
            <a:off x="4056366" y="3105647"/>
            <a:ext cx="0" cy="649916"/>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标题 2"/>
          <p:cNvSpPr txBox="1">
            <a:spLocks/>
          </p:cNvSpPr>
          <p:nvPr/>
        </p:nvSpPr>
        <p:spPr>
          <a:xfrm>
            <a:off x="2788608" y="2994992"/>
            <a:ext cx="1477722" cy="83038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CN" sz="6000" b="1" dirty="0">
                <a:solidFill>
                  <a:srgbClr val="117EC8"/>
                </a:solidFill>
                <a:latin typeface="Arial" charset="0"/>
                <a:ea typeface="Arial" charset="0"/>
                <a:cs typeface="Arial" charset="0"/>
              </a:rPr>
              <a:t>4.2</a:t>
            </a:r>
            <a:endParaRPr kumimoji="1" lang="zh-CN" altLang="en-US" sz="7200" b="1" dirty="0">
              <a:solidFill>
                <a:srgbClr val="117EC8"/>
              </a:solidFill>
              <a:latin typeface="Arial" charset="0"/>
              <a:ea typeface="Arial" charset="0"/>
              <a:cs typeface="Arial" charset="0"/>
            </a:endParaRPr>
          </a:p>
        </p:txBody>
      </p:sp>
    </p:spTree>
    <p:extLst>
      <p:ext uri="{BB962C8B-B14F-4D97-AF65-F5344CB8AC3E}">
        <p14:creationId xmlns:p14="http://schemas.microsoft.com/office/powerpoint/2010/main" val="425966433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txBox="1">
            <a:spLocks noRot="1" noChangeArrowheads="1"/>
          </p:cNvSpPr>
          <p:nvPr/>
        </p:nvSpPr>
        <p:spPr>
          <a:xfrm>
            <a:off x="1162594" y="1202122"/>
            <a:ext cx="9101523"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zh-CN" altLang="en-US" dirty="0">
                <a:sym typeface="+mn-ea"/>
              </a:rPr>
              <a:t>（</a:t>
            </a:r>
            <a:r>
              <a:rPr lang="en-US" altLang="zh-CN" dirty="0">
                <a:sym typeface="+mn-ea"/>
              </a:rPr>
              <a:t>1</a:t>
            </a:r>
            <a:r>
              <a:rPr lang="zh-CN" altLang="en-US" dirty="0">
                <a:sym typeface="+mn-ea"/>
              </a:rPr>
              <a:t>）基于文本日志目前最为丰富的日志类型。</a:t>
            </a:r>
            <a:endParaRPr lang="en-US" altLang="zh-CN" dirty="0">
              <a:sym typeface="+mn-ea"/>
            </a:endParaRPr>
          </a:p>
          <a:p>
            <a:r>
              <a:rPr lang="zh-CN" altLang="en-US" dirty="0">
                <a:sym typeface="+mn-ea"/>
              </a:rPr>
              <a:t>（</a:t>
            </a:r>
            <a:r>
              <a:rPr lang="en-US" altLang="zh-CN" dirty="0">
                <a:sym typeface="+mn-ea"/>
              </a:rPr>
              <a:t>2</a:t>
            </a:r>
            <a:r>
              <a:rPr lang="zh-CN" altLang="en-US" dirty="0">
                <a:sym typeface="+mn-ea"/>
              </a:rPr>
              <a:t>）基于文本日志记录的丰富主要归功于生成该类型日志时较低的成本，以及现有的许多计算机语言中包含了可以轻松生成基于文本日志的框架。</a:t>
            </a:r>
            <a:endParaRPr lang="zh-CN" altLang="en-US" noProof="1"/>
          </a:p>
        </p:txBody>
      </p:sp>
      <p:sp>
        <p:nvSpPr>
          <p:cNvPr id="3" name="标题 2"/>
          <p:cNvSpPr>
            <a:spLocks noGrp="1"/>
          </p:cNvSpPr>
          <p:nvPr>
            <p:ph type="title"/>
          </p:nvPr>
        </p:nvSpPr>
        <p:spPr/>
        <p:txBody>
          <a:bodyPr/>
          <a:lstStyle/>
          <a:p>
            <a:r>
              <a:rPr lang="zh-CN" altLang="en-US" dirty="0"/>
              <a:t>基于文本的日志记录特点</a:t>
            </a:r>
          </a:p>
        </p:txBody>
      </p:sp>
      <p:sp>
        <p:nvSpPr>
          <p:cNvPr id="2" name="灯片编号占位符 1"/>
          <p:cNvSpPr>
            <a:spLocks noGrp="1"/>
          </p:cNvSpPr>
          <p:nvPr>
            <p:ph type="sldNum" sz="quarter" idx="4294967295"/>
          </p:nvPr>
        </p:nvSpPr>
        <p:spPr>
          <a:xfrm>
            <a:off x="9448800" y="6356350"/>
            <a:ext cx="2743200" cy="365125"/>
          </a:xfrm>
        </p:spPr>
        <p:txBody>
          <a:bodyPr/>
          <a:lstStyle/>
          <a:p>
            <a:fld id="{1E4B0B22-26AC-43A2-B10D-1F97D7C711AE}" type="slidenum">
              <a:rPr lang="zh-CN" altLang="en-US" smtClean="0"/>
              <a:pPr/>
              <a:t>7</a:t>
            </a:fld>
            <a:endParaRPr lang="zh-CN" altLang="en-US"/>
          </a:p>
        </p:txBody>
      </p:sp>
    </p:spTree>
    <p:extLst>
      <p:ext uri="{BB962C8B-B14F-4D97-AF65-F5344CB8AC3E}">
        <p14:creationId xmlns:p14="http://schemas.microsoft.com/office/powerpoint/2010/main" val="3800390691"/>
      </p:ext>
    </p:extLst>
  </p:cSld>
  <p:clrMapOvr>
    <a:masterClrMapping/>
  </p:clrMapOvr>
  <p:transition spd="slow">
    <p:blinds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7D8F569E-52D3-433A-92AF-315142661ECD}"/>
              </a:ext>
            </a:extLst>
          </p:cNvPr>
          <p:cNvSpPr/>
          <p:nvPr/>
        </p:nvSpPr>
        <p:spPr>
          <a:xfrm>
            <a:off x="1110343" y="1307288"/>
            <a:ext cx="9325978"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）应用程序写入基于文本的日志文件，从</a:t>
            </a:r>
            <a:r>
              <a:rPr lang="en-US" altLang="zh-CN" sz="1600" spc="100" dirty="0">
                <a:latin typeface="微软雅黑" panose="020B0503020204020204" pitchFamily="34" charset="-122"/>
                <a:ea typeface="微软雅黑" panose="020B0503020204020204" pitchFamily="34" charset="-122"/>
              </a:rPr>
              <a:t>CPU</a:t>
            </a:r>
            <a:r>
              <a:rPr lang="zh-CN" altLang="en-US" sz="1600" spc="100" dirty="0">
                <a:latin typeface="微软雅黑" panose="020B0503020204020204" pitchFamily="34" charset="-122"/>
                <a:ea typeface="微软雅黑" panose="020B0503020204020204" pitchFamily="34" charset="-122"/>
              </a:rPr>
              <a:t>以及</a:t>
            </a:r>
            <a:r>
              <a:rPr lang="en-US" altLang="zh-CN" sz="1600" spc="100" dirty="0">
                <a:latin typeface="微软雅黑" panose="020B0503020204020204" pitchFamily="34" charset="-122"/>
                <a:ea typeface="微软雅黑" panose="020B0503020204020204" pitchFamily="34" charset="-122"/>
              </a:rPr>
              <a:t>I/O</a:t>
            </a:r>
            <a:r>
              <a:rPr lang="zh-CN" altLang="en-US" sz="1600" spc="100" dirty="0">
                <a:latin typeface="微软雅黑" panose="020B0503020204020204" pitchFamily="34" charset="-122"/>
                <a:ea typeface="微软雅黑" panose="020B0503020204020204" pitchFamily="34" charset="-122"/>
              </a:rPr>
              <a:t>资源来说代价很低。</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）文本格式是典型的便于人们理解、可读的格式，可用常规文本工具（如</a:t>
            </a:r>
            <a:r>
              <a:rPr lang="en-US" altLang="zh-CN" sz="1600" spc="100" dirty="0">
                <a:latin typeface="微软雅黑" panose="020B0503020204020204" pitchFamily="34" charset="-122"/>
                <a:ea typeface="微软雅黑" panose="020B0503020204020204" pitchFamily="34" charset="-122"/>
              </a:rPr>
              <a:t>grep</a:t>
            </a:r>
            <a:r>
              <a:rPr lang="zh-CN" altLang="en-US" sz="1600" spc="100" dirty="0">
                <a:latin typeface="微软雅黑" panose="020B0503020204020204" pitchFamily="34" charset="-122"/>
                <a:ea typeface="微软雅黑" panose="020B0503020204020204" pitchFamily="34" charset="-122"/>
              </a:rPr>
              <a:t>和</a:t>
            </a:r>
            <a:r>
              <a:rPr lang="en-US" altLang="zh-CN" sz="1600" spc="100" dirty="0" err="1">
                <a:latin typeface="微软雅黑" panose="020B0503020204020204" pitchFamily="34" charset="-122"/>
                <a:ea typeface="微软雅黑" panose="020B0503020204020204" pitchFamily="34" charset="-122"/>
              </a:rPr>
              <a:t>awk</a:t>
            </a:r>
            <a:r>
              <a:rPr lang="zh-CN" altLang="en-US" sz="1600" spc="100" dirty="0">
                <a:latin typeface="微软雅黑" panose="020B0503020204020204" pitchFamily="34" charset="-122"/>
                <a:ea typeface="微软雅黑" panose="020B0503020204020204" pitchFamily="34" charset="-122"/>
              </a:rPr>
              <a:t>，都是各种</a:t>
            </a:r>
            <a:r>
              <a:rPr lang="en-US" altLang="zh-CN" sz="1600" spc="100" dirty="0">
                <a:latin typeface="微软雅黑" panose="020B0503020204020204" pitchFamily="34" charset="-122"/>
                <a:ea typeface="微软雅黑" panose="020B0503020204020204" pitchFamily="34" charset="-122"/>
              </a:rPr>
              <a:t>Unix/Linux</a:t>
            </a:r>
            <a:r>
              <a:rPr lang="zh-CN" altLang="en-US" sz="1600" spc="100" dirty="0">
                <a:latin typeface="微软雅黑" panose="020B0503020204020204" pitchFamily="34" charset="-122"/>
                <a:ea typeface="微软雅黑" panose="020B0503020204020204" pitchFamily="34" charset="-122"/>
              </a:rPr>
              <a:t>操作系统变种的固有工具）处理和查阅。</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）许多常见的基于文本的日志格式已经存在，例如</a:t>
            </a:r>
            <a:r>
              <a:rPr lang="en-US" altLang="zh-CN" sz="1600" spc="100" dirty="0">
                <a:latin typeface="微软雅黑" panose="020B0503020204020204" pitchFamily="34" charset="-122"/>
                <a:ea typeface="微软雅黑" panose="020B0503020204020204" pitchFamily="34" charset="-122"/>
              </a:rPr>
              <a:t>syslog</a:t>
            </a:r>
            <a:r>
              <a:rPr lang="zh-CN" altLang="en-US" sz="1600" spc="100" dirty="0">
                <a:latin typeface="微软雅黑" panose="020B0503020204020204" pitchFamily="34" charset="-122"/>
                <a:ea typeface="微软雅黑" panose="020B0503020204020204" pitchFamily="34" charset="-122"/>
              </a:rPr>
              <a:t>。使得运营和安全团队易于使用一种通用方法来解析日志，构造一个更完善的日志管理系统。</a:t>
            </a:r>
          </a:p>
        </p:txBody>
      </p:sp>
      <p:sp>
        <p:nvSpPr>
          <p:cNvPr id="3" name="标题 2"/>
          <p:cNvSpPr>
            <a:spLocks noGrp="1"/>
          </p:cNvSpPr>
          <p:nvPr>
            <p:ph type="title"/>
          </p:nvPr>
        </p:nvSpPr>
        <p:spPr/>
        <p:txBody>
          <a:bodyPr/>
          <a:lstStyle/>
          <a:p>
            <a:r>
              <a:rPr lang="zh-CN" altLang="en-US" dirty="0"/>
              <a:t>基于文本的日志记录的优点</a:t>
            </a:r>
          </a:p>
        </p:txBody>
      </p:sp>
    </p:spTree>
    <p:extLst>
      <p:ext uri="{BB962C8B-B14F-4D97-AF65-F5344CB8AC3E}">
        <p14:creationId xmlns:p14="http://schemas.microsoft.com/office/powerpoint/2010/main" val="3892814574"/>
      </p:ext>
    </p:extLst>
  </p:cSld>
  <p:clrMapOvr>
    <a:masterClrMapping/>
  </p:clrMapOvr>
  <p:transition spd="slow">
    <p:blinds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1A76C7FD-A8D6-48D4-A99B-816F24035C6E}"/>
              </a:ext>
            </a:extLst>
          </p:cNvPr>
          <p:cNvSpPr/>
          <p:nvPr/>
        </p:nvSpPr>
        <p:spPr>
          <a:xfrm>
            <a:off x="1071154" y="1293445"/>
            <a:ext cx="9823269"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定义：基于二进制日志文件是应用程序生成的机器可读的日志文件，需要专有的工具或者程序去阅读处理它们。</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应用案例：</a:t>
            </a:r>
            <a:r>
              <a:rPr lang="en-US" altLang="zh-CN" sz="1600" spc="100" dirty="0">
                <a:latin typeface="微软雅黑" panose="020B0503020204020204" pitchFamily="34" charset="-122"/>
                <a:ea typeface="微软雅黑" panose="020B0503020204020204" pitchFamily="34" charset="-122"/>
              </a:rPr>
              <a:t>Windows</a:t>
            </a:r>
            <a:r>
              <a:rPr lang="zh-CN" altLang="en-US" sz="1600" spc="100" dirty="0">
                <a:latin typeface="微软雅黑" panose="020B0503020204020204" pitchFamily="34" charset="-122"/>
                <a:ea typeface="微软雅黑" panose="020B0503020204020204" pitchFamily="34" charset="-122"/>
              </a:rPr>
              <a:t>事件日志和</a:t>
            </a:r>
            <a:r>
              <a:rPr lang="en-US" altLang="zh-CN" sz="1600" spc="100" dirty="0">
                <a:latin typeface="微软雅黑" panose="020B0503020204020204" pitchFamily="34" charset="-122"/>
                <a:ea typeface="微软雅黑" panose="020B0503020204020204" pitchFamily="34" charset="-122"/>
              </a:rPr>
              <a:t>Microsoft Internet</a:t>
            </a:r>
            <a:r>
              <a:rPr lang="zh-CN" altLang="en-US" sz="1600" spc="100" dirty="0">
                <a:latin typeface="微软雅黑" panose="020B0503020204020204" pitchFamily="34" charset="-122"/>
                <a:ea typeface="微软雅黑" panose="020B0503020204020204" pitchFamily="34" charset="-122"/>
              </a:rPr>
              <a:t>信息服务日志等。</a:t>
            </a:r>
          </a:p>
        </p:txBody>
      </p:sp>
      <p:sp>
        <p:nvSpPr>
          <p:cNvPr id="3" name="标题 2"/>
          <p:cNvSpPr>
            <a:spLocks noGrp="1"/>
          </p:cNvSpPr>
          <p:nvPr>
            <p:ph type="title"/>
          </p:nvPr>
        </p:nvSpPr>
        <p:spPr/>
        <p:txBody>
          <a:bodyPr/>
          <a:lstStyle/>
          <a:p>
            <a:r>
              <a:rPr lang="zh-CN" altLang="en-US" dirty="0"/>
              <a:t>基于二进制文件定义</a:t>
            </a:r>
          </a:p>
        </p:txBody>
      </p:sp>
    </p:spTree>
    <p:extLst>
      <p:ext uri="{BB962C8B-B14F-4D97-AF65-F5344CB8AC3E}">
        <p14:creationId xmlns:p14="http://schemas.microsoft.com/office/powerpoint/2010/main" val="2634588426"/>
      </p:ext>
    </p:extLst>
  </p:cSld>
  <p:clrMapOvr>
    <a:masterClrMapping/>
  </p:clrMapOvr>
  <p:transition spd="slow">
    <p:blinds dir="ver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1A76C7FD-A8D6-48D4-A99B-816F24035C6E}"/>
              </a:ext>
            </a:extLst>
          </p:cNvPr>
          <p:cNvSpPr/>
          <p:nvPr/>
        </p:nvSpPr>
        <p:spPr>
          <a:xfrm>
            <a:off x="1188720" y="1373174"/>
            <a:ext cx="9862457"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）未来</a:t>
            </a:r>
            <a:r>
              <a:rPr lang="en-US" altLang="zh-CN" sz="1600" spc="100" dirty="0">
                <a:latin typeface="微软雅黑" panose="020B0503020204020204" pitchFamily="34" charset="-122"/>
                <a:ea typeface="微软雅黑" panose="020B0503020204020204" pitchFamily="34" charset="-122"/>
              </a:rPr>
              <a:t>5</a:t>
            </a:r>
            <a:r>
              <a:rPr lang="zh-CN" altLang="en-US" sz="1600" spc="100" dirty="0">
                <a:latin typeface="微软雅黑" panose="020B0503020204020204" pitchFamily="34" charset="-122"/>
                <a:ea typeface="微软雅黑" panose="020B0503020204020204" pitchFamily="34" charset="-122"/>
              </a:rPr>
              <a:t>年甚至</a:t>
            </a:r>
            <a:r>
              <a:rPr lang="en-US" altLang="zh-CN" sz="1600" spc="100" dirty="0">
                <a:latin typeface="微软雅黑" panose="020B0503020204020204" pitchFamily="34" charset="-122"/>
                <a:ea typeface="微软雅黑" panose="020B0503020204020204" pitchFamily="34" charset="-122"/>
              </a:rPr>
              <a:t>10</a:t>
            </a:r>
            <a:r>
              <a:rPr lang="zh-CN" altLang="en-US" sz="1600" spc="100" dirty="0">
                <a:latin typeface="微软雅黑" panose="020B0503020204020204" pitchFamily="34" charset="-122"/>
                <a:ea typeface="微软雅黑" panose="020B0503020204020204" pitchFamily="34" charset="-122"/>
              </a:rPr>
              <a:t>年后阅读二进制日志所使用工具的可用性。保留一台专用读取二进制日志的服务器很多年，并进行取证分析，几乎是不可能的。</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）二进制日志文件在磁盘空间利用上非常高效，但是无法进行很大的压缩。与文本文件日志记录相比，二进制文件所需的存储空间会比较大。</a:t>
            </a:r>
          </a:p>
        </p:txBody>
      </p:sp>
      <p:sp>
        <p:nvSpPr>
          <p:cNvPr id="3" name="标题 2"/>
          <p:cNvSpPr>
            <a:spLocks noGrp="1"/>
          </p:cNvSpPr>
          <p:nvPr>
            <p:ph type="title"/>
          </p:nvPr>
        </p:nvSpPr>
        <p:spPr/>
        <p:txBody>
          <a:bodyPr/>
          <a:lstStyle/>
          <a:p>
            <a:r>
              <a:rPr lang="zh-CN" altLang="en-US" dirty="0"/>
              <a:t>存二进制日志文件原生格式的问题</a:t>
            </a:r>
          </a:p>
        </p:txBody>
      </p:sp>
    </p:spTree>
    <p:extLst>
      <p:ext uri="{BB962C8B-B14F-4D97-AF65-F5344CB8AC3E}">
        <p14:creationId xmlns:p14="http://schemas.microsoft.com/office/powerpoint/2010/main" val="4294561525"/>
      </p:ext>
    </p:extLst>
  </p:cSld>
  <p:clrMapOvr>
    <a:masterClrMapping/>
  </p:clrMapOvr>
  <p:transition spd="slow">
    <p:blinds dir="ver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1A76C7FD-A8D6-48D4-A99B-816F24035C6E}"/>
              </a:ext>
            </a:extLst>
          </p:cNvPr>
          <p:cNvSpPr/>
          <p:nvPr/>
        </p:nvSpPr>
        <p:spPr>
          <a:xfrm>
            <a:off x="1149531" y="1183450"/>
            <a:ext cx="995389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 </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）含义：基于压缩文件的日志存储主要将</a:t>
            </a:r>
            <a:r>
              <a:rPr lang="zh-CN" altLang="zh-CN" sz="1600" spc="100" dirty="0">
                <a:latin typeface="微软雅黑" panose="020B0503020204020204" pitchFamily="34" charset="-122"/>
                <a:ea typeface="微软雅黑" panose="020B0503020204020204" pitchFamily="34" charset="-122"/>
              </a:rPr>
              <a:t>每个周期的日志文件进行压缩，压缩成一个新的日志文件</a:t>
            </a:r>
            <a:r>
              <a:rPr lang="zh-CN" altLang="en-US" sz="1600" spc="100" dirty="0">
                <a:latin typeface="微软雅黑" panose="020B0503020204020204" pitchFamily="34" charset="-122"/>
                <a:ea typeface="微软雅黑" panose="020B0503020204020204" pitchFamily="34" charset="-122"/>
              </a:rPr>
              <a:t>。</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）作用：</a:t>
            </a:r>
            <a:r>
              <a:rPr lang="zh-CN" altLang="zh-CN" sz="1600" spc="100" dirty="0">
                <a:latin typeface="微软雅黑" panose="020B0503020204020204" pitchFamily="34" charset="-122"/>
                <a:ea typeface="微软雅黑" panose="020B0503020204020204" pitchFamily="34" charset="-122"/>
              </a:rPr>
              <a:t>这样可以使得日志所占的磁盘空间越来越小，从而节约宝贵的存储空间。</a:t>
            </a:r>
            <a:endParaRPr lang="zh-CN" altLang="en-US"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zh-CN" altLang="en-US" dirty="0"/>
              <a:t>基于压缩文件的存储含义和作用</a:t>
            </a:r>
          </a:p>
        </p:txBody>
      </p:sp>
    </p:spTree>
    <p:extLst>
      <p:ext uri="{BB962C8B-B14F-4D97-AF65-F5344CB8AC3E}">
        <p14:creationId xmlns:p14="http://schemas.microsoft.com/office/powerpoint/2010/main" val="1729495934"/>
      </p:ext>
    </p:extLst>
  </p:cSld>
  <p:clrMapOvr>
    <a:masterClrMapping/>
  </p:clrMapOvr>
  <p:transition spd="slow">
    <p:blinds dir="ver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1A76C7FD-A8D6-48D4-A99B-816F24035C6E}"/>
              </a:ext>
            </a:extLst>
          </p:cNvPr>
          <p:cNvSpPr/>
          <p:nvPr/>
        </p:nvSpPr>
        <p:spPr>
          <a:xfrm>
            <a:off x="966651" y="1293445"/>
            <a:ext cx="877321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）定义：由网络系统内部的运行程序产生的，记录着系统运行的状况是否正常。</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）作用：日志数据可以用来检查系统发生错误的原因；查找受到入侵留下的线索。</a:t>
            </a:r>
          </a:p>
        </p:txBody>
      </p:sp>
      <p:sp>
        <p:nvSpPr>
          <p:cNvPr id="3" name="标题 2"/>
          <p:cNvSpPr>
            <a:spLocks noGrp="1"/>
          </p:cNvSpPr>
          <p:nvPr>
            <p:ph type="title"/>
          </p:nvPr>
        </p:nvSpPr>
        <p:spPr/>
        <p:txBody>
          <a:bodyPr/>
          <a:lstStyle/>
          <a:p>
            <a:r>
              <a:rPr lang="zh-CN" altLang="en-US" dirty="0"/>
              <a:t>日志数据定义和作用</a:t>
            </a:r>
          </a:p>
        </p:txBody>
      </p:sp>
    </p:spTree>
    <p:extLst>
      <p:ext uri="{BB962C8B-B14F-4D97-AF65-F5344CB8AC3E}">
        <p14:creationId xmlns:p14="http://schemas.microsoft.com/office/powerpoint/2010/main" val="710052521"/>
      </p:ext>
    </p:extLst>
  </p:cSld>
  <p:clrMapOvr>
    <a:masterClrMapping/>
  </p:clrMapOvr>
  <p:transition spd="slow">
    <p:blinds dir="ver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1A76C7FD-A8D6-48D4-A99B-816F24035C6E}"/>
              </a:ext>
            </a:extLst>
          </p:cNvPr>
          <p:cNvSpPr/>
          <p:nvPr/>
        </p:nvSpPr>
        <p:spPr>
          <a:xfrm>
            <a:off x="1240971" y="1320094"/>
            <a:ext cx="9640389"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）定义：关系数据库建立在关系数据库模型基础上的数据库，借助于集合代数等概念和方法来处理数据库中的数据。</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）主要内容：关系数据库内容主要包含关系的数据结构、关系操作集合和关系完整性约束。</a:t>
            </a:r>
          </a:p>
        </p:txBody>
      </p:sp>
      <p:sp>
        <p:nvSpPr>
          <p:cNvPr id="3" name="标题 2"/>
          <p:cNvSpPr>
            <a:spLocks noGrp="1"/>
          </p:cNvSpPr>
          <p:nvPr>
            <p:ph type="title"/>
          </p:nvPr>
        </p:nvSpPr>
        <p:spPr/>
        <p:txBody>
          <a:bodyPr/>
          <a:lstStyle/>
          <a:p>
            <a:r>
              <a:rPr lang="zh-CN" altLang="en-US" dirty="0"/>
              <a:t>关系数据库定义及其主要内容</a:t>
            </a:r>
          </a:p>
        </p:txBody>
      </p:sp>
    </p:spTree>
    <p:extLst>
      <p:ext uri="{BB962C8B-B14F-4D97-AF65-F5344CB8AC3E}">
        <p14:creationId xmlns:p14="http://schemas.microsoft.com/office/powerpoint/2010/main" val="876894935"/>
      </p:ext>
    </p:extLst>
  </p:cSld>
  <p:clrMapOvr>
    <a:masterClrMapping/>
  </p:clrMapOvr>
  <p:transition spd="slow">
    <p:blinds dir="ver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1A76C7FD-A8D6-48D4-A99B-816F24035C6E}"/>
              </a:ext>
            </a:extLst>
          </p:cNvPr>
          <p:cNvSpPr/>
          <p:nvPr/>
        </p:nvSpPr>
        <p:spPr>
          <a:xfrm>
            <a:off x="1319349" y="1310075"/>
            <a:ext cx="9522822"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）单一的数据结构</a:t>
            </a:r>
            <a:r>
              <a:rPr lang="en-US" altLang="zh-CN" sz="1600" spc="100" dirty="0">
                <a:latin typeface="微软雅黑" panose="020B0503020204020204" pitchFamily="34" charset="-122"/>
                <a:ea typeface="微软雅黑" panose="020B0503020204020204" pitchFamily="34" charset="-122"/>
              </a:rPr>
              <a:t>——</a:t>
            </a:r>
            <a:r>
              <a:rPr lang="zh-CN" altLang="en-US" sz="1600" spc="100" dirty="0">
                <a:latin typeface="微软雅黑" panose="020B0503020204020204" pitchFamily="34" charset="-122"/>
                <a:ea typeface="微软雅黑" panose="020B0503020204020204" pitchFamily="34" charset="-122"/>
              </a:rPr>
              <a:t>关系，也就是说现实世界的实体以及实体间的各种联系均用关系来表示。</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）数据的逻辑结构二维表，从用户的角度关系模型数据逻辑结构为一张二维表。</a:t>
            </a:r>
          </a:p>
        </p:txBody>
      </p:sp>
      <p:sp>
        <p:nvSpPr>
          <p:cNvPr id="3" name="标题 2"/>
          <p:cNvSpPr>
            <a:spLocks noGrp="1"/>
          </p:cNvSpPr>
          <p:nvPr>
            <p:ph type="title"/>
          </p:nvPr>
        </p:nvSpPr>
        <p:spPr/>
        <p:txBody>
          <a:bodyPr/>
          <a:lstStyle/>
          <a:p>
            <a:r>
              <a:rPr lang="zh-CN" altLang="en-US" dirty="0"/>
              <a:t>关系的数据结构</a:t>
            </a:r>
          </a:p>
        </p:txBody>
      </p:sp>
    </p:spTree>
    <p:extLst>
      <p:ext uri="{BB962C8B-B14F-4D97-AF65-F5344CB8AC3E}">
        <p14:creationId xmlns:p14="http://schemas.microsoft.com/office/powerpoint/2010/main" val="4176218906"/>
      </p:ext>
    </p:extLst>
  </p:cSld>
  <p:clrMapOvr>
    <a:masterClrMapping/>
  </p:clrMapOvr>
  <p:transition spd="slow">
    <p:blinds dir="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1A76C7FD-A8D6-48D4-A99B-816F24035C6E}"/>
              </a:ext>
            </a:extLst>
          </p:cNvPr>
          <p:cNvSpPr/>
          <p:nvPr/>
        </p:nvSpPr>
        <p:spPr>
          <a:xfrm>
            <a:off x="1149532" y="1448819"/>
            <a:ext cx="928679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）关系操作集合是关系数据库的主要内容之一。</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）查询包括选择，投影，除，并，交，差和连接。</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）数据的更新包括插入，删除和修改。而其中的查询是最主要的部分。</a:t>
            </a:r>
          </a:p>
        </p:txBody>
      </p:sp>
      <p:sp>
        <p:nvSpPr>
          <p:cNvPr id="3" name="标题 2"/>
          <p:cNvSpPr>
            <a:spLocks noGrp="1"/>
          </p:cNvSpPr>
          <p:nvPr>
            <p:ph type="title"/>
          </p:nvPr>
        </p:nvSpPr>
        <p:spPr/>
        <p:txBody>
          <a:bodyPr/>
          <a:lstStyle/>
          <a:p>
            <a:r>
              <a:rPr lang="zh-CN" altLang="en-US" dirty="0"/>
              <a:t>关系操作集合主要内容</a:t>
            </a:r>
          </a:p>
        </p:txBody>
      </p:sp>
    </p:spTree>
    <p:extLst>
      <p:ext uri="{BB962C8B-B14F-4D97-AF65-F5344CB8AC3E}">
        <p14:creationId xmlns:p14="http://schemas.microsoft.com/office/powerpoint/2010/main" val="3087415971"/>
      </p:ext>
    </p:extLst>
  </p:cSld>
  <p:clrMapOvr>
    <a:masterClrMapping/>
  </p:clrMapOvr>
  <p:transition spd="slow">
    <p:blinds dir="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1A76C7FD-A8D6-48D4-A99B-816F24035C6E}"/>
              </a:ext>
            </a:extLst>
          </p:cNvPr>
          <p:cNvSpPr/>
          <p:nvPr/>
        </p:nvSpPr>
        <p:spPr>
          <a:xfrm>
            <a:off x="1149532" y="1293445"/>
            <a:ext cx="9152492"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）实体完整性：由关系系统自动支持，参照完整性，早期的系统不支持，目前大型的系统都能自动支持。</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 </a:t>
            </a:r>
            <a:r>
              <a:rPr lang="zh-CN" altLang="en-US" sz="1600" spc="100" dirty="0">
                <a:latin typeface="微软雅黑" panose="020B0503020204020204" pitchFamily="34" charset="-122"/>
                <a:ea typeface="微软雅黑" panose="020B0503020204020204" pitchFamily="34" charset="-122"/>
              </a:rPr>
              <a:t>用户定义的完整性：反应应用领域要遵守的约束条件，体现了具体领域中的语义约束，用户定义后由系统支持。</a:t>
            </a:r>
          </a:p>
        </p:txBody>
      </p:sp>
      <p:sp>
        <p:nvSpPr>
          <p:cNvPr id="3" name="标题 2"/>
          <p:cNvSpPr>
            <a:spLocks noGrp="1"/>
          </p:cNvSpPr>
          <p:nvPr>
            <p:ph type="title"/>
          </p:nvPr>
        </p:nvSpPr>
        <p:spPr/>
        <p:txBody>
          <a:bodyPr/>
          <a:lstStyle/>
          <a:p>
            <a:r>
              <a:rPr lang="zh-CN" altLang="en-US" dirty="0"/>
              <a:t>关系完整性约束</a:t>
            </a:r>
          </a:p>
        </p:txBody>
      </p:sp>
    </p:spTree>
    <p:extLst>
      <p:ext uri="{BB962C8B-B14F-4D97-AF65-F5344CB8AC3E}">
        <p14:creationId xmlns:p14="http://schemas.microsoft.com/office/powerpoint/2010/main" val="3156097629"/>
      </p:ext>
    </p:extLst>
  </p:cSld>
  <p:clrMapOvr>
    <a:masterClrMapping/>
  </p:clrMapOvr>
  <p:transition spd="slow">
    <p:blinds dir="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1A76C7FD-A8D6-48D4-A99B-816F24035C6E}"/>
              </a:ext>
            </a:extLst>
          </p:cNvPr>
          <p:cNvSpPr/>
          <p:nvPr/>
        </p:nvSpPr>
        <p:spPr>
          <a:xfrm>
            <a:off x="1332411" y="1293445"/>
            <a:ext cx="932688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）头信息：通常包括某事件发生的时间戳以及事件涉及的</a:t>
            </a:r>
            <a:r>
              <a:rPr lang="en-US" altLang="zh-CN" sz="1600" spc="100" dirty="0">
                <a:latin typeface="微软雅黑" panose="020B0503020204020204" pitchFamily="34" charset="-122"/>
                <a:ea typeface="微软雅黑" panose="020B0503020204020204" pitchFamily="34" charset="-122"/>
              </a:rPr>
              <a:t>IP</a:t>
            </a:r>
            <a:r>
              <a:rPr lang="zh-CN" altLang="en-US" sz="1600" spc="100" dirty="0">
                <a:latin typeface="微软雅黑" panose="020B0503020204020204" pitchFamily="34" charset="-122"/>
                <a:ea typeface="微软雅黑" panose="020B0503020204020204" pitchFamily="34" charset="-122"/>
              </a:rPr>
              <a:t>地址。</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）消息体：通常就是事件的消息，在数据库中存储这些消息主要是用来构建实时报警系统。</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）分析和总结。</a:t>
            </a:r>
          </a:p>
        </p:txBody>
      </p:sp>
      <p:sp>
        <p:nvSpPr>
          <p:cNvPr id="3" name="标题 2"/>
          <p:cNvSpPr>
            <a:spLocks noGrp="1"/>
          </p:cNvSpPr>
          <p:nvPr>
            <p:ph type="title"/>
          </p:nvPr>
        </p:nvSpPr>
        <p:spPr/>
        <p:txBody>
          <a:bodyPr/>
          <a:lstStyle/>
          <a:p>
            <a:r>
              <a:rPr lang="zh-CN" altLang="en-US" dirty="0"/>
              <a:t>通常被存入关系数据库信息</a:t>
            </a:r>
          </a:p>
        </p:txBody>
      </p:sp>
    </p:spTree>
    <p:extLst>
      <p:ext uri="{BB962C8B-B14F-4D97-AF65-F5344CB8AC3E}">
        <p14:creationId xmlns:p14="http://schemas.microsoft.com/office/powerpoint/2010/main" val="2687576732"/>
      </p:ext>
    </p:extLst>
  </p:cSld>
  <p:clrMapOvr>
    <a:masterClrMapping/>
  </p:clrMapOvr>
  <p:transition spd="slow">
    <p:blinds dir="vert"/>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1A76C7FD-A8D6-48D4-A99B-816F24035C6E}"/>
              </a:ext>
            </a:extLst>
          </p:cNvPr>
          <p:cNvSpPr/>
          <p:nvPr/>
        </p:nvSpPr>
        <p:spPr>
          <a:xfrm>
            <a:off x="1214846" y="1293445"/>
            <a:ext cx="6715155"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）优先级</a:t>
            </a:r>
            <a:r>
              <a:rPr lang="en-US" altLang="zh-CN" sz="1600" spc="100" dirty="0">
                <a:latin typeface="微软雅黑" panose="020B0503020204020204" pitchFamily="34" charset="-122"/>
                <a:ea typeface="微软雅黑" panose="020B0503020204020204" pitchFamily="34" charset="-122"/>
              </a:rPr>
              <a:t>——</a:t>
            </a:r>
            <a:r>
              <a:rPr lang="zh-CN" altLang="en-US" sz="1600" spc="100" dirty="0">
                <a:latin typeface="微软雅黑" panose="020B0503020204020204" pitchFamily="34" charset="-122"/>
                <a:ea typeface="微软雅黑" panose="020B0503020204020204" pitchFamily="34" charset="-122"/>
              </a:rPr>
              <a:t>消息的重要性或相对重要性。</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）日期和时间</a:t>
            </a:r>
            <a:r>
              <a:rPr lang="en-US" altLang="zh-CN" sz="1600" spc="100" dirty="0">
                <a:latin typeface="微软雅黑" panose="020B0503020204020204" pitchFamily="34" charset="-122"/>
                <a:ea typeface="微软雅黑" panose="020B0503020204020204" pitchFamily="34" charset="-122"/>
              </a:rPr>
              <a:t>——</a:t>
            </a:r>
            <a:r>
              <a:rPr lang="zh-CN" altLang="en-US" sz="1600" spc="100" dirty="0">
                <a:latin typeface="微软雅黑" panose="020B0503020204020204" pitchFamily="34" charset="-122"/>
                <a:ea typeface="微软雅黑" panose="020B0503020204020204" pitchFamily="34" charset="-122"/>
              </a:rPr>
              <a:t>表明事件什么时候发生。</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）主机</a:t>
            </a:r>
            <a:r>
              <a:rPr lang="en-US" altLang="zh-CN" sz="1600" spc="100" dirty="0">
                <a:latin typeface="微软雅黑" panose="020B0503020204020204" pitchFamily="34" charset="-122"/>
                <a:ea typeface="微软雅黑" panose="020B0503020204020204" pitchFamily="34" charset="-122"/>
              </a:rPr>
              <a:t>——</a:t>
            </a:r>
            <a:r>
              <a:rPr lang="zh-CN" altLang="en-US" sz="1600" spc="100" dirty="0">
                <a:latin typeface="微软雅黑" panose="020B0503020204020204" pitchFamily="34" charset="-122"/>
                <a:ea typeface="微软雅黑" panose="020B0503020204020204" pitchFamily="34" charset="-122"/>
              </a:rPr>
              <a:t>生成这个事件的系统。</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）消息</a:t>
            </a:r>
            <a:r>
              <a:rPr lang="en-US" altLang="zh-CN" sz="1600" spc="100" dirty="0">
                <a:latin typeface="微软雅黑" panose="020B0503020204020204" pitchFamily="34" charset="-122"/>
                <a:ea typeface="微软雅黑" panose="020B0503020204020204" pitchFamily="34" charset="-122"/>
              </a:rPr>
              <a:t>——</a:t>
            </a:r>
            <a:r>
              <a:rPr lang="zh-CN" altLang="en-US" sz="1600" spc="100" dirty="0">
                <a:latin typeface="微软雅黑" panose="020B0503020204020204" pitchFamily="34" charset="-122"/>
                <a:ea typeface="微软雅黑" panose="020B0503020204020204" pitchFamily="34" charset="-122"/>
              </a:rPr>
              <a:t>事件发生的详细信息。</a:t>
            </a:r>
          </a:p>
          <a:p>
            <a:pPr>
              <a:lnSpc>
                <a:spcPct val="150000"/>
              </a:lnSpc>
              <a:buFont typeface="Arial" panose="020B0604020202020204" pitchFamily="34" charset="0"/>
              <a:buNone/>
            </a:pPr>
            <a:endParaRPr lang="zh-CN" altLang="en-US"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zh-CN" altLang="en-US" dirty="0"/>
              <a:t>被用到的数据项</a:t>
            </a:r>
          </a:p>
        </p:txBody>
      </p:sp>
    </p:spTree>
    <p:extLst>
      <p:ext uri="{BB962C8B-B14F-4D97-AF65-F5344CB8AC3E}">
        <p14:creationId xmlns:p14="http://schemas.microsoft.com/office/powerpoint/2010/main" val="1816815347"/>
      </p:ext>
    </p:extLst>
  </p:cSld>
  <p:clrMapOvr>
    <a:masterClrMapping/>
  </p:clrMapOvr>
  <p:transition spd="slow">
    <p:blinds dir="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1CE5620A-1867-496C-B4DF-B998CB7039CA}"/>
              </a:ext>
            </a:extLst>
          </p:cNvPr>
          <p:cNvSpPr/>
          <p:nvPr/>
        </p:nvSpPr>
        <p:spPr>
          <a:xfrm>
            <a:off x="1097280" y="1320797"/>
            <a:ext cx="9557831"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）数据库的易用性和较低的成本，企业可以使用标准的</a:t>
            </a:r>
            <a:r>
              <a:rPr lang="en-US" altLang="zh-CN" sz="1600" spc="100" dirty="0">
                <a:latin typeface="微软雅黑" panose="020B0503020204020204" pitchFamily="34" charset="-122"/>
                <a:ea typeface="微软雅黑" panose="020B0503020204020204" pitchFamily="34" charset="-122"/>
              </a:rPr>
              <a:t>SQL </a:t>
            </a:r>
            <a:r>
              <a:rPr lang="zh-CN" altLang="en-US" sz="1600" spc="100" dirty="0">
                <a:latin typeface="微软雅黑" panose="020B0503020204020204" pitchFamily="34" charset="-122"/>
                <a:ea typeface="微软雅黑" panose="020B0503020204020204" pitchFamily="34" charset="-122"/>
              </a:rPr>
              <a:t>语句快速搜索和检索日志记录。</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）数据库系统具有健全的用户访问和权限系统，这些工具可以使用编程语言作为查询日志数据的工具，并不需要使用需要特定的知识和权限的平台。</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）许多编程语言内建立了数据库处理的支持，可以开发用于日志数据实时查看与分析。</a:t>
            </a:r>
            <a:endParaRPr lang="zh-CN" altLang="zh-CN"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zh-CN" altLang="en-US" dirty="0"/>
              <a:t>关系数据库日志存储的特点</a:t>
            </a:r>
          </a:p>
        </p:txBody>
      </p:sp>
    </p:spTree>
    <p:extLst>
      <p:ext uri="{BB962C8B-B14F-4D97-AF65-F5344CB8AC3E}">
        <p14:creationId xmlns:p14="http://schemas.microsoft.com/office/powerpoint/2010/main" val="1354439266"/>
      </p:ext>
    </p:extLst>
  </p:cSld>
  <p:clrMapOvr>
    <a:masterClrMapping/>
  </p:clrMapOvr>
  <p:transition spd="slow">
    <p:blinds dir="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0A95CBC7-EFBD-4D8C-9978-7D4E07B06022}"/>
              </a:ext>
            </a:extLst>
          </p:cNvPr>
          <p:cNvSpPr/>
          <p:nvPr/>
        </p:nvSpPr>
        <p:spPr>
          <a:xfrm>
            <a:off x="1201783" y="1293444"/>
            <a:ext cx="9522823"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）数据量太庞大、臃肿。</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）从数据库读取或者写入日志消息都会有显著的开销，向数据库中写数据在速度上明显比写入本地磁盘文本文件慢，主要是因为网络延迟、</a:t>
            </a:r>
            <a:r>
              <a:rPr lang="en-US" altLang="zh-CN" sz="1600" spc="100" dirty="0">
                <a:latin typeface="微软雅黑" panose="020B0503020204020204" pitchFamily="34" charset="-122"/>
                <a:ea typeface="微软雅黑" panose="020B0503020204020204" pitchFamily="34" charset="-122"/>
              </a:rPr>
              <a:t>SQL</a:t>
            </a:r>
            <a:r>
              <a:rPr lang="zh-CN" altLang="en-US" sz="1600" spc="100" dirty="0">
                <a:latin typeface="微软雅黑" panose="020B0503020204020204" pitchFamily="34" charset="-122"/>
                <a:ea typeface="微软雅黑" panose="020B0503020204020204" pitchFamily="34" charset="-122"/>
              </a:rPr>
              <a:t>解析、索引更新以及向磁盘提交信息时造成网络的拥堵。</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）使用数据库存储日志对磁盘空间需求也较高，主要是因为实现快速搜索和检索需要大量索引文件，压缩数据的选项也较为有限。</a:t>
            </a:r>
            <a:endParaRPr lang="en-US" altLang="zh-CN"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zh-CN" altLang="en-US" dirty="0"/>
              <a:t>关系数据库日志存储的缺点</a:t>
            </a:r>
          </a:p>
        </p:txBody>
      </p:sp>
    </p:spTree>
    <p:extLst>
      <p:ext uri="{BB962C8B-B14F-4D97-AF65-F5344CB8AC3E}">
        <p14:creationId xmlns:p14="http://schemas.microsoft.com/office/powerpoint/2010/main" val="170832868"/>
      </p:ext>
    </p:extLst>
  </p:cSld>
  <p:clrMapOvr>
    <a:masterClrMapping/>
  </p:clrMapOvr>
  <p:transition spd="slow">
    <p:blinds dir="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EAE5AEED-EA21-475A-8CB8-858780F20B21}"/>
              </a:ext>
            </a:extLst>
          </p:cNvPr>
          <p:cNvSpPr/>
          <p:nvPr/>
        </p:nvSpPr>
        <p:spPr>
          <a:xfrm>
            <a:off x="1074507" y="1659348"/>
            <a:ext cx="2612083" cy="1895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）定义：键值数据库 是一种轻量级的数据库，引领下一代数据库的发展方向即非关系、分布式、开源和易扩展。</a:t>
            </a:r>
          </a:p>
        </p:txBody>
      </p:sp>
      <p:graphicFrame>
        <p:nvGraphicFramePr>
          <p:cNvPr id="9" name="对象 8">
            <a:extLst>
              <a:ext uri="{FF2B5EF4-FFF2-40B4-BE49-F238E27FC236}">
                <a16:creationId xmlns:a16="http://schemas.microsoft.com/office/drawing/2014/main" id="{73CC3A6A-9C56-4AEB-B738-2B343583209C}"/>
              </a:ext>
            </a:extLst>
          </p:cNvPr>
          <p:cNvGraphicFramePr>
            <a:graphicFrameLocks noChangeAspect="1"/>
          </p:cNvGraphicFramePr>
          <p:nvPr/>
        </p:nvGraphicFramePr>
        <p:xfrm>
          <a:off x="4444236" y="1619343"/>
          <a:ext cx="6321151" cy="2943124"/>
        </p:xfrm>
        <a:graphic>
          <a:graphicData uri="http://schemas.openxmlformats.org/presentationml/2006/ole">
            <mc:AlternateContent xmlns:mc="http://schemas.openxmlformats.org/markup-compatibility/2006">
              <mc:Choice xmlns:v="urn:schemas-microsoft-com:vml" Requires="v">
                <p:oleObj spid="_x0000_s1055" name="Visio" r:id="rId4" imgW="6960735" imgH="2964695" progId="Visio.Drawing.15">
                  <p:embed/>
                </p:oleObj>
              </mc:Choice>
              <mc:Fallback>
                <p:oleObj name="Visio" r:id="rId4" imgW="6960735" imgH="2964695" progId="Visio.Drawing.15">
                  <p:embed/>
                  <p:pic>
                    <p:nvPicPr>
                      <p:cNvPr id="9" name="对象 8">
                        <a:extLst>
                          <a:ext uri="{FF2B5EF4-FFF2-40B4-BE49-F238E27FC236}">
                            <a16:creationId xmlns:a16="http://schemas.microsoft.com/office/drawing/2014/main" id="{73CC3A6A-9C56-4AEB-B738-2B343583209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44236" y="1619343"/>
                        <a:ext cx="6321151" cy="2943124"/>
                      </a:xfrm>
                      <a:prstGeom prst="rect">
                        <a:avLst/>
                      </a:prstGeom>
                      <a:noFill/>
                    </p:spPr>
                  </p:pic>
                </p:oleObj>
              </mc:Fallback>
            </mc:AlternateContent>
          </a:graphicData>
        </a:graphic>
      </p:graphicFrame>
      <p:sp>
        <p:nvSpPr>
          <p:cNvPr id="10" name="矩形 9">
            <a:extLst>
              <a:ext uri="{FF2B5EF4-FFF2-40B4-BE49-F238E27FC236}">
                <a16:creationId xmlns:a16="http://schemas.microsoft.com/office/drawing/2014/main" id="{AF0FA3AD-0E7D-4D39-93EE-DAB58193120B}"/>
              </a:ext>
            </a:extLst>
          </p:cNvPr>
          <p:cNvSpPr/>
          <p:nvPr/>
        </p:nvSpPr>
        <p:spPr>
          <a:xfrm>
            <a:off x="6944379" y="4673263"/>
            <a:ext cx="1338828" cy="369332"/>
          </a:xfrm>
          <a:prstGeom prst="rect">
            <a:avLst/>
          </a:prstGeom>
        </p:spPr>
        <p:txBody>
          <a:bodyPr wrap="none">
            <a:spAutoFit/>
          </a:bodyPr>
          <a:lstStyle/>
          <a:p>
            <a:r>
              <a:rPr lang="zh-CN" altLang="en-US" dirty="0">
                <a:solidFill>
                  <a:srgbClr val="0083C9"/>
                </a:solidFill>
                <a:latin typeface="黑体" panose="02010609060101010101" pitchFamily="49" charset="-122"/>
                <a:ea typeface="黑体" panose="02010609060101010101" pitchFamily="49" charset="-122"/>
              </a:rPr>
              <a:t>键值数据库</a:t>
            </a:r>
          </a:p>
        </p:txBody>
      </p:sp>
      <p:sp>
        <p:nvSpPr>
          <p:cNvPr id="3" name="标题 2"/>
          <p:cNvSpPr>
            <a:spLocks noGrp="1"/>
          </p:cNvSpPr>
          <p:nvPr>
            <p:ph type="title"/>
          </p:nvPr>
        </p:nvSpPr>
        <p:spPr/>
        <p:txBody>
          <a:bodyPr/>
          <a:lstStyle/>
          <a:p>
            <a:r>
              <a:rPr lang="zh-CN" altLang="en-US" dirty="0"/>
              <a:t>键值数据库定义</a:t>
            </a:r>
          </a:p>
        </p:txBody>
      </p:sp>
    </p:spTree>
    <p:extLst>
      <p:ext uri="{BB962C8B-B14F-4D97-AF65-F5344CB8AC3E}">
        <p14:creationId xmlns:p14="http://schemas.microsoft.com/office/powerpoint/2010/main" val="965903061"/>
      </p:ext>
    </p:extLst>
  </p:cSld>
  <p:clrMapOvr>
    <a:masterClrMapping/>
  </p:clrMapOvr>
  <p:transition spd="slow">
    <p:blinds dir="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EAE5AEED-EA21-475A-8CB8-858780F20B21}"/>
              </a:ext>
            </a:extLst>
          </p:cNvPr>
          <p:cNvSpPr/>
          <p:nvPr/>
        </p:nvSpPr>
        <p:spPr>
          <a:xfrm>
            <a:off x="1162594" y="1312004"/>
            <a:ext cx="9535886"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）无数据模式，键值数据库没有关系数据库中的内模式、逻辑模式、外模式等的概念，其只由</a:t>
            </a:r>
            <a:r>
              <a:rPr lang="en-US" altLang="zh-CN" sz="1600" spc="100" dirty="0">
                <a:latin typeface="微软雅黑" panose="020B0503020204020204" pitchFamily="34" charset="-122"/>
                <a:ea typeface="微软雅黑" panose="020B0503020204020204" pitchFamily="34" charset="-122"/>
              </a:rPr>
              <a:t>Key</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Value</a:t>
            </a:r>
            <a:r>
              <a:rPr lang="zh-CN" altLang="en-US" sz="1600" spc="100" dirty="0">
                <a:latin typeface="微软雅黑" panose="020B0503020204020204" pitchFamily="34" charset="-122"/>
                <a:ea typeface="微软雅黑" panose="020B0503020204020204" pitchFamily="34" charset="-122"/>
              </a:rPr>
              <a:t>决定，是在程序内实现。</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）复制相对简单，由于其容易支持分布式所以在网络上的数据库间能轻松地实现复制备份。</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）接口简单，键值数据库提供简单的接口，包括基本的读、写等接口函数用户只需要调用读写接口就可以操纵数据库。</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）数据最终一致性，键值数据库并不一定遵循</a:t>
            </a:r>
            <a:r>
              <a:rPr lang="en-US" altLang="zh-CN" sz="1600" spc="100" dirty="0">
                <a:latin typeface="微软雅黑" panose="020B0503020204020204" pitchFamily="34" charset="-122"/>
                <a:ea typeface="微软雅黑" panose="020B0503020204020204" pitchFamily="34" charset="-122"/>
              </a:rPr>
              <a:t>ACID</a:t>
            </a:r>
            <a:r>
              <a:rPr lang="zh-CN" altLang="en-US" sz="1600" spc="100" dirty="0">
                <a:latin typeface="微软雅黑" panose="020B0503020204020204" pitchFamily="34" charset="-122"/>
                <a:ea typeface="微软雅黑" panose="020B0503020204020204" pitchFamily="34" charset="-122"/>
              </a:rPr>
              <a:t>特性，但能保证数据库最终是一致的。</a:t>
            </a:r>
          </a:p>
          <a:p>
            <a:pPr>
              <a:lnSpc>
                <a:spcPct val="150000"/>
              </a:lnSpc>
              <a:buFont typeface="Arial" panose="020B0604020202020204" pitchFamily="34" charset="0"/>
              <a:buNone/>
            </a:pPr>
            <a:endParaRPr lang="zh-CN" altLang="en-US"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zh-CN" altLang="en-US" dirty="0"/>
              <a:t>键值数据库的特点</a:t>
            </a:r>
          </a:p>
        </p:txBody>
      </p:sp>
    </p:spTree>
    <p:extLst>
      <p:ext uri="{BB962C8B-B14F-4D97-AF65-F5344CB8AC3E}">
        <p14:creationId xmlns:p14="http://schemas.microsoft.com/office/powerpoint/2010/main" val="1521704091"/>
      </p:ext>
    </p:extLst>
  </p:cSld>
  <p:clrMapOvr>
    <a:masterClrMapping/>
  </p:clrMapOvr>
  <p:transition spd="slow">
    <p:blinds dir="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EAE5AEED-EA21-475A-8CB8-858780F20B21}"/>
              </a:ext>
            </a:extLst>
          </p:cNvPr>
          <p:cNvSpPr/>
          <p:nvPr/>
        </p:nvSpPr>
        <p:spPr>
          <a:xfrm>
            <a:off x="1083740" y="1848312"/>
            <a:ext cx="3434185"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）网络连接层：网络连接</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）公共服务层：提供服务</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）虚拟存储层：负责存储</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）存储引擎层：存储检索</a:t>
            </a:r>
          </a:p>
        </p:txBody>
      </p:sp>
      <p:graphicFrame>
        <p:nvGraphicFramePr>
          <p:cNvPr id="9" name="对象 8">
            <a:extLst>
              <a:ext uri="{FF2B5EF4-FFF2-40B4-BE49-F238E27FC236}">
                <a16:creationId xmlns:a16="http://schemas.microsoft.com/office/drawing/2014/main" id="{69879EF2-5AFF-4067-B30E-5E2E74D1E0ED}"/>
              </a:ext>
            </a:extLst>
          </p:cNvPr>
          <p:cNvGraphicFramePr>
            <a:graphicFrameLocks noChangeAspect="1"/>
          </p:cNvGraphicFramePr>
          <p:nvPr/>
        </p:nvGraphicFramePr>
        <p:xfrm>
          <a:off x="5102474" y="1293444"/>
          <a:ext cx="5504144" cy="4011698"/>
        </p:xfrm>
        <a:graphic>
          <a:graphicData uri="http://schemas.openxmlformats.org/presentationml/2006/ole">
            <mc:AlternateContent xmlns:mc="http://schemas.openxmlformats.org/markup-compatibility/2006">
              <mc:Choice xmlns:v="urn:schemas-microsoft-com:vml" Requires="v">
                <p:oleObj spid="_x0000_s2079" name="Visio" r:id="rId4" imgW="7284553" imgH="5412568" progId="Visio.Drawing.15">
                  <p:embed/>
                </p:oleObj>
              </mc:Choice>
              <mc:Fallback>
                <p:oleObj name="Visio" r:id="rId4" imgW="7284553" imgH="5412568" progId="Visio.Drawing.15">
                  <p:embed/>
                  <p:pic>
                    <p:nvPicPr>
                      <p:cNvPr id="9" name="对象 8">
                        <a:extLst>
                          <a:ext uri="{FF2B5EF4-FFF2-40B4-BE49-F238E27FC236}">
                            <a16:creationId xmlns:a16="http://schemas.microsoft.com/office/drawing/2014/main" id="{69879EF2-5AFF-4067-B30E-5E2E74D1E0E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02474" y="1293444"/>
                        <a:ext cx="5504144" cy="4011698"/>
                      </a:xfrm>
                      <a:prstGeom prst="rect">
                        <a:avLst/>
                      </a:prstGeom>
                      <a:noFill/>
                    </p:spPr>
                  </p:pic>
                </p:oleObj>
              </mc:Fallback>
            </mc:AlternateContent>
          </a:graphicData>
        </a:graphic>
      </p:graphicFrame>
      <p:sp>
        <p:nvSpPr>
          <p:cNvPr id="10" name="矩形 9">
            <a:extLst>
              <a:ext uri="{FF2B5EF4-FFF2-40B4-BE49-F238E27FC236}">
                <a16:creationId xmlns:a16="http://schemas.microsoft.com/office/drawing/2014/main" id="{F3FF7315-E86C-44A8-AFB0-6CE5716786EB}"/>
              </a:ext>
            </a:extLst>
          </p:cNvPr>
          <p:cNvSpPr/>
          <p:nvPr/>
        </p:nvSpPr>
        <p:spPr>
          <a:xfrm>
            <a:off x="6059158" y="5909119"/>
            <a:ext cx="2723823" cy="369332"/>
          </a:xfrm>
          <a:prstGeom prst="rect">
            <a:avLst/>
          </a:prstGeom>
        </p:spPr>
        <p:txBody>
          <a:bodyPr wrap="none">
            <a:spAutoFit/>
          </a:bodyPr>
          <a:lstStyle/>
          <a:p>
            <a:r>
              <a:rPr lang="zh-CN" altLang="en-US" dirty="0">
                <a:solidFill>
                  <a:srgbClr val="0083C9"/>
                </a:solidFill>
                <a:latin typeface="黑体" panose="02010609060101010101" pitchFamily="49" charset="-122"/>
                <a:ea typeface="黑体" panose="02010609060101010101" pitchFamily="49" charset="-122"/>
              </a:rPr>
              <a:t>键值数据库系统总体架构</a:t>
            </a:r>
          </a:p>
        </p:txBody>
      </p:sp>
      <p:sp>
        <p:nvSpPr>
          <p:cNvPr id="3" name="标题 2"/>
          <p:cNvSpPr>
            <a:spLocks noGrp="1"/>
          </p:cNvSpPr>
          <p:nvPr>
            <p:ph type="title"/>
          </p:nvPr>
        </p:nvSpPr>
        <p:spPr/>
        <p:txBody>
          <a:bodyPr/>
          <a:lstStyle/>
          <a:p>
            <a:r>
              <a:rPr lang="zh-CN" altLang="en-US" dirty="0"/>
              <a:t>键值数据库系统总体架构</a:t>
            </a:r>
          </a:p>
        </p:txBody>
      </p:sp>
    </p:spTree>
    <p:extLst>
      <p:ext uri="{BB962C8B-B14F-4D97-AF65-F5344CB8AC3E}">
        <p14:creationId xmlns:p14="http://schemas.microsoft.com/office/powerpoint/2010/main" val="1177783840"/>
      </p:ext>
    </p:extLst>
  </p:cSld>
  <p:clrMapOvr>
    <a:masterClrMapping/>
  </p:clrMapOvr>
  <p:transition spd="slow">
    <p:blinds dir="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表格 7">
            <a:extLst>
              <a:ext uri="{FF2B5EF4-FFF2-40B4-BE49-F238E27FC236}">
                <a16:creationId xmlns:a16="http://schemas.microsoft.com/office/drawing/2014/main" id="{F68E1188-70F7-485A-AF20-377272505E47}"/>
              </a:ext>
            </a:extLst>
          </p:cNvPr>
          <p:cNvGraphicFramePr>
            <a:graphicFrameLocks noGrp="1"/>
          </p:cNvGraphicFramePr>
          <p:nvPr>
            <p:extLst>
              <p:ext uri="{D42A27DB-BD31-4B8C-83A1-F6EECF244321}">
                <p14:modId xmlns:p14="http://schemas.microsoft.com/office/powerpoint/2010/main" val="1931857921"/>
              </p:ext>
            </p:extLst>
          </p:nvPr>
        </p:nvGraphicFramePr>
        <p:xfrm>
          <a:off x="1632857" y="1163411"/>
          <a:ext cx="9022253" cy="4689683"/>
        </p:xfrm>
        <a:graphic>
          <a:graphicData uri="http://schemas.openxmlformats.org/drawingml/2006/table">
            <a:tbl>
              <a:tblPr firstRow="1" firstCol="1" bandRow="1"/>
              <a:tblGrid>
                <a:gridCol w="4650377">
                  <a:extLst>
                    <a:ext uri="{9D8B030D-6E8A-4147-A177-3AD203B41FA5}">
                      <a16:colId xmlns:a16="http://schemas.microsoft.com/office/drawing/2014/main" val="4133181676"/>
                    </a:ext>
                  </a:extLst>
                </a:gridCol>
                <a:gridCol w="4371876">
                  <a:extLst>
                    <a:ext uri="{9D8B030D-6E8A-4147-A177-3AD203B41FA5}">
                      <a16:colId xmlns:a16="http://schemas.microsoft.com/office/drawing/2014/main" val="1629975511"/>
                    </a:ext>
                  </a:extLst>
                </a:gridCol>
              </a:tblGrid>
              <a:tr h="352424">
                <a:tc gridSpan="2">
                  <a:txBody>
                    <a:bodyPr/>
                    <a:lstStyle/>
                    <a:p>
                      <a:pPr algn="ctr">
                        <a:lnSpc>
                          <a:spcPct val="150000"/>
                        </a:lnSpc>
                        <a:spcAft>
                          <a:spcPts val="800"/>
                        </a:spcAft>
                      </a:pPr>
                      <a:r>
                        <a:rPr lang="zh-CN" sz="1600" b="1" kern="100" dirty="0">
                          <a:effectLst/>
                          <a:latin typeface="微软雅黑" panose="020B0503020204020204" pitchFamily="34" charset="-122"/>
                          <a:ea typeface="微软雅黑" panose="020B0503020204020204" pitchFamily="34" charset="-122"/>
                        </a:rPr>
                        <a:t>数据库定义</a:t>
                      </a:r>
                    </a:p>
                  </a:txBody>
                  <a:tcPr marL="39043" marR="3904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extLst>
                  <a:ext uri="{0D108BD9-81ED-4DB2-BD59-A6C34878D82A}">
                    <a16:rowId xmlns:a16="http://schemas.microsoft.com/office/drawing/2014/main" val="2813627120"/>
                  </a:ext>
                </a:extLst>
              </a:tr>
              <a:tr h="264318">
                <a:tc>
                  <a:txBody>
                    <a:bodyPr/>
                    <a:lstStyle/>
                    <a:p>
                      <a:pPr algn="ctr">
                        <a:lnSpc>
                          <a:spcPct val="150000"/>
                        </a:lnSpc>
                        <a:spcAft>
                          <a:spcPts val="800"/>
                        </a:spcAft>
                      </a:pPr>
                      <a:r>
                        <a:rPr lang="zh-CN" sz="1200" b="1" kern="100" dirty="0">
                          <a:effectLst/>
                          <a:latin typeface="微软雅黑" panose="020B0503020204020204" pitchFamily="34" charset="-122"/>
                          <a:ea typeface="微软雅黑" panose="020B0503020204020204" pitchFamily="34" charset="-122"/>
                        </a:rPr>
                        <a:t>关系数据库</a:t>
                      </a:r>
                    </a:p>
                  </a:txBody>
                  <a:tcPr marL="39043" marR="3904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800"/>
                        </a:spcAft>
                      </a:pPr>
                      <a:r>
                        <a:rPr lang="en-US" sz="1200" b="1" kern="100" dirty="0">
                          <a:effectLst/>
                          <a:latin typeface="微软雅黑" panose="020B0503020204020204" pitchFamily="34" charset="-122"/>
                          <a:ea typeface="微软雅黑" panose="020B0503020204020204" pitchFamily="34" charset="-122"/>
                        </a:rPr>
                        <a:t>Key-value</a:t>
                      </a:r>
                      <a:r>
                        <a:rPr lang="zh-CN" sz="1200" b="1" kern="100" dirty="0">
                          <a:effectLst/>
                          <a:latin typeface="微软雅黑" panose="020B0503020204020204" pitchFamily="34" charset="-122"/>
                          <a:ea typeface="微软雅黑" panose="020B0503020204020204" pitchFamily="34" charset="-122"/>
                        </a:rPr>
                        <a:t>数据库</a:t>
                      </a:r>
                    </a:p>
                  </a:txBody>
                  <a:tcPr marL="39043" marR="3904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92736415"/>
                  </a:ext>
                </a:extLst>
              </a:tr>
              <a:tr h="792953">
                <a:tc>
                  <a:txBody>
                    <a:bodyPr/>
                    <a:lstStyle/>
                    <a:p>
                      <a:pPr algn="just">
                        <a:lnSpc>
                          <a:spcPct val="150000"/>
                        </a:lnSpc>
                        <a:spcAft>
                          <a:spcPts val="800"/>
                        </a:spcAft>
                      </a:pPr>
                      <a:r>
                        <a:rPr lang="zh-CN" sz="1200" kern="100">
                          <a:effectLst/>
                          <a:latin typeface="微软雅黑" panose="020B0503020204020204" pitchFamily="34" charset="-122"/>
                          <a:ea typeface="微软雅黑" panose="020B0503020204020204" pitchFamily="34" charset="-122"/>
                        </a:rPr>
                        <a:t>数据库由表组成，表里面包含行和列，列是由行里的元素组成，表格里的所有行有相同的组成形式既每行包含列数和列的名称都一样。</a:t>
                      </a:r>
                    </a:p>
                  </a:txBody>
                  <a:tcPr marL="39043" marR="3904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800"/>
                        </a:spcAft>
                      </a:pPr>
                      <a:r>
                        <a:rPr lang="zh-CN" sz="1200" kern="100" dirty="0">
                          <a:effectLst/>
                          <a:latin typeface="微软雅黑" panose="020B0503020204020204" pitchFamily="34" charset="-122"/>
                          <a:ea typeface="微软雅黑" panose="020B0503020204020204" pitchFamily="34" charset="-122"/>
                        </a:rPr>
                        <a:t>可以将任意的数据放入该数据库中，对放入的数据格式要求很低。</a:t>
                      </a:r>
                    </a:p>
                  </a:txBody>
                  <a:tcPr marL="39043" marR="3904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66734125"/>
                  </a:ext>
                </a:extLst>
              </a:tr>
              <a:tr h="528636">
                <a:tc>
                  <a:txBody>
                    <a:bodyPr/>
                    <a:lstStyle/>
                    <a:p>
                      <a:pPr algn="just">
                        <a:lnSpc>
                          <a:spcPct val="150000"/>
                        </a:lnSpc>
                        <a:spcAft>
                          <a:spcPts val="800"/>
                        </a:spcAft>
                      </a:pPr>
                      <a:r>
                        <a:rPr lang="zh-CN" sz="1200" kern="100" dirty="0">
                          <a:effectLst/>
                          <a:latin typeface="微软雅黑" panose="020B0503020204020204" pitchFamily="34" charset="-122"/>
                          <a:ea typeface="微软雅黑" panose="020B0503020204020204" pitchFamily="34" charset="-122"/>
                        </a:rPr>
                        <a:t>数据的组成形式是提前定义好的，它要求输入的数据</a:t>
                      </a:r>
                    </a:p>
                  </a:txBody>
                  <a:tcPr marL="39043" marR="3904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800"/>
                        </a:spcAft>
                      </a:pPr>
                      <a:r>
                        <a:rPr lang="zh-CN" sz="1200" kern="100" dirty="0">
                          <a:effectLst/>
                          <a:latin typeface="微软雅黑" panose="020B0503020204020204" pitchFamily="34" charset="-122"/>
                          <a:ea typeface="微软雅黑" panose="020B0503020204020204" pitchFamily="34" charset="-122"/>
                        </a:rPr>
                        <a:t>数据的索引由</a:t>
                      </a:r>
                      <a:r>
                        <a:rPr lang="en-US" sz="1200" kern="100" dirty="0">
                          <a:effectLst/>
                          <a:latin typeface="微软雅黑" panose="020B0503020204020204" pitchFamily="34" charset="-122"/>
                          <a:ea typeface="微软雅黑" panose="020B0503020204020204" pitchFamily="34" charset="-122"/>
                        </a:rPr>
                        <a:t>key</a:t>
                      </a:r>
                      <a:r>
                        <a:rPr lang="zh-CN" sz="1200" kern="100" dirty="0">
                          <a:effectLst/>
                          <a:latin typeface="微软雅黑" panose="020B0503020204020204" pitchFamily="34" charset="-122"/>
                          <a:ea typeface="微软雅黑" panose="020B0503020204020204" pitchFamily="34" charset="-122"/>
                        </a:rPr>
                        <a:t>值来决定，数据中具体的</a:t>
                      </a:r>
                      <a:r>
                        <a:rPr lang="en-US" sz="1200" kern="100" dirty="0">
                          <a:effectLst/>
                          <a:latin typeface="微软雅黑" panose="020B0503020204020204" pitchFamily="34" charset="-122"/>
                          <a:ea typeface="微软雅黑" panose="020B0503020204020204" pitchFamily="34" charset="-122"/>
                        </a:rPr>
                        <a:t>value</a:t>
                      </a:r>
                      <a:r>
                        <a:rPr lang="zh-CN" sz="1200" kern="100" dirty="0">
                          <a:effectLst/>
                          <a:latin typeface="微软雅黑" panose="020B0503020204020204" pitchFamily="34" charset="-122"/>
                          <a:ea typeface="微软雅黑" panose="020B0503020204020204" pitchFamily="34" charset="-122"/>
                        </a:rPr>
                        <a:t>可以是任意形式。</a:t>
                      </a:r>
                    </a:p>
                  </a:txBody>
                  <a:tcPr marL="39043" marR="3904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4197551"/>
                  </a:ext>
                </a:extLst>
              </a:tr>
              <a:tr h="528636">
                <a:tc>
                  <a:txBody>
                    <a:bodyPr/>
                    <a:lstStyle/>
                    <a:p>
                      <a:pPr algn="just">
                        <a:lnSpc>
                          <a:spcPct val="150000"/>
                        </a:lnSpc>
                        <a:spcAft>
                          <a:spcPts val="800"/>
                        </a:spcAft>
                      </a:pPr>
                      <a:r>
                        <a:rPr lang="zh-CN" sz="1200" kern="100" dirty="0">
                          <a:effectLst/>
                          <a:latin typeface="微软雅黑" panose="020B0503020204020204" pitchFamily="34" charset="-122"/>
                          <a:ea typeface="微软雅黑" panose="020B0503020204020204" pitchFamily="34" charset="-122"/>
                        </a:rPr>
                        <a:t>数据的组成形式只是建立在它所包含的内容的自然表现上，而不是面向应用。</a:t>
                      </a:r>
                    </a:p>
                  </a:txBody>
                  <a:tcPr marL="39043" marR="3904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800"/>
                        </a:spcAft>
                      </a:pPr>
                      <a:r>
                        <a:rPr lang="en-US" sz="1200" kern="100" dirty="0">
                          <a:effectLst/>
                          <a:latin typeface="微软雅黑" panose="020B0503020204020204" pitchFamily="34" charset="-122"/>
                          <a:ea typeface="微软雅黑" panose="020B0503020204020204" pitchFamily="34" charset="-122"/>
                        </a:rPr>
                        <a:t>Key-value</a:t>
                      </a:r>
                      <a:r>
                        <a:rPr lang="zh-CN" sz="1200" kern="100" dirty="0">
                          <a:effectLst/>
                          <a:latin typeface="微软雅黑" panose="020B0503020204020204" pitchFamily="34" charset="-122"/>
                          <a:ea typeface="微软雅黑" panose="020B0503020204020204" pitchFamily="34" charset="-122"/>
                        </a:rPr>
                        <a:t>是面向项目的，这意味着所有与项目有关的数据都被存储进该项目中，一个域可以包含大量不同的项目。</a:t>
                      </a:r>
                    </a:p>
                  </a:txBody>
                  <a:tcPr marL="39043" marR="3904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48965555"/>
                  </a:ext>
                </a:extLst>
              </a:tr>
              <a:tr h="528636">
                <a:tc>
                  <a:txBody>
                    <a:bodyPr/>
                    <a:lstStyle/>
                    <a:p>
                      <a:pPr algn="just">
                        <a:lnSpc>
                          <a:spcPct val="150000"/>
                        </a:lnSpc>
                        <a:spcAft>
                          <a:spcPts val="800"/>
                        </a:spcAft>
                      </a:pPr>
                      <a:r>
                        <a:rPr lang="zh-CN" sz="1200" kern="100">
                          <a:effectLst/>
                          <a:latin typeface="微软雅黑" panose="020B0503020204020204" pitchFamily="34" charset="-122"/>
                          <a:ea typeface="微软雅黑" panose="020B0503020204020204" pitchFamily="34" charset="-122"/>
                        </a:rPr>
                        <a:t>规范化是关系数据库使用到的一种数据结构模型，能保证数据一致性并消除数据冗余。关系使数据和表联系在一起。</a:t>
                      </a:r>
                    </a:p>
                  </a:txBody>
                  <a:tcPr marL="39043" marR="3904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800"/>
                        </a:spcAft>
                      </a:pPr>
                      <a:r>
                        <a:rPr lang="zh-CN" sz="1200" kern="100" dirty="0">
                          <a:effectLst/>
                          <a:latin typeface="微软雅黑" panose="020B0503020204020204" pitchFamily="34" charset="-122"/>
                          <a:ea typeface="微软雅黑" panose="020B0503020204020204" pitchFamily="34" charset="-122"/>
                        </a:rPr>
                        <a:t>域和域之间，还有域内的各元素没有强制的关系。</a:t>
                      </a:r>
                    </a:p>
                  </a:txBody>
                  <a:tcPr marL="39043" marR="3904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41785247"/>
                  </a:ext>
                </a:extLst>
              </a:tr>
              <a:tr h="352424">
                <a:tc gridSpan="2">
                  <a:txBody>
                    <a:bodyPr/>
                    <a:lstStyle/>
                    <a:p>
                      <a:pPr algn="ctr">
                        <a:lnSpc>
                          <a:spcPct val="150000"/>
                        </a:lnSpc>
                        <a:spcAft>
                          <a:spcPts val="800"/>
                        </a:spcAft>
                      </a:pPr>
                      <a:r>
                        <a:rPr lang="zh-CN" sz="1600" b="1" kern="100" dirty="0">
                          <a:effectLst/>
                          <a:latin typeface="微软雅黑" panose="020B0503020204020204" pitchFamily="34" charset="-122"/>
                          <a:ea typeface="微软雅黑" panose="020B0503020204020204" pitchFamily="34" charset="-122"/>
                        </a:rPr>
                        <a:t>数据的存取</a:t>
                      </a:r>
                    </a:p>
                  </a:txBody>
                  <a:tcPr marL="39043" marR="3904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extLst>
                  <a:ext uri="{0D108BD9-81ED-4DB2-BD59-A6C34878D82A}">
                    <a16:rowId xmlns:a16="http://schemas.microsoft.com/office/drawing/2014/main" val="2266237658"/>
                  </a:ext>
                </a:extLst>
              </a:tr>
              <a:tr h="330218">
                <a:tc>
                  <a:txBody>
                    <a:bodyPr/>
                    <a:lstStyle/>
                    <a:p>
                      <a:pPr algn="just">
                        <a:lnSpc>
                          <a:spcPct val="150000"/>
                        </a:lnSpc>
                        <a:spcAft>
                          <a:spcPts val="800"/>
                        </a:spcAft>
                      </a:pPr>
                      <a:r>
                        <a:rPr lang="zh-CN" sz="1200" kern="100">
                          <a:effectLst/>
                          <a:latin typeface="微软雅黑" panose="020B0503020204020204" pitchFamily="34" charset="-122"/>
                          <a:ea typeface="微软雅黑" panose="020B0503020204020204" pitchFamily="34" charset="-122"/>
                        </a:rPr>
                        <a:t>数据的创建、更新，和删除都是由</a:t>
                      </a:r>
                      <a:r>
                        <a:rPr lang="en-US" sz="1200" kern="100">
                          <a:effectLst/>
                          <a:latin typeface="微软雅黑" panose="020B0503020204020204" pitchFamily="34" charset="-122"/>
                          <a:ea typeface="微软雅黑" panose="020B0503020204020204" pitchFamily="34" charset="-122"/>
                        </a:rPr>
                        <a:t>SQL</a:t>
                      </a:r>
                      <a:r>
                        <a:rPr lang="zh-CN" sz="1200" kern="100">
                          <a:effectLst/>
                          <a:latin typeface="微软雅黑" panose="020B0503020204020204" pitchFamily="34" charset="-122"/>
                          <a:ea typeface="微软雅黑" panose="020B0503020204020204" pitchFamily="34" charset="-122"/>
                        </a:rPr>
                        <a:t>来完成</a:t>
                      </a:r>
                    </a:p>
                  </a:txBody>
                  <a:tcPr marL="39043" marR="3904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800"/>
                        </a:spcAft>
                      </a:pPr>
                      <a:r>
                        <a:rPr lang="en-US" sz="1200" kern="100" dirty="0">
                          <a:effectLst/>
                          <a:latin typeface="微软雅黑" panose="020B0503020204020204" pitchFamily="34" charset="-122"/>
                          <a:ea typeface="微软雅黑" panose="020B0503020204020204" pitchFamily="34" charset="-122"/>
                        </a:rPr>
                        <a:t>API</a:t>
                      </a:r>
                      <a:r>
                        <a:rPr lang="zh-CN" sz="1200" kern="100" dirty="0">
                          <a:effectLst/>
                          <a:latin typeface="微软雅黑" panose="020B0503020204020204" pitchFamily="34" charset="-122"/>
                          <a:ea typeface="微软雅黑" panose="020B0503020204020204" pitchFamily="34" charset="-122"/>
                        </a:rPr>
                        <a:t>方法调用</a:t>
                      </a:r>
                    </a:p>
                  </a:txBody>
                  <a:tcPr marL="39043" marR="3904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02994176"/>
                  </a:ext>
                </a:extLst>
              </a:tr>
              <a:tr h="330218">
                <a:tc>
                  <a:txBody>
                    <a:bodyPr/>
                    <a:lstStyle/>
                    <a:p>
                      <a:pPr algn="just">
                        <a:lnSpc>
                          <a:spcPct val="150000"/>
                        </a:lnSpc>
                        <a:spcAft>
                          <a:spcPts val="800"/>
                        </a:spcAft>
                      </a:pPr>
                      <a:r>
                        <a:rPr lang="en-US" sz="1200" kern="100" dirty="0">
                          <a:effectLst/>
                          <a:latin typeface="微软雅黑" panose="020B0503020204020204" pitchFamily="34" charset="-122"/>
                          <a:ea typeface="微软雅黑" panose="020B0503020204020204" pitchFamily="34" charset="-122"/>
                        </a:rPr>
                        <a:t>SQL</a:t>
                      </a:r>
                      <a:r>
                        <a:rPr lang="zh-CN" sz="1200" kern="100" dirty="0">
                          <a:effectLst/>
                          <a:latin typeface="微软雅黑" panose="020B0503020204020204" pitchFamily="34" charset="-122"/>
                          <a:ea typeface="微软雅黑" panose="020B0503020204020204" pitchFamily="34" charset="-122"/>
                        </a:rPr>
                        <a:t>可以通过表单或者连接连接来获取数据</a:t>
                      </a:r>
                    </a:p>
                  </a:txBody>
                  <a:tcPr marL="39043" marR="3904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800"/>
                        </a:spcAft>
                      </a:pPr>
                      <a:r>
                        <a:rPr lang="zh-CN" sz="1200" kern="100" dirty="0">
                          <a:effectLst/>
                          <a:latin typeface="微软雅黑" panose="020B0503020204020204" pitchFamily="34" charset="-122"/>
                          <a:ea typeface="微软雅黑" panose="020B0503020204020204" pitchFamily="34" charset="-122"/>
                        </a:rPr>
                        <a:t>不支持复杂的数据库操纵</a:t>
                      </a:r>
                    </a:p>
                  </a:txBody>
                  <a:tcPr marL="39043" marR="3904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84269141"/>
                  </a:ext>
                </a:extLst>
              </a:tr>
              <a:tr h="264318">
                <a:tc>
                  <a:txBody>
                    <a:bodyPr/>
                    <a:lstStyle/>
                    <a:p>
                      <a:pPr algn="just">
                        <a:lnSpc>
                          <a:spcPct val="150000"/>
                        </a:lnSpc>
                        <a:spcAft>
                          <a:spcPts val="800"/>
                        </a:spcAft>
                      </a:pPr>
                      <a:r>
                        <a:rPr lang="en-US" sz="1200" kern="100">
                          <a:effectLst/>
                          <a:latin typeface="微软雅黑" panose="020B0503020204020204" pitchFamily="34" charset="-122"/>
                          <a:ea typeface="微软雅黑" panose="020B0503020204020204" pitchFamily="34" charset="-122"/>
                        </a:rPr>
                        <a:t>SQL</a:t>
                      </a:r>
                      <a:r>
                        <a:rPr lang="zh-CN" sz="1200" kern="100">
                          <a:effectLst/>
                          <a:latin typeface="微软雅黑" panose="020B0503020204020204" pitchFamily="34" charset="-122"/>
                          <a:ea typeface="微软雅黑" panose="020B0503020204020204" pitchFamily="34" charset="-122"/>
                        </a:rPr>
                        <a:t>提供了聚合和复杂的过滤函数</a:t>
                      </a:r>
                    </a:p>
                  </a:txBody>
                  <a:tcPr marL="39043" marR="3904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800"/>
                        </a:spcAft>
                      </a:pPr>
                      <a:r>
                        <a:rPr lang="zh-CN" sz="1200" kern="100" dirty="0">
                          <a:effectLst/>
                          <a:latin typeface="微软雅黑" panose="020B0503020204020204" pitchFamily="34" charset="-122"/>
                          <a:ea typeface="微软雅黑" panose="020B0503020204020204" pitchFamily="34" charset="-122"/>
                        </a:rPr>
                        <a:t>只提供些简单的过滤 像</a:t>
                      </a:r>
                      <a:r>
                        <a:rPr lang="en-US" sz="1200" kern="100" dirty="0">
                          <a:effectLst/>
                          <a:latin typeface="微软雅黑" panose="020B0503020204020204" pitchFamily="34" charset="-122"/>
                          <a:ea typeface="微软雅黑" panose="020B0503020204020204" pitchFamily="34" charset="-122"/>
                        </a:rPr>
                        <a:t>= </a:t>
                      </a:r>
                      <a:r>
                        <a:rPr lang="zh-CN" sz="1200" kern="100" dirty="0">
                          <a:effectLst/>
                          <a:latin typeface="微软雅黑" panose="020B0503020204020204" pitchFamily="34" charset="-122"/>
                          <a:ea typeface="微软雅黑" panose="020B0503020204020204" pitchFamily="34" charset="-122"/>
                        </a:rPr>
                        <a:t>！</a:t>
                      </a:r>
                      <a:r>
                        <a:rPr lang="en-US" sz="1200" kern="100" dirty="0">
                          <a:effectLst/>
                          <a:latin typeface="微软雅黑" panose="020B0503020204020204" pitchFamily="34" charset="-122"/>
                          <a:ea typeface="微软雅黑" panose="020B0503020204020204" pitchFamily="34" charset="-122"/>
                        </a:rPr>
                        <a:t>=  &lt; &gt;</a:t>
                      </a:r>
                      <a:endParaRPr lang="zh-CN" sz="1200" kern="100" dirty="0">
                        <a:effectLst/>
                        <a:latin typeface="微软雅黑" panose="020B0503020204020204" pitchFamily="34" charset="-122"/>
                        <a:ea typeface="微软雅黑" panose="020B0503020204020204" pitchFamily="34" charset="-122"/>
                      </a:endParaRPr>
                    </a:p>
                  </a:txBody>
                  <a:tcPr marL="39043" marR="3904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06847061"/>
                  </a:ext>
                </a:extLst>
              </a:tr>
              <a:tr h="330218">
                <a:tc>
                  <a:txBody>
                    <a:bodyPr/>
                    <a:lstStyle/>
                    <a:p>
                      <a:pPr algn="just">
                        <a:lnSpc>
                          <a:spcPct val="150000"/>
                        </a:lnSpc>
                        <a:spcAft>
                          <a:spcPts val="800"/>
                        </a:spcAft>
                      </a:pPr>
                      <a:r>
                        <a:rPr lang="zh-CN" sz="1200" kern="100">
                          <a:effectLst/>
                          <a:latin typeface="微软雅黑" panose="020B0503020204020204" pitchFamily="34" charset="-122"/>
                          <a:ea typeface="微软雅黑" panose="020B0503020204020204" pitchFamily="34" charset="-122"/>
                        </a:rPr>
                        <a:t>方法和具体的实现是分离的</a:t>
                      </a:r>
                    </a:p>
                  </a:txBody>
                  <a:tcPr marL="39043" marR="3904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800"/>
                        </a:spcAft>
                      </a:pPr>
                      <a:r>
                        <a:rPr lang="zh-CN" sz="1200" kern="100" dirty="0">
                          <a:effectLst/>
                          <a:latin typeface="微软雅黑" panose="020B0503020204020204" pitchFamily="34" charset="-122"/>
                          <a:ea typeface="微软雅黑" panose="020B0503020204020204" pitchFamily="34" charset="-122"/>
                        </a:rPr>
                        <a:t>所有的应用和数据的逻辑都定义在应用的代码里</a:t>
                      </a:r>
                    </a:p>
                  </a:txBody>
                  <a:tcPr marL="39043" marR="3904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62392648"/>
                  </a:ext>
                </a:extLst>
              </a:tr>
            </a:tbl>
          </a:graphicData>
        </a:graphic>
      </p:graphicFrame>
      <p:sp>
        <p:nvSpPr>
          <p:cNvPr id="3" name="标题 2"/>
          <p:cNvSpPr>
            <a:spLocks noGrp="1"/>
          </p:cNvSpPr>
          <p:nvPr>
            <p:ph type="title"/>
          </p:nvPr>
        </p:nvSpPr>
        <p:spPr/>
        <p:txBody>
          <a:bodyPr/>
          <a:lstStyle/>
          <a:p>
            <a:r>
              <a:rPr lang="zh-CN" altLang="en-US" dirty="0"/>
              <a:t>关系数据库与键值数据库对比</a:t>
            </a:r>
          </a:p>
        </p:txBody>
      </p:sp>
    </p:spTree>
    <p:extLst>
      <p:ext uri="{BB962C8B-B14F-4D97-AF65-F5344CB8AC3E}">
        <p14:creationId xmlns:p14="http://schemas.microsoft.com/office/powerpoint/2010/main" val="3084271358"/>
      </p:ext>
    </p:extLst>
  </p:cSld>
  <p:clrMapOvr>
    <a:masterClrMapping/>
  </p:clrMapOvr>
  <p:transition spd="slow">
    <p:blinds dir="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EAE5AEED-EA21-475A-8CB8-858780F20B21}"/>
              </a:ext>
            </a:extLst>
          </p:cNvPr>
          <p:cNvSpPr/>
          <p:nvPr/>
        </p:nvSpPr>
        <p:spPr>
          <a:xfrm>
            <a:off x="1254034" y="1163411"/>
            <a:ext cx="7599944"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）能够高效地进行海量数据的存储和访问。</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）能够满足高并发地读写请求。</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）具有高扩展性和高可用性。</a:t>
            </a:r>
            <a:endParaRPr lang="en-US" altLang="zh-CN"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en-US" altLang="zh-CN" dirty="0"/>
              <a:t>NoSQL</a:t>
            </a:r>
            <a:r>
              <a:rPr lang="zh-CN" altLang="en-US" dirty="0"/>
              <a:t>数据库应该满足的特点</a:t>
            </a:r>
          </a:p>
        </p:txBody>
      </p:sp>
    </p:spTree>
    <p:extLst>
      <p:ext uri="{BB962C8B-B14F-4D97-AF65-F5344CB8AC3E}">
        <p14:creationId xmlns:p14="http://schemas.microsoft.com/office/powerpoint/2010/main" val="305376933"/>
      </p:ext>
    </p:extLst>
  </p:cSld>
  <p:clrMapOvr>
    <a:masterClrMapping/>
  </p:clrMapOvr>
  <p:transition spd="slow">
    <p:blinds dir="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EAE5AEED-EA21-475A-8CB8-858780F20B21}"/>
              </a:ext>
            </a:extLst>
          </p:cNvPr>
          <p:cNvSpPr/>
          <p:nvPr/>
        </p:nvSpPr>
        <p:spPr>
          <a:xfrm>
            <a:off x="1123406" y="1293445"/>
            <a:ext cx="8608345"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）定义：分布式存储系统利用系统的可拓展性将将数据分散存储在多台独立的设备上。</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）优势：</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提供可靠性和安全性。</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满足大规模存储应用且可拓展。</a:t>
            </a:r>
            <a:endParaRPr lang="en-US" altLang="zh-CN"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zh-CN" altLang="en-US" dirty="0"/>
              <a:t>分布式存储的系统定义以及优势</a:t>
            </a:r>
          </a:p>
        </p:txBody>
      </p:sp>
    </p:spTree>
    <p:extLst>
      <p:ext uri="{BB962C8B-B14F-4D97-AF65-F5344CB8AC3E}">
        <p14:creationId xmlns:p14="http://schemas.microsoft.com/office/powerpoint/2010/main" val="3762601830"/>
      </p:ext>
    </p:extLst>
  </p:cSld>
  <p:clrMapOvr>
    <a:masterClrMapping/>
  </p:clrMapOvr>
  <p:transition spd="slow">
    <p:blinds dir="ver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EAE5AEED-EA21-475A-8CB8-858780F20B21}"/>
              </a:ext>
            </a:extLst>
          </p:cNvPr>
          <p:cNvSpPr/>
          <p:nvPr/>
        </p:nvSpPr>
        <p:spPr>
          <a:xfrm>
            <a:off x="1175658" y="1158035"/>
            <a:ext cx="860311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）基于</a:t>
            </a:r>
            <a:r>
              <a:rPr lang="en-US" altLang="zh-CN" sz="1600" spc="100" dirty="0">
                <a:latin typeface="微软雅黑" panose="020B0503020204020204" pitchFamily="34" charset="-122"/>
                <a:ea typeface="微软雅黑" panose="020B0503020204020204" pitchFamily="34" charset="-122"/>
              </a:rPr>
              <a:t>Hadoop</a:t>
            </a:r>
            <a:r>
              <a:rPr lang="zh-CN" altLang="en-US" sz="1600" spc="100" dirty="0">
                <a:latin typeface="微软雅黑" panose="020B0503020204020204" pitchFamily="34" charset="-122"/>
                <a:ea typeface="微软雅黑" panose="020B0503020204020204" pitchFamily="34" charset="-122"/>
              </a:rPr>
              <a:t>生态圈的日志存储是分布式存储策略系统的代表。</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）与传统数据库系统相比，分布式存储策略利用分布式技术将较大日志文件存储到多个非本地节点中。</a:t>
            </a:r>
            <a:endParaRPr lang="en-US" altLang="zh-CN"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zh-CN" altLang="en-US" dirty="0"/>
              <a:t>基于</a:t>
            </a:r>
            <a:r>
              <a:rPr lang="en-US" altLang="zh-CN" dirty="0"/>
              <a:t>Hadoop</a:t>
            </a:r>
            <a:r>
              <a:rPr lang="zh-CN" altLang="en-US" dirty="0"/>
              <a:t>生态圈的日志存储</a:t>
            </a:r>
          </a:p>
        </p:txBody>
      </p:sp>
    </p:spTree>
    <p:extLst>
      <p:ext uri="{BB962C8B-B14F-4D97-AF65-F5344CB8AC3E}">
        <p14:creationId xmlns:p14="http://schemas.microsoft.com/office/powerpoint/2010/main" val="3697234774"/>
      </p:ext>
    </p:extLst>
  </p:cSld>
  <p:clrMapOvr>
    <a:masterClrMapping/>
  </p:clrMapOvr>
  <p:transition spd="slow">
    <p:blinds dir="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EAE5AEED-EA21-475A-8CB8-858780F20B21}"/>
              </a:ext>
            </a:extLst>
          </p:cNvPr>
          <p:cNvSpPr/>
          <p:nvPr/>
        </p:nvSpPr>
        <p:spPr>
          <a:xfrm>
            <a:off x="1254034" y="1163412"/>
            <a:ext cx="950976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）定义：</a:t>
            </a:r>
            <a:r>
              <a:rPr lang="en-US" altLang="zh-CN" sz="1600" spc="100" dirty="0">
                <a:latin typeface="微软雅黑" panose="020B0503020204020204" pitchFamily="34" charset="-122"/>
                <a:ea typeface="微软雅黑" panose="020B0503020204020204" pitchFamily="34" charset="-122"/>
              </a:rPr>
              <a:t>HDFS</a:t>
            </a:r>
            <a:r>
              <a:rPr lang="zh-CN" altLang="en-US" sz="1600" spc="100" dirty="0">
                <a:latin typeface="微软雅黑" panose="020B0503020204020204" pitchFamily="34" charset="-122"/>
                <a:ea typeface="微软雅黑" panose="020B0503020204020204" pitchFamily="34" charset="-122"/>
              </a:rPr>
              <a:t>为海量数据提供存储模型。</a:t>
            </a:r>
            <a:r>
              <a:rPr lang="en-US" altLang="zh-CN" sz="1600" spc="100" dirty="0">
                <a:latin typeface="微软雅黑" panose="020B0503020204020204" pitchFamily="34" charset="-122"/>
                <a:ea typeface="微软雅黑" panose="020B0503020204020204" pitchFamily="34" charset="-122"/>
              </a:rPr>
              <a:t>HDFS</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Hadoop Distributed File System</a:t>
            </a:r>
            <a:r>
              <a:rPr lang="zh-CN" altLang="en-US" sz="1600" spc="100" dirty="0">
                <a:latin typeface="微软雅黑" panose="020B0503020204020204" pitchFamily="34" charset="-122"/>
                <a:ea typeface="微软雅黑" panose="020B0503020204020204" pitchFamily="34" charset="-122"/>
              </a:rPr>
              <a:t>）全称为分布式文件系统。</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）作用：</a:t>
            </a:r>
            <a:r>
              <a:rPr lang="zh-CN" altLang="zh-CN" sz="1600" spc="100" dirty="0">
                <a:latin typeface="微软雅黑" panose="020B0503020204020204" pitchFamily="34" charset="-122"/>
                <a:ea typeface="微软雅黑" panose="020B0503020204020204" pitchFamily="34" charset="-122"/>
              </a:rPr>
              <a:t>专门负责对存储在</a:t>
            </a:r>
            <a:r>
              <a:rPr lang="en-US" altLang="zh-CN" sz="1600" spc="100" dirty="0">
                <a:latin typeface="微软雅黑" panose="020B0503020204020204" pitchFamily="34" charset="-122"/>
                <a:ea typeface="微软雅黑" panose="020B0503020204020204" pitchFamily="34" charset="-122"/>
              </a:rPr>
              <a:t>Hadoop</a:t>
            </a:r>
            <a:r>
              <a:rPr lang="zh-CN" altLang="zh-CN" sz="1600" spc="100" dirty="0">
                <a:latin typeface="微软雅黑" panose="020B0503020204020204" pitchFamily="34" charset="-122"/>
                <a:ea typeface="微软雅黑" panose="020B0503020204020204" pitchFamily="34" charset="-122"/>
              </a:rPr>
              <a:t>集群上的数据的存储、管理、冗余备份以及出错恢复处理。</a:t>
            </a:r>
            <a:endParaRPr lang="en-US" altLang="zh-CN"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en-US" altLang="zh-CN" dirty="0"/>
              <a:t>HDFS</a:t>
            </a:r>
            <a:r>
              <a:rPr lang="zh-CN" altLang="en-US" dirty="0"/>
              <a:t>定义及作用</a:t>
            </a:r>
          </a:p>
        </p:txBody>
      </p:sp>
    </p:spTree>
    <p:extLst>
      <p:ext uri="{BB962C8B-B14F-4D97-AF65-F5344CB8AC3E}">
        <p14:creationId xmlns:p14="http://schemas.microsoft.com/office/powerpoint/2010/main" val="481339525"/>
      </p:ext>
    </p:extLst>
  </p:cSld>
  <p:clrMapOvr>
    <a:masterClrMapping/>
  </p:clrMapOvr>
  <p:transition spd="slow">
    <p:blinds dir="ver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EAE5AEED-EA21-475A-8CB8-858780F20B21}"/>
              </a:ext>
            </a:extLst>
          </p:cNvPr>
          <p:cNvSpPr/>
          <p:nvPr/>
        </p:nvSpPr>
        <p:spPr>
          <a:xfrm>
            <a:off x="1116914" y="1189416"/>
            <a:ext cx="5976664"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）满足超大规模的数据集需求。</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）支持流式的数据访问。</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）可容忍节点失效的发生。</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）有很强的扩展性。</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5</a:t>
            </a:r>
            <a:r>
              <a:rPr lang="zh-CN" altLang="en-US" sz="1600" spc="100" dirty="0">
                <a:latin typeface="微软雅黑" panose="020B0503020204020204" pitchFamily="34" charset="-122"/>
                <a:ea typeface="微软雅黑" panose="020B0503020204020204" pitchFamily="34" charset="-122"/>
              </a:rPr>
              <a:t>）存储文件时会将文件分割为多个数据块。</a:t>
            </a:r>
            <a:endParaRPr lang="en-US" altLang="zh-CN"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en-US" altLang="zh-CN" dirty="0"/>
              <a:t>HDFS</a:t>
            </a:r>
            <a:r>
              <a:rPr lang="zh-CN" altLang="en-US" dirty="0"/>
              <a:t>文件系统特点</a:t>
            </a:r>
          </a:p>
        </p:txBody>
      </p:sp>
    </p:spTree>
    <p:extLst>
      <p:ext uri="{BB962C8B-B14F-4D97-AF65-F5344CB8AC3E}">
        <p14:creationId xmlns:p14="http://schemas.microsoft.com/office/powerpoint/2010/main" val="2377236114"/>
      </p:ext>
    </p:extLst>
  </p:cSld>
  <p:clrMapOvr>
    <a:masterClrMapping/>
  </p:clrMapOvr>
  <p:transition spd="slow">
    <p:blinds dir="ver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0DC00C82-2855-48B8-8B5A-D112D33FF343}"/>
              </a:ext>
            </a:extLst>
          </p:cNvPr>
          <p:cNvSpPr/>
          <p:nvPr/>
        </p:nvSpPr>
        <p:spPr>
          <a:xfrm>
            <a:off x="1200897" y="1162815"/>
            <a:ext cx="3561733" cy="2954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a:t>
            </a:r>
            <a:r>
              <a:rPr lang="en-US" altLang="zh-CN" sz="1600" spc="100" dirty="0" err="1">
                <a:latin typeface="微软雅黑" panose="020B0503020204020204" pitchFamily="34" charset="-122"/>
                <a:ea typeface="微软雅黑" panose="020B0503020204020204" pitchFamily="34" charset="-122"/>
              </a:rPr>
              <a:t>Namenode</a:t>
            </a:r>
            <a:r>
              <a:rPr lang="zh-CN" altLang="en-US" sz="1600" spc="100" dirty="0">
                <a:latin typeface="微软雅黑" panose="020B0503020204020204" pitchFamily="34" charset="-122"/>
                <a:ea typeface="微软雅黑" panose="020B0503020204020204" pitchFamily="34" charset="-122"/>
              </a:rPr>
              <a:t>是管理节点，主要存储和管理整个文件系统的</a:t>
            </a:r>
            <a:r>
              <a:rPr lang="en-US" altLang="zh-CN" sz="1600" spc="100" dirty="0">
                <a:latin typeface="微软雅黑" panose="020B0503020204020204" pitchFamily="34" charset="-122"/>
                <a:ea typeface="微软雅黑" panose="020B0503020204020204" pitchFamily="34" charset="-122"/>
              </a:rPr>
              <a:t>namespace</a:t>
            </a:r>
            <a:r>
              <a:rPr lang="zh-CN" altLang="en-US" sz="1600" spc="100" dirty="0">
                <a:latin typeface="微软雅黑" panose="020B0503020204020204" pitchFamily="34" charset="-122"/>
                <a:ea typeface="微软雅黑" panose="020B0503020204020204" pitchFamily="34" charset="-122"/>
              </a:rPr>
              <a:t>和元数据。</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a:t>
            </a:r>
            <a:r>
              <a:rPr lang="en-US" altLang="zh-CN" sz="1600" spc="100" dirty="0" err="1">
                <a:latin typeface="微软雅黑" panose="020B0503020204020204" pitchFamily="34" charset="-122"/>
                <a:ea typeface="微软雅黑" panose="020B0503020204020204" pitchFamily="34" charset="-122"/>
              </a:rPr>
              <a:t>Namenode</a:t>
            </a:r>
            <a:r>
              <a:rPr lang="zh-CN" altLang="en-US" sz="1600" spc="100" dirty="0">
                <a:latin typeface="微软雅黑" panose="020B0503020204020204" pitchFamily="34" charset="-122"/>
                <a:ea typeface="微软雅黑" panose="020B0503020204020204" pitchFamily="34" charset="-122"/>
              </a:rPr>
              <a:t>还负责文件的读取写入过程。</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）一个文件被分割为一个或多个数据块，这些数据块分别存储在不同</a:t>
            </a:r>
            <a:r>
              <a:rPr lang="en-US" altLang="zh-CN" sz="1600" spc="100" dirty="0" err="1">
                <a:latin typeface="微软雅黑" panose="020B0503020204020204" pitchFamily="34" charset="-122"/>
                <a:ea typeface="微软雅黑" panose="020B0503020204020204" pitchFamily="34" charset="-122"/>
              </a:rPr>
              <a:t>Datanode</a:t>
            </a:r>
            <a:r>
              <a:rPr lang="zh-CN" altLang="en-US" sz="1600" spc="100" dirty="0">
                <a:latin typeface="微软雅黑" panose="020B0503020204020204" pitchFamily="34" charset="-122"/>
                <a:ea typeface="微软雅黑" panose="020B0503020204020204" pitchFamily="34" charset="-122"/>
              </a:rPr>
              <a:t>上。</a:t>
            </a:r>
          </a:p>
        </p:txBody>
      </p:sp>
      <p:graphicFrame>
        <p:nvGraphicFramePr>
          <p:cNvPr id="9" name="对象 8">
            <a:extLst>
              <a:ext uri="{FF2B5EF4-FFF2-40B4-BE49-F238E27FC236}">
                <a16:creationId xmlns:a16="http://schemas.microsoft.com/office/drawing/2014/main" id="{25EC3EBC-D585-48E4-A379-4B7FAD541263}"/>
              </a:ext>
            </a:extLst>
          </p:cNvPr>
          <p:cNvGraphicFramePr>
            <a:graphicFrameLocks noChangeAspect="1"/>
          </p:cNvGraphicFramePr>
          <p:nvPr/>
        </p:nvGraphicFramePr>
        <p:xfrm>
          <a:off x="5045187" y="1293445"/>
          <a:ext cx="5609925" cy="3739950"/>
        </p:xfrm>
        <a:graphic>
          <a:graphicData uri="http://schemas.openxmlformats.org/presentationml/2006/ole">
            <mc:AlternateContent xmlns:mc="http://schemas.openxmlformats.org/markup-compatibility/2006">
              <mc:Choice xmlns:v="urn:schemas-microsoft-com:vml" Requires="v">
                <p:oleObj spid="_x0000_s3103" name="Visio" r:id="rId4" imgW="8109749" imgH="5396080" progId="Visio.Drawing.15">
                  <p:embed/>
                </p:oleObj>
              </mc:Choice>
              <mc:Fallback>
                <p:oleObj name="Visio" r:id="rId4" imgW="8109749" imgH="5396080" progId="Visio.Drawing.15">
                  <p:embed/>
                  <p:pic>
                    <p:nvPicPr>
                      <p:cNvPr id="9" name="对象 8">
                        <a:extLst>
                          <a:ext uri="{FF2B5EF4-FFF2-40B4-BE49-F238E27FC236}">
                            <a16:creationId xmlns:a16="http://schemas.microsoft.com/office/drawing/2014/main" id="{25EC3EBC-D585-48E4-A379-4B7FAD54126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45187" y="1293445"/>
                        <a:ext cx="5609925" cy="3739950"/>
                      </a:xfrm>
                      <a:prstGeom prst="rect">
                        <a:avLst/>
                      </a:prstGeom>
                      <a:noFill/>
                    </p:spPr>
                  </p:pic>
                </p:oleObj>
              </mc:Fallback>
            </mc:AlternateContent>
          </a:graphicData>
        </a:graphic>
      </p:graphicFrame>
      <p:sp>
        <p:nvSpPr>
          <p:cNvPr id="3" name="标题 2"/>
          <p:cNvSpPr>
            <a:spLocks noGrp="1"/>
          </p:cNvSpPr>
          <p:nvPr>
            <p:ph type="title"/>
          </p:nvPr>
        </p:nvSpPr>
        <p:spPr/>
        <p:txBody>
          <a:bodyPr/>
          <a:lstStyle/>
          <a:p>
            <a:r>
              <a:rPr lang="en-US" altLang="zh-CN" dirty="0"/>
              <a:t>HDFS</a:t>
            </a:r>
            <a:r>
              <a:rPr lang="zh-CN" altLang="en-US" dirty="0"/>
              <a:t>中</a:t>
            </a:r>
            <a:r>
              <a:rPr lang="en-US" altLang="zh-CN" dirty="0" err="1"/>
              <a:t>Namenode</a:t>
            </a:r>
            <a:r>
              <a:rPr lang="zh-CN" altLang="en-US" dirty="0"/>
              <a:t>的作用</a:t>
            </a:r>
          </a:p>
        </p:txBody>
      </p:sp>
    </p:spTree>
    <p:extLst>
      <p:ext uri="{BB962C8B-B14F-4D97-AF65-F5344CB8AC3E}">
        <p14:creationId xmlns:p14="http://schemas.microsoft.com/office/powerpoint/2010/main" val="1299595886"/>
      </p:ext>
    </p:extLst>
  </p:cSld>
  <p:clrMapOvr>
    <a:masterClrMapping/>
  </p:clrMapOvr>
  <p:transition spd="slow">
    <p:blinds dir="ver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66DA4ABD-1A79-432B-B8F2-286B2D0045E1}"/>
              </a:ext>
            </a:extLst>
          </p:cNvPr>
          <p:cNvSpPr/>
          <p:nvPr/>
        </p:nvSpPr>
        <p:spPr>
          <a:xfrm>
            <a:off x="615655" y="1649978"/>
            <a:ext cx="4008437"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集群开始正常运行后</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a:t>
            </a:r>
            <a:r>
              <a:rPr lang="en-US" altLang="zh-CN" sz="1600" spc="100" dirty="0" err="1">
                <a:latin typeface="微软雅黑" panose="020B0503020204020204" pitchFamily="34" charset="-122"/>
                <a:ea typeface="微软雅黑" panose="020B0503020204020204" pitchFamily="34" charset="-122"/>
              </a:rPr>
              <a:t>Datanode</a:t>
            </a:r>
            <a:r>
              <a:rPr lang="zh-CN" altLang="en-US" sz="1600" spc="100" dirty="0">
                <a:latin typeface="微软雅黑" panose="020B0503020204020204" pitchFamily="34" charset="-122"/>
                <a:ea typeface="微软雅黑" panose="020B0503020204020204" pitchFamily="34" charset="-122"/>
              </a:rPr>
              <a:t>和</a:t>
            </a:r>
            <a:r>
              <a:rPr lang="en-US" altLang="zh-CN" sz="1600" spc="100" dirty="0" err="1">
                <a:latin typeface="微软雅黑" panose="020B0503020204020204" pitchFamily="34" charset="-122"/>
                <a:ea typeface="微软雅黑" panose="020B0503020204020204" pitchFamily="34" charset="-122"/>
              </a:rPr>
              <a:t>Namenode</a:t>
            </a:r>
            <a:r>
              <a:rPr lang="zh-CN" altLang="en-US" sz="1600" spc="100" dirty="0">
                <a:latin typeface="微软雅黑" panose="020B0503020204020204" pitchFamily="34" charset="-122"/>
                <a:ea typeface="微软雅黑" panose="020B0503020204020204" pitchFamily="34" charset="-122"/>
              </a:rPr>
              <a:t>会建立连接并不断地保持心跳，心跳信息中包含</a:t>
            </a:r>
            <a:r>
              <a:rPr lang="en-US" altLang="zh-CN" sz="1600" spc="100" dirty="0" err="1">
                <a:latin typeface="微软雅黑" panose="020B0503020204020204" pitchFamily="34" charset="-122"/>
                <a:ea typeface="微软雅黑" panose="020B0503020204020204" pitchFamily="34" charset="-122"/>
              </a:rPr>
              <a:t>Datanode</a:t>
            </a:r>
            <a:r>
              <a:rPr lang="zh-CN" altLang="en-US" sz="1600" spc="100" dirty="0">
                <a:latin typeface="微软雅黑" panose="020B0503020204020204" pitchFamily="34" charset="-122"/>
                <a:ea typeface="微软雅黑" panose="020B0503020204020204" pitchFamily="34" charset="-122"/>
              </a:rPr>
              <a:t>的状态和</a:t>
            </a:r>
            <a:r>
              <a:rPr lang="en-US" altLang="zh-CN" sz="1600" spc="100" dirty="0" err="1">
                <a:latin typeface="微软雅黑" panose="020B0503020204020204" pitchFamily="34" charset="-122"/>
                <a:ea typeface="微软雅黑" panose="020B0503020204020204" pitchFamily="34" charset="-122"/>
              </a:rPr>
              <a:t>Namenode</a:t>
            </a:r>
            <a:r>
              <a:rPr lang="zh-CN" altLang="en-US" sz="1600" spc="100" dirty="0">
                <a:latin typeface="微软雅黑" panose="020B0503020204020204" pitchFamily="34" charset="-122"/>
                <a:ea typeface="微软雅黑" panose="020B0503020204020204" pitchFamily="34" charset="-122"/>
              </a:rPr>
              <a:t>对</a:t>
            </a:r>
            <a:r>
              <a:rPr lang="en-US" altLang="zh-CN" sz="1600" spc="100" dirty="0" err="1">
                <a:latin typeface="微软雅黑" panose="020B0503020204020204" pitchFamily="34" charset="-122"/>
                <a:ea typeface="微软雅黑" panose="020B0503020204020204" pitchFamily="34" charset="-122"/>
              </a:rPr>
              <a:t>Datanode</a:t>
            </a:r>
            <a:r>
              <a:rPr lang="zh-CN" altLang="en-US" sz="1600" spc="100" dirty="0">
                <a:latin typeface="微软雅黑" panose="020B0503020204020204" pitchFamily="34" charset="-122"/>
                <a:ea typeface="微软雅黑" panose="020B0503020204020204" pitchFamily="34" charset="-122"/>
              </a:rPr>
              <a:t>的命令等。</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a:t>
            </a:r>
            <a:r>
              <a:rPr lang="en-US" altLang="zh-CN" sz="1600" spc="100" dirty="0" err="1">
                <a:latin typeface="微软雅黑" panose="020B0503020204020204" pitchFamily="34" charset="-122"/>
                <a:ea typeface="微软雅黑" panose="020B0503020204020204" pitchFamily="34" charset="-122"/>
              </a:rPr>
              <a:t>Datanode</a:t>
            </a:r>
            <a:r>
              <a:rPr lang="zh-CN" altLang="en-US" sz="1600" spc="100" dirty="0">
                <a:latin typeface="微软雅黑" panose="020B0503020204020204" pitchFamily="34" charset="-122"/>
                <a:ea typeface="微软雅黑" panose="020B0503020204020204" pitchFamily="34" charset="-122"/>
              </a:rPr>
              <a:t>接受对数据的访问，响应数据的读写请求。</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a:t>
            </a:r>
            <a:r>
              <a:rPr lang="en-US" altLang="zh-CN" sz="1600" spc="100" dirty="0" err="1">
                <a:latin typeface="微软雅黑" panose="020B0503020204020204" pitchFamily="34" charset="-122"/>
                <a:ea typeface="微软雅黑" panose="020B0503020204020204" pitchFamily="34" charset="-122"/>
              </a:rPr>
              <a:t>Datanode</a:t>
            </a:r>
            <a:r>
              <a:rPr lang="zh-CN" altLang="en-US" sz="1600" spc="100" dirty="0">
                <a:latin typeface="微软雅黑" panose="020B0503020204020204" pitchFamily="34" charset="-122"/>
                <a:ea typeface="微软雅黑" panose="020B0503020204020204" pitchFamily="34" charset="-122"/>
              </a:rPr>
              <a:t>之间也会通过心跳保持联系以达到相互协调地工作。</a:t>
            </a:r>
          </a:p>
        </p:txBody>
      </p:sp>
      <p:graphicFrame>
        <p:nvGraphicFramePr>
          <p:cNvPr id="9" name="对象 8">
            <a:extLst>
              <a:ext uri="{FF2B5EF4-FFF2-40B4-BE49-F238E27FC236}">
                <a16:creationId xmlns:a16="http://schemas.microsoft.com/office/drawing/2014/main" id="{70BD68DA-D850-4D06-BD86-8C0CE79768DA}"/>
              </a:ext>
            </a:extLst>
          </p:cNvPr>
          <p:cNvGraphicFramePr>
            <a:graphicFrameLocks noChangeAspect="1"/>
          </p:cNvGraphicFramePr>
          <p:nvPr/>
        </p:nvGraphicFramePr>
        <p:xfrm>
          <a:off x="5540775" y="1293445"/>
          <a:ext cx="5040560" cy="4291741"/>
        </p:xfrm>
        <a:graphic>
          <a:graphicData uri="http://schemas.openxmlformats.org/presentationml/2006/ole">
            <mc:AlternateContent xmlns:mc="http://schemas.openxmlformats.org/markup-compatibility/2006">
              <mc:Choice xmlns:v="urn:schemas-microsoft-com:vml" Requires="v">
                <p:oleObj spid="_x0000_s4127" name="Visio" r:id="rId4" imgW="4721265" imgH="4001311" progId="Visio.Drawing.15">
                  <p:embed/>
                </p:oleObj>
              </mc:Choice>
              <mc:Fallback>
                <p:oleObj name="Visio" r:id="rId4" imgW="4721265" imgH="4001311" progId="Visio.Drawing.15">
                  <p:embed/>
                  <p:pic>
                    <p:nvPicPr>
                      <p:cNvPr id="9" name="对象 8">
                        <a:extLst>
                          <a:ext uri="{FF2B5EF4-FFF2-40B4-BE49-F238E27FC236}">
                            <a16:creationId xmlns:a16="http://schemas.microsoft.com/office/drawing/2014/main" id="{70BD68DA-D850-4D06-BD86-8C0CE79768D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40775" y="1293445"/>
                        <a:ext cx="5040560" cy="4291741"/>
                      </a:xfrm>
                      <a:prstGeom prst="rect">
                        <a:avLst/>
                      </a:prstGeom>
                      <a:noFill/>
                    </p:spPr>
                  </p:pic>
                </p:oleObj>
              </mc:Fallback>
            </mc:AlternateContent>
          </a:graphicData>
        </a:graphic>
      </p:graphicFrame>
      <p:sp>
        <p:nvSpPr>
          <p:cNvPr id="3" name="标题 2"/>
          <p:cNvSpPr>
            <a:spLocks noGrp="1"/>
          </p:cNvSpPr>
          <p:nvPr>
            <p:ph type="title"/>
          </p:nvPr>
        </p:nvSpPr>
        <p:spPr/>
        <p:txBody>
          <a:bodyPr/>
          <a:lstStyle/>
          <a:p>
            <a:r>
              <a:rPr lang="en-US" altLang="zh-CN" dirty="0"/>
              <a:t>HDFS</a:t>
            </a:r>
            <a:r>
              <a:rPr lang="zh-CN" altLang="en-US" dirty="0"/>
              <a:t>中</a:t>
            </a:r>
            <a:r>
              <a:rPr lang="en-US" altLang="zh-CN" dirty="0" err="1"/>
              <a:t>Datanode</a:t>
            </a:r>
            <a:r>
              <a:rPr lang="zh-CN" altLang="en-US" dirty="0"/>
              <a:t>的作用</a:t>
            </a:r>
          </a:p>
        </p:txBody>
      </p:sp>
    </p:spTree>
    <p:extLst>
      <p:ext uri="{BB962C8B-B14F-4D97-AF65-F5344CB8AC3E}">
        <p14:creationId xmlns:p14="http://schemas.microsoft.com/office/powerpoint/2010/main" val="1796704698"/>
      </p:ext>
    </p:extLst>
  </p:cSld>
  <p:clrMapOvr>
    <a:masterClrMapping/>
  </p:clrMapOvr>
  <p:transition spd="slow">
    <p:blinds dir="ver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2"/>
          <p:cNvSpPr txBox="1">
            <a:spLocks/>
          </p:cNvSpPr>
          <p:nvPr/>
        </p:nvSpPr>
        <p:spPr>
          <a:xfrm>
            <a:off x="4476291" y="3105647"/>
            <a:ext cx="5869491" cy="71973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165"/>
            <a:r>
              <a:rPr kumimoji="1" lang="zh-CN" altLang="en-US" b="1" dirty="0">
                <a:solidFill>
                  <a:schemeClr val="tx1">
                    <a:lumMod val="75000"/>
                    <a:lumOff val="25000"/>
                  </a:schemeClr>
                </a:solidFill>
                <a:latin typeface="Microsoft YaHei" charset="-122"/>
                <a:ea typeface="Microsoft YaHei" charset="-122"/>
                <a:cs typeface="Microsoft YaHei" charset="-122"/>
                <a:sym typeface="Arial" panose="020B0604020202020204"/>
              </a:rPr>
              <a:t>存储方式</a:t>
            </a:r>
          </a:p>
        </p:txBody>
      </p:sp>
      <p:cxnSp>
        <p:nvCxnSpPr>
          <p:cNvPr id="12" name="直线连接符 11"/>
          <p:cNvCxnSpPr/>
          <p:nvPr/>
        </p:nvCxnSpPr>
        <p:spPr>
          <a:xfrm>
            <a:off x="4056366" y="3105647"/>
            <a:ext cx="0" cy="649916"/>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标题 2"/>
          <p:cNvSpPr txBox="1">
            <a:spLocks/>
          </p:cNvSpPr>
          <p:nvPr/>
        </p:nvSpPr>
        <p:spPr>
          <a:xfrm>
            <a:off x="2788608" y="2994992"/>
            <a:ext cx="1477722" cy="83038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CN" sz="6000" b="1" dirty="0">
                <a:solidFill>
                  <a:srgbClr val="117EC8"/>
                </a:solidFill>
                <a:latin typeface="Arial" charset="0"/>
                <a:ea typeface="Arial" charset="0"/>
                <a:cs typeface="Arial" charset="0"/>
              </a:rPr>
              <a:t>4.3</a:t>
            </a:r>
            <a:endParaRPr kumimoji="1" lang="zh-CN" altLang="en-US" sz="7200" b="1" dirty="0">
              <a:solidFill>
                <a:srgbClr val="117EC8"/>
              </a:solidFill>
              <a:latin typeface="Arial" charset="0"/>
              <a:ea typeface="Arial" charset="0"/>
              <a:cs typeface="Arial" charset="0"/>
            </a:endParaRPr>
          </a:p>
        </p:txBody>
      </p:sp>
    </p:spTree>
    <p:extLst>
      <p:ext uri="{BB962C8B-B14F-4D97-AF65-F5344CB8AC3E}">
        <p14:creationId xmlns:p14="http://schemas.microsoft.com/office/powerpoint/2010/main" val="109097373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EAE5AEED-EA21-475A-8CB8-858780F20B21}"/>
              </a:ext>
            </a:extLst>
          </p:cNvPr>
          <p:cNvSpPr/>
          <p:nvPr/>
        </p:nvSpPr>
        <p:spPr>
          <a:xfrm>
            <a:off x="1240971" y="1293444"/>
            <a:ext cx="9078613"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）在线存储：在线存储又称线上存储，典型应用为云存储。</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）近线存储：近线存储介于在线存储和离线存储之间的选择。</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）离线存储：离线存储又称为线下存储。</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endParaRPr lang="en-US" altLang="zh-CN"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zh-CN" altLang="en-US" dirty="0"/>
              <a:t>数据存储的方式概述</a:t>
            </a:r>
          </a:p>
        </p:txBody>
      </p:sp>
    </p:spTree>
    <p:extLst>
      <p:ext uri="{BB962C8B-B14F-4D97-AF65-F5344CB8AC3E}">
        <p14:creationId xmlns:p14="http://schemas.microsoft.com/office/powerpoint/2010/main" val="1571050306"/>
      </p:ext>
    </p:extLst>
  </p:cSld>
  <p:clrMapOvr>
    <a:masterClrMapping/>
  </p:clrMapOvr>
  <p:transition spd="slow">
    <p:blinds dir="ver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EAE5AEED-EA21-475A-8CB8-858780F20B21}"/>
              </a:ext>
            </a:extLst>
          </p:cNvPr>
          <p:cNvSpPr/>
          <p:nvPr/>
        </p:nvSpPr>
        <p:spPr>
          <a:xfrm>
            <a:off x="1214846" y="1293445"/>
            <a:ext cx="9575073"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）在线存储是指将信息实时存储，存储设备和所存储的数据时刻保持“在线”状态。</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）在线存储可以使得在线日志信息可以立即访问和检索并且可供用户随时读取。</a:t>
            </a:r>
            <a:endParaRPr lang="en-US" altLang="zh-CN"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zh-CN" altLang="en-US" dirty="0"/>
              <a:t>在线存储定义</a:t>
            </a:r>
          </a:p>
        </p:txBody>
      </p:sp>
      <p:sp>
        <p:nvSpPr>
          <p:cNvPr id="2" name="灯片编号占位符 1"/>
          <p:cNvSpPr>
            <a:spLocks noGrp="1"/>
          </p:cNvSpPr>
          <p:nvPr>
            <p:ph type="sldNum" sz="quarter" idx="4294967295"/>
          </p:nvPr>
        </p:nvSpPr>
        <p:spPr>
          <a:xfrm>
            <a:off x="9448800" y="6356350"/>
            <a:ext cx="2743200" cy="365125"/>
          </a:xfrm>
        </p:spPr>
        <p:txBody>
          <a:bodyPr/>
          <a:lstStyle/>
          <a:p>
            <a:fld id="{1E4B0B22-26AC-43A2-B10D-1F97D7C711AE}" type="slidenum">
              <a:rPr lang="zh-CN" altLang="en-US" smtClean="0"/>
              <a:pPr/>
              <a:t>34</a:t>
            </a:fld>
            <a:endParaRPr lang="zh-CN" altLang="en-US"/>
          </a:p>
        </p:txBody>
      </p:sp>
    </p:spTree>
    <p:extLst>
      <p:ext uri="{BB962C8B-B14F-4D97-AF65-F5344CB8AC3E}">
        <p14:creationId xmlns:p14="http://schemas.microsoft.com/office/powerpoint/2010/main" val="458453066"/>
      </p:ext>
    </p:extLst>
  </p:cSld>
  <p:clrMapOvr>
    <a:masterClrMapping/>
  </p:clrMapOvr>
  <p:transition spd="slow">
    <p:blinds dir="ver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EAE5AEED-EA21-475A-8CB8-858780F20B21}"/>
              </a:ext>
            </a:extLst>
          </p:cNvPr>
          <p:cNvSpPr/>
          <p:nvPr/>
        </p:nvSpPr>
        <p:spPr>
          <a:xfrm>
            <a:off x="1227909" y="1293445"/>
            <a:ext cx="6580003"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）一次存储（或备份）、随时随地访问。</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）数据共享。</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）在线同步。</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）存储空间大、容易扩展。</a:t>
            </a:r>
            <a:endParaRPr lang="en-US" altLang="zh-CN"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zh-CN" altLang="en-US" dirty="0"/>
              <a:t>在线存储的特点</a:t>
            </a:r>
          </a:p>
        </p:txBody>
      </p:sp>
    </p:spTree>
    <p:extLst>
      <p:ext uri="{BB962C8B-B14F-4D97-AF65-F5344CB8AC3E}">
        <p14:creationId xmlns:p14="http://schemas.microsoft.com/office/powerpoint/2010/main" val="1909618636"/>
      </p:ext>
    </p:extLst>
  </p:cSld>
  <p:clrMapOvr>
    <a:masterClrMapping/>
  </p:clrMapOvr>
  <p:transition spd="slow">
    <p:blinds dir="ver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EAE5AEED-EA21-475A-8CB8-858780F20B21}"/>
              </a:ext>
            </a:extLst>
          </p:cNvPr>
          <p:cNvSpPr/>
          <p:nvPr/>
        </p:nvSpPr>
        <p:spPr>
          <a:xfrm>
            <a:off x="1175657" y="1287095"/>
            <a:ext cx="9575074"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）云存储是一种新兴的在线存储方式，它是在云计算概念上延伸和发展出来的一个新的概念。</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）云存储通过集群应用、网络技术或分布式文件系统等功能，将网络中大量各种不同类型的存储设备通过应用软件集合起来协同工作，共同对外提供数据存储和业务访问功能的一个系统。</a:t>
            </a:r>
            <a:endParaRPr lang="en-US" altLang="zh-CN"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zh-CN" altLang="en-US" dirty="0"/>
              <a:t>云存储</a:t>
            </a:r>
          </a:p>
        </p:txBody>
      </p:sp>
    </p:spTree>
    <p:extLst>
      <p:ext uri="{BB962C8B-B14F-4D97-AF65-F5344CB8AC3E}">
        <p14:creationId xmlns:p14="http://schemas.microsoft.com/office/powerpoint/2010/main" val="2543865921"/>
      </p:ext>
    </p:extLst>
  </p:cSld>
  <p:clrMapOvr>
    <a:masterClrMapping/>
  </p:clrMapOvr>
  <p:transition spd="slow">
    <p:blinds dir="ver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EAE5AEED-EA21-475A-8CB8-858780F20B21}"/>
              </a:ext>
            </a:extLst>
          </p:cNvPr>
          <p:cNvSpPr/>
          <p:nvPr/>
        </p:nvSpPr>
        <p:spPr>
          <a:xfrm>
            <a:off x="1051569" y="1345919"/>
            <a:ext cx="360040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）数据存储层：数据存储</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）基础管理层：设备协同</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）应用接口层：提供接口</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）用户访问层：提供接口</a:t>
            </a:r>
            <a:endParaRPr lang="en-US" altLang="zh-CN" sz="1600" spc="100" dirty="0">
              <a:latin typeface="微软雅黑" panose="020B0503020204020204" pitchFamily="34" charset="-122"/>
              <a:ea typeface="微软雅黑" panose="020B0503020204020204" pitchFamily="34" charset="-122"/>
            </a:endParaRPr>
          </a:p>
        </p:txBody>
      </p:sp>
      <p:graphicFrame>
        <p:nvGraphicFramePr>
          <p:cNvPr id="9" name="对象 8">
            <a:extLst>
              <a:ext uri="{FF2B5EF4-FFF2-40B4-BE49-F238E27FC236}">
                <a16:creationId xmlns:a16="http://schemas.microsoft.com/office/drawing/2014/main" id="{6DA10443-3C02-4472-8526-7C231EA97B0D}"/>
              </a:ext>
            </a:extLst>
          </p:cNvPr>
          <p:cNvGraphicFramePr>
            <a:graphicFrameLocks noChangeAspect="1"/>
          </p:cNvGraphicFramePr>
          <p:nvPr/>
        </p:nvGraphicFramePr>
        <p:xfrm>
          <a:off x="4651969" y="1293445"/>
          <a:ext cx="5843402" cy="4117455"/>
        </p:xfrm>
        <a:graphic>
          <a:graphicData uri="http://schemas.openxmlformats.org/presentationml/2006/ole">
            <mc:AlternateContent xmlns:mc="http://schemas.openxmlformats.org/markup-compatibility/2006">
              <mc:Choice xmlns:v="urn:schemas-microsoft-com:vml" Requires="v">
                <p:oleObj spid="_x0000_s5151" name="Visio" r:id="rId4" imgW="7424334" imgH="4660042" progId="Visio.Drawing.15">
                  <p:embed/>
                </p:oleObj>
              </mc:Choice>
              <mc:Fallback>
                <p:oleObj name="Visio" r:id="rId4" imgW="7424334" imgH="4660042" progId="Visio.Drawing.15">
                  <p:embed/>
                  <p:pic>
                    <p:nvPicPr>
                      <p:cNvPr id="9" name="对象 8">
                        <a:extLst>
                          <a:ext uri="{FF2B5EF4-FFF2-40B4-BE49-F238E27FC236}">
                            <a16:creationId xmlns:a16="http://schemas.microsoft.com/office/drawing/2014/main" id="{6DA10443-3C02-4472-8526-7C231EA97B0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51969" y="1293445"/>
                        <a:ext cx="5843402" cy="4117455"/>
                      </a:xfrm>
                      <a:prstGeom prst="rect">
                        <a:avLst/>
                      </a:prstGeom>
                      <a:noFill/>
                    </p:spPr>
                  </p:pic>
                </p:oleObj>
              </mc:Fallback>
            </mc:AlternateContent>
          </a:graphicData>
        </a:graphic>
      </p:graphicFrame>
      <p:sp>
        <p:nvSpPr>
          <p:cNvPr id="3" name="标题 2"/>
          <p:cNvSpPr>
            <a:spLocks noGrp="1"/>
          </p:cNvSpPr>
          <p:nvPr>
            <p:ph type="title"/>
          </p:nvPr>
        </p:nvSpPr>
        <p:spPr/>
        <p:txBody>
          <a:bodyPr/>
          <a:lstStyle/>
          <a:p>
            <a:r>
              <a:rPr lang="zh-CN" altLang="en-US" dirty="0"/>
              <a:t>云存储平台整体结构划分</a:t>
            </a:r>
          </a:p>
        </p:txBody>
      </p:sp>
    </p:spTree>
    <p:extLst>
      <p:ext uri="{BB962C8B-B14F-4D97-AF65-F5344CB8AC3E}">
        <p14:creationId xmlns:p14="http://schemas.microsoft.com/office/powerpoint/2010/main" val="1734675284"/>
      </p:ext>
    </p:extLst>
  </p:cSld>
  <p:clrMapOvr>
    <a:masterClrMapping/>
  </p:clrMapOvr>
  <p:transition spd="slow">
    <p:blinds dir="ver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EAE5AEED-EA21-475A-8CB8-858780F20B21}"/>
              </a:ext>
            </a:extLst>
          </p:cNvPr>
          <p:cNvSpPr/>
          <p:nvPr/>
        </p:nvSpPr>
        <p:spPr>
          <a:xfrm>
            <a:off x="1227909" y="1293445"/>
            <a:ext cx="4935493"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）成本低。</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）便捷访问。</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）具备海量扩展能力。</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）实现负载均衡。</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5</a:t>
            </a:r>
            <a:r>
              <a:rPr lang="zh-CN" altLang="en-US" sz="1600" spc="100" dirty="0">
                <a:latin typeface="微软雅黑" panose="020B0503020204020204" pitchFamily="34" charset="-122"/>
                <a:ea typeface="微软雅黑" panose="020B0503020204020204" pitchFamily="34" charset="-122"/>
              </a:rPr>
              <a:t>）可实现量身定制。</a:t>
            </a:r>
            <a:endParaRPr lang="en-US" altLang="zh-CN"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zh-CN" altLang="en-US" dirty="0"/>
              <a:t>云存储优势</a:t>
            </a:r>
          </a:p>
        </p:txBody>
      </p:sp>
    </p:spTree>
    <p:extLst>
      <p:ext uri="{BB962C8B-B14F-4D97-AF65-F5344CB8AC3E}">
        <p14:creationId xmlns:p14="http://schemas.microsoft.com/office/powerpoint/2010/main" val="3164091306"/>
      </p:ext>
    </p:extLst>
  </p:cSld>
  <p:clrMapOvr>
    <a:masterClrMapping/>
  </p:clrMapOvr>
  <p:transition spd="slow">
    <p:blinds dir="ver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EAE5AEED-EA21-475A-8CB8-858780F20B21}"/>
              </a:ext>
            </a:extLst>
          </p:cNvPr>
          <p:cNvSpPr/>
          <p:nvPr/>
        </p:nvSpPr>
        <p:spPr>
          <a:xfrm>
            <a:off x="1240971" y="1310075"/>
            <a:ext cx="8961599"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）数据安全与可用性之间的权衡。</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）性能和数据传输速率的限制。</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）可管理性的缺乏。</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）互操作性与协议转换的困境。</a:t>
            </a:r>
            <a:endParaRPr lang="en-US" altLang="zh-CN"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zh-CN" altLang="en-US" dirty="0"/>
              <a:t>云存储服务面临的挑战</a:t>
            </a:r>
          </a:p>
        </p:txBody>
      </p:sp>
      <p:sp>
        <p:nvSpPr>
          <p:cNvPr id="2" name="灯片编号占位符 1"/>
          <p:cNvSpPr>
            <a:spLocks noGrp="1"/>
          </p:cNvSpPr>
          <p:nvPr>
            <p:ph type="sldNum" sz="quarter" idx="4294967295"/>
          </p:nvPr>
        </p:nvSpPr>
        <p:spPr>
          <a:xfrm>
            <a:off x="9448800" y="6356350"/>
            <a:ext cx="2743200" cy="365125"/>
          </a:xfrm>
        </p:spPr>
        <p:txBody>
          <a:bodyPr/>
          <a:lstStyle/>
          <a:p>
            <a:fld id="{1E4B0B22-26AC-43A2-B10D-1F97D7C711AE}" type="slidenum">
              <a:rPr lang="zh-CN" altLang="en-US" smtClean="0"/>
              <a:pPr/>
              <a:t>39</a:t>
            </a:fld>
            <a:endParaRPr lang="zh-CN" altLang="en-US"/>
          </a:p>
        </p:txBody>
      </p:sp>
    </p:spTree>
    <p:extLst>
      <p:ext uri="{BB962C8B-B14F-4D97-AF65-F5344CB8AC3E}">
        <p14:creationId xmlns:p14="http://schemas.microsoft.com/office/powerpoint/2010/main" val="3569131587"/>
      </p:ext>
    </p:extLst>
  </p:cSld>
  <p:clrMapOvr>
    <a:masterClrMapping/>
  </p:clrMapOvr>
  <p:transition spd="slow">
    <p:blinds dir="ver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EAE5AEED-EA21-475A-8CB8-858780F20B21}"/>
              </a:ext>
            </a:extLst>
          </p:cNvPr>
          <p:cNvSpPr/>
          <p:nvPr/>
        </p:nvSpPr>
        <p:spPr>
          <a:xfrm>
            <a:off x="1071154" y="1163412"/>
            <a:ext cx="9050849"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）定义：近线存储是介于在线存储和离线存储之间的存储选择，即所谓的分级存储。</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）作用：经常应用于数字电视中的播出控制系统和存储一些客户长期保存但是不常用的文档。</a:t>
            </a:r>
            <a:endParaRPr lang="en-US" altLang="zh-CN"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zh-CN" altLang="en-US" dirty="0"/>
              <a:t>近线存储定义和应用</a:t>
            </a:r>
          </a:p>
        </p:txBody>
      </p:sp>
    </p:spTree>
    <p:extLst>
      <p:ext uri="{BB962C8B-B14F-4D97-AF65-F5344CB8AC3E}">
        <p14:creationId xmlns:p14="http://schemas.microsoft.com/office/powerpoint/2010/main" val="1822697316"/>
      </p:ext>
    </p:extLst>
  </p:cSld>
  <p:clrMapOvr>
    <a:masterClrMapping/>
  </p:clrMapOvr>
  <p:transition spd="slow">
    <p:blinds dir="ver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EAE5AEED-EA21-475A-8CB8-858780F20B21}"/>
              </a:ext>
            </a:extLst>
          </p:cNvPr>
          <p:cNvSpPr/>
          <p:nvPr/>
        </p:nvSpPr>
        <p:spPr>
          <a:xfrm>
            <a:off x="1045029" y="1163411"/>
            <a:ext cx="9531969"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 </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）存储数据分类：</a:t>
            </a:r>
            <a:r>
              <a:rPr lang="zh-CN" altLang="zh-CN" sz="1600" spc="100" dirty="0">
                <a:latin typeface="微软雅黑" panose="020B0503020204020204" pitchFamily="34" charset="-122"/>
                <a:ea typeface="微软雅黑" panose="020B0503020204020204" pitchFamily="34" charset="-122"/>
              </a:rPr>
              <a:t>用户经常需要访问的数据与不需要访问的数据。</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）主要特征：</a:t>
            </a:r>
            <a:r>
              <a:rPr lang="zh-CN" altLang="zh-CN" sz="1600" spc="100" dirty="0">
                <a:latin typeface="微软雅黑" panose="020B0503020204020204" pitchFamily="34" charset="-122"/>
                <a:ea typeface="微软雅黑" panose="020B0503020204020204" pitchFamily="34" charset="-122"/>
              </a:rPr>
              <a:t>近线存储将那些不是经常用到，或者说数据的访问量并不大的数据存放在性能较低的存储设备上</a:t>
            </a:r>
            <a:r>
              <a:rPr lang="zh-CN" altLang="en-US" sz="1600" spc="100" dirty="0">
                <a:latin typeface="微软雅黑" panose="020B0503020204020204" pitchFamily="34" charset="-122"/>
                <a:ea typeface="微软雅黑" panose="020B0503020204020204" pitchFamily="34" charset="-122"/>
              </a:rPr>
              <a:t>。</a:t>
            </a:r>
            <a:endParaRPr lang="en-US" altLang="zh-CN"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zh-CN" altLang="en-US" dirty="0"/>
              <a:t>近线存储特点</a:t>
            </a:r>
          </a:p>
        </p:txBody>
      </p:sp>
    </p:spTree>
    <p:extLst>
      <p:ext uri="{BB962C8B-B14F-4D97-AF65-F5344CB8AC3E}">
        <p14:creationId xmlns:p14="http://schemas.microsoft.com/office/powerpoint/2010/main" val="2158501454"/>
      </p:ext>
    </p:extLst>
  </p:cSld>
  <p:clrMapOvr>
    <a:masterClrMapping/>
  </p:clrMapOvr>
  <p:transition spd="slow">
    <p:blinds dir="ver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EAE5AEED-EA21-475A-8CB8-858780F20B21}"/>
              </a:ext>
            </a:extLst>
          </p:cNvPr>
          <p:cNvSpPr/>
          <p:nvPr/>
        </p:nvSpPr>
        <p:spPr>
          <a:xfrm>
            <a:off x="1110343" y="1163412"/>
            <a:ext cx="9588137"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）近线存储采用硬盘、磁带或光盘作为存储介质，并使用相应的近线存储管理软件对存储文件进行管理。</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）近线存储大容量的数据时，硬盘相比于磁带和光盘更具有优势。</a:t>
            </a:r>
            <a:endParaRPr lang="en-US" altLang="zh-CN"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zh-CN" altLang="en-US" dirty="0"/>
              <a:t>近线存储介质概述</a:t>
            </a:r>
          </a:p>
        </p:txBody>
      </p:sp>
    </p:spTree>
    <p:extLst>
      <p:ext uri="{BB962C8B-B14F-4D97-AF65-F5344CB8AC3E}">
        <p14:creationId xmlns:p14="http://schemas.microsoft.com/office/powerpoint/2010/main" val="44662409"/>
      </p:ext>
    </p:extLst>
  </p:cSld>
  <p:clrMapOvr>
    <a:masterClrMapping/>
  </p:clrMapOvr>
  <p:transition spd="slow">
    <p:blinds dir="ver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EAE5AEED-EA21-475A-8CB8-858780F20B21}"/>
              </a:ext>
            </a:extLst>
          </p:cNvPr>
          <p:cNvSpPr/>
          <p:nvPr/>
        </p:nvSpPr>
        <p:spPr>
          <a:xfrm>
            <a:off x="1136470" y="1163412"/>
            <a:ext cx="9364478"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）近线系统的数据检索部分位于硬盘，其读写速度。</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）近线系统将大量使用频率较低的数据迁移到磁带库或光盘库中，既有离线存储系统数据容量近于无限的优点，又节省在线部分的硬盘空间。</a:t>
            </a:r>
            <a:endParaRPr lang="en-US" altLang="zh-CN"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zh-CN" altLang="en-US" dirty="0"/>
              <a:t>近线存储系统的优点</a:t>
            </a:r>
          </a:p>
        </p:txBody>
      </p:sp>
    </p:spTree>
    <p:extLst>
      <p:ext uri="{BB962C8B-B14F-4D97-AF65-F5344CB8AC3E}">
        <p14:creationId xmlns:p14="http://schemas.microsoft.com/office/powerpoint/2010/main" val="699265376"/>
      </p:ext>
    </p:extLst>
  </p:cSld>
  <p:clrMapOvr>
    <a:masterClrMapping/>
  </p:clrMapOvr>
  <p:transition spd="slow">
    <p:blinds dir="ver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EAE5AEED-EA21-475A-8CB8-858780F20B21}"/>
              </a:ext>
            </a:extLst>
          </p:cNvPr>
          <p:cNvSpPr/>
          <p:nvPr/>
        </p:nvSpPr>
        <p:spPr>
          <a:xfrm>
            <a:off x="1201783" y="1151062"/>
            <a:ext cx="9050095"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）响应速度快。</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）节省空间。</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）可为网络中心存储设备提供安全备份。</a:t>
            </a:r>
            <a:endParaRPr lang="en-US" altLang="zh-CN"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zh-CN" altLang="en-US" dirty="0"/>
              <a:t>近线存储的主要优势</a:t>
            </a:r>
          </a:p>
        </p:txBody>
      </p:sp>
    </p:spTree>
    <p:extLst>
      <p:ext uri="{BB962C8B-B14F-4D97-AF65-F5344CB8AC3E}">
        <p14:creationId xmlns:p14="http://schemas.microsoft.com/office/powerpoint/2010/main" val="763769086"/>
      </p:ext>
    </p:extLst>
  </p:cSld>
  <p:clrMapOvr>
    <a:masterClrMapping/>
  </p:clrMapOvr>
  <p:transition spd="slow">
    <p:blinds dir="ver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文本框 4"/>
          <p:cNvSpPr txBox="1">
            <a:spLocks noChangeArrowheads="1"/>
          </p:cNvSpPr>
          <p:nvPr/>
        </p:nvSpPr>
        <p:spPr bwMode="auto">
          <a:xfrm>
            <a:off x="2093914" y="415926"/>
            <a:ext cx="23503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zh-CN" altLang="en-US" sz="2400" b="1" dirty="0">
                <a:solidFill>
                  <a:schemeClr val="bg1"/>
                </a:solidFill>
                <a:latin typeface="黑体" panose="02010609060101010101" pitchFamily="49" charset="-122"/>
                <a:ea typeface="黑体" panose="02010609060101010101" pitchFamily="49" charset="-122"/>
              </a:rPr>
              <a:t>近线存储的缺点</a:t>
            </a:r>
          </a:p>
        </p:txBody>
      </p:sp>
      <p:sp>
        <p:nvSpPr>
          <p:cNvPr id="8" name="矩形 7">
            <a:extLst>
              <a:ext uri="{FF2B5EF4-FFF2-40B4-BE49-F238E27FC236}">
                <a16:creationId xmlns:a16="http://schemas.microsoft.com/office/drawing/2014/main" id="{EAE5AEED-EA21-475A-8CB8-858780F20B21}"/>
              </a:ext>
            </a:extLst>
          </p:cNvPr>
          <p:cNvSpPr/>
          <p:nvPr/>
        </p:nvSpPr>
        <p:spPr>
          <a:xfrm>
            <a:off x="1214846" y="1318338"/>
            <a:ext cx="9221475"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要求近线存储设备所需的容量相对较大。</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需要采用数据吞吐能力较大的介质存取设备</a:t>
            </a:r>
            <a:r>
              <a:rPr lang="zh-CN" altLang="en-US" sz="1600" spc="100" dirty="0">
                <a:latin typeface="微软雅黑" panose="020B0503020204020204" pitchFamily="34" charset="-122"/>
                <a:ea typeface="微软雅黑" panose="020B0503020204020204" pitchFamily="34" charset="-122"/>
              </a:rPr>
              <a:t>，介质成本较高。</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endParaRPr lang="en-US" altLang="zh-CN"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zh-CN" altLang="en-US" dirty="0"/>
              <a:t>近线存储的缺点</a:t>
            </a:r>
          </a:p>
        </p:txBody>
      </p:sp>
    </p:spTree>
    <p:extLst>
      <p:ext uri="{BB962C8B-B14F-4D97-AF65-F5344CB8AC3E}">
        <p14:creationId xmlns:p14="http://schemas.microsoft.com/office/powerpoint/2010/main" val="165133370"/>
      </p:ext>
    </p:extLst>
  </p:cSld>
  <p:clrMapOvr>
    <a:masterClrMapping/>
  </p:clrMapOvr>
  <p:transition spd="slow">
    <p:blinds dir="ver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EAE5AEED-EA21-475A-8CB8-858780F20B21}"/>
              </a:ext>
            </a:extLst>
          </p:cNvPr>
          <p:cNvSpPr/>
          <p:nvPr/>
        </p:nvSpPr>
        <p:spPr>
          <a:xfrm>
            <a:off x="888275" y="1108825"/>
            <a:ext cx="10034426"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）存储再利用：存储时间长达几个月，满足素材的大容量存储和再利用。</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）上载速度：迁移的速度要远远大于</a:t>
            </a:r>
            <a:r>
              <a:rPr lang="en-US" altLang="zh-CN" sz="1600" spc="100" dirty="0">
                <a:latin typeface="微软雅黑" panose="020B0503020204020204" pitchFamily="34" charset="-122"/>
                <a:ea typeface="微软雅黑" panose="020B0503020204020204" pitchFamily="34" charset="-122"/>
              </a:rPr>
              <a:t>1:1</a:t>
            </a:r>
            <a:r>
              <a:rPr lang="zh-CN" altLang="en-US" sz="1600" spc="100" dirty="0">
                <a:latin typeface="微软雅黑" panose="020B0503020204020204" pitchFamily="34" charset="-122"/>
                <a:ea typeface="微软雅黑" panose="020B0503020204020204" pitchFamily="34" charset="-122"/>
              </a:rPr>
              <a:t>的上载速度。</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）资源的利用：迁移过程在系统空闲时执行，不会占用播出系统的网络资源，以保证网络的安全和稳定。</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）系统安全性：将服务器和其他网络分离，不会对硬盘播出造成任何威胁。</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5</a:t>
            </a:r>
            <a:r>
              <a:rPr lang="zh-CN" altLang="en-US" sz="1600" spc="100" dirty="0">
                <a:latin typeface="微软雅黑" panose="020B0503020204020204" pitchFamily="34" charset="-122"/>
                <a:ea typeface="微软雅黑" panose="020B0503020204020204" pitchFamily="34" charset="-122"/>
              </a:rPr>
              <a:t>）设备位置要求：可以在任何地方进行节目素材的上载和传送。</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6</a:t>
            </a:r>
            <a:r>
              <a:rPr lang="zh-CN" altLang="en-US" sz="1600" spc="100" dirty="0">
                <a:latin typeface="微软雅黑" panose="020B0503020204020204" pitchFamily="34" charset="-122"/>
                <a:ea typeface="微软雅黑" panose="020B0503020204020204" pitchFamily="34" charset="-122"/>
              </a:rPr>
              <a:t>）成本因素：降低了成本，相对服务器的本地存储有较低的成本。</a:t>
            </a:r>
          </a:p>
        </p:txBody>
      </p:sp>
      <p:sp>
        <p:nvSpPr>
          <p:cNvPr id="3" name="标题 2"/>
          <p:cNvSpPr>
            <a:spLocks noGrp="1"/>
          </p:cNvSpPr>
          <p:nvPr>
            <p:ph type="title"/>
          </p:nvPr>
        </p:nvSpPr>
        <p:spPr/>
        <p:txBody>
          <a:bodyPr/>
          <a:lstStyle/>
          <a:p>
            <a:r>
              <a:rPr lang="zh-CN" altLang="en-US" dirty="0"/>
              <a:t>近线存储再播出系统中的优势</a:t>
            </a:r>
          </a:p>
        </p:txBody>
      </p:sp>
    </p:spTree>
    <p:extLst>
      <p:ext uri="{BB962C8B-B14F-4D97-AF65-F5344CB8AC3E}">
        <p14:creationId xmlns:p14="http://schemas.microsoft.com/office/powerpoint/2010/main" val="2513899666"/>
      </p:ext>
    </p:extLst>
  </p:cSld>
  <p:clrMapOvr>
    <a:masterClrMapping/>
  </p:clrMapOvr>
  <p:transition spd="slow">
    <p:blinds dir="ver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EAE5AEED-EA21-475A-8CB8-858780F20B21}"/>
              </a:ext>
            </a:extLst>
          </p:cNvPr>
          <p:cNvSpPr/>
          <p:nvPr/>
        </p:nvSpPr>
        <p:spPr>
          <a:xfrm>
            <a:off x="834892" y="1848081"/>
            <a:ext cx="2880320"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近线存储可以提供冗余存储从而保证数据的完整性和灾难保护，但是在大多数情况下由于不常用的数据要占总数量的比较大的比重，这也就要求近线存储设备所需的容量相对较大。</a:t>
            </a:r>
            <a:endParaRPr lang="en-US" altLang="zh-CN" sz="1600" spc="100" dirty="0">
              <a:latin typeface="微软雅黑" panose="020B0503020204020204" pitchFamily="34" charset="-122"/>
              <a:ea typeface="微软雅黑" panose="020B0503020204020204" pitchFamily="34" charset="-122"/>
            </a:endParaRPr>
          </a:p>
        </p:txBody>
      </p:sp>
      <p:graphicFrame>
        <p:nvGraphicFramePr>
          <p:cNvPr id="9" name="对象 8">
            <a:extLst>
              <a:ext uri="{FF2B5EF4-FFF2-40B4-BE49-F238E27FC236}">
                <a16:creationId xmlns:a16="http://schemas.microsoft.com/office/drawing/2014/main" id="{BFDE51B1-4A19-4464-97CD-19F5D4B9BFA7}"/>
              </a:ext>
            </a:extLst>
          </p:cNvPr>
          <p:cNvGraphicFramePr>
            <a:graphicFrameLocks noChangeAspect="1"/>
          </p:cNvGraphicFramePr>
          <p:nvPr/>
        </p:nvGraphicFramePr>
        <p:xfrm>
          <a:off x="4410323" y="1189702"/>
          <a:ext cx="6206527" cy="4478596"/>
        </p:xfrm>
        <a:graphic>
          <a:graphicData uri="http://schemas.openxmlformats.org/presentationml/2006/ole">
            <mc:AlternateContent xmlns:mc="http://schemas.openxmlformats.org/markup-compatibility/2006">
              <mc:Choice xmlns:v="urn:schemas-microsoft-com:vml" Requires="v">
                <p:oleObj spid="_x0000_s6175" name="Visio" r:id="rId4" imgW="10923726" imgH="5871004" progId="Visio.Drawing.15">
                  <p:embed/>
                </p:oleObj>
              </mc:Choice>
              <mc:Fallback>
                <p:oleObj name="Visio" r:id="rId4" imgW="10923726" imgH="5871004" progId="Visio.Drawing.15">
                  <p:embed/>
                  <p:pic>
                    <p:nvPicPr>
                      <p:cNvPr id="9" name="对象 8">
                        <a:extLst>
                          <a:ext uri="{FF2B5EF4-FFF2-40B4-BE49-F238E27FC236}">
                            <a16:creationId xmlns:a16="http://schemas.microsoft.com/office/drawing/2014/main" id="{BFDE51B1-4A19-4464-97CD-19F5D4B9BF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10323" y="1189702"/>
                        <a:ext cx="6206527" cy="4478596"/>
                      </a:xfrm>
                      <a:prstGeom prst="rect">
                        <a:avLst/>
                      </a:prstGeom>
                      <a:noFill/>
                    </p:spPr>
                  </p:pic>
                </p:oleObj>
              </mc:Fallback>
            </mc:AlternateContent>
          </a:graphicData>
        </a:graphic>
      </p:graphicFrame>
      <p:sp>
        <p:nvSpPr>
          <p:cNvPr id="10" name="矩形 9">
            <a:extLst>
              <a:ext uri="{FF2B5EF4-FFF2-40B4-BE49-F238E27FC236}">
                <a16:creationId xmlns:a16="http://schemas.microsoft.com/office/drawing/2014/main" id="{EC32ACC2-FB0D-4A94-B35D-4624BD0AD7E7}"/>
              </a:ext>
            </a:extLst>
          </p:cNvPr>
          <p:cNvSpPr/>
          <p:nvPr/>
        </p:nvSpPr>
        <p:spPr>
          <a:xfrm>
            <a:off x="6433853" y="5921420"/>
            <a:ext cx="2262158" cy="369332"/>
          </a:xfrm>
          <a:prstGeom prst="rect">
            <a:avLst/>
          </a:prstGeom>
        </p:spPr>
        <p:txBody>
          <a:bodyPr wrap="none">
            <a:spAutoFit/>
          </a:bodyPr>
          <a:lstStyle/>
          <a:p>
            <a:r>
              <a:rPr lang="zh-CN" altLang="en-US" dirty="0">
                <a:solidFill>
                  <a:srgbClr val="0083C9"/>
                </a:solidFill>
                <a:latin typeface="黑体" panose="02010609060101010101" pitchFamily="49" charset="-122"/>
                <a:ea typeface="黑体" panose="02010609060101010101" pitchFamily="49" charset="-122"/>
              </a:rPr>
              <a:t>近线存储的硬件架构</a:t>
            </a:r>
          </a:p>
        </p:txBody>
      </p:sp>
      <p:sp>
        <p:nvSpPr>
          <p:cNvPr id="3" name="标题 2"/>
          <p:cNvSpPr>
            <a:spLocks noGrp="1"/>
          </p:cNvSpPr>
          <p:nvPr>
            <p:ph type="title"/>
          </p:nvPr>
        </p:nvSpPr>
        <p:spPr/>
        <p:txBody>
          <a:bodyPr/>
          <a:lstStyle/>
          <a:p>
            <a:r>
              <a:rPr lang="zh-CN" altLang="en-US" dirty="0"/>
              <a:t>近线存储的硬件架构</a:t>
            </a:r>
          </a:p>
        </p:txBody>
      </p:sp>
    </p:spTree>
    <p:extLst>
      <p:ext uri="{BB962C8B-B14F-4D97-AF65-F5344CB8AC3E}">
        <p14:creationId xmlns:p14="http://schemas.microsoft.com/office/powerpoint/2010/main" val="762239762"/>
      </p:ext>
    </p:extLst>
  </p:cSld>
  <p:clrMapOvr>
    <a:masterClrMapping/>
  </p:clrMapOvr>
  <p:transition spd="slow">
    <p:blinds dir="ver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EAE5AEED-EA21-475A-8CB8-858780F20B21}"/>
              </a:ext>
            </a:extLst>
          </p:cNvPr>
          <p:cNvSpPr/>
          <p:nvPr/>
        </p:nvSpPr>
        <p:spPr>
          <a:xfrm>
            <a:off x="992777" y="1293444"/>
            <a:ext cx="969264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）存储介质： 目前主要使用的是光盘或磁带存储。</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）用途：大多数情况下用于对在线存储的数据进行备份，以防范可能发生的数据灾难，因此又称备份级的存储。</a:t>
            </a:r>
            <a:endParaRPr lang="en-US" altLang="zh-CN"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zh-CN" altLang="en-US" dirty="0"/>
              <a:t>离线存储概述</a:t>
            </a:r>
          </a:p>
        </p:txBody>
      </p:sp>
    </p:spTree>
    <p:extLst>
      <p:ext uri="{BB962C8B-B14F-4D97-AF65-F5344CB8AC3E}">
        <p14:creationId xmlns:p14="http://schemas.microsoft.com/office/powerpoint/2010/main" val="2736204910"/>
      </p:ext>
    </p:extLst>
  </p:cSld>
  <p:clrMapOvr>
    <a:masterClrMapping/>
  </p:clrMapOvr>
  <p:transition spd="slow">
    <p:blinds dir="vert"/>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EAE5AEED-EA21-475A-8CB8-858780F20B21}"/>
              </a:ext>
            </a:extLst>
          </p:cNvPr>
          <p:cNvSpPr/>
          <p:nvPr/>
        </p:nvSpPr>
        <p:spPr>
          <a:xfrm>
            <a:off x="1084216" y="1293444"/>
            <a:ext cx="9431383"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）磁带：磁带属于传统的离线存储介质，具有存储量大，保存时间长的优点；但是读取数据流程较繁琐。</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）光盘：主要以光盘塔和光盘库两种存储方式进行存储，具有较高抗震、抗冲击性，但是重复读写次数较少，速度较低。</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）硬盘：以磁盘为存储介质，具有存储容量大、数据传输率高等特点，是目前离线存储中非常流行的存储介质。</a:t>
            </a:r>
            <a:endParaRPr lang="en-US" altLang="zh-CN"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zh-CN" altLang="en-US" dirty="0"/>
              <a:t>离线存储的介质</a:t>
            </a:r>
          </a:p>
        </p:txBody>
      </p:sp>
    </p:spTree>
    <p:extLst>
      <p:ext uri="{BB962C8B-B14F-4D97-AF65-F5344CB8AC3E}">
        <p14:creationId xmlns:p14="http://schemas.microsoft.com/office/powerpoint/2010/main" val="428596932"/>
      </p:ext>
    </p:extLst>
  </p:cSld>
  <p:clrMapOvr>
    <a:masterClrMapping/>
  </p:clrMapOvr>
  <p:transition spd="slow">
    <p:blinds dir="ver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表格 7">
            <a:extLst>
              <a:ext uri="{FF2B5EF4-FFF2-40B4-BE49-F238E27FC236}">
                <a16:creationId xmlns:a16="http://schemas.microsoft.com/office/drawing/2014/main" id="{12584073-393B-49CD-84EB-D66A1BA8F2B0}"/>
              </a:ext>
            </a:extLst>
          </p:cNvPr>
          <p:cNvGraphicFramePr>
            <a:graphicFrameLocks noGrp="1"/>
          </p:cNvGraphicFramePr>
          <p:nvPr/>
        </p:nvGraphicFramePr>
        <p:xfrm>
          <a:off x="1913092" y="1293445"/>
          <a:ext cx="8352927" cy="4787243"/>
        </p:xfrm>
        <a:graphic>
          <a:graphicData uri="http://schemas.openxmlformats.org/drawingml/2006/table">
            <a:tbl>
              <a:tblPr firstRow="1" firstCol="1" bandRow="1"/>
              <a:tblGrid>
                <a:gridCol w="1512168">
                  <a:extLst>
                    <a:ext uri="{9D8B030D-6E8A-4147-A177-3AD203B41FA5}">
                      <a16:colId xmlns:a16="http://schemas.microsoft.com/office/drawing/2014/main" val="2731199374"/>
                    </a:ext>
                  </a:extLst>
                </a:gridCol>
                <a:gridCol w="2479033">
                  <a:extLst>
                    <a:ext uri="{9D8B030D-6E8A-4147-A177-3AD203B41FA5}">
                      <a16:colId xmlns:a16="http://schemas.microsoft.com/office/drawing/2014/main" val="1166901965"/>
                    </a:ext>
                  </a:extLst>
                </a:gridCol>
                <a:gridCol w="2273494">
                  <a:extLst>
                    <a:ext uri="{9D8B030D-6E8A-4147-A177-3AD203B41FA5}">
                      <a16:colId xmlns:a16="http://schemas.microsoft.com/office/drawing/2014/main" val="4257949524"/>
                    </a:ext>
                  </a:extLst>
                </a:gridCol>
                <a:gridCol w="2088232">
                  <a:extLst>
                    <a:ext uri="{9D8B030D-6E8A-4147-A177-3AD203B41FA5}">
                      <a16:colId xmlns:a16="http://schemas.microsoft.com/office/drawing/2014/main" val="1196463309"/>
                    </a:ext>
                  </a:extLst>
                </a:gridCol>
              </a:tblGrid>
              <a:tr h="370739">
                <a:tc>
                  <a:txBody>
                    <a:bodyPr/>
                    <a:lstStyle/>
                    <a:p>
                      <a:pPr lvl="0" indent="304800" algn="ctr">
                        <a:lnSpc>
                          <a:spcPct val="150000"/>
                        </a:lnSpc>
                        <a:spcBef>
                          <a:spcPts val="600"/>
                        </a:spcBef>
                        <a:spcAft>
                          <a:spcPts val="600"/>
                        </a:spcAft>
                      </a:pPr>
                      <a:r>
                        <a:rPr lang="zh-CN" sz="1300" b="1" kern="100" dirty="0">
                          <a:effectLst/>
                          <a:latin typeface="微软雅黑" panose="020B0503020204020204" pitchFamily="34" charset="-122"/>
                          <a:ea typeface="微软雅黑" panose="020B0503020204020204" pitchFamily="34" charset="-122"/>
                        </a:rPr>
                        <a:t>介质</a:t>
                      </a:r>
                    </a:p>
                  </a:txBody>
                  <a:tcPr marL="44620" marR="446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lvl="0" indent="304800" algn="ctr">
                        <a:lnSpc>
                          <a:spcPct val="150000"/>
                        </a:lnSpc>
                        <a:spcBef>
                          <a:spcPts val="600"/>
                        </a:spcBef>
                        <a:spcAft>
                          <a:spcPts val="600"/>
                        </a:spcAft>
                      </a:pPr>
                      <a:r>
                        <a:rPr lang="zh-CN" sz="1300" b="1" kern="100" dirty="0">
                          <a:effectLst/>
                          <a:latin typeface="微软雅黑" panose="020B0503020204020204" pitchFamily="34" charset="-122"/>
                          <a:ea typeface="微软雅黑" panose="020B0503020204020204" pitchFamily="34" charset="-122"/>
                        </a:rPr>
                        <a:t>磁带</a:t>
                      </a:r>
                    </a:p>
                  </a:txBody>
                  <a:tcPr marL="44620" marR="446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lvl="0" indent="304800" algn="ctr">
                        <a:lnSpc>
                          <a:spcPct val="150000"/>
                        </a:lnSpc>
                        <a:spcBef>
                          <a:spcPts val="600"/>
                        </a:spcBef>
                        <a:spcAft>
                          <a:spcPts val="600"/>
                        </a:spcAft>
                      </a:pPr>
                      <a:r>
                        <a:rPr lang="zh-CN" sz="1300" b="1" kern="100" dirty="0">
                          <a:effectLst/>
                          <a:latin typeface="微软雅黑" panose="020B0503020204020204" pitchFamily="34" charset="-122"/>
                          <a:ea typeface="微软雅黑" panose="020B0503020204020204" pitchFamily="34" charset="-122"/>
                        </a:rPr>
                        <a:t>光盘</a:t>
                      </a:r>
                    </a:p>
                  </a:txBody>
                  <a:tcPr marL="44620" marR="446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lvl="0" indent="304800" algn="ctr">
                        <a:lnSpc>
                          <a:spcPct val="150000"/>
                        </a:lnSpc>
                        <a:spcBef>
                          <a:spcPts val="600"/>
                        </a:spcBef>
                        <a:spcAft>
                          <a:spcPts val="600"/>
                        </a:spcAft>
                      </a:pPr>
                      <a:r>
                        <a:rPr lang="zh-CN" sz="1300" b="1" kern="100" dirty="0">
                          <a:effectLst/>
                          <a:latin typeface="微软雅黑" panose="020B0503020204020204" pitchFamily="34" charset="-122"/>
                          <a:ea typeface="微软雅黑" panose="020B0503020204020204" pitchFamily="34" charset="-122"/>
                        </a:rPr>
                        <a:t>硬盘</a:t>
                      </a:r>
                    </a:p>
                  </a:txBody>
                  <a:tcPr marL="44620" marR="446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7904988"/>
                  </a:ext>
                </a:extLst>
              </a:tr>
              <a:tr h="370739">
                <a:tc>
                  <a:txBody>
                    <a:bodyPr/>
                    <a:lstStyle/>
                    <a:p>
                      <a:pPr indent="304800" algn="l">
                        <a:lnSpc>
                          <a:spcPct val="150000"/>
                        </a:lnSpc>
                        <a:spcBef>
                          <a:spcPts val="600"/>
                        </a:spcBef>
                        <a:spcAft>
                          <a:spcPts val="600"/>
                        </a:spcAft>
                      </a:pPr>
                      <a:r>
                        <a:rPr lang="zh-CN" sz="1300" kern="100" dirty="0">
                          <a:effectLst/>
                          <a:latin typeface="微软雅黑" panose="020B0503020204020204" pitchFamily="34" charset="-122"/>
                          <a:ea typeface="微软雅黑" panose="020B0503020204020204" pitchFamily="34" charset="-122"/>
                        </a:rPr>
                        <a:t>物理优点</a:t>
                      </a:r>
                    </a:p>
                  </a:txBody>
                  <a:tcPr marL="44620" marR="446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ct val="150000"/>
                        </a:lnSpc>
                        <a:spcBef>
                          <a:spcPts val="600"/>
                        </a:spcBef>
                        <a:spcAft>
                          <a:spcPts val="600"/>
                        </a:spcAft>
                      </a:pPr>
                      <a:r>
                        <a:rPr lang="zh-CN" sz="1300" kern="100" dirty="0">
                          <a:effectLst/>
                          <a:latin typeface="微软雅黑" panose="020B0503020204020204" pitchFamily="34" charset="-122"/>
                          <a:ea typeface="微软雅黑" panose="020B0503020204020204" pitchFamily="34" charset="-122"/>
                        </a:rPr>
                        <a:t>易生产使用广泛</a:t>
                      </a:r>
                    </a:p>
                  </a:txBody>
                  <a:tcPr marL="44620" marR="446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ct val="150000"/>
                        </a:lnSpc>
                        <a:spcBef>
                          <a:spcPts val="600"/>
                        </a:spcBef>
                        <a:spcAft>
                          <a:spcPts val="600"/>
                        </a:spcAft>
                      </a:pPr>
                      <a:r>
                        <a:rPr lang="zh-CN" sz="1300" kern="100" dirty="0">
                          <a:effectLst/>
                          <a:latin typeface="微软雅黑" panose="020B0503020204020204" pitchFamily="34" charset="-122"/>
                          <a:ea typeface="微软雅黑" panose="020B0503020204020204" pitchFamily="34" charset="-122"/>
                        </a:rPr>
                        <a:t>数据不可修改</a:t>
                      </a:r>
                    </a:p>
                  </a:txBody>
                  <a:tcPr marL="44620" marR="446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ct val="150000"/>
                        </a:lnSpc>
                        <a:spcBef>
                          <a:spcPts val="600"/>
                        </a:spcBef>
                        <a:spcAft>
                          <a:spcPts val="600"/>
                        </a:spcAft>
                      </a:pPr>
                      <a:r>
                        <a:rPr lang="zh-CN" sz="1300" kern="100">
                          <a:effectLst/>
                          <a:latin typeface="微软雅黑" panose="020B0503020204020204" pitchFamily="34" charset="-122"/>
                          <a:ea typeface="微软雅黑" panose="020B0503020204020204" pitchFamily="34" charset="-122"/>
                        </a:rPr>
                        <a:t>存储容量大可以长期保存</a:t>
                      </a:r>
                    </a:p>
                  </a:txBody>
                  <a:tcPr marL="44620" marR="446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75813788"/>
                  </a:ext>
                </a:extLst>
              </a:tr>
              <a:tr h="556108">
                <a:tc>
                  <a:txBody>
                    <a:bodyPr/>
                    <a:lstStyle/>
                    <a:p>
                      <a:pPr indent="304800" algn="l">
                        <a:lnSpc>
                          <a:spcPct val="150000"/>
                        </a:lnSpc>
                        <a:spcBef>
                          <a:spcPts val="600"/>
                        </a:spcBef>
                        <a:spcAft>
                          <a:spcPts val="600"/>
                        </a:spcAft>
                      </a:pPr>
                      <a:r>
                        <a:rPr lang="zh-CN" sz="1300" kern="100">
                          <a:effectLst/>
                          <a:latin typeface="微软雅黑" panose="020B0503020204020204" pitchFamily="34" charset="-122"/>
                          <a:ea typeface="微软雅黑" panose="020B0503020204020204" pitchFamily="34" charset="-122"/>
                        </a:rPr>
                        <a:t>物理缺点</a:t>
                      </a:r>
                    </a:p>
                  </a:txBody>
                  <a:tcPr marL="44620" marR="446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ct val="150000"/>
                        </a:lnSpc>
                        <a:spcBef>
                          <a:spcPts val="600"/>
                        </a:spcBef>
                        <a:spcAft>
                          <a:spcPts val="600"/>
                        </a:spcAft>
                      </a:pPr>
                      <a:r>
                        <a:rPr lang="zh-CN" sz="1300" kern="100" dirty="0">
                          <a:effectLst/>
                          <a:latin typeface="微软雅黑" panose="020B0503020204020204" pitchFamily="34" charset="-122"/>
                          <a:ea typeface="微软雅黑" panose="020B0503020204020204" pitchFamily="34" charset="-122"/>
                        </a:rPr>
                        <a:t>数据易受外界环境影响保存时磁塑介质易粘连</a:t>
                      </a:r>
                    </a:p>
                  </a:txBody>
                  <a:tcPr marL="44620" marR="446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ct val="150000"/>
                        </a:lnSpc>
                        <a:spcBef>
                          <a:spcPts val="600"/>
                        </a:spcBef>
                        <a:spcAft>
                          <a:spcPts val="600"/>
                        </a:spcAft>
                      </a:pPr>
                      <a:r>
                        <a:rPr lang="zh-CN" sz="1300" kern="100" dirty="0">
                          <a:effectLst/>
                          <a:latin typeface="微软雅黑" panose="020B0503020204020204" pitchFamily="34" charset="-122"/>
                          <a:ea typeface="微软雅黑" panose="020B0503020204020204" pitchFamily="34" charset="-122"/>
                        </a:rPr>
                        <a:t>片基易老化盘片易划损</a:t>
                      </a:r>
                    </a:p>
                  </a:txBody>
                  <a:tcPr marL="44620" marR="446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ct val="150000"/>
                        </a:lnSpc>
                        <a:spcBef>
                          <a:spcPts val="600"/>
                        </a:spcBef>
                        <a:spcAft>
                          <a:spcPts val="600"/>
                        </a:spcAft>
                      </a:pPr>
                      <a:r>
                        <a:rPr lang="zh-CN" sz="1300" kern="100">
                          <a:effectLst/>
                          <a:latin typeface="微软雅黑" panose="020B0503020204020204" pitchFamily="34" charset="-122"/>
                          <a:ea typeface="微软雅黑" panose="020B0503020204020204" pitchFamily="34" charset="-122"/>
                        </a:rPr>
                        <a:t>抗冲击力较弱</a:t>
                      </a:r>
                    </a:p>
                  </a:txBody>
                  <a:tcPr marL="44620" marR="446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29344993"/>
                  </a:ext>
                </a:extLst>
              </a:tr>
              <a:tr h="556108">
                <a:tc>
                  <a:txBody>
                    <a:bodyPr/>
                    <a:lstStyle/>
                    <a:p>
                      <a:pPr indent="304800" algn="l">
                        <a:lnSpc>
                          <a:spcPct val="150000"/>
                        </a:lnSpc>
                        <a:spcBef>
                          <a:spcPts val="600"/>
                        </a:spcBef>
                        <a:spcAft>
                          <a:spcPts val="600"/>
                        </a:spcAft>
                      </a:pPr>
                      <a:r>
                        <a:rPr lang="zh-CN" sz="1300" kern="100">
                          <a:effectLst/>
                          <a:latin typeface="微软雅黑" panose="020B0503020204020204" pitchFamily="34" charset="-122"/>
                          <a:ea typeface="微软雅黑" panose="020B0503020204020204" pitchFamily="34" charset="-122"/>
                        </a:rPr>
                        <a:t>使用管理优点</a:t>
                      </a:r>
                    </a:p>
                  </a:txBody>
                  <a:tcPr marL="44620" marR="446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ct val="150000"/>
                        </a:lnSpc>
                        <a:spcBef>
                          <a:spcPts val="600"/>
                        </a:spcBef>
                        <a:spcAft>
                          <a:spcPts val="600"/>
                        </a:spcAft>
                      </a:pPr>
                      <a:r>
                        <a:rPr lang="zh-CN" sz="1300" kern="100" dirty="0">
                          <a:effectLst/>
                          <a:latin typeface="微软雅黑" panose="020B0503020204020204" pitchFamily="34" charset="-122"/>
                          <a:ea typeface="微软雅黑" panose="020B0503020204020204" pitchFamily="34" charset="-122"/>
                        </a:rPr>
                        <a:t>系统成熟存储容量大</a:t>
                      </a:r>
                    </a:p>
                  </a:txBody>
                  <a:tcPr marL="44620" marR="446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ct val="150000"/>
                        </a:lnSpc>
                        <a:spcBef>
                          <a:spcPts val="600"/>
                        </a:spcBef>
                        <a:spcAft>
                          <a:spcPts val="600"/>
                        </a:spcAft>
                      </a:pPr>
                      <a:r>
                        <a:rPr lang="zh-CN" sz="1300" kern="100" dirty="0">
                          <a:effectLst/>
                          <a:latin typeface="微软雅黑" panose="020B0503020204020204" pitchFamily="34" charset="-122"/>
                          <a:ea typeface="微软雅黑" panose="020B0503020204020204" pitchFamily="34" charset="-122"/>
                        </a:rPr>
                        <a:t>通用性较高</a:t>
                      </a:r>
                    </a:p>
                  </a:txBody>
                  <a:tcPr marL="44620" marR="446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ct val="150000"/>
                        </a:lnSpc>
                        <a:spcBef>
                          <a:spcPts val="600"/>
                        </a:spcBef>
                        <a:spcAft>
                          <a:spcPts val="600"/>
                        </a:spcAft>
                      </a:pPr>
                      <a:r>
                        <a:rPr lang="zh-CN" sz="1300" kern="100">
                          <a:effectLst/>
                          <a:latin typeface="微软雅黑" panose="020B0503020204020204" pitchFamily="34" charset="-122"/>
                          <a:ea typeface="微软雅黑" panose="020B0503020204020204" pitchFamily="34" charset="-122"/>
                        </a:rPr>
                        <a:t>信息易定位且定期备份</a:t>
                      </a:r>
                    </a:p>
                  </a:txBody>
                  <a:tcPr marL="44620" marR="446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23549921"/>
                  </a:ext>
                </a:extLst>
              </a:tr>
              <a:tr h="556108">
                <a:tc>
                  <a:txBody>
                    <a:bodyPr/>
                    <a:lstStyle/>
                    <a:p>
                      <a:pPr indent="304800" algn="l">
                        <a:lnSpc>
                          <a:spcPct val="150000"/>
                        </a:lnSpc>
                        <a:spcBef>
                          <a:spcPts val="600"/>
                        </a:spcBef>
                        <a:spcAft>
                          <a:spcPts val="600"/>
                        </a:spcAft>
                      </a:pPr>
                      <a:r>
                        <a:rPr lang="zh-CN" sz="1300" kern="100">
                          <a:effectLst/>
                          <a:latin typeface="微软雅黑" panose="020B0503020204020204" pitchFamily="34" charset="-122"/>
                          <a:ea typeface="微软雅黑" panose="020B0503020204020204" pitchFamily="34" charset="-122"/>
                        </a:rPr>
                        <a:t>使用管理缺点</a:t>
                      </a:r>
                    </a:p>
                  </a:txBody>
                  <a:tcPr marL="44620" marR="446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ct val="150000"/>
                        </a:lnSpc>
                        <a:spcBef>
                          <a:spcPts val="600"/>
                        </a:spcBef>
                        <a:spcAft>
                          <a:spcPts val="600"/>
                        </a:spcAft>
                      </a:pPr>
                      <a:r>
                        <a:rPr lang="zh-CN" sz="1300" kern="100">
                          <a:effectLst/>
                          <a:latin typeface="微软雅黑" panose="020B0503020204020204" pitchFamily="34" charset="-122"/>
                          <a:ea typeface="微软雅黑" panose="020B0503020204020204" pitchFamily="34" charset="-122"/>
                        </a:rPr>
                        <a:t>速度慢、定位信息困难、需专门设备读取</a:t>
                      </a:r>
                    </a:p>
                  </a:txBody>
                  <a:tcPr marL="44620" marR="446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ct val="150000"/>
                        </a:lnSpc>
                        <a:spcBef>
                          <a:spcPts val="600"/>
                        </a:spcBef>
                        <a:spcAft>
                          <a:spcPts val="600"/>
                        </a:spcAft>
                      </a:pPr>
                      <a:r>
                        <a:rPr lang="zh-CN" sz="1300" kern="100" dirty="0">
                          <a:effectLst/>
                          <a:latin typeface="微软雅黑" panose="020B0503020204020204" pitchFamily="34" charset="-122"/>
                          <a:ea typeface="微软雅黑" panose="020B0503020204020204" pitchFamily="34" charset="-122"/>
                        </a:rPr>
                        <a:t>使用中光盘数量大、读写速度较低</a:t>
                      </a:r>
                    </a:p>
                  </a:txBody>
                  <a:tcPr marL="44620" marR="446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ct val="150000"/>
                        </a:lnSpc>
                        <a:spcBef>
                          <a:spcPts val="600"/>
                        </a:spcBef>
                        <a:spcAft>
                          <a:spcPts val="600"/>
                        </a:spcAft>
                      </a:pPr>
                      <a:r>
                        <a:rPr lang="zh-CN" sz="1300" kern="100">
                          <a:effectLst/>
                          <a:latin typeface="微软雅黑" panose="020B0503020204020204" pitchFamily="34" charset="-122"/>
                          <a:ea typeface="微软雅黑" panose="020B0503020204020204" pitchFamily="34" charset="-122"/>
                        </a:rPr>
                        <a:t>需定期启动保证正常工作</a:t>
                      </a:r>
                    </a:p>
                  </a:txBody>
                  <a:tcPr marL="44620" marR="446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21213734"/>
                  </a:ext>
                </a:extLst>
              </a:tr>
              <a:tr h="741478">
                <a:tc>
                  <a:txBody>
                    <a:bodyPr/>
                    <a:lstStyle/>
                    <a:p>
                      <a:pPr indent="304800" algn="l">
                        <a:lnSpc>
                          <a:spcPct val="150000"/>
                        </a:lnSpc>
                        <a:spcBef>
                          <a:spcPts val="600"/>
                        </a:spcBef>
                        <a:spcAft>
                          <a:spcPts val="600"/>
                        </a:spcAft>
                      </a:pPr>
                      <a:r>
                        <a:rPr lang="zh-CN" sz="1300" kern="100">
                          <a:effectLst/>
                          <a:latin typeface="微软雅黑" panose="020B0503020204020204" pitchFamily="34" charset="-122"/>
                          <a:ea typeface="微软雅黑" panose="020B0503020204020204" pitchFamily="34" charset="-122"/>
                        </a:rPr>
                        <a:t>后期管理</a:t>
                      </a:r>
                    </a:p>
                  </a:txBody>
                  <a:tcPr marL="44620" marR="446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ct val="150000"/>
                        </a:lnSpc>
                        <a:spcBef>
                          <a:spcPts val="600"/>
                        </a:spcBef>
                        <a:spcAft>
                          <a:spcPts val="600"/>
                        </a:spcAft>
                      </a:pPr>
                      <a:r>
                        <a:rPr lang="zh-CN" sz="1300" kern="100">
                          <a:effectLst/>
                          <a:latin typeface="微软雅黑" panose="020B0503020204020204" pitchFamily="34" charset="-122"/>
                          <a:ea typeface="微软雅黑" panose="020B0503020204020204" pitchFamily="34" charset="-122"/>
                        </a:rPr>
                        <a:t>需要短周期对介质检验，读取，重新拷贝</a:t>
                      </a:r>
                    </a:p>
                  </a:txBody>
                  <a:tcPr marL="44620" marR="446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ct val="150000"/>
                        </a:lnSpc>
                        <a:spcBef>
                          <a:spcPts val="600"/>
                        </a:spcBef>
                        <a:spcAft>
                          <a:spcPts val="600"/>
                        </a:spcAft>
                      </a:pPr>
                      <a:r>
                        <a:rPr lang="zh-CN" sz="1300" kern="100" dirty="0">
                          <a:effectLst/>
                          <a:latin typeface="微软雅黑" panose="020B0503020204020204" pitchFamily="34" charset="-122"/>
                          <a:ea typeface="微软雅黑" panose="020B0503020204020204" pitchFamily="34" charset="-122"/>
                        </a:rPr>
                        <a:t>需要对大量同类介质进行分类检验，并重新备份</a:t>
                      </a:r>
                    </a:p>
                  </a:txBody>
                  <a:tcPr marL="44620" marR="446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ct val="150000"/>
                        </a:lnSpc>
                        <a:spcBef>
                          <a:spcPts val="600"/>
                        </a:spcBef>
                        <a:spcAft>
                          <a:spcPts val="600"/>
                        </a:spcAft>
                      </a:pPr>
                      <a:r>
                        <a:rPr lang="zh-CN" sz="1300" kern="100">
                          <a:effectLst/>
                          <a:latin typeface="微软雅黑" panose="020B0503020204020204" pitchFamily="34" charset="-122"/>
                          <a:ea typeface="微软雅黑" panose="020B0503020204020204" pitchFamily="34" charset="-122"/>
                        </a:rPr>
                        <a:t>通过技术对数据进行自检，重新拷贝数据速度也快</a:t>
                      </a:r>
                    </a:p>
                  </a:txBody>
                  <a:tcPr marL="44620" marR="446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82994924"/>
                  </a:ext>
                </a:extLst>
              </a:tr>
              <a:tr h="741478">
                <a:tc>
                  <a:txBody>
                    <a:bodyPr/>
                    <a:lstStyle/>
                    <a:p>
                      <a:pPr indent="304800" algn="l">
                        <a:lnSpc>
                          <a:spcPct val="150000"/>
                        </a:lnSpc>
                        <a:spcBef>
                          <a:spcPts val="600"/>
                        </a:spcBef>
                        <a:spcAft>
                          <a:spcPts val="600"/>
                        </a:spcAft>
                      </a:pPr>
                      <a:r>
                        <a:rPr lang="zh-CN" sz="1300" kern="100">
                          <a:effectLst/>
                          <a:latin typeface="微软雅黑" panose="020B0503020204020204" pitchFamily="34" charset="-122"/>
                          <a:ea typeface="微软雅黑" panose="020B0503020204020204" pitchFamily="34" charset="-122"/>
                        </a:rPr>
                        <a:t>保存</a:t>
                      </a:r>
                    </a:p>
                  </a:txBody>
                  <a:tcPr marL="44620" marR="446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ct val="150000"/>
                        </a:lnSpc>
                        <a:spcBef>
                          <a:spcPts val="600"/>
                        </a:spcBef>
                        <a:spcAft>
                          <a:spcPts val="600"/>
                        </a:spcAft>
                      </a:pPr>
                      <a:r>
                        <a:rPr lang="zh-CN" sz="1300" kern="100">
                          <a:effectLst/>
                          <a:latin typeface="微软雅黑" panose="020B0503020204020204" pitchFamily="34" charset="-122"/>
                          <a:ea typeface="微软雅黑" panose="020B0503020204020204" pitchFamily="34" charset="-122"/>
                        </a:rPr>
                        <a:t>为保证数据的安全完整，需要保存环境比较苛刻</a:t>
                      </a:r>
                    </a:p>
                  </a:txBody>
                  <a:tcPr marL="44620" marR="446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ct val="150000"/>
                        </a:lnSpc>
                        <a:spcBef>
                          <a:spcPts val="600"/>
                        </a:spcBef>
                        <a:spcAft>
                          <a:spcPts val="600"/>
                        </a:spcAft>
                      </a:pPr>
                      <a:r>
                        <a:rPr lang="zh-CN" sz="1300" kern="100" dirty="0">
                          <a:effectLst/>
                          <a:latin typeface="微软雅黑" panose="020B0503020204020204" pitchFamily="34" charset="-122"/>
                          <a:ea typeface="微软雅黑" panose="020B0503020204020204" pitchFamily="34" charset="-122"/>
                        </a:rPr>
                        <a:t>对保存环境要求较弱，但是长时间保存光盘基片易老化。</a:t>
                      </a:r>
                    </a:p>
                  </a:txBody>
                  <a:tcPr marL="44620" marR="446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ct val="150000"/>
                        </a:lnSpc>
                        <a:spcBef>
                          <a:spcPts val="600"/>
                        </a:spcBef>
                        <a:spcAft>
                          <a:spcPts val="600"/>
                        </a:spcAft>
                      </a:pPr>
                      <a:r>
                        <a:rPr lang="zh-CN" sz="1300" kern="100" dirty="0">
                          <a:effectLst/>
                          <a:latin typeface="微软雅黑" panose="020B0503020204020204" pitchFamily="34" charset="-122"/>
                          <a:ea typeface="微软雅黑" panose="020B0503020204020204" pitchFamily="34" charset="-122"/>
                        </a:rPr>
                        <a:t>较易保存且保存时占用空间较少</a:t>
                      </a:r>
                    </a:p>
                  </a:txBody>
                  <a:tcPr marL="44620" marR="446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79022010"/>
                  </a:ext>
                </a:extLst>
              </a:tr>
              <a:tr h="370739">
                <a:tc>
                  <a:txBody>
                    <a:bodyPr/>
                    <a:lstStyle/>
                    <a:p>
                      <a:pPr indent="304800" algn="l">
                        <a:lnSpc>
                          <a:spcPct val="150000"/>
                        </a:lnSpc>
                        <a:spcBef>
                          <a:spcPts val="600"/>
                        </a:spcBef>
                        <a:spcAft>
                          <a:spcPts val="600"/>
                        </a:spcAft>
                      </a:pPr>
                      <a:r>
                        <a:rPr lang="zh-CN" sz="1300" kern="100" dirty="0">
                          <a:effectLst/>
                          <a:latin typeface="微软雅黑" panose="020B0503020204020204" pitchFamily="34" charset="-122"/>
                          <a:ea typeface="微软雅黑" panose="020B0503020204020204" pitchFamily="34" charset="-122"/>
                        </a:rPr>
                        <a:t>价格</a:t>
                      </a:r>
                    </a:p>
                  </a:txBody>
                  <a:tcPr marL="44620" marR="446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ct val="150000"/>
                        </a:lnSpc>
                        <a:spcBef>
                          <a:spcPts val="600"/>
                        </a:spcBef>
                        <a:spcAft>
                          <a:spcPts val="600"/>
                        </a:spcAft>
                      </a:pPr>
                      <a:r>
                        <a:rPr lang="zh-CN" sz="1300" kern="100">
                          <a:effectLst/>
                          <a:latin typeface="微软雅黑" panose="020B0503020204020204" pitchFamily="34" charset="-122"/>
                          <a:ea typeface="微软雅黑" panose="020B0503020204020204" pitchFamily="34" charset="-122"/>
                        </a:rPr>
                        <a:t>需专门磁带设备，读取设备较贵</a:t>
                      </a:r>
                    </a:p>
                  </a:txBody>
                  <a:tcPr marL="44620" marR="446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ct val="150000"/>
                        </a:lnSpc>
                        <a:spcBef>
                          <a:spcPts val="600"/>
                        </a:spcBef>
                        <a:spcAft>
                          <a:spcPts val="600"/>
                        </a:spcAft>
                      </a:pPr>
                      <a:r>
                        <a:rPr lang="zh-CN" sz="1300" kern="100" dirty="0">
                          <a:effectLst/>
                          <a:latin typeface="微软雅黑" panose="020B0503020204020204" pitchFamily="34" charset="-122"/>
                          <a:ea typeface="微软雅黑" panose="020B0503020204020204" pitchFamily="34" charset="-122"/>
                        </a:rPr>
                        <a:t>价格很便宜</a:t>
                      </a:r>
                    </a:p>
                  </a:txBody>
                  <a:tcPr marL="44620" marR="446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4800" algn="l">
                        <a:lnSpc>
                          <a:spcPct val="150000"/>
                        </a:lnSpc>
                        <a:spcBef>
                          <a:spcPts val="600"/>
                        </a:spcBef>
                        <a:spcAft>
                          <a:spcPts val="600"/>
                        </a:spcAft>
                      </a:pPr>
                      <a:r>
                        <a:rPr lang="zh-CN" sz="1300" kern="100" dirty="0">
                          <a:effectLst/>
                          <a:latin typeface="微软雅黑" panose="020B0503020204020204" pitchFamily="34" charset="-122"/>
                          <a:ea typeface="微软雅黑" panose="020B0503020204020204" pitchFamily="34" charset="-122"/>
                        </a:rPr>
                        <a:t>价格适中</a:t>
                      </a:r>
                    </a:p>
                  </a:txBody>
                  <a:tcPr marL="44620" marR="4462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74438644"/>
                  </a:ext>
                </a:extLst>
              </a:tr>
            </a:tbl>
          </a:graphicData>
        </a:graphic>
      </p:graphicFrame>
      <p:sp>
        <p:nvSpPr>
          <p:cNvPr id="3" name="标题 2"/>
          <p:cNvSpPr>
            <a:spLocks noGrp="1"/>
          </p:cNvSpPr>
          <p:nvPr>
            <p:ph type="title"/>
          </p:nvPr>
        </p:nvSpPr>
        <p:spPr/>
        <p:txBody>
          <a:bodyPr/>
          <a:lstStyle/>
          <a:p>
            <a:r>
              <a:rPr lang="zh-CN" altLang="en-US" dirty="0"/>
              <a:t>介质海量数据离线管理系统的对比</a:t>
            </a:r>
          </a:p>
        </p:txBody>
      </p:sp>
    </p:spTree>
    <p:extLst>
      <p:ext uri="{BB962C8B-B14F-4D97-AF65-F5344CB8AC3E}">
        <p14:creationId xmlns:p14="http://schemas.microsoft.com/office/powerpoint/2010/main" val="250030648"/>
      </p:ext>
    </p:extLst>
  </p:cSld>
  <p:clrMapOvr>
    <a:masterClrMapping/>
  </p:clrMapOvr>
  <p:transition spd="slow">
    <p:blinds dir="vert"/>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EAE5AEED-EA21-475A-8CB8-858780F20B21}"/>
              </a:ext>
            </a:extLst>
          </p:cNvPr>
          <p:cNvSpPr/>
          <p:nvPr/>
        </p:nvSpPr>
        <p:spPr>
          <a:xfrm>
            <a:off x="1110343" y="1293445"/>
            <a:ext cx="9575074"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）具有海量日志接收和存储能力。</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接收日志数据的速率峰值能够达到</a:t>
            </a:r>
            <a:r>
              <a:rPr lang="en-US" altLang="zh-CN" sz="1600" spc="100" dirty="0">
                <a:latin typeface="微软雅黑" panose="020B0503020204020204" pitchFamily="34" charset="-122"/>
                <a:ea typeface="微软雅黑" panose="020B0503020204020204" pitchFamily="34" charset="-122"/>
              </a:rPr>
              <a:t>30000</a:t>
            </a:r>
            <a:r>
              <a:rPr lang="zh-CN" altLang="en-US" sz="1600" spc="100" dirty="0">
                <a:latin typeface="微软雅黑" panose="020B0503020204020204" pitchFamily="34" charset="-122"/>
                <a:ea typeface="微软雅黑" panose="020B0503020204020204" pitchFamily="34" charset="-122"/>
              </a:rPr>
              <a:t>条每秒，并以每秒</a:t>
            </a:r>
            <a:r>
              <a:rPr lang="en-US" altLang="zh-CN" sz="1600" spc="100" dirty="0">
                <a:latin typeface="微软雅黑" panose="020B0503020204020204" pitchFamily="34" charset="-122"/>
                <a:ea typeface="微软雅黑" panose="020B0503020204020204" pitchFamily="34" charset="-122"/>
              </a:rPr>
              <a:t>6000</a:t>
            </a:r>
            <a:r>
              <a:rPr lang="zh-CN" altLang="en-US" sz="1600" spc="100" dirty="0">
                <a:latin typeface="微软雅黑" panose="020B0503020204020204" pitchFamily="34" charset="-122"/>
                <a:ea typeface="微软雅黑" panose="020B0503020204020204" pitchFamily="34" charset="-122"/>
              </a:rPr>
              <a:t>条处理和关联分析数据。</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检索时，百万条数据检索大约</a:t>
            </a:r>
            <a:r>
              <a:rPr lang="en-US" altLang="zh-CN" sz="1600" spc="100" dirty="0">
                <a:latin typeface="微软雅黑" panose="020B0503020204020204" pitchFamily="34" charset="-122"/>
                <a:ea typeface="微软雅黑" panose="020B0503020204020204" pitchFamily="34" charset="-122"/>
              </a:rPr>
              <a:t>5</a:t>
            </a:r>
            <a:r>
              <a:rPr lang="zh-CN" altLang="en-US" sz="1600" spc="100" dirty="0">
                <a:latin typeface="微软雅黑" panose="020B0503020204020204" pitchFamily="34" charset="-122"/>
                <a:ea typeface="微软雅黑" panose="020B0503020204020204" pitchFamily="34" charset="-122"/>
              </a:rPr>
              <a:t>秒，上亿条数据检索小于</a:t>
            </a:r>
            <a:r>
              <a:rPr lang="en-US" altLang="zh-CN" sz="1600" spc="100" dirty="0">
                <a:latin typeface="微软雅黑" panose="020B0503020204020204" pitchFamily="34" charset="-122"/>
                <a:ea typeface="微软雅黑" panose="020B0503020204020204" pitchFamily="34" charset="-122"/>
              </a:rPr>
              <a:t>60</a:t>
            </a:r>
            <a:r>
              <a:rPr lang="zh-CN" altLang="en-US" sz="1600" spc="100" dirty="0">
                <a:latin typeface="微软雅黑" panose="020B0503020204020204" pitchFamily="34" charset="-122"/>
                <a:ea typeface="微软雅黑" panose="020B0503020204020204" pitchFamily="34" charset="-122"/>
              </a:rPr>
              <a:t>秒。</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）具有分布式和本地部署两种部署方式。</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）系统所采用的存储算法可以使小数据库也能达到上述性能，降低成本。</a:t>
            </a:r>
            <a:endParaRPr lang="en-US" altLang="zh-CN"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zh-CN" altLang="en-US" dirty="0"/>
              <a:t>网神</a:t>
            </a:r>
            <a:r>
              <a:rPr lang="en-US" altLang="zh-CN" dirty="0" err="1"/>
              <a:t>SecFox</a:t>
            </a:r>
            <a:r>
              <a:rPr lang="zh-CN" altLang="en-US" dirty="0"/>
              <a:t>日志收集与分析特点</a:t>
            </a:r>
          </a:p>
        </p:txBody>
      </p:sp>
    </p:spTree>
    <p:extLst>
      <p:ext uri="{BB962C8B-B14F-4D97-AF65-F5344CB8AC3E}">
        <p14:creationId xmlns:p14="http://schemas.microsoft.com/office/powerpoint/2010/main" val="3628829554"/>
      </p:ext>
    </p:extLst>
  </p:cSld>
  <p:clrMapOvr>
    <a:masterClrMapping/>
  </p:clrMapOvr>
  <p:transition spd="slow">
    <p:blinds dir="vert"/>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EAE5AEED-EA21-475A-8CB8-858780F20B21}"/>
              </a:ext>
            </a:extLst>
          </p:cNvPr>
          <p:cNvSpPr/>
          <p:nvPr/>
        </p:nvSpPr>
        <p:spPr>
          <a:xfrm>
            <a:off x="1110344" y="1293445"/>
            <a:ext cx="8827896"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）在线存储：存储容量约千万级别的日志记录，可供实时查询、分析这些数据。</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）近线存储：存储一些不经常使用的日志数据可供使用者随时调出。</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）离线存储：存储历史日志数据，供用户备份使用。</a:t>
            </a:r>
            <a:endParaRPr lang="en-US" altLang="zh-CN"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zh-CN" altLang="en-US" dirty="0"/>
              <a:t>网神</a:t>
            </a:r>
            <a:r>
              <a:rPr lang="en-US" altLang="zh-CN" dirty="0" err="1"/>
              <a:t>SecFox</a:t>
            </a:r>
            <a:r>
              <a:rPr lang="zh-CN" altLang="en-US" dirty="0"/>
              <a:t>日志收集与分析系统存储方式</a:t>
            </a:r>
          </a:p>
        </p:txBody>
      </p:sp>
    </p:spTree>
    <p:extLst>
      <p:ext uri="{BB962C8B-B14F-4D97-AF65-F5344CB8AC3E}">
        <p14:creationId xmlns:p14="http://schemas.microsoft.com/office/powerpoint/2010/main" val="2897299737"/>
      </p:ext>
    </p:extLst>
  </p:cSld>
  <p:clrMapOvr>
    <a:masterClrMapping/>
  </p:clrMapOvr>
  <p:transition spd="slow">
    <p:blinds dir="vert"/>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EAE5AEED-EA21-475A-8CB8-858780F20B21}"/>
              </a:ext>
            </a:extLst>
          </p:cNvPr>
          <p:cNvSpPr/>
          <p:nvPr/>
        </p:nvSpPr>
        <p:spPr>
          <a:xfrm>
            <a:off x="1463040" y="1293445"/>
            <a:ext cx="932688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）该系统可以提供多种日志存储策略，能够方便地进行日志备份和恢复。</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）该系统部署方式多样，支持多种方式部署，包括分布式部署和本地部署两种方式。</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）系统实时性较强，可以快速分析数据。</a:t>
            </a:r>
            <a:endParaRPr lang="en-US" altLang="zh-CN" sz="1600" spc="1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zh-CN" altLang="en-US" dirty="0"/>
              <a:t>网神</a:t>
            </a:r>
            <a:r>
              <a:rPr lang="en-US" altLang="zh-CN" dirty="0" err="1"/>
              <a:t>SecFox</a:t>
            </a:r>
            <a:r>
              <a:rPr lang="zh-CN" altLang="en-US" dirty="0"/>
              <a:t>日志收集与分析系统优势</a:t>
            </a:r>
          </a:p>
        </p:txBody>
      </p:sp>
    </p:spTree>
    <p:extLst>
      <p:ext uri="{BB962C8B-B14F-4D97-AF65-F5344CB8AC3E}">
        <p14:creationId xmlns:p14="http://schemas.microsoft.com/office/powerpoint/2010/main" val="1649088973"/>
      </p:ext>
    </p:extLst>
  </p:cSld>
  <p:clrMapOvr>
    <a:masterClrMapping/>
  </p:clrMapOvr>
  <p:transition spd="slow">
    <p:blinds dir="vert"/>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文本框 2"/>
          <p:cNvSpPr txBox="1"/>
          <p:nvPr/>
        </p:nvSpPr>
        <p:spPr>
          <a:xfrm>
            <a:off x="0" y="2514262"/>
            <a:ext cx="12192000"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6000" b="0" i="0" u="none" strike="noStrike" kern="1200" cap="none" spc="0" normalizeH="0" baseline="0" noProof="0" dirty="0">
                <a:ln>
                  <a:noFill/>
                </a:ln>
                <a:solidFill>
                  <a:srgbClr val="0083C9"/>
                </a:solidFill>
                <a:effectLst/>
                <a:uLnTx/>
                <a:uFillTx/>
                <a:latin typeface="华文行楷" panose="02010800040101010101" pitchFamily="2" charset="-122"/>
                <a:ea typeface="华文行楷" panose="02010800040101010101" pitchFamily="2" charset="-122"/>
                <a:cs typeface="+mn-cs"/>
              </a:rPr>
              <a:t>潜心读书，专心学习，成就</a:t>
            </a:r>
            <a:r>
              <a:rPr kumimoji="0" lang="zh-CN" altLang="en-US" sz="6000" b="0" i="0" u="none" strike="noStrike" kern="1200" cap="none" spc="0" normalizeH="0" baseline="0" noProof="0" dirty="0" smtClean="0">
                <a:ln>
                  <a:noFill/>
                </a:ln>
                <a:solidFill>
                  <a:srgbClr val="0083C9"/>
                </a:solidFill>
                <a:effectLst/>
                <a:uLnTx/>
                <a:uFillTx/>
                <a:latin typeface="华文行楷" panose="02010800040101010101" pitchFamily="2" charset="-122"/>
                <a:ea typeface="华文行楷" panose="02010800040101010101" pitchFamily="2" charset="-122"/>
                <a:cs typeface="+mn-cs"/>
              </a:rPr>
              <a:t>未来</a:t>
            </a:r>
            <a:endParaRPr kumimoji="0" lang="zh-CN" altLang="en-US" sz="6000" b="0" i="0" u="none" strike="noStrike" kern="1200" cap="none" spc="0" normalizeH="0" baseline="0" noProof="0" dirty="0">
              <a:ln>
                <a:noFill/>
              </a:ln>
              <a:solidFill>
                <a:srgbClr val="0083C9"/>
              </a:solidFill>
              <a:effectLst/>
              <a:uLnTx/>
              <a:uFillTx/>
              <a:latin typeface="华文行楷" panose="02010800040101010101" pitchFamily="2" charset="-122"/>
              <a:ea typeface="华文行楷" panose="02010800040101010101" pitchFamily="2" charset="-122"/>
              <a:cs typeface="+mn-cs"/>
              <a:sym typeface="Arial"/>
            </a:endParaRPr>
          </a:p>
        </p:txBody>
      </p:sp>
      <p:sp>
        <p:nvSpPr>
          <p:cNvPr id="4" name="Rectangle 24"/>
          <p:cNvSpPr>
            <a:spLocks noChangeArrowheads="1"/>
          </p:cNvSpPr>
          <p:nvPr/>
        </p:nvSpPr>
        <p:spPr bwMode="auto">
          <a:xfrm>
            <a:off x="3632056" y="4751390"/>
            <a:ext cx="4916112" cy="695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656D78">
                    <a:lumMod val="75000"/>
                  </a:srgbClr>
                </a:solidFill>
                <a:effectLst/>
                <a:uLnTx/>
                <a:uFillTx/>
                <a:latin typeface="Hiragino Sans GB W3" charset="-122"/>
                <a:ea typeface="Hiragino Sans GB W3" charset="-122"/>
                <a:cs typeface="Hiragino Sans GB W3" charset="-122"/>
              </a:rPr>
              <a:t>奇安</a:t>
            </a:r>
            <a:r>
              <a:rPr kumimoji="0" lang="zh-CN" altLang="en-US" sz="16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rPr>
              <a:t>信</a:t>
            </a:r>
            <a:r>
              <a:rPr kumimoji="0" lang="en-US" altLang="zh-CN" sz="16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rPr>
              <a:t>--</a:t>
            </a:r>
            <a:r>
              <a:rPr kumimoji="0" lang="zh-CN" altLang="en-US" sz="16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rPr>
              <a:t>安全教育</a:t>
            </a:r>
            <a:endParaRPr kumimoji="0" lang="en-US" altLang="zh-CN" sz="16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endParaRPr>
          </a:p>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rPr>
              <a:t>2018</a:t>
            </a:r>
            <a:r>
              <a:rPr kumimoji="0" lang="zh-CN" altLang="en-US" sz="12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rPr>
              <a:t>年</a:t>
            </a:r>
            <a:r>
              <a:rPr kumimoji="0" lang="en-US" altLang="zh-CN" sz="12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rPr>
              <a:t>12</a:t>
            </a:r>
            <a:r>
              <a:rPr kumimoji="0" lang="zh-CN" altLang="en-US" sz="12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rPr>
              <a:t>月</a:t>
            </a:r>
            <a:endParaRPr kumimoji="0" lang="en-US" altLang="zh-CN" sz="1200" b="0" i="0" u="none" strike="noStrike" kern="1200" cap="none" spc="0" normalizeH="0" baseline="0" noProof="0" dirty="0">
              <a:ln>
                <a:noFill/>
              </a:ln>
              <a:solidFill>
                <a:srgbClr val="656D78">
                  <a:lumMod val="75000"/>
                </a:srgbClr>
              </a:solidFill>
              <a:effectLst/>
              <a:uLnTx/>
              <a:uFillTx/>
              <a:latin typeface="Hiragino Sans GB W3" charset="-122"/>
              <a:ea typeface="Hiragino Sans GB W3" charset="-122"/>
              <a:cs typeface="Hiragino Sans GB W3" charset="-122"/>
            </a:endParaRPr>
          </a:p>
        </p:txBody>
      </p:sp>
    </p:spTree>
    <p:extLst>
      <p:ext uri="{BB962C8B-B14F-4D97-AF65-F5344CB8AC3E}">
        <p14:creationId xmlns:p14="http://schemas.microsoft.com/office/powerpoint/2010/main" val="315367326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par>
    </p:tnLst>
  </p:timing>
</p:sld>
</file>

<file path=ppt/theme/theme1.xml><?xml version="1.0" encoding="utf-8"?>
<a:theme xmlns:a="http://schemas.openxmlformats.org/drawingml/2006/main" name="自定义设计方案">
  <a:themeElements>
    <a:clrScheme name="自定义 13">
      <a:dk1>
        <a:srgbClr val="656D78"/>
      </a:dk1>
      <a:lt1>
        <a:srgbClr val="FFFFFF"/>
      </a:lt1>
      <a:dk2>
        <a:srgbClr val="44546A"/>
      </a:dk2>
      <a:lt2>
        <a:srgbClr val="E7E6E6"/>
      </a:lt2>
      <a:accent1>
        <a:srgbClr val="56CCE4"/>
      </a:accent1>
      <a:accent2>
        <a:srgbClr val="3FC1D8"/>
      </a:accent2>
      <a:accent3>
        <a:srgbClr val="34A2CC"/>
      </a:accent3>
      <a:accent4>
        <a:srgbClr val="3E90C0"/>
      </a:accent4>
      <a:accent5>
        <a:srgbClr val="30B0B4"/>
      </a:accent5>
      <a:accent6>
        <a:srgbClr val="37A8B8"/>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奇安信ppt(浅色)的副本" id="{743E4DEE-E65B-A74F-8E1B-95A46557A860}" vid="{7033556D-3971-9E47-9DDC-7E3D3ED1A653}"/>
    </a:ext>
  </a:extLst>
</a:theme>
</file>

<file path=ppt/theme/theme2.xml><?xml version="1.0" encoding="utf-8"?>
<a:theme xmlns:a="http://schemas.openxmlformats.org/drawingml/2006/main" name="目录及模块">
  <a:themeElements>
    <a:clrScheme name="自定义 22">
      <a:dk1>
        <a:srgbClr val="000000"/>
      </a:dk1>
      <a:lt1>
        <a:srgbClr val="FFFFFF"/>
      </a:lt1>
      <a:dk2>
        <a:srgbClr val="44546A"/>
      </a:dk2>
      <a:lt2>
        <a:srgbClr val="E7E6E6"/>
      </a:lt2>
      <a:accent1>
        <a:srgbClr val="52C1AF"/>
      </a:accent1>
      <a:accent2>
        <a:srgbClr val="4CA8BF"/>
      </a:accent2>
      <a:accent3>
        <a:srgbClr val="477EB7"/>
      </a:accent3>
      <a:accent4>
        <a:srgbClr val="3169BB"/>
      </a:accent4>
      <a:accent5>
        <a:srgbClr val="2757B7"/>
      </a:accent5>
      <a:accent6>
        <a:srgbClr val="2F87A4"/>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奇安信ppt(浅色)的副本" id="{743E4DEE-E65B-A74F-8E1B-95A46557A860}" vid="{22C29BD7-062E-4647-83A2-C77A0ABB2446}"/>
    </a:ext>
  </a:extLst>
</a:theme>
</file>

<file path=ppt/theme/theme3.xml><?xml version="1.0" encoding="utf-8"?>
<a:theme xmlns:a="http://schemas.openxmlformats.org/drawingml/2006/main" name="44_Approach - Color 09">
  <a:themeElements>
    <a:clrScheme name="自定义 24">
      <a:dk1>
        <a:srgbClr val="0C0D0E"/>
      </a:dk1>
      <a:lt1>
        <a:srgbClr val="FFFFFF"/>
      </a:lt1>
      <a:dk2>
        <a:srgbClr val="151A22"/>
      </a:dk2>
      <a:lt2>
        <a:srgbClr val="E7E6E6"/>
      </a:lt2>
      <a:accent1>
        <a:srgbClr val="42A5F5"/>
      </a:accent1>
      <a:accent2>
        <a:srgbClr val="2196F3"/>
      </a:accent2>
      <a:accent3>
        <a:srgbClr val="1E88E5"/>
      </a:accent3>
      <a:accent4>
        <a:srgbClr val="1976D2"/>
      </a:accent4>
      <a:accent5>
        <a:srgbClr val="1565C0"/>
      </a:accent5>
      <a:accent6>
        <a:srgbClr val="0D47A1"/>
      </a:accent6>
      <a:hlink>
        <a:srgbClr val="0563C1"/>
      </a:hlink>
      <a:folHlink>
        <a:srgbClr val="954F72"/>
      </a:folHlink>
    </a:clrScheme>
    <a:fontScheme name="Cambria-Calibri">
      <a:majorFont>
        <a:latin typeface="Cambria" panose="02040503050406030204"/>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奇安信ppt(浅色)的副本" id="{743E4DEE-E65B-A74F-8E1B-95A46557A860}" vid="{E3824F92-6DC0-E544-93E5-059CEBC37BD3}"/>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13">
    <a:dk1>
      <a:srgbClr val="656D78"/>
    </a:dk1>
    <a:lt1>
      <a:srgbClr val="FFFFFF"/>
    </a:lt1>
    <a:dk2>
      <a:srgbClr val="44546A"/>
    </a:dk2>
    <a:lt2>
      <a:srgbClr val="E7E6E6"/>
    </a:lt2>
    <a:accent1>
      <a:srgbClr val="56CCE4"/>
    </a:accent1>
    <a:accent2>
      <a:srgbClr val="3FC1D8"/>
    </a:accent2>
    <a:accent3>
      <a:srgbClr val="34A2CC"/>
    </a:accent3>
    <a:accent4>
      <a:srgbClr val="3E90C0"/>
    </a:accent4>
    <a:accent5>
      <a:srgbClr val="30B0B4"/>
    </a:accent5>
    <a:accent6>
      <a:srgbClr val="37A8B8"/>
    </a:accent6>
    <a:hlink>
      <a:srgbClr val="0563C1"/>
    </a:hlink>
    <a:folHlink>
      <a:srgbClr val="954F72"/>
    </a:folHlink>
  </a:clrScheme>
</a:themeOverride>
</file>

<file path=ppt/theme/themeOverride2.xml><?xml version="1.0" encoding="utf-8"?>
<a:themeOverride xmlns:a="http://schemas.openxmlformats.org/drawingml/2006/main">
  <a:clrScheme name="自定义 13">
    <a:dk1>
      <a:srgbClr val="656D78"/>
    </a:dk1>
    <a:lt1>
      <a:srgbClr val="FFFFFF"/>
    </a:lt1>
    <a:dk2>
      <a:srgbClr val="44546A"/>
    </a:dk2>
    <a:lt2>
      <a:srgbClr val="E7E6E6"/>
    </a:lt2>
    <a:accent1>
      <a:srgbClr val="56CCE4"/>
    </a:accent1>
    <a:accent2>
      <a:srgbClr val="3FC1D8"/>
    </a:accent2>
    <a:accent3>
      <a:srgbClr val="34A2CC"/>
    </a:accent3>
    <a:accent4>
      <a:srgbClr val="3E90C0"/>
    </a:accent4>
    <a:accent5>
      <a:srgbClr val="30B0B4"/>
    </a:accent5>
    <a:accent6>
      <a:srgbClr val="37A8B8"/>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17848</TotalTime>
  <Words>3482</Words>
  <Application>Microsoft Office PowerPoint</Application>
  <PresentationFormat>宽屏</PresentationFormat>
  <Paragraphs>305</Paragraphs>
  <Slides>54</Slides>
  <Notes>47</Notes>
  <HiddenSlides>0</HiddenSlides>
  <MMClips>0</MMClips>
  <ScaleCrop>false</ScaleCrop>
  <HeadingPairs>
    <vt:vector size="8" baseType="variant">
      <vt:variant>
        <vt:lpstr>已用的字体</vt:lpstr>
      </vt:variant>
      <vt:variant>
        <vt:i4>15</vt:i4>
      </vt:variant>
      <vt:variant>
        <vt:lpstr>主题</vt:lpstr>
      </vt:variant>
      <vt:variant>
        <vt:i4>3</vt:i4>
      </vt:variant>
      <vt:variant>
        <vt:lpstr>嵌入 OLE 服务器</vt:lpstr>
      </vt:variant>
      <vt:variant>
        <vt:i4>1</vt:i4>
      </vt:variant>
      <vt:variant>
        <vt:lpstr>幻灯片标题</vt:lpstr>
      </vt:variant>
      <vt:variant>
        <vt:i4>54</vt:i4>
      </vt:variant>
    </vt:vector>
  </HeadingPairs>
  <TitlesOfParts>
    <vt:vector size="73" baseType="lpstr">
      <vt:lpstr>Hiragino Sans GB W3</vt:lpstr>
      <vt:lpstr>Microsoft YaHei Light</vt:lpstr>
      <vt:lpstr>Roboto Black</vt:lpstr>
      <vt:lpstr>Source Sans Pro</vt:lpstr>
      <vt:lpstr>Source Sans Pro Light</vt:lpstr>
      <vt:lpstr>DengXian</vt:lpstr>
      <vt:lpstr>黑体</vt:lpstr>
      <vt:lpstr>华文行楷</vt:lpstr>
      <vt:lpstr>宋体</vt:lpstr>
      <vt:lpstr>Microsoft YaHei</vt:lpstr>
      <vt:lpstr>Microsoft YaHei</vt:lpstr>
      <vt:lpstr>Arial</vt:lpstr>
      <vt:lpstr>Calibri</vt:lpstr>
      <vt:lpstr>Calibri Light</vt:lpstr>
      <vt:lpstr>Cambria</vt:lpstr>
      <vt:lpstr>自定义设计方案</vt:lpstr>
      <vt:lpstr>目录及模块</vt:lpstr>
      <vt:lpstr>44_Approach - Color 09</vt:lpstr>
      <vt:lpstr>Visio</vt:lpstr>
      <vt:lpstr>PowerPoint 演示文稿</vt:lpstr>
      <vt:lpstr>目录</vt:lpstr>
      <vt:lpstr>本章学习目标</vt:lpstr>
      <vt:lpstr>PowerPoint 演示文稿</vt:lpstr>
      <vt:lpstr>日志存储的必要性</vt:lpstr>
      <vt:lpstr>PowerPoint 演示文稿</vt:lpstr>
      <vt:lpstr>基于文本的日志记录特点</vt:lpstr>
      <vt:lpstr>基于文本的日志记录的优点</vt:lpstr>
      <vt:lpstr>基于二进制文件定义</vt:lpstr>
      <vt:lpstr>存二进制日志文件原生格式的问题</vt:lpstr>
      <vt:lpstr>基于压缩文件的存储含义和作用</vt:lpstr>
      <vt:lpstr>日志数据定义和作用</vt:lpstr>
      <vt:lpstr>关系数据库定义及其主要内容</vt:lpstr>
      <vt:lpstr>关系的数据结构</vt:lpstr>
      <vt:lpstr>关系操作集合主要内容</vt:lpstr>
      <vt:lpstr>关系完整性约束</vt:lpstr>
      <vt:lpstr>通常被存入关系数据库信息</vt:lpstr>
      <vt:lpstr>被用到的数据项</vt:lpstr>
      <vt:lpstr>关系数据库日志存储的特点</vt:lpstr>
      <vt:lpstr>关系数据库日志存储的缺点</vt:lpstr>
      <vt:lpstr>键值数据库定义</vt:lpstr>
      <vt:lpstr>键值数据库的特点</vt:lpstr>
      <vt:lpstr>键值数据库系统总体架构</vt:lpstr>
      <vt:lpstr>关系数据库与键值数据库对比</vt:lpstr>
      <vt:lpstr>NoSQL数据库应该满足的特点</vt:lpstr>
      <vt:lpstr>分布式存储的系统定义以及优势</vt:lpstr>
      <vt:lpstr>基于Hadoop生态圈的日志存储</vt:lpstr>
      <vt:lpstr>HDFS定义及作用</vt:lpstr>
      <vt:lpstr>HDFS文件系统特点</vt:lpstr>
      <vt:lpstr>HDFS中Namenode的作用</vt:lpstr>
      <vt:lpstr>HDFS中Datanode的作用</vt:lpstr>
      <vt:lpstr>PowerPoint 演示文稿</vt:lpstr>
      <vt:lpstr>数据存储的方式概述</vt:lpstr>
      <vt:lpstr>在线存储定义</vt:lpstr>
      <vt:lpstr>在线存储的特点</vt:lpstr>
      <vt:lpstr>云存储</vt:lpstr>
      <vt:lpstr>云存储平台整体结构划分</vt:lpstr>
      <vt:lpstr>云存储优势</vt:lpstr>
      <vt:lpstr>云存储服务面临的挑战</vt:lpstr>
      <vt:lpstr>近线存储定义和应用</vt:lpstr>
      <vt:lpstr>近线存储特点</vt:lpstr>
      <vt:lpstr>近线存储介质概述</vt:lpstr>
      <vt:lpstr>近线存储系统的优点</vt:lpstr>
      <vt:lpstr>近线存储的主要优势</vt:lpstr>
      <vt:lpstr>近线存储的缺点</vt:lpstr>
      <vt:lpstr>近线存储再播出系统中的优势</vt:lpstr>
      <vt:lpstr>近线存储的硬件架构</vt:lpstr>
      <vt:lpstr>离线存储概述</vt:lpstr>
      <vt:lpstr>离线存储的介质</vt:lpstr>
      <vt:lpstr>介质海量数据离线管理系统的对比</vt:lpstr>
      <vt:lpstr>网神SecFox日志收集与分析特点</vt:lpstr>
      <vt:lpstr>网神SecFox日志收集与分析系统存储方式</vt:lpstr>
      <vt:lpstr>网神SecFox日志收集与分析系统优势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用户</dc:creator>
  <cp:lastModifiedBy>王萌03</cp:lastModifiedBy>
  <cp:revision>323</cp:revision>
  <dcterms:created xsi:type="dcterms:W3CDTF">2018-11-06T06:32:09Z</dcterms:created>
  <dcterms:modified xsi:type="dcterms:W3CDTF">2019-08-19T03:24:29Z</dcterms:modified>
</cp:coreProperties>
</file>