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  <p:sldMasterId id="2147483650" r:id="rId2"/>
    <p:sldMasterId id="2147485154" r:id="rId3"/>
  </p:sldMasterIdLst>
  <p:notesMasterIdLst>
    <p:notesMasterId r:id="rId9"/>
  </p:notesMasterIdLst>
  <p:handoutMasterIdLst>
    <p:handoutMasterId r:id="rId10"/>
  </p:handoutMasterIdLst>
  <p:sldIdLst>
    <p:sldId id="403" r:id="rId4"/>
    <p:sldId id="573" r:id="rId5"/>
    <p:sldId id="574" r:id="rId6"/>
    <p:sldId id="575" r:id="rId7"/>
    <p:sldId id="57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C9"/>
    <a:srgbClr val="1D8CF0"/>
    <a:srgbClr val="168AD7"/>
    <a:srgbClr val="1182CF"/>
    <a:srgbClr val="117EC8"/>
    <a:srgbClr val="0E4F9A"/>
    <a:srgbClr val="0B4DB6"/>
    <a:srgbClr val="117BBC"/>
    <a:srgbClr val="1483C9"/>
    <a:srgbClr val="148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59" autoAdjust="0"/>
    <p:restoredTop sz="94674"/>
  </p:normalViewPr>
  <p:slideViewPr>
    <p:cSldViewPr snapToGrid="0" snapToObjects="1" showGuides="1">
      <p:cViewPr varScale="1">
        <p:scale>
          <a:sx n="74" d="100"/>
          <a:sy n="74" d="100"/>
        </p:scale>
        <p:origin x="288" y="54"/>
      </p:cViewPr>
      <p:guideLst>
        <p:guide orient="horz" pos="22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D9C0A-513E-5D45-A5BD-59ABDA883CB2}" type="datetimeFigureOut">
              <a:rPr kumimoji="1" lang="zh-CN" altLang="en-US" smtClean="0"/>
              <a:t>2021/3/7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7D54F-769D-2D42-8A77-B952BDC9D4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59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4E0DE-8EB3-4142-8470-5DDD67C56C08}" type="datetimeFigureOut">
              <a:rPr kumimoji="1" lang="zh-CN" altLang="en-US" smtClean="0"/>
              <a:t>2021/3/7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0FF57-52CE-D749-A0B3-B7D1B6EF28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551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DB305D-A626-4AA6-902D-5149FBB563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85" t="17537" r="4513" b="25736"/>
          <a:stretch/>
        </p:blipFill>
        <p:spPr>
          <a:xfrm>
            <a:off x="0" y="0"/>
            <a:ext cx="8088923" cy="6870619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9F13EF-DAA7-41D1-AB49-231EF1141C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03161" y="288676"/>
            <a:ext cx="1526155" cy="456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B0B22-26AC-43A2-B10D-1F97D7C711A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35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4767" y="3076559"/>
            <a:ext cx="6096000" cy="676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 i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/>
              <a:t>单击编辑模块标题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alphaModFix amt="5000"/>
          </a:blip>
          <a:srcRect l="34274" t="23657" b="25428"/>
          <a:stretch/>
        </p:blipFill>
        <p:spPr>
          <a:xfrm>
            <a:off x="0" y="-1"/>
            <a:ext cx="8030818" cy="6858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833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319126" y="632523"/>
            <a:ext cx="9879555" cy="593682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defRPr sz="3600" b="1" i="0">
                <a:solidFill>
                  <a:schemeClr val="accent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cxnSp>
        <p:nvCxnSpPr>
          <p:cNvPr id="6" name="Straight Connector 18"/>
          <p:cNvCxnSpPr/>
          <p:nvPr userDrawn="1"/>
        </p:nvCxnSpPr>
        <p:spPr>
          <a:xfrm>
            <a:off x="1457298" y="1346220"/>
            <a:ext cx="33701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1457298" y="1550168"/>
            <a:ext cx="9741383" cy="4302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100" baseline="0">
                <a:solidFill>
                  <a:schemeClr val="bg1">
                    <a:lumMod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 marL="4572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Insert Your Text Here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1457298" y="2368539"/>
            <a:ext cx="9741383" cy="2637492"/>
          </a:xfrm>
          <a:prstGeom prst="rect">
            <a:avLst/>
          </a:prstGeom>
        </p:spPr>
        <p:txBody>
          <a:bodyPr lIns="0" tIns="0" rIns="0" bIns="0" numCol="2" spcCol="360000">
            <a:noAutofit/>
          </a:bodyPr>
          <a:lstStyle>
            <a:lvl1pPr marL="342900" indent="-342900">
              <a:lnSpc>
                <a:spcPct val="150000"/>
              </a:lnSpc>
              <a:spcBef>
                <a:spcPts val="1300"/>
              </a:spcBef>
              <a:buFont typeface="+mj-lt"/>
              <a:buAutoNum type="arabicPeriod"/>
              <a:defRPr sz="1600" b="0" i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在此处编辑目录内容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  <a:prstGeom prst="rect">
            <a:avLst/>
          </a:prstGeo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21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4767" y="3076559"/>
            <a:ext cx="6096000" cy="676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 i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/>
              <a:t>单击编辑模块标题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alphaModFix amt="5000"/>
          </a:blip>
          <a:srcRect l="34274" t="23657" b="25428"/>
          <a:stretch/>
        </p:blipFill>
        <p:spPr>
          <a:xfrm>
            <a:off x="0" y="-1"/>
            <a:ext cx="8030818" cy="6858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067593" y="1360449"/>
            <a:ext cx="10056812" cy="485747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17" name="组 16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8" name="三角形 17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9" name="三角形 18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2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9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852755" y="1360449"/>
            <a:ext cx="5269707" cy="485747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8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6400801" y="1360449"/>
            <a:ext cx="4723604" cy="4857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spc="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点击编辑正文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18" name="组 17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9" name="三角形 18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0" name="三角形 19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852755" y="1360449"/>
            <a:ext cx="5065445" cy="267815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30"/>
          </p:nvPr>
        </p:nvSpPr>
        <p:spPr>
          <a:xfrm>
            <a:off x="6210301" y="1360449"/>
            <a:ext cx="5029200" cy="267815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852755" y="4394200"/>
            <a:ext cx="10271650" cy="1823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spc="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点击编辑正文</a:t>
            </a:r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0" name="组 19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1" name="三角形 20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2" name="三角形 21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9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860084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1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5023507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13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8186930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860084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5" name="图片占位符 5"/>
          <p:cNvSpPr>
            <a:spLocks noGrp="1"/>
          </p:cNvSpPr>
          <p:nvPr>
            <p:ph type="pic" sz="quarter" idx="18"/>
          </p:nvPr>
        </p:nvSpPr>
        <p:spPr>
          <a:xfrm>
            <a:off x="5023507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6" name="图片占位符 5"/>
          <p:cNvSpPr>
            <a:spLocks noGrp="1"/>
          </p:cNvSpPr>
          <p:nvPr>
            <p:ph type="pic" sz="quarter" idx="20"/>
          </p:nvPr>
        </p:nvSpPr>
        <p:spPr>
          <a:xfrm>
            <a:off x="8186930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6" name="组 25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7" name="三角形 26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8" name="三角形 27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3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19314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5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19365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6" name="图片占位符 5"/>
          <p:cNvSpPr>
            <a:spLocks noGrp="1"/>
          </p:cNvSpPr>
          <p:nvPr>
            <p:ph type="pic" sz="quarter" idx="18"/>
          </p:nvPr>
        </p:nvSpPr>
        <p:spPr>
          <a:xfrm>
            <a:off x="384603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384654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8" name="图片占位符 5"/>
          <p:cNvSpPr>
            <a:spLocks noGrp="1"/>
          </p:cNvSpPr>
          <p:nvPr>
            <p:ph type="pic" sz="quarter" idx="20"/>
          </p:nvPr>
        </p:nvSpPr>
        <p:spPr>
          <a:xfrm>
            <a:off x="649892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9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649943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20" name="图片占位符 5"/>
          <p:cNvSpPr>
            <a:spLocks noGrp="1"/>
          </p:cNvSpPr>
          <p:nvPr>
            <p:ph type="pic" sz="quarter" idx="22"/>
          </p:nvPr>
        </p:nvSpPr>
        <p:spPr>
          <a:xfrm>
            <a:off x="915181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1" name="Text Placeholder 38"/>
          <p:cNvSpPr>
            <a:spLocks noGrp="1"/>
          </p:cNvSpPr>
          <p:nvPr>
            <p:ph type="body" sz="quarter" idx="23" hasCustomPrompt="1"/>
          </p:nvPr>
        </p:nvSpPr>
        <p:spPr>
          <a:xfrm>
            <a:off x="915232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31" name="组 30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32" name="三角形 31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33" name="三角形 32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3" name="图片占位符 5"/>
          <p:cNvSpPr>
            <a:spLocks noGrp="1"/>
          </p:cNvSpPr>
          <p:nvPr>
            <p:ph type="pic" sz="quarter" idx="13"/>
          </p:nvPr>
        </p:nvSpPr>
        <p:spPr>
          <a:xfrm>
            <a:off x="2436262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2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2191799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3" name="图片占位符 5"/>
          <p:cNvSpPr>
            <a:spLocks noGrp="1"/>
          </p:cNvSpPr>
          <p:nvPr>
            <p:ph type="pic" sz="quarter" idx="18"/>
          </p:nvPr>
        </p:nvSpPr>
        <p:spPr>
          <a:xfrm>
            <a:off x="5356641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4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5112178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5" name="图片占位符 5"/>
          <p:cNvSpPr>
            <a:spLocks noGrp="1"/>
          </p:cNvSpPr>
          <p:nvPr>
            <p:ph type="pic" sz="quarter" idx="20"/>
          </p:nvPr>
        </p:nvSpPr>
        <p:spPr>
          <a:xfrm>
            <a:off x="8277020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6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8032557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7" name="图片占位符 5"/>
          <p:cNvSpPr>
            <a:spLocks noGrp="1"/>
          </p:cNvSpPr>
          <p:nvPr>
            <p:ph type="pic" sz="quarter" idx="24"/>
          </p:nvPr>
        </p:nvSpPr>
        <p:spPr>
          <a:xfrm>
            <a:off x="2436262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8" name="Text Placeholder 38"/>
          <p:cNvSpPr>
            <a:spLocks noGrp="1"/>
          </p:cNvSpPr>
          <p:nvPr>
            <p:ph type="body" sz="quarter" idx="25" hasCustomPrompt="1"/>
          </p:nvPr>
        </p:nvSpPr>
        <p:spPr>
          <a:xfrm>
            <a:off x="2191799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9" name="图片占位符 5"/>
          <p:cNvSpPr>
            <a:spLocks noGrp="1"/>
          </p:cNvSpPr>
          <p:nvPr>
            <p:ph type="pic" sz="quarter" idx="26"/>
          </p:nvPr>
        </p:nvSpPr>
        <p:spPr>
          <a:xfrm>
            <a:off x="5356641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0" name="Text Placeholder 38"/>
          <p:cNvSpPr>
            <a:spLocks noGrp="1"/>
          </p:cNvSpPr>
          <p:nvPr>
            <p:ph type="body" sz="quarter" idx="27" hasCustomPrompt="1"/>
          </p:nvPr>
        </p:nvSpPr>
        <p:spPr>
          <a:xfrm>
            <a:off x="5112178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31" name="图片占位符 5"/>
          <p:cNvSpPr>
            <a:spLocks noGrp="1"/>
          </p:cNvSpPr>
          <p:nvPr>
            <p:ph type="pic" sz="quarter" idx="28"/>
          </p:nvPr>
        </p:nvSpPr>
        <p:spPr>
          <a:xfrm>
            <a:off x="8277020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29" hasCustomPrompt="1"/>
          </p:nvPr>
        </p:nvSpPr>
        <p:spPr>
          <a:xfrm>
            <a:off x="8032557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39" name="组 38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40" name="三角形 39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41" name="三角形 40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464150" y="4565272"/>
            <a:ext cx="2688614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212558" y="1838791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图片占位符 5"/>
          <p:cNvSpPr>
            <a:spLocks noGrp="1"/>
          </p:cNvSpPr>
          <p:nvPr>
            <p:ph type="pic" sz="quarter" idx="22"/>
          </p:nvPr>
        </p:nvSpPr>
        <p:spPr>
          <a:xfrm>
            <a:off x="4598466" y="1854945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7" name="图片占位符 5"/>
          <p:cNvSpPr>
            <a:spLocks noGrp="1"/>
          </p:cNvSpPr>
          <p:nvPr>
            <p:ph type="pic" sz="quarter" idx="23"/>
          </p:nvPr>
        </p:nvSpPr>
        <p:spPr>
          <a:xfrm>
            <a:off x="7965686" y="1854945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27" hasCustomPrompt="1"/>
          </p:nvPr>
        </p:nvSpPr>
        <p:spPr>
          <a:xfrm>
            <a:off x="4850058" y="4565272"/>
            <a:ext cx="2688614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33" name="Text Placeholder 38"/>
          <p:cNvSpPr>
            <a:spLocks noGrp="1"/>
          </p:cNvSpPr>
          <p:nvPr>
            <p:ph type="body" sz="quarter" idx="28" hasCustomPrompt="1"/>
          </p:nvPr>
        </p:nvSpPr>
        <p:spPr>
          <a:xfrm>
            <a:off x="8300671" y="4565272"/>
            <a:ext cx="2605221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3" name="组 22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4" name="三角形 23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5" name="三角形 24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620CF-1C2C-514E-BE55-601A62894FF6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FB377-BA69-FA42-BF9B-8CA743CBEC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94443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A9976-E709-E14B-B2F0-645481E6F7DB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6CDC2-3AE9-6041-B1F2-73C3A81E77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87010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B8BA5-3622-E44E-A0C3-5A8DBCB0F819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A3679-D63C-0845-B19E-29B7EBDF77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93379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2085D-73E4-6C48-951A-F78B873C711D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F100E-A0C6-B743-9F17-B27C8043BA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24077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B985D-E127-B34C-B814-8E70609A4D0A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03F9B-565C-A742-87AE-B7F1F892CAA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22823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79C19-3F0F-6E47-9CAA-67837717159E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03177-DBF8-7342-968C-B714CE7900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2743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5A3C9-C03E-484B-AF9B-F9889BF2532F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3A6D5-DD28-044F-87A8-09177897F49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10325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D115D-50FA-CC4A-A0B0-6DAD9534690E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9494E-5A08-984D-807E-064CB0F598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5654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429EF-AF2F-EC48-9EA1-F6671F6DF935}" type="datetimeFigureOut">
              <a:rPr lang="en-US" smtClean="0"/>
              <a:pPr>
                <a:defRPr/>
              </a:pPr>
              <a:t>3/7/2021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5DC32-027F-974D-9C47-DDAE9F2EAF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3359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7"/>
          <p:cNvCxnSpPr/>
          <p:nvPr/>
        </p:nvCxnSpPr>
        <p:spPr>
          <a:xfrm flipV="1">
            <a:off x="327660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8"/>
          <p:cNvCxnSpPr/>
          <p:nvPr/>
        </p:nvCxnSpPr>
        <p:spPr>
          <a:xfrm flipV="1">
            <a:off x="609600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9"/>
          <p:cNvCxnSpPr/>
          <p:nvPr/>
        </p:nvCxnSpPr>
        <p:spPr>
          <a:xfrm flipV="1">
            <a:off x="891540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Текст 7"/>
          <p:cNvSpPr>
            <a:spLocks noGrp="1"/>
          </p:cNvSpPr>
          <p:nvPr>
            <p:ph type="body" sz="quarter" idx="60"/>
          </p:nvPr>
        </p:nvSpPr>
        <p:spPr>
          <a:xfrm>
            <a:off x="1194888" y="2971802"/>
            <a:ext cx="2066473" cy="2042886"/>
          </a:xfrm>
        </p:spPr>
        <p:txBody>
          <a:bodyPr tIns="0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61"/>
          </p:nvPr>
        </p:nvSpPr>
        <p:spPr>
          <a:xfrm>
            <a:off x="1181105" y="5727700"/>
            <a:ext cx="2095500" cy="673100"/>
          </a:xfrm>
        </p:spPr>
        <p:txBody>
          <a:bodyPr tIns="73152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050" b="1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Текст 7"/>
          <p:cNvSpPr>
            <a:spLocks noGrp="1"/>
          </p:cNvSpPr>
          <p:nvPr>
            <p:ph type="body" sz="quarter" idx="62"/>
          </p:nvPr>
        </p:nvSpPr>
        <p:spPr>
          <a:xfrm>
            <a:off x="3975101" y="2971802"/>
            <a:ext cx="2066473" cy="2042886"/>
          </a:xfrm>
        </p:spPr>
        <p:txBody>
          <a:bodyPr tIns="0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Текст 7"/>
          <p:cNvSpPr>
            <a:spLocks noGrp="1"/>
          </p:cNvSpPr>
          <p:nvPr>
            <p:ph type="body" sz="quarter" idx="63"/>
          </p:nvPr>
        </p:nvSpPr>
        <p:spPr>
          <a:xfrm>
            <a:off x="3971480" y="5727700"/>
            <a:ext cx="2095500" cy="673100"/>
          </a:xfrm>
        </p:spPr>
        <p:txBody>
          <a:bodyPr tIns="73152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050" b="1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Текст 7"/>
          <p:cNvSpPr>
            <a:spLocks noGrp="1"/>
          </p:cNvSpPr>
          <p:nvPr>
            <p:ph type="body" sz="quarter" idx="64"/>
          </p:nvPr>
        </p:nvSpPr>
        <p:spPr>
          <a:xfrm>
            <a:off x="6798130" y="2971802"/>
            <a:ext cx="2066473" cy="2042886"/>
          </a:xfrm>
        </p:spPr>
        <p:txBody>
          <a:bodyPr tIns="0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65"/>
          </p:nvPr>
        </p:nvSpPr>
        <p:spPr>
          <a:xfrm>
            <a:off x="6819907" y="5727700"/>
            <a:ext cx="2095500" cy="673100"/>
          </a:xfrm>
        </p:spPr>
        <p:txBody>
          <a:bodyPr tIns="73152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050" b="1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Текст 7"/>
          <p:cNvSpPr>
            <a:spLocks noGrp="1"/>
          </p:cNvSpPr>
          <p:nvPr>
            <p:ph type="body" sz="quarter" idx="66"/>
          </p:nvPr>
        </p:nvSpPr>
        <p:spPr>
          <a:xfrm>
            <a:off x="9617528" y="2971802"/>
            <a:ext cx="2066473" cy="2042886"/>
          </a:xfrm>
        </p:spPr>
        <p:txBody>
          <a:bodyPr tIns="0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67"/>
          </p:nvPr>
        </p:nvSpPr>
        <p:spPr>
          <a:xfrm>
            <a:off x="9639307" y="5727700"/>
            <a:ext cx="2095500" cy="673100"/>
          </a:xfrm>
        </p:spPr>
        <p:txBody>
          <a:bodyPr tIns="73152">
            <a:noAutofit/>
          </a:bodyPr>
          <a:lstStyle>
            <a:lvl1pPr marL="0" indent="0" algn="l">
              <a:lnSpc>
                <a:spcPct val="145000"/>
              </a:lnSpc>
              <a:spcBef>
                <a:spcPts val="0"/>
              </a:spcBef>
              <a:buNone/>
              <a:defRPr sz="1050" b="1" baseline="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82314430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014440" y="58172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902713" y="58172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90986" y="58172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679259" y="58172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902713" y="246999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679259" y="246999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90986" y="435826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679259" y="435826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90986" y="2469994"/>
            <a:ext cx="1828799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l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017537" y="3717013"/>
            <a:ext cx="2850354" cy="895930"/>
          </a:xfrm>
        </p:spPr>
        <p:txBody>
          <a:bodyPr>
            <a:noAutofit/>
          </a:bodyPr>
          <a:lstStyle>
            <a:lvl1pPr marL="0" indent="0">
              <a:buNone/>
              <a:defRPr sz="3200" b="1" baseline="0">
                <a:solidFill>
                  <a:schemeClr val="tx1"/>
                </a:solidFill>
                <a:latin typeface="Source Sans Pro" panose="020B0503030403020204" pitchFamily="34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  <a:lvl2pPr>
              <a:defRPr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2pPr>
            <a:lvl3pPr>
              <a:defRPr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3pPr>
            <a:lvl4pPr>
              <a:defRPr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4pPr>
            <a:lvl5pPr>
              <a:defRPr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035733" y="4612943"/>
            <a:ext cx="4660958" cy="26936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Source Sans Pro Light" panose="020B0403030403020204" pitchFamily="34" charset="0"/>
              </a:defRPr>
            </a:lvl1pPr>
            <a:lvl2pPr>
              <a:defRPr>
                <a:latin typeface="Source Sans Pro Light" panose="020B0403030403020204" pitchFamily="34" charset="0"/>
              </a:defRPr>
            </a:lvl2pPr>
            <a:lvl3pPr>
              <a:defRPr>
                <a:latin typeface="Source Sans Pro Light" panose="020B0403030403020204" pitchFamily="34" charset="0"/>
              </a:defRPr>
            </a:lvl3pPr>
            <a:lvl4pPr>
              <a:defRPr>
                <a:latin typeface="Source Sans Pro Light" panose="020B0403030403020204" pitchFamily="34" charset="0"/>
              </a:defRPr>
            </a:lvl4pPr>
            <a:lvl5pPr>
              <a:defRPr>
                <a:latin typeface="Source Sans Pro Light" panose="020B0403030403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76745356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157315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45588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933861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822134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045588" y="248904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822134" y="248904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933861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822134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933861" y="2489044"/>
            <a:ext cx="1828799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l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80769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2269042" y="600772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4157084" y="248904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2268811" y="248904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6045473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4156969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380769" y="2489044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2268811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380769" y="4377316"/>
            <a:ext cx="1828800" cy="1828800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8830210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763406" y="1913999"/>
            <a:ext cx="5239701" cy="4122215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139500" y="1913999"/>
            <a:ext cx="5239701" cy="4122215"/>
          </a:xfrm>
          <a:prstGeom prst="round2SameRect">
            <a:avLst>
              <a:gd name="adj1" fmla="val 1475"/>
              <a:gd name="adj2" fmla="val 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7342664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35"/>
          </p:nvPr>
        </p:nvSpPr>
        <p:spPr>
          <a:xfrm>
            <a:off x="762145" y="1969443"/>
            <a:ext cx="4288745" cy="4126558"/>
          </a:xfrm>
          <a:custGeom>
            <a:avLst/>
            <a:gdLst>
              <a:gd name="connsiteX0" fmla="*/ 0 w 4288745"/>
              <a:gd name="connsiteY0" fmla="*/ 0 h 4126558"/>
              <a:gd name="connsiteX1" fmla="*/ 4288745 w 4288745"/>
              <a:gd name="connsiteY1" fmla="*/ 0 h 4126558"/>
              <a:gd name="connsiteX2" fmla="*/ 4288745 w 4288745"/>
              <a:gd name="connsiteY2" fmla="*/ 4126558 h 4126558"/>
              <a:gd name="connsiteX3" fmla="*/ 0 w 4288745"/>
              <a:gd name="connsiteY3" fmla="*/ 4126558 h 4126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8745" h="4126558">
                <a:moveTo>
                  <a:pt x="0" y="0"/>
                </a:moveTo>
                <a:lnTo>
                  <a:pt x="4288745" y="0"/>
                </a:lnTo>
                <a:lnTo>
                  <a:pt x="4288745" y="4126558"/>
                </a:lnTo>
                <a:lnTo>
                  <a:pt x="0" y="412655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36"/>
          </p:nvPr>
        </p:nvSpPr>
        <p:spPr>
          <a:xfrm>
            <a:off x="5185116" y="1969442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37"/>
          </p:nvPr>
        </p:nvSpPr>
        <p:spPr>
          <a:xfrm>
            <a:off x="5178407" y="4095158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38"/>
          </p:nvPr>
        </p:nvSpPr>
        <p:spPr>
          <a:xfrm>
            <a:off x="7315177" y="1969442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39"/>
          </p:nvPr>
        </p:nvSpPr>
        <p:spPr>
          <a:xfrm>
            <a:off x="7308468" y="4095158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40"/>
          </p:nvPr>
        </p:nvSpPr>
        <p:spPr>
          <a:xfrm>
            <a:off x="9435974" y="4095158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41"/>
          </p:nvPr>
        </p:nvSpPr>
        <p:spPr>
          <a:xfrm>
            <a:off x="9442683" y="1969442"/>
            <a:ext cx="1996146" cy="2000842"/>
          </a:xfrm>
          <a:custGeom>
            <a:avLst/>
            <a:gdLst>
              <a:gd name="connsiteX0" fmla="*/ 0 w 1996146"/>
              <a:gd name="connsiteY0" fmla="*/ 0 h 2000842"/>
              <a:gd name="connsiteX1" fmla="*/ 1996146 w 1996146"/>
              <a:gd name="connsiteY1" fmla="*/ 0 h 2000842"/>
              <a:gd name="connsiteX2" fmla="*/ 1996146 w 1996146"/>
              <a:gd name="connsiteY2" fmla="*/ 2000842 h 2000842"/>
              <a:gd name="connsiteX3" fmla="*/ 0 w 1996146"/>
              <a:gd name="connsiteY3" fmla="*/ 2000842 h 20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6146" h="2000842">
                <a:moveTo>
                  <a:pt x="0" y="0"/>
                </a:moveTo>
                <a:lnTo>
                  <a:pt x="1996146" y="0"/>
                </a:lnTo>
                <a:lnTo>
                  <a:pt x="1996146" y="2000842"/>
                </a:lnTo>
                <a:lnTo>
                  <a:pt x="0" y="2000842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2576051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46"/>
          </p:nvPr>
        </p:nvSpPr>
        <p:spPr>
          <a:xfrm>
            <a:off x="607312" y="1896743"/>
            <a:ext cx="5605346" cy="1993900"/>
          </a:xfrm>
          <a:custGeom>
            <a:avLst/>
            <a:gdLst>
              <a:gd name="connsiteX0" fmla="*/ 29410 w 5605346"/>
              <a:gd name="connsiteY0" fmla="*/ 0 h 1993900"/>
              <a:gd name="connsiteX1" fmla="*/ 5575936 w 5605346"/>
              <a:gd name="connsiteY1" fmla="*/ 0 h 1993900"/>
              <a:gd name="connsiteX2" fmla="*/ 5605346 w 5605346"/>
              <a:gd name="connsiteY2" fmla="*/ 29410 h 1993900"/>
              <a:gd name="connsiteX3" fmla="*/ 5605346 w 5605346"/>
              <a:gd name="connsiteY3" fmla="*/ 1993900 h 1993900"/>
              <a:gd name="connsiteX4" fmla="*/ 0 w 5605346"/>
              <a:gd name="connsiteY4" fmla="*/ 1993900 h 1993900"/>
              <a:gd name="connsiteX5" fmla="*/ 0 w 5605346"/>
              <a:gd name="connsiteY5" fmla="*/ 29410 h 1993900"/>
              <a:gd name="connsiteX6" fmla="*/ 29410 w 5605346"/>
              <a:gd name="connsiteY6" fmla="*/ 0 h 199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5346" h="1993900">
                <a:moveTo>
                  <a:pt x="29410" y="0"/>
                </a:moveTo>
                <a:lnTo>
                  <a:pt x="5575936" y="0"/>
                </a:lnTo>
                <a:cubicBezTo>
                  <a:pt x="5592179" y="0"/>
                  <a:pt x="5605346" y="13167"/>
                  <a:pt x="5605346" y="29410"/>
                </a:cubicBezTo>
                <a:lnTo>
                  <a:pt x="5605346" y="1993900"/>
                </a:lnTo>
                <a:lnTo>
                  <a:pt x="0" y="1993900"/>
                </a:lnTo>
                <a:lnTo>
                  <a:pt x="0" y="29410"/>
                </a:lnTo>
                <a:cubicBezTo>
                  <a:pt x="0" y="13167"/>
                  <a:pt x="13167" y="0"/>
                  <a:pt x="2941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47"/>
          </p:nvPr>
        </p:nvSpPr>
        <p:spPr>
          <a:xfrm>
            <a:off x="607311" y="4042313"/>
            <a:ext cx="1828800" cy="1976644"/>
          </a:xfrm>
          <a:custGeom>
            <a:avLst/>
            <a:gdLst>
              <a:gd name="connsiteX0" fmla="*/ 26975 w 1828800"/>
              <a:gd name="connsiteY0" fmla="*/ 0 h 1976644"/>
              <a:gd name="connsiteX1" fmla="*/ 1801825 w 1828800"/>
              <a:gd name="connsiteY1" fmla="*/ 0 h 1976644"/>
              <a:gd name="connsiteX2" fmla="*/ 1828800 w 1828800"/>
              <a:gd name="connsiteY2" fmla="*/ 26975 h 1976644"/>
              <a:gd name="connsiteX3" fmla="*/ 1828800 w 1828800"/>
              <a:gd name="connsiteY3" fmla="*/ 1976644 h 1976644"/>
              <a:gd name="connsiteX4" fmla="*/ 0 w 1828800"/>
              <a:gd name="connsiteY4" fmla="*/ 1976644 h 1976644"/>
              <a:gd name="connsiteX5" fmla="*/ 0 w 1828800"/>
              <a:gd name="connsiteY5" fmla="*/ 26975 h 1976644"/>
              <a:gd name="connsiteX6" fmla="*/ 26975 w 1828800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00" h="1976644">
                <a:moveTo>
                  <a:pt x="26975" y="0"/>
                </a:moveTo>
                <a:lnTo>
                  <a:pt x="1801825" y="0"/>
                </a:lnTo>
                <a:cubicBezTo>
                  <a:pt x="1816723" y="0"/>
                  <a:pt x="1828800" y="12077"/>
                  <a:pt x="1828800" y="26975"/>
                </a:cubicBezTo>
                <a:lnTo>
                  <a:pt x="1828800" y="1976644"/>
                </a:lnTo>
                <a:lnTo>
                  <a:pt x="0" y="1976644"/>
                </a:lnTo>
                <a:lnTo>
                  <a:pt x="0" y="26975"/>
                </a:lnTo>
                <a:cubicBezTo>
                  <a:pt x="0" y="12077"/>
                  <a:pt x="12077" y="0"/>
                  <a:pt x="2697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48"/>
          </p:nvPr>
        </p:nvSpPr>
        <p:spPr>
          <a:xfrm>
            <a:off x="2495584" y="4042313"/>
            <a:ext cx="1828800" cy="1976644"/>
          </a:xfrm>
          <a:custGeom>
            <a:avLst/>
            <a:gdLst>
              <a:gd name="connsiteX0" fmla="*/ 26975 w 1828800"/>
              <a:gd name="connsiteY0" fmla="*/ 0 h 1976644"/>
              <a:gd name="connsiteX1" fmla="*/ 1801825 w 1828800"/>
              <a:gd name="connsiteY1" fmla="*/ 0 h 1976644"/>
              <a:gd name="connsiteX2" fmla="*/ 1828800 w 1828800"/>
              <a:gd name="connsiteY2" fmla="*/ 26975 h 1976644"/>
              <a:gd name="connsiteX3" fmla="*/ 1828800 w 1828800"/>
              <a:gd name="connsiteY3" fmla="*/ 1976644 h 1976644"/>
              <a:gd name="connsiteX4" fmla="*/ 0 w 1828800"/>
              <a:gd name="connsiteY4" fmla="*/ 1976644 h 1976644"/>
              <a:gd name="connsiteX5" fmla="*/ 0 w 1828800"/>
              <a:gd name="connsiteY5" fmla="*/ 26975 h 1976644"/>
              <a:gd name="connsiteX6" fmla="*/ 26975 w 1828800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00" h="1976644">
                <a:moveTo>
                  <a:pt x="26975" y="0"/>
                </a:moveTo>
                <a:lnTo>
                  <a:pt x="1801825" y="0"/>
                </a:lnTo>
                <a:cubicBezTo>
                  <a:pt x="1816723" y="0"/>
                  <a:pt x="1828800" y="12077"/>
                  <a:pt x="1828800" y="26975"/>
                </a:cubicBezTo>
                <a:lnTo>
                  <a:pt x="1828800" y="1976644"/>
                </a:lnTo>
                <a:lnTo>
                  <a:pt x="0" y="1976644"/>
                </a:lnTo>
                <a:lnTo>
                  <a:pt x="0" y="26975"/>
                </a:lnTo>
                <a:cubicBezTo>
                  <a:pt x="0" y="12077"/>
                  <a:pt x="12077" y="0"/>
                  <a:pt x="2697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49"/>
          </p:nvPr>
        </p:nvSpPr>
        <p:spPr>
          <a:xfrm>
            <a:off x="4383857" y="4042313"/>
            <a:ext cx="1828800" cy="1976644"/>
          </a:xfrm>
          <a:custGeom>
            <a:avLst/>
            <a:gdLst>
              <a:gd name="connsiteX0" fmla="*/ 26975 w 1828800"/>
              <a:gd name="connsiteY0" fmla="*/ 0 h 1976644"/>
              <a:gd name="connsiteX1" fmla="*/ 1801825 w 1828800"/>
              <a:gd name="connsiteY1" fmla="*/ 0 h 1976644"/>
              <a:gd name="connsiteX2" fmla="*/ 1828800 w 1828800"/>
              <a:gd name="connsiteY2" fmla="*/ 26975 h 1976644"/>
              <a:gd name="connsiteX3" fmla="*/ 1828800 w 1828800"/>
              <a:gd name="connsiteY3" fmla="*/ 1976644 h 1976644"/>
              <a:gd name="connsiteX4" fmla="*/ 0 w 1828800"/>
              <a:gd name="connsiteY4" fmla="*/ 1976644 h 1976644"/>
              <a:gd name="connsiteX5" fmla="*/ 0 w 1828800"/>
              <a:gd name="connsiteY5" fmla="*/ 26975 h 1976644"/>
              <a:gd name="connsiteX6" fmla="*/ 26975 w 1828800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00" h="1976644">
                <a:moveTo>
                  <a:pt x="26975" y="0"/>
                </a:moveTo>
                <a:lnTo>
                  <a:pt x="1801825" y="0"/>
                </a:lnTo>
                <a:cubicBezTo>
                  <a:pt x="1816723" y="0"/>
                  <a:pt x="1828800" y="12077"/>
                  <a:pt x="1828800" y="26975"/>
                </a:cubicBezTo>
                <a:lnTo>
                  <a:pt x="1828800" y="1976644"/>
                </a:lnTo>
                <a:lnTo>
                  <a:pt x="0" y="1976644"/>
                </a:lnTo>
                <a:lnTo>
                  <a:pt x="0" y="26975"/>
                </a:lnTo>
                <a:cubicBezTo>
                  <a:pt x="0" y="12077"/>
                  <a:pt x="12077" y="0"/>
                  <a:pt x="2697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50"/>
          </p:nvPr>
        </p:nvSpPr>
        <p:spPr>
          <a:xfrm>
            <a:off x="6352358" y="1896743"/>
            <a:ext cx="5239701" cy="4122215"/>
          </a:xfrm>
          <a:custGeom>
            <a:avLst/>
            <a:gdLst>
              <a:gd name="connsiteX0" fmla="*/ 60803 w 5239701"/>
              <a:gd name="connsiteY0" fmla="*/ 0 h 4122215"/>
              <a:gd name="connsiteX1" fmla="*/ 5178898 w 5239701"/>
              <a:gd name="connsiteY1" fmla="*/ 0 h 4122215"/>
              <a:gd name="connsiteX2" fmla="*/ 5239701 w 5239701"/>
              <a:gd name="connsiteY2" fmla="*/ 60803 h 4122215"/>
              <a:gd name="connsiteX3" fmla="*/ 5239701 w 5239701"/>
              <a:gd name="connsiteY3" fmla="*/ 4122215 h 4122215"/>
              <a:gd name="connsiteX4" fmla="*/ 0 w 5239701"/>
              <a:gd name="connsiteY4" fmla="*/ 4122215 h 4122215"/>
              <a:gd name="connsiteX5" fmla="*/ 0 w 5239701"/>
              <a:gd name="connsiteY5" fmla="*/ 60803 h 4122215"/>
              <a:gd name="connsiteX6" fmla="*/ 60803 w 5239701"/>
              <a:gd name="connsiteY6" fmla="*/ 0 h 412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9701" h="4122215">
                <a:moveTo>
                  <a:pt x="60803" y="0"/>
                </a:moveTo>
                <a:lnTo>
                  <a:pt x="5178898" y="0"/>
                </a:lnTo>
                <a:cubicBezTo>
                  <a:pt x="5212479" y="0"/>
                  <a:pt x="5239701" y="27222"/>
                  <a:pt x="5239701" y="60803"/>
                </a:cubicBezTo>
                <a:lnTo>
                  <a:pt x="5239701" y="4122215"/>
                </a:lnTo>
                <a:lnTo>
                  <a:pt x="0" y="4122215"/>
                </a:lnTo>
                <a:lnTo>
                  <a:pt x="0" y="60803"/>
                </a:lnTo>
                <a:cubicBezTo>
                  <a:pt x="0" y="27222"/>
                  <a:pt x="27222" y="0"/>
                  <a:pt x="6080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8019569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50"/>
          </p:nvPr>
        </p:nvSpPr>
        <p:spPr>
          <a:xfrm>
            <a:off x="772350" y="1936700"/>
            <a:ext cx="2553493" cy="4122215"/>
          </a:xfrm>
          <a:custGeom>
            <a:avLst/>
            <a:gdLst>
              <a:gd name="connsiteX0" fmla="*/ 37664 w 2553493"/>
              <a:gd name="connsiteY0" fmla="*/ 0 h 4122215"/>
              <a:gd name="connsiteX1" fmla="*/ 2515829 w 2553493"/>
              <a:gd name="connsiteY1" fmla="*/ 0 h 4122215"/>
              <a:gd name="connsiteX2" fmla="*/ 2553493 w 2553493"/>
              <a:gd name="connsiteY2" fmla="*/ 37664 h 4122215"/>
              <a:gd name="connsiteX3" fmla="*/ 2553493 w 2553493"/>
              <a:gd name="connsiteY3" fmla="*/ 4122215 h 4122215"/>
              <a:gd name="connsiteX4" fmla="*/ 0 w 2553493"/>
              <a:gd name="connsiteY4" fmla="*/ 4122215 h 4122215"/>
              <a:gd name="connsiteX5" fmla="*/ 0 w 2553493"/>
              <a:gd name="connsiteY5" fmla="*/ 37664 h 4122215"/>
              <a:gd name="connsiteX6" fmla="*/ 37664 w 2553493"/>
              <a:gd name="connsiteY6" fmla="*/ 0 h 412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3493" h="4122215">
                <a:moveTo>
                  <a:pt x="37664" y="0"/>
                </a:moveTo>
                <a:lnTo>
                  <a:pt x="2515829" y="0"/>
                </a:lnTo>
                <a:cubicBezTo>
                  <a:pt x="2536630" y="0"/>
                  <a:pt x="2553493" y="16863"/>
                  <a:pt x="2553493" y="37664"/>
                </a:cubicBezTo>
                <a:lnTo>
                  <a:pt x="2553493" y="4122215"/>
                </a:lnTo>
                <a:lnTo>
                  <a:pt x="0" y="4122215"/>
                </a:lnTo>
                <a:lnTo>
                  <a:pt x="0" y="37664"/>
                </a:lnTo>
                <a:cubicBezTo>
                  <a:pt x="0" y="16863"/>
                  <a:pt x="16863" y="0"/>
                  <a:pt x="376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51"/>
          </p:nvPr>
        </p:nvSpPr>
        <p:spPr>
          <a:xfrm>
            <a:off x="3463048" y="1936700"/>
            <a:ext cx="2553493" cy="4122215"/>
          </a:xfrm>
          <a:custGeom>
            <a:avLst/>
            <a:gdLst>
              <a:gd name="connsiteX0" fmla="*/ 37664 w 2553493"/>
              <a:gd name="connsiteY0" fmla="*/ 0 h 4122215"/>
              <a:gd name="connsiteX1" fmla="*/ 2515829 w 2553493"/>
              <a:gd name="connsiteY1" fmla="*/ 0 h 4122215"/>
              <a:gd name="connsiteX2" fmla="*/ 2553493 w 2553493"/>
              <a:gd name="connsiteY2" fmla="*/ 37664 h 4122215"/>
              <a:gd name="connsiteX3" fmla="*/ 2553493 w 2553493"/>
              <a:gd name="connsiteY3" fmla="*/ 4122215 h 4122215"/>
              <a:gd name="connsiteX4" fmla="*/ 0 w 2553493"/>
              <a:gd name="connsiteY4" fmla="*/ 4122215 h 4122215"/>
              <a:gd name="connsiteX5" fmla="*/ 0 w 2553493"/>
              <a:gd name="connsiteY5" fmla="*/ 37664 h 4122215"/>
              <a:gd name="connsiteX6" fmla="*/ 37664 w 2553493"/>
              <a:gd name="connsiteY6" fmla="*/ 0 h 412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3493" h="4122215">
                <a:moveTo>
                  <a:pt x="37664" y="0"/>
                </a:moveTo>
                <a:lnTo>
                  <a:pt x="2515829" y="0"/>
                </a:lnTo>
                <a:cubicBezTo>
                  <a:pt x="2536630" y="0"/>
                  <a:pt x="2553493" y="16863"/>
                  <a:pt x="2553493" y="37664"/>
                </a:cubicBezTo>
                <a:lnTo>
                  <a:pt x="2553493" y="4122215"/>
                </a:lnTo>
                <a:lnTo>
                  <a:pt x="0" y="4122215"/>
                </a:lnTo>
                <a:lnTo>
                  <a:pt x="0" y="37664"/>
                </a:lnTo>
                <a:cubicBezTo>
                  <a:pt x="0" y="16863"/>
                  <a:pt x="16863" y="0"/>
                  <a:pt x="376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52"/>
          </p:nvPr>
        </p:nvSpPr>
        <p:spPr>
          <a:xfrm>
            <a:off x="6143950" y="1936700"/>
            <a:ext cx="2553493" cy="4122215"/>
          </a:xfrm>
          <a:custGeom>
            <a:avLst/>
            <a:gdLst>
              <a:gd name="connsiteX0" fmla="*/ 37664 w 2553493"/>
              <a:gd name="connsiteY0" fmla="*/ 0 h 4122215"/>
              <a:gd name="connsiteX1" fmla="*/ 2515829 w 2553493"/>
              <a:gd name="connsiteY1" fmla="*/ 0 h 4122215"/>
              <a:gd name="connsiteX2" fmla="*/ 2553493 w 2553493"/>
              <a:gd name="connsiteY2" fmla="*/ 37664 h 4122215"/>
              <a:gd name="connsiteX3" fmla="*/ 2553493 w 2553493"/>
              <a:gd name="connsiteY3" fmla="*/ 4122215 h 4122215"/>
              <a:gd name="connsiteX4" fmla="*/ 0 w 2553493"/>
              <a:gd name="connsiteY4" fmla="*/ 4122215 h 4122215"/>
              <a:gd name="connsiteX5" fmla="*/ 0 w 2553493"/>
              <a:gd name="connsiteY5" fmla="*/ 37664 h 4122215"/>
              <a:gd name="connsiteX6" fmla="*/ 37664 w 2553493"/>
              <a:gd name="connsiteY6" fmla="*/ 0 h 412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3493" h="4122215">
                <a:moveTo>
                  <a:pt x="37664" y="0"/>
                </a:moveTo>
                <a:lnTo>
                  <a:pt x="2515829" y="0"/>
                </a:lnTo>
                <a:cubicBezTo>
                  <a:pt x="2536630" y="0"/>
                  <a:pt x="2553493" y="16863"/>
                  <a:pt x="2553493" y="37664"/>
                </a:cubicBezTo>
                <a:lnTo>
                  <a:pt x="2553493" y="4122215"/>
                </a:lnTo>
                <a:lnTo>
                  <a:pt x="0" y="4122215"/>
                </a:lnTo>
                <a:lnTo>
                  <a:pt x="0" y="37664"/>
                </a:lnTo>
                <a:cubicBezTo>
                  <a:pt x="0" y="16863"/>
                  <a:pt x="16863" y="0"/>
                  <a:pt x="376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53"/>
          </p:nvPr>
        </p:nvSpPr>
        <p:spPr>
          <a:xfrm>
            <a:off x="8811194" y="1936700"/>
            <a:ext cx="2553493" cy="4122215"/>
          </a:xfrm>
          <a:custGeom>
            <a:avLst/>
            <a:gdLst>
              <a:gd name="connsiteX0" fmla="*/ 37664 w 2553493"/>
              <a:gd name="connsiteY0" fmla="*/ 0 h 4122215"/>
              <a:gd name="connsiteX1" fmla="*/ 2515829 w 2553493"/>
              <a:gd name="connsiteY1" fmla="*/ 0 h 4122215"/>
              <a:gd name="connsiteX2" fmla="*/ 2553493 w 2553493"/>
              <a:gd name="connsiteY2" fmla="*/ 37664 h 4122215"/>
              <a:gd name="connsiteX3" fmla="*/ 2553493 w 2553493"/>
              <a:gd name="connsiteY3" fmla="*/ 4122215 h 4122215"/>
              <a:gd name="connsiteX4" fmla="*/ 0 w 2553493"/>
              <a:gd name="connsiteY4" fmla="*/ 4122215 h 4122215"/>
              <a:gd name="connsiteX5" fmla="*/ 0 w 2553493"/>
              <a:gd name="connsiteY5" fmla="*/ 37664 h 4122215"/>
              <a:gd name="connsiteX6" fmla="*/ 37664 w 2553493"/>
              <a:gd name="connsiteY6" fmla="*/ 0 h 412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3493" h="4122215">
                <a:moveTo>
                  <a:pt x="37664" y="0"/>
                </a:moveTo>
                <a:lnTo>
                  <a:pt x="2515829" y="0"/>
                </a:lnTo>
                <a:cubicBezTo>
                  <a:pt x="2536630" y="0"/>
                  <a:pt x="2553493" y="16863"/>
                  <a:pt x="2553493" y="37664"/>
                </a:cubicBezTo>
                <a:lnTo>
                  <a:pt x="2553493" y="4122215"/>
                </a:lnTo>
                <a:lnTo>
                  <a:pt x="0" y="4122215"/>
                </a:lnTo>
                <a:lnTo>
                  <a:pt x="0" y="37664"/>
                </a:lnTo>
                <a:cubicBezTo>
                  <a:pt x="0" y="16863"/>
                  <a:pt x="16863" y="0"/>
                  <a:pt x="376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094577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/>
          <p:cNvSpPr>
            <a:spLocks noGrp="1"/>
          </p:cNvSpPr>
          <p:nvPr>
            <p:ph type="pic" sz="quarter" idx="53"/>
          </p:nvPr>
        </p:nvSpPr>
        <p:spPr>
          <a:xfrm>
            <a:off x="767399" y="1936699"/>
            <a:ext cx="5239701" cy="1976644"/>
          </a:xfrm>
          <a:custGeom>
            <a:avLst/>
            <a:gdLst>
              <a:gd name="connsiteX0" fmla="*/ 29155 w 5239701"/>
              <a:gd name="connsiteY0" fmla="*/ 0 h 1976644"/>
              <a:gd name="connsiteX1" fmla="*/ 5210546 w 5239701"/>
              <a:gd name="connsiteY1" fmla="*/ 0 h 1976644"/>
              <a:gd name="connsiteX2" fmla="*/ 5239701 w 5239701"/>
              <a:gd name="connsiteY2" fmla="*/ 29155 h 1976644"/>
              <a:gd name="connsiteX3" fmla="*/ 5239701 w 5239701"/>
              <a:gd name="connsiteY3" fmla="*/ 1976644 h 1976644"/>
              <a:gd name="connsiteX4" fmla="*/ 0 w 5239701"/>
              <a:gd name="connsiteY4" fmla="*/ 1976644 h 1976644"/>
              <a:gd name="connsiteX5" fmla="*/ 0 w 5239701"/>
              <a:gd name="connsiteY5" fmla="*/ 29155 h 1976644"/>
              <a:gd name="connsiteX6" fmla="*/ 29155 w 5239701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9701" h="1976644">
                <a:moveTo>
                  <a:pt x="29155" y="0"/>
                </a:moveTo>
                <a:lnTo>
                  <a:pt x="5210546" y="0"/>
                </a:lnTo>
                <a:cubicBezTo>
                  <a:pt x="5226648" y="0"/>
                  <a:pt x="5239701" y="13053"/>
                  <a:pt x="5239701" y="29155"/>
                </a:cubicBezTo>
                <a:lnTo>
                  <a:pt x="5239701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54"/>
          </p:nvPr>
        </p:nvSpPr>
        <p:spPr>
          <a:xfrm>
            <a:off x="6126186" y="1936699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55"/>
          </p:nvPr>
        </p:nvSpPr>
        <p:spPr>
          <a:xfrm>
            <a:off x="8811376" y="1936699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56"/>
          </p:nvPr>
        </p:nvSpPr>
        <p:spPr>
          <a:xfrm>
            <a:off x="8821159" y="4042312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57"/>
          </p:nvPr>
        </p:nvSpPr>
        <p:spPr>
          <a:xfrm>
            <a:off x="6134966" y="4042312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58"/>
          </p:nvPr>
        </p:nvSpPr>
        <p:spPr>
          <a:xfrm>
            <a:off x="3463047" y="4042313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59"/>
          </p:nvPr>
        </p:nvSpPr>
        <p:spPr>
          <a:xfrm>
            <a:off x="767398" y="4042313"/>
            <a:ext cx="2548756" cy="1976644"/>
          </a:xfrm>
          <a:custGeom>
            <a:avLst/>
            <a:gdLst>
              <a:gd name="connsiteX0" fmla="*/ 29155 w 2548756"/>
              <a:gd name="connsiteY0" fmla="*/ 0 h 1976644"/>
              <a:gd name="connsiteX1" fmla="*/ 2519601 w 2548756"/>
              <a:gd name="connsiteY1" fmla="*/ 0 h 1976644"/>
              <a:gd name="connsiteX2" fmla="*/ 2548756 w 2548756"/>
              <a:gd name="connsiteY2" fmla="*/ 29155 h 1976644"/>
              <a:gd name="connsiteX3" fmla="*/ 2548756 w 2548756"/>
              <a:gd name="connsiteY3" fmla="*/ 1976644 h 1976644"/>
              <a:gd name="connsiteX4" fmla="*/ 0 w 2548756"/>
              <a:gd name="connsiteY4" fmla="*/ 1976644 h 1976644"/>
              <a:gd name="connsiteX5" fmla="*/ 0 w 2548756"/>
              <a:gd name="connsiteY5" fmla="*/ 29155 h 1976644"/>
              <a:gd name="connsiteX6" fmla="*/ 29155 w 2548756"/>
              <a:gd name="connsiteY6" fmla="*/ 0 h 197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756" h="1976644">
                <a:moveTo>
                  <a:pt x="29155" y="0"/>
                </a:moveTo>
                <a:lnTo>
                  <a:pt x="2519601" y="0"/>
                </a:lnTo>
                <a:cubicBezTo>
                  <a:pt x="2535703" y="0"/>
                  <a:pt x="2548756" y="13053"/>
                  <a:pt x="2548756" y="29155"/>
                </a:cubicBezTo>
                <a:lnTo>
                  <a:pt x="2548756" y="1976644"/>
                </a:lnTo>
                <a:lnTo>
                  <a:pt x="0" y="1976644"/>
                </a:lnTo>
                <a:lnTo>
                  <a:pt x="0" y="29155"/>
                </a:lnTo>
                <a:cubicBezTo>
                  <a:pt x="0" y="13053"/>
                  <a:pt x="13053" y="0"/>
                  <a:pt x="2915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4377620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59"/>
          </p:nvPr>
        </p:nvSpPr>
        <p:spPr>
          <a:xfrm>
            <a:off x="1048189" y="2210372"/>
            <a:ext cx="3920051" cy="3580827"/>
          </a:xfrm>
          <a:custGeom>
            <a:avLst/>
            <a:gdLst>
              <a:gd name="connsiteX0" fmla="*/ 44510 w 3920051"/>
              <a:gd name="connsiteY0" fmla="*/ 0 h 3580827"/>
              <a:gd name="connsiteX1" fmla="*/ 3875541 w 3920051"/>
              <a:gd name="connsiteY1" fmla="*/ 0 h 3580827"/>
              <a:gd name="connsiteX2" fmla="*/ 3920051 w 3920051"/>
              <a:gd name="connsiteY2" fmla="*/ 44510 h 3580827"/>
              <a:gd name="connsiteX3" fmla="*/ 3920051 w 3920051"/>
              <a:gd name="connsiteY3" fmla="*/ 3580827 h 3580827"/>
              <a:gd name="connsiteX4" fmla="*/ 0 w 3920051"/>
              <a:gd name="connsiteY4" fmla="*/ 3580827 h 3580827"/>
              <a:gd name="connsiteX5" fmla="*/ 0 w 3920051"/>
              <a:gd name="connsiteY5" fmla="*/ 44510 h 3580827"/>
              <a:gd name="connsiteX6" fmla="*/ 44510 w 3920051"/>
              <a:gd name="connsiteY6" fmla="*/ 0 h 358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0051" h="3580827">
                <a:moveTo>
                  <a:pt x="44510" y="0"/>
                </a:moveTo>
                <a:lnTo>
                  <a:pt x="3875541" y="0"/>
                </a:lnTo>
                <a:cubicBezTo>
                  <a:pt x="3900123" y="0"/>
                  <a:pt x="3920051" y="19928"/>
                  <a:pt x="3920051" y="44510"/>
                </a:cubicBezTo>
                <a:lnTo>
                  <a:pt x="3920051" y="3580827"/>
                </a:lnTo>
                <a:lnTo>
                  <a:pt x="0" y="3580827"/>
                </a:lnTo>
                <a:lnTo>
                  <a:pt x="0" y="44510"/>
                </a:lnTo>
                <a:cubicBezTo>
                  <a:pt x="0" y="19928"/>
                  <a:pt x="19928" y="0"/>
                  <a:pt x="4451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60"/>
          </p:nvPr>
        </p:nvSpPr>
        <p:spPr>
          <a:xfrm>
            <a:off x="5056309" y="2210373"/>
            <a:ext cx="1931230" cy="1744408"/>
          </a:xfrm>
          <a:custGeom>
            <a:avLst/>
            <a:gdLst>
              <a:gd name="connsiteX0" fmla="*/ 21683 w 1931230"/>
              <a:gd name="connsiteY0" fmla="*/ 0 h 1744408"/>
              <a:gd name="connsiteX1" fmla="*/ 1909547 w 1931230"/>
              <a:gd name="connsiteY1" fmla="*/ 0 h 1744408"/>
              <a:gd name="connsiteX2" fmla="*/ 1931230 w 1931230"/>
              <a:gd name="connsiteY2" fmla="*/ 21683 h 1744408"/>
              <a:gd name="connsiteX3" fmla="*/ 1931230 w 1931230"/>
              <a:gd name="connsiteY3" fmla="*/ 1744408 h 1744408"/>
              <a:gd name="connsiteX4" fmla="*/ 0 w 1931230"/>
              <a:gd name="connsiteY4" fmla="*/ 1744408 h 1744408"/>
              <a:gd name="connsiteX5" fmla="*/ 0 w 1931230"/>
              <a:gd name="connsiteY5" fmla="*/ 21683 h 1744408"/>
              <a:gd name="connsiteX6" fmla="*/ 21683 w 1931230"/>
              <a:gd name="connsiteY6" fmla="*/ 0 h 174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1230" h="1744408">
                <a:moveTo>
                  <a:pt x="21683" y="0"/>
                </a:moveTo>
                <a:lnTo>
                  <a:pt x="1909547" y="0"/>
                </a:lnTo>
                <a:cubicBezTo>
                  <a:pt x="1921522" y="0"/>
                  <a:pt x="1931230" y="9708"/>
                  <a:pt x="1931230" y="21683"/>
                </a:cubicBezTo>
                <a:lnTo>
                  <a:pt x="1931230" y="1744408"/>
                </a:lnTo>
                <a:lnTo>
                  <a:pt x="0" y="1744408"/>
                </a:lnTo>
                <a:lnTo>
                  <a:pt x="0" y="21683"/>
                </a:lnTo>
                <a:cubicBezTo>
                  <a:pt x="0" y="9708"/>
                  <a:pt x="9708" y="0"/>
                  <a:pt x="216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61"/>
          </p:nvPr>
        </p:nvSpPr>
        <p:spPr>
          <a:xfrm>
            <a:off x="5056309" y="4046793"/>
            <a:ext cx="1931230" cy="1744408"/>
          </a:xfrm>
          <a:custGeom>
            <a:avLst/>
            <a:gdLst>
              <a:gd name="connsiteX0" fmla="*/ 21683 w 1931230"/>
              <a:gd name="connsiteY0" fmla="*/ 0 h 1744408"/>
              <a:gd name="connsiteX1" fmla="*/ 1909547 w 1931230"/>
              <a:gd name="connsiteY1" fmla="*/ 0 h 1744408"/>
              <a:gd name="connsiteX2" fmla="*/ 1931230 w 1931230"/>
              <a:gd name="connsiteY2" fmla="*/ 21683 h 1744408"/>
              <a:gd name="connsiteX3" fmla="*/ 1931230 w 1931230"/>
              <a:gd name="connsiteY3" fmla="*/ 1744408 h 1744408"/>
              <a:gd name="connsiteX4" fmla="*/ 0 w 1931230"/>
              <a:gd name="connsiteY4" fmla="*/ 1744408 h 1744408"/>
              <a:gd name="connsiteX5" fmla="*/ 0 w 1931230"/>
              <a:gd name="connsiteY5" fmla="*/ 21683 h 1744408"/>
              <a:gd name="connsiteX6" fmla="*/ 21683 w 1931230"/>
              <a:gd name="connsiteY6" fmla="*/ 0 h 174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1230" h="1744408">
                <a:moveTo>
                  <a:pt x="21683" y="0"/>
                </a:moveTo>
                <a:lnTo>
                  <a:pt x="1909547" y="0"/>
                </a:lnTo>
                <a:cubicBezTo>
                  <a:pt x="1921522" y="0"/>
                  <a:pt x="1931230" y="9708"/>
                  <a:pt x="1931230" y="21683"/>
                </a:cubicBezTo>
                <a:lnTo>
                  <a:pt x="1931230" y="1744408"/>
                </a:lnTo>
                <a:lnTo>
                  <a:pt x="0" y="1744408"/>
                </a:lnTo>
                <a:lnTo>
                  <a:pt x="0" y="21683"/>
                </a:lnTo>
                <a:cubicBezTo>
                  <a:pt x="0" y="9708"/>
                  <a:pt x="9708" y="0"/>
                  <a:pt x="216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62"/>
          </p:nvPr>
        </p:nvSpPr>
        <p:spPr>
          <a:xfrm>
            <a:off x="7065864" y="4046793"/>
            <a:ext cx="1931230" cy="1744408"/>
          </a:xfrm>
          <a:custGeom>
            <a:avLst/>
            <a:gdLst>
              <a:gd name="connsiteX0" fmla="*/ 21683 w 1931230"/>
              <a:gd name="connsiteY0" fmla="*/ 0 h 1744408"/>
              <a:gd name="connsiteX1" fmla="*/ 1909547 w 1931230"/>
              <a:gd name="connsiteY1" fmla="*/ 0 h 1744408"/>
              <a:gd name="connsiteX2" fmla="*/ 1931230 w 1931230"/>
              <a:gd name="connsiteY2" fmla="*/ 21683 h 1744408"/>
              <a:gd name="connsiteX3" fmla="*/ 1931230 w 1931230"/>
              <a:gd name="connsiteY3" fmla="*/ 1744408 h 1744408"/>
              <a:gd name="connsiteX4" fmla="*/ 0 w 1931230"/>
              <a:gd name="connsiteY4" fmla="*/ 1744408 h 1744408"/>
              <a:gd name="connsiteX5" fmla="*/ 0 w 1931230"/>
              <a:gd name="connsiteY5" fmla="*/ 21683 h 1744408"/>
              <a:gd name="connsiteX6" fmla="*/ 21683 w 1931230"/>
              <a:gd name="connsiteY6" fmla="*/ 0 h 174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1230" h="1744408">
                <a:moveTo>
                  <a:pt x="21683" y="0"/>
                </a:moveTo>
                <a:lnTo>
                  <a:pt x="1909547" y="0"/>
                </a:lnTo>
                <a:cubicBezTo>
                  <a:pt x="1921522" y="0"/>
                  <a:pt x="1931230" y="9708"/>
                  <a:pt x="1931230" y="21683"/>
                </a:cubicBezTo>
                <a:lnTo>
                  <a:pt x="1931230" y="1744408"/>
                </a:lnTo>
                <a:lnTo>
                  <a:pt x="0" y="1744408"/>
                </a:lnTo>
                <a:lnTo>
                  <a:pt x="0" y="21683"/>
                </a:lnTo>
                <a:cubicBezTo>
                  <a:pt x="0" y="9708"/>
                  <a:pt x="9708" y="0"/>
                  <a:pt x="216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63"/>
          </p:nvPr>
        </p:nvSpPr>
        <p:spPr>
          <a:xfrm>
            <a:off x="9075419" y="2210372"/>
            <a:ext cx="1943100" cy="3580827"/>
          </a:xfrm>
          <a:custGeom>
            <a:avLst/>
            <a:gdLst>
              <a:gd name="connsiteX0" fmla="*/ 24153 w 1943100"/>
              <a:gd name="connsiteY0" fmla="*/ 0 h 3580827"/>
              <a:gd name="connsiteX1" fmla="*/ 1918947 w 1943100"/>
              <a:gd name="connsiteY1" fmla="*/ 0 h 3580827"/>
              <a:gd name="connsiteX2" fmla="*/ 1943100 w 1943100"/>
              <a:gd name="connsiteY2" fmla="*/ 24153 h 3580827"/>
              <a:gd name="connsiteX3" fmla="*/ 1943100 w 1943100"/>
              <a:gd name="connsiteY3" fmla="*/ 3580827 h 3580827"/>
              <a:gd name="connsiteX4" fmla="*/ 0 w 1943100"/>
              <a:gd name="connsiteY4" fmla="*/ 3580827 h 3580827"/>
              <a:gd name="connsiteX5" fmla="*/ 0 w 1943100"/>
              <a:gd name="connsiteY5" fmla="*/ 24153 h 3580827"/>
              <a:gd name="connsiteX6" fmla="*/ 24153 w 1943100"/>
              <a:gd name="connsiteY6" fmla="*/ 0 h 358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3100" h="3580827">
                <a:moveTo>
                  <a:pt x="24153" y="0"/>
                </a:moveTo>
                <a:lnTo>
                  <a:pt x="1918947" y="0"/>
                </a:lnTo>
                <a:cubicBezTo>
                  <a:pt x="1932286" y="0"/>
                  <a:pt x="1943100" y="10814"/>
                  <a:pt x="1943100" y="24153"/>
                </a:cubicBezTo>
                <a:lnTo>
                  <a:pt x="1943100" y="3580827"/>
                </a:lnTo>
                <a:lnTo>
                  <a:pt x="0" y="3580827"/>
                </a:lnTo>
                <a:lnTo>
                  <a:pt x="0" y="24153"/>
                </a:lnTo>
                <a:cubicBezTo>
                  <a:pt x="0" y="10814"/>
                  <a:pt x="10814" y="0"/>
                  <a:pt x="2415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5602969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41"/>
          </p:nvPr>
        </p:nvSpPr>
        <p:spPr>
          <a:xfrm>
            <a:off x="148281" y="135925"/>
            <a:ext cx="7896014" cy="4349576"/>
          </a:xfrm>
          <a:custGeom>
            <a:avLst/>
            <a:gdLst>
              <a:gd name="connsiteX0" fmla="*/ 0 w 7896014"/>
              <a:gd name="connsiteY0" fmla="*/ 0 h 4349576"/>
              <a:gd name="connsiteX1" fmla="*/ 7896014 w 7896014"/>
              <a:gd name="connsiteY1" fmla="*/ 0 h 4349576"/>
              <a:gd name="connsiteX2" fmla="*/ 7896014 w 7896014"/>
              <a:gd name="connsiteY2" fmla="*/ 4349576 h 4349576"/>
              <a:gd name="connsiteX3" fmla="*/ 0 w 7896014"/>
              <a:gd name="connsiteY3" fmla="*/ 4349576 h 434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6014" h="4349576">
                <a:moveTo>
                  <a:pt x="0" y="0"/>
                </a:moveTo>
                <a:lnTo>
                  <a:pt x="7896014" y="0"/>
                </a:lnTo>
                <a:lnTo>
                  <a:pt x="7896014" y="4349576"/>
                </a:lnTo>
                <a:lnTo>
                  <a:pt x="0" y="4349576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42"/>
          </p:nvPr>
        </p:nvSpPr>
        <p:spPr>
          <a:xfrm>
            <a:off x="8167816" y="135925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43"/>
          </p:nvPr>
        </p:nvSpPr>
        <p:spPr>
          <a:xfrm>
            <a:off x="8167816" y="2372497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44"/>
          </p:nvPr>
        </p:nvSpPr>
        <p:spPr>
          <a:xfrm>
            <a:off x="8167816" y="4609070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45"/>
          </p:nvPr>
        </p:nvSpPr>
        <p:spPr>
          <a:xfrm>
            <a:off x="4158048" y="4609070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46"/>
          </p:nvPr>
        </p:nvSpPr>
        <p:spPr>
          <a:xfrm>
            <a:off x="148281" y="4609070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064278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6"/>
          <p:cNvGrpSpPr>
            <a:grpSpLocks noChangeAspect="1"/>
          </p:cNvGrpSpPr>
          <p:nvPr/>
        </p:nvGrpSpPr>
        <p:grpSpPr bwMode="auto">
          <a:xfrm>
            <a:off x="-892810" y="-640436"/>
            <a:ext cx="6988809" cy="7446155"/>
            <a:chOff x="3053" y="1324"/>
            <a:chExt cx="1574" cy="1677"/>
          </a:xfrm>
          <a:gradFill>
            <a:gsLst>
              <a:gs pos="0">
                <a:schemeClr val="accent5">
                  <a:lumMod val="67000"/>
                  <a:alpha val="0"/>
                </a:schemeClr>
              </a:gs>
              <a:gs pos="48000">
                <a:schemeClr val="accent3">
                  <a:alpha val="0"/>
                </a:schemeClr>
              </a:gs>
              <a:gs pos="100000">
                <a:schemeClr val="accent6">
                  <a:alpha val="16000"/>
                </a:schemeClr>
              </a:gs>
            </a:gsLst>
            <a:path path="circle">
              <a:fillToRect l="100000" t="100000"/>
            </a:path>
          </a:gradFill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972" y="1324"/>
              <a:ext cx="655" cy="1044"/>
            </a:xfrm>
            <a:custGeom>
              <a:avLst/>
              <a:gdLst>
                <a:gd name="T0" fmla="*/ 4 w 276"/>
                <a:gd name="T1" fmla="*/ 21 h 440"/>
                <a:gd name="T2" fmla="*/ 107 w 276"/>
                <a:gd name="T3" fmla="*/ 252 h 440"/>
                <a:gd name="T4" fmla="*/ 241 w 276"/>
                <a:gd name="T5" fmla="*/ 425 h 440"/>
                <a:gd name="T6" fmla="*/ 275 w 276"/>
                <a:gd name="T7" fmla="*/ 423 h 440"/>
                <a:gd name="T8" fmla="*/ 276 w 276"/>
                <a:gd name="T9" fmla="*/ 220 h 440"/>
                <a:gd name="T10" fmla="*/ 215 w 276"/>
                <a:gd name="T11" fmla="*/ 114 h 440"/>
                <a:gd name="T12" fmla="*/ 26 w 276"/>
                <a:gd name="T13" fmla="*/ 5 h 440"/>
                <a:gd name="T14" fmla="*/ 4 w 276"/>
                <a:gd name="T15" fmla="*/ 21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6" h="440">
                  <a:moveTo>
                    <a:pt x="4" y="21"/>
                  </a:moveTo>
                  <a:cubicBezTo>
                    <a:pt x="22" y="73"/>
                    <a:pt x="56" y="163"/>
                    <a:pt x="107" y="252"/>
                  </a:cubicBezTo>
                  <a:cubicBezTo>
                    <a:pt x="143" y="313"/>
                    <a:pt x="197" y="377"/>
                    <a:pt x="241" y="425"/>
                  </a:cubicBezTo>
                  <a:cubicBezTo>
                    <a:pt x="255" y="440"/>
                    <a:pt x="276" y="436"/>
                    <a:pt x="275" y="423"/>
                  </a:cubicBezTo>
                  <a:cubicBezTo>
                    <a:pt x="276" y="220"/>
                    <a:pt x="276" y="220"/>
                    <a:pt x="276" y="220"/>
                  </a:cubicBezTo>
                  <a:cubicBezTo>
                    <a:pt x="276" y="181"/>
                    <a:pt x="248" y="134"/>
                    <a:pt x="215" y="114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17" y="0"/>
                    <a:pt x="0" y="8"/>
                    <a:pt x="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3210" y="2548"/>
              <a:ext cx="1260" cy="453"/>
            </a:xfrm>
            <a:custGeom>
              <a:avLst/>
              <a:gdLst>
                <a:gd name="T0" fmla="*/ 519 w 531"/>
                <a:gd name="T1" fmla="*/ 32 h 191"/>
                <a:gd name="T2" fmla="*/ 269 w 531"/>
                <a:gd name="T3" fmla="*/ 0 h 191"/>
                <a:gd name="T4" fmla="*/ 14 w 531"/>
                <a:gd name="T5" fmla="*/ 32 h 191"/>
                <a:gd name="T6" fmla="*/ 9 w 531"/>
                <a:gd name="T7" fmla="*/ 59 h 191"/>
                <a:gd name="T8" fmla="*/ 204 w 531"/>
                <a:gd name="T9" fmla="*/ 171 h 191"/>
                <a:gd name="T10" fmla="*/ 326 w 531"/>
                <a:gd name="T11" fmla="*/ 172 h 191"/>
                <a:gd name="T12" fmla="*/ 520 w 531"/>
                <a:gd name="T13" fmla="*/ 60 h 191"/>
                <a:gd name="T14" fmla="*/ 519 w 531"/>
                <a:gd name="T15" fmla="*/ 32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1" h="191">
                  <a:moveTo>
                    <a:pt x="519" y="32"/>
                  </a:moveTo>
                  <a:cubicBezTo>
                    <a:pt x="457" y="17"/>
                    <a:pt x="365" y="0"/>
                    <a:pt x="269" y="0"/>
                  </a:cubicBezTo>
                  <a:cubicBezTo>
                    <a:pt x="175" y="0"/>
                    <a:pt x="80" y="17"/>
                    <a:pt x="14" y="32"/>
                  </a:cubicBezTo>
                  <a:cubicBezTo>
                    <a:pt x="0" y="36"/>
                    <a:pt x="1" y="53"/>
                    <a:pt x="9" y="59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38" y="191"/>
                    <a:pt x="293" y="191"/>
                    <a:pt x="326" y="172"/>
                  </a:cubicBezTo>
                  <a:cubicBezTo>
                    <a:pt x="520" y="60"/>
                    <a:pt x="520" y="60"/>
                    <a:pt x="520" y="60"/>
                  </a:cubicBezTo>
                  <a:cubicBezTo>
                    <a:pt x="530" y="54"/>
                    <a:pt x="531" y="35"/>
                    <a:pt x="51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3053" y="2349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3053" y="2349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3511" y="1782"/>
              <a:ext cx="660" cy="529"/>
            </a:xfrm>
            <a:custGeom>
              <a:avLst/>
              <a:gdLst>
                <a:gd name="T0" fmla="*/ 8 w 278"/>
                <a:gd name="T1" fmla="*/ 199 h 223"/>
                <a:gd name="T2" fmla="*/ 21 w 278"/>
                <a:gd name="T3" fmla="*/ 223 h 223"/>
                <a:gd name="T4" fmla="*/ 139 w 278"/>
                <a:gd name="T5" fmla="*/ 215 h 223"/>
                <a:gd name="T6" fmla="*/ 257 w 278"/>
                <a:gd name="T7" fmla="*/ 223 h 223"/>
                <a:gd name="T8" fmla="*/ 270 w 278"/>
                <a:gd name="T9" fmla="*/ 199 h 223"/>
                <a:gd name="T10" fmla="*/ 207 w 278"/>
                <a:gd name="T11" fmla="*/ 113 h 223"/>
                <a:gd name="T12" fmla="*/ 155 w 278"/>
                <a:gd name="T13" fmla="*/ 13 h 223"/>
                <a:gd name="T14" fmla="*/ 126 w 278"/>
                <a:gd name="T15" fmla="*/ 13 h 223"/>
                <a:gd name="T16" fmla="*/ 75 w 278"/>
                <a:gd name="T17" fmla="*/ 106 h 223"/>
                <a:gd name="T18" fmla="*/ 8 w 278"/>
                <a:gd name="T19" fmla="*/ 19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" h="223">
                  <a:moveTo>
                    <a:pt x="8" y="199"/>
                  </a:moveTo>
                  <a:cubicBezTo>
                    <a:pt x="0" y="212"/>
                    <a:pt x="6" y="223"/>
                    <a:pt x="21" y="223"/>
                  </a:cubicBezTo>
                  <a:cubicBezTo>
                    <a:pt x="21" y="223"/>
                    <a:pt x="80" y="215"/>
                    <a:pt x="139" y="215"/>
                  </a:cubicBezTo>
                  <a:cubicBezTo>
                    <a:pt x="199" y="215"/>
                    <a:pt x="257" y="223"/>
                    <a:pt x="257" y="223"/>
                  </a:cubicBezTo>
                  <a:cubicBezTo>
                    <a:pt x="272" y="223"/>
                    <a:pt x="278" y="212"/>
                    <a:pt x="270" y="199"/>
                  </a:cubicBezTo>
                  <a:cubicBezTo>
                    <a:pt x="270" y="199"/>
                    <a:pt x="232" y="156"/>
                    <a:pt x="207" y="113"/>
                  </a:cubicBezTo>
                  <a:cubicBezTo>
                    <a:pt x="179" y="65"/>
                    <a:pt x="155" y="13"/>
                    <a:pt x="155" y="13"/>
                  </a:cubicBezTo>
                  <a:cubicBezTo>
                    <a:pt x="147" y="0"/>
                    <a:pt x="134" y="0"/>
                    <a:pt x="126" y="13"/>
                  </a:cubicBezTo>
                  <a:cubicBezTo>
                    <a:pt x="126" y="13"/>
                    <a:pt x="102" y="60"/>
                    <a:pt x="75" y="106"/>
                  </a:cubicBezTo>
                  <a:cubicBezTo>
                    <a:pt x="49" y="150"/>
                    <a:pt x="8" y="199"/>
                    <a:pt x="8" y="1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3148" y="242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3148" y="242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067" y="1324"/>
              <a:ext cx="655" cy="1044"/>
            </a:xfrm>
            <a:custGeom>
              <a:avLst/>
              <a:gdLst>
                <a:gd name="T0" fmla="*/ 272 w 276"/>
                <a:gd name="T1" fmla="*/ 21 h 440"/>
                <a:gd name="T2" fmla="*/ 169 w 276"/>
                <a:gd name="T3" fmla="*/ 252 h 440"/>
                <a:gd name="T4" fmla="*/ 35 w 276"/>
                <a:gd name="T5" fmla="*/ 425 h 440"/>
                <a:gd name="T6" fmla="*/ 0 w 276"/>
                <a:gd name="T7" fmla="*/ 423 h 440"/>
                <a:gd name="T8" fmla="*/ 0 w 276"/>
                <a:gd name="T9" fmla="*/ 220 h 440"/>
                <a:gd name="T10" fmla="*/ 61 w 276"/>
                <a:gd name="T11" fmla="*/ 114 h 440"/>
                <a:gd name="T12" fmla="*/ 249 w 276"/>
                <a:gd name="T13" fmla="*/ 5 h 440"/>
                <a:gd name="T14" fmla="*/ 272 w 276"/>
                <a:gd name="T15" fmla="*/ 21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6" h="440">
                  <a:moveTo>
                    <a:pt x="272" y="21"/>
                  </a:moveTo>
                  <a:cubicBezTo>
                    <a:pt x="254" y="73"/>
                    <a:pt x="220" y="163"/>
                    <a:pt x="169" y="252"/>
                  </a:cubicBezTo>
                  <a:cubicBezTo>
                    <a:pt x="133" y="313"/>
                    <a:pt x="79" y="377"/>
                    <a:pt x="35" y="425"/>
                  </a:cubicBezTo>
                  <a:cubicBezTo>
                    <a:pt x="20" y="440"/>
                    <a:pt x="0" y="436"/>
                    <a:pt x="0" y="423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0" y="181"/>
                    <a:pt x="27" y="134"/>
                    <a:pt x="61" y="114"/>
                  </a:cubicBezTo>
                  <a:cubicBezTo>
                    <a:pt x="249" y="5"/>
                    <a:pt x="249" y="5"/>
                    <a:pt x="249" y="5"/>
                  </a:cubicBezTo>
                  <a:cubicBezTo>
                    <a:pt x="258" y="0"/>
                    <a:pt x="276" y="8"/>
                    <a:pt x="27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29" name="Picture Placeholder 28"/>
          <p:cNvSpPr>
            <a:spLocks noGrp="1"/>
          </p:cNvSpPr>
          <p:nvPr>
            <p:ph type="pic" sz="quarter" idx="45"/>
          </p:nvPr>
        </p:nvSpPr>
        <p:spPr>
          <a:xfrm>
            <a:off x="4158048" y="4609070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46"/>
          </p:nvPr>
        </p:nvSpPr>
        <p:spPr>
          <a:xfrm>
            <a:off x="4158048" y="2372497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47"/>
          </p:nvPr>
        </p:nvSpPr>
        <p:spPr>
          <a:xfrm>
            <a:off x="4158048" y="135925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48"/>
          </p:nvPr>
        </p:nvSpPr>
        <p:spPr>
          <a:xfrm>
            <a:off x="148281" y="135925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49"/>
          </p:nvPr>
        </p:nvSpPr>
        <p:spPr>
          <a:xfrm>
            <a:off x="8167816" y="135925"/>
            <a:ext cx="3886247" cy="4349576"/>
          </a:xfrm>
          <a:custGeom>
            <a:avLst/>
            <a:gdLst>
              <a:gd name="connsiteX0" fmla="*/ 0 w 3886247"/>
              <a:gd name="connsiteY0" fmla="*/ 0 h 4349576"/>
              <a:gd name="connsiteX1" fmla="*/ 3886247 w 3886247"/>
              <a:gd name="connsiteY1" fmla="*/ 0 h 4349576"/>
              <a:gd name="connsiteX2" fmla="*/ 3886247 w 3886247"/>
              <a:gd name="connsiteY2" fmla="*/ 4349576 h 4349576"/>
              <a:gd name="connsiteX3" fmla="*/ 0 w 3886247"/>
              <a:gd name="connsiteY3" fmla="*/ 4349576 h 434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4349576">
                <a:moveTo>
                  <a:pt x="0" y="0"/>
                </a:moveTo>
                <a:lnTo>
                  <a:pt x="3886247" y="0"/>
                </a:lnTo>
                <a:lnTo>
                  <a:pt x="3886247" y="4349576"/>
                </a:lnTo>
                <a:lnTo>
                  <a:pt x="0" y="4349576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50"/>
          </p:nvPr>
        </p:nvSpPr>
        <p:spPr>
          <a:xfrm>
            <a:off x="8167816" y="4609070"/>
            <a:ext cx="3886247" cy="2113004"/>
          </a:xfrm>
          <a:custGeom>
            <a:avLst/>
            <a:gdLst>
              <a:gd name="connsiteX0" fmla="*/ 0 w 3886247"/>
              <a:gd name="connsiteY0" fmla="*/ 0 h 2113004"/>
              <a:gd name="connsiteX1" fmla="*/ 3886247 w 3886247"/>
              <a:gd name="connsiteY1" fmla="*/ 0 h 2113004"/>
              <a:gd name="connsiteX2" fmla="*/ 3886247 w 3886247"/>
              <a:gd name="connsiteY2" fmla="*/ 2113004 h 2113004"/>
              <a:gd name="connsiteX3" fmla="*/ 0 w 3886247"/>
              <a:gd name="connsiteY3" fmla="*/ 2113004 h 211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6247" h="2113004">
                <a:moveTo>
                  <a:pt x="0" y="0"/>
                </a:moveTo>
                <a:lnTo>
                  <a:pt x="3886247" y="0"/>
                </a:lnTo>
                <a:lnTo>
                  <a:pt x="3886247" y="2113004"/>
                </a:lnTo>
                <a:lnTo>
                  <a:pt x="0" y="2113004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51"/>
          </p:nvPr>
        </p:nvSpPr>
        <p:spPr>
          <a:xfrm>
            <a:off x="108524" y="2283949"/>
            <a:ext cx="4009767" cy="4487821"/>
          </a:xfrm>
          <a:custGeom>
            <a:avLst/>
            <a:gdLst>
              <a:gd name="connsiteX0" fmla="*/ 0 w 4009767"/>
              <a:gd name="connsiteY0" fmla="*/ 0 h 4487821"/>
              <a:gd name="connsiteX1" fmla="*/ 4009767 w 4009767"/>
              <a:gd name="connsiteY1" fmla="*/ 0 h 4487821"/>
              <a:gd name="connsiteX2" fmla="*/ 4009767 w 4009767"/>
              <a:gd name="connsiteY2" fmla="*/ 4487821 h 4487821"/>
              <a:gd name="connsiteX3" fmla="*/ 0 w 4009767"/>
              <a:gd name="connsiteY3" fmla="*/ 4487821 h 448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9767" h="4487821">
                <a:moveTo>
                  <a:pt x="0" y="0"/>
                </a:moveTo>
                <a:lnTo>
                  <a:pt x="4009767" y="0"/>
                </a:lnTo>
                <a:lnTo>
                  <a:pt x="4009767" y="4487821"/>
                </a:lnTo>
                <a:lnTo>
                  <a:pt x="0" y="4487821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381000" dist="127000" dir="18900000" algn="t" rotWithShape="0">
              <a:prstClr val="black">
                <a:alpha val="12000"/>
              </a:prstClr>
            </a:outerShdw>
          </a:effectLst>
        </p:spPr>
        <p:txBody>
          <a:bodyPr rtlCol="0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6358632"/>
      </p:ext>
    </p:extLst>
  </p:cSld>
  <p:clrMapOvr>
    <a:masterClrMapping/>
  </p:clrMapOvr>
  <p:transition spd="slow" advTm="2000">
    <p:blinds dir="vert"/>
  </p:transition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319126" y="632523"/>
            <a:ext cx="9879555" cy="593682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defRPr sz="3600" b="1" i="0">
                <a:solidFill>
                  <a:schemeClr val="accent4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cxnSp>
        <p:nvCxnSpPr>
          <p:cNvPr id="6" name="Straight Connector 18"/>
          <p:cNvCxnSpPr/>
          <p:nvPr/>
        </p:nvCxnSpPr>
        <p:spPr>
          <a:xfrm>
            <a:off x="1457298" y="1346220"/>
            <a:ext cx="33701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1457298" y="1550168"/>
            <a:ext cx="9741383" cy="4302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100" baseline="0">
                <a:solidFill>
                  <a:schemeClr val="bg1">
                    <a:lumMod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 marL="4572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Insert Your Text Here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1457298" y="2368539"/>
            <a:ext cx="9741383" cy="2637492"/>
          </a:xfrm>
          <a:prstGeom prst="rect">
            <a:avLst/>
          </a:prstGeom>
        </p:spPr>
        <p:txBody>
          <a:bodyPr lIns="0" tIns="0" rIns="0" bIns="0" numCol="2" spcCol="360000">
            <a:noAutofit/>
          </a:bodyPr>
          <a:lstStyle>
            <a:lvl1pPr marL="342900" indent="-342900">
              <a:lnSpc>
                <a:spcPct val="150000"/>
              </a:lnSpc>
              <a:spcBef>
                <a:spcPts val="1300"/>
              </a:spcBef>
              <a:buFont typeface="+mj-lt"/>
              <a:buAutoNum type="arabicPeriod"/>
              <a:defRPr sz="1600" b="0" i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在此处编辑目录内容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  <a:prstGeom prst="rect">
            <a:avLst/>
          </a:prstGeo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cxnSp>
        <p:nvCxnSpPr>
          <p:cNvPr id="9" name="Straight Connector 18"/>
          <p:cNvCxnSpPr/>
          <p:nvPr/>
        </p:nvCxnSpPr>
        <p:spPr>
          <a:xfrm>
            <a:off x="1457298" y="1346220"/>
            <a:ext cx="33701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8"/>
          <p:cNvCxnSpPr/>
          <p:nvPr userDrawn="1"/>
        </p:nvCxnSpPr>
        <p:spPr>
          <a:xfrm>
            <a:off x="1457298" y="1346220"/>
            <a:ext cx="33701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9138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chemeClr val="accent3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sp>
        <p:nvSpPr>
          <p:cNvPr id="6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067593" y="1360450"/>
            <a:ext cx="10056812" cy="46348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spc="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点击编辑正文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4691C3E-62DB-4121-B5AA-7FE537DC62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3161" y="288676"/>
            <a:ext cx="1526155" cy="456808"/>
          </a:xfrm>
          <a:prstGeom prst="rect">
            <a:avLst/>
          </a:prstGeom>
        </p:spPr>
      </p:pic>
      <p:grpSp>
        <p:nvGrpSpPr>
          <p:cNvPr id="20" name="组 17">
            <a:extLst>
              <a:ext uri="{FF2B5EF4-FFF2-40B4-BE49-F238E27FC236}">
                <a16:creationId xmlns:a16="http://schemas.microsoft.com/office/drawing/2014/main" id="{D8CE65BA-899C-45B8-90DC-FCC0D1BAA44E}"/>
              </a:ext>
            </a:extLst>
          </p:cNvPr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1" name="三角形 18">
              <a:extLst>
                <a:ext uri="{FF2B5EF4-FFF2-40B4-BE49-F238E27FC236}">
                  <a16:creationId xmlns:a16="http://schemas.microsoft.com/office/drawing/2014/main" id="{7AD49250-5BF5-48D7-A31E-A42488605F50}"/>
                </a:ext>
              </a:extLst>
            </p:cNvPr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2" name="三角形 19">
              <a:extLst>
                <a:ext uri="{FF2B5EF4-FFF2-40B4-BE49-F238E27FC236}">
                  <a16:creationId xmlns:a16="http://schemas.microsoft.com/office/drawing/2014/main" id="{CA089C98-475A-46DC-9F43-1E7724B2C3E9}"/>
                </a:ext>
              </a:extLst>
            </p:cNvPr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rgbClr val="1D8C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3189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23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067593" y="1360449"/>
            <a:ext cx="10056812" cy="485747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17" name="组 16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8" name="三角形 17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9" name="三角形 18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2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grpSp>
        <p:nvGrpSpPr>
          <p:cNvPr id="10" name="组 16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1" name="三角形 17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2" name="三角形 18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14" name="组 16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5" name="三角形 17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1" name="三角形 18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434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852755" y="1360449"/>
            <a:ext cx="5269707" cy="485747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8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6400801" y="1360449"/>
            <a:ext cx="4723604" cy="4857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spc="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点击编辑正文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18" name="组 17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9" name="三角形 18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0" name="三角形 19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grpSp>
        <p:nvGrpSpPr>
          <p:cNvPr id="10" name="组 17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1" name="三角形 18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2" name="三角形 19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14" name="组 17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5" name="三角形 18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6" name="三角形 19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58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5"/>
          </p:nvPr>
        </p:nvSpPr>
        <p:spPr>
          <a:xfrm>
            <a:off x="852755" y="1360449"/>
            <a:ext cx="5065445" cy="267815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30"/>
          </p:nvPr>
        </p:nvSpPr>
        <p:spPr>
          <a:xfrm>
            <a:off x="6210301" y="1360449"/>
            <a:ext cx="5029200" cy="267815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</p:spPr>
        <p:txBody>
          <a:bodyPr/>
          <a:lstStyle>
            <a:lvl1pPr marL="0" indent="0"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852755" y="4394200"/>
            <a:ext cx="10271650" cy="1823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spc="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点击编辑正文</a:t>
            </a:r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0" name="组 19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1" name="三角形 20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2" name="三角形 21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2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grpSp>
        <p:nvGrpSpPr>
          <p:cNvPr id="11" name="组 19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2" name="三角形 20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3" name="三角形 21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17" name="组 19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8" name="三角形 20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4" name="三角形 21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9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860084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1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5023507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13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8186930" y="4844280"/>
            <a:ext cx="2163672" cy="7512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860084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5" name="图片占位符 5"/>
          <p:cNvSpPr>
            <a:spLocks noGrp="1"/>
          </p:cNvSpPr>
          <p:nvPr>
            <p:ph type="pic" sz="quarter" idx="18"/>
          </p:nvPr>
        </p:nvSpPr>
        <p:spPr>
          <a:xfrm>
            <a:off x="5023507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6" name="图片占位符 5"/>
          <p:cNvSpPr>
            <a:spLocks noGrp="1"/>
          </p:cNvSpPr>
          <p:nvPr>
            <p:ph type="pic" sz="quarter" idx="20"/>
          </p:nvPr>
        </p:nvSpPr>
        <p:spPr>
          <a:xfrm>
            <a:off x="8186930" y="2159001"/>
            <a:ext cx="2163672" cy="21820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6" name="组 25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7" name="三角形 26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8" name="三角形 27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sp>
        <p:nvSpPr>
          <p:cNvPr id="3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grpSp>
        <p:nvGrpSpPr>
          <p:cNvPr id="17" name="组 25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8" name="三角形 26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9" name="三角形 27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21" name="组 25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2" name="三角形 26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3" name="三角形 27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11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19314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5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19365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6" name="图片占位符 5"/>
          <p:cNvSpPr>
            <a:spLocks noGrp="1"/>
          </p:cNvSpPr>
          <p:nvPr>
            <p:ph type="pic" sz="quarter" idx="18"/>
          </p:nvPr>
        </p:nvSpPr>
        <p:spPr>
          <a:xfrm>
            <a:off x="384603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384654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8" name="图片占位符 5"/>
          <p:cNvSpPr>
            <a:spLocks noGrp="1"/>
          </p:cNvSpPr>
          <p:nvPr>
            <p:ph type="pic" sz="quarter" idx="20"/>
          </p:nvPr>
        </p:nvSpPr>
        <p:spPr>
          <a:xfrm>
            <a:off x="649892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9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649943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20" name="图片占位符 5"/>
          <p:cNvSpPr>
            <a:spLocks noGrp="1"/>
          </p:cNvSpPr>
          <p:nvPr>
            <p:ph type="pic" sz="quarter" idx="22"/>
          </p:nvPr>
        </p:nvSpPr>
        <p:spPr>
          <a:xfrm>
            <a:off x="9151816" y="2358761"/>
            <a:ext cx="1868023" cy="186802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1" name="Text Placeholder 38"/>
          <p:cNvSpPr>
            <a:spLocks noGrp="1"/>
          </p:cNvSpPr>
          <p:nvPr>
            <p:ph type="body" sz="quarter" idx="23" hasCustomPrompt="1"/>
          </p:nvPr>
        </p:nvSpPr>
        <p:spPr>
          <a:xfrm>
            <a:off x="9152322" y="4592902"/>
            <a:ext cx="1867518" cy="648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31" name="组 30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32" name="三角形 31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33" name="三角形 32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22" name="组 30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3" name="三角形 31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4" name="三角形 32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26" name="组 30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7" name="三角形 31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8" name="三角形 32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410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68810" y="6395957"/>
            <a:ext cx="567891" cy="365125"/>
          </a:xfrm>
          <a:prstGeom prst="rect">
            <a:avLst/>
          </a:prstGeom>
        </p:spPr>
        <p:txBody>
          <a:bodyPr/>
          <a:lstStyle/>
          <a:p>
            <a:fld id="{22D566B5-AA7A-A14D-94FC-034BE6355FB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3" name="图片占位符 5"/>
          <p:cNvSpPr>
            <a:spLocks noGrp="1"/>
          </p:cNvSpPr>
          <p:nvPr>
            <p:ph type="pic" sz="quarter" idx="13"/>
          </p:nvPr>
        </p:nvSpPr>
        <p:spPr>
          <a:xfrm>
            <a:off x="2436262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2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2191799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3" name="图片占位符 5"/>
          <p:cNvSpPr>
            <a:spLocks noGrp="1"/>
          </p:cNvSpPr>
          <p:nvPr>
            <p:ph type="pic" sz="quarter" idx="18"/>
          </p:nvPr>
        </p:nvSpPr>
        <p:spPr>
          <a:xfrm>
            <a:off x="5356641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4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5112178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5" name="图片占位符 5"/>
          <p:cNvSpPr>
            <a:spLocks noGrp="1"/>
          </p:cNvSpPr>
          <p:nvPr>
            <p:ph type="pic" sz="quarter" idx="20"/>
          </p:nvPr>
        </p:nvSpPr>
        <p:spPr>
          <a:xfrm>
            <a:off x="8277020" y="1559288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6" name="Text Placeholder 38"/>
          <p:cNvSpPr>
            <a:spLocks noGrp="1"/>
          </p:cNvSpPr>
          <p:nvPr>
            <p:ph type="body" sz="quarter" idx="21" hasCustomPrompt="1"/>
          </p:nvPr>
        </p:nvSpPr>
        <p:spPr>
          <a:xfrm>
            <a:off x="8032557" y="3454401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7" name="图片占位符 5"/>
          <p:cNvSpPr>
            <a:spLocks noGrp="1"/>
          </p:cNvSpPr>
          <p:nvPr>
            <p:ph type="pic" sz="quarter" idx="24"/>
          </p:nvPr>
        </p:nvSpPr>
        <p:spPr>
          <a:xfrm>
            <a:off x="2436262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28" name="Text Placeholder 38"/>
          <p:cNvSpPr>
            <a:spLocks noGrp="1"/>
          </p:cNvSpPr>
          <p:nvPr>
            <p:ph type="body" sz="quarter" idx="25" hasCustomPrompt="1"/>
          </p:nvPr>
        </p:nvSpPr>
        <p:spPr>
          <a:xfrm>
            <a:off x="2191799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29" name="图片占位符 5"/>
          <p:cNvSpPr>
            <a:spLocks noGrp="1"/>
          </p:cNvSpPr>
          <p:nvPr>
            <p:ph type="pic" sz="quarter" idx="26"/>
          </p:nvPr>
        </p:nvSpPr>
        <p:spPr>
          <a:xfrm>
            <a:off x="5356641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0" name="Text Placeholder 38"/>
          <p:cNvSpPr>
            <a:spLocks noGrp="1"/>
          </p:cNvSpPr>
          <p:nvPr>
            <p:ph type="body" sz="quarter" idx="27" hasCustomPrompt="1"/>
          </p:nvPr>
        </p:nvSpPr>
        <p:spPr>
          <a:xfrm>
            <a:off x="5112178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31" name="图片占位符 5"/>
          <p:cNvSpPr>
            <a:spLocks noGrp="1"/>
          </p:cNvSpPr>
          <p:nvPr>
            <p:ph type="pic" sz="quarter" idx="28"/>
          </p:nvPr>
        </p:nvSpPr>
        <p:spPr>
          <a:xfrm>
            <a:off x="8277020" y="3967562"/>
            <a:ext cx="1596802" cy="1596802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29" hasCustomPrompt="1"/>
          </p:nvPr>
        </p:nvSpPr>
        <p:spPr>
          <a:xfrm>
            <a:off x="8032557" y="5862675"/>
            <a:ext cx="2078331" cy="21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点击编辑文字</a:t>
            </a:r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39" name="组 38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40" name="三角形 39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41" name="三角形 40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20" name="组 38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1" name="三角形 39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33" name="三角形 40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35" name="组 38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36" name="三角形 39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37" name="三角形 40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253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1464150" y="4565272"/>
            <a:ext cx="2688614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212558" y="1838791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图片占位符 5"/>
          <p:cNvSpPr>
            <a:spLocks noGrp="1"/>
          </p:cNvSpPr>
          <p:nvPr>
            <p:ph type="pic" sz="quarter" idx="22"/>
          </p:nvPr>
        </p:nvSpPr>
        <p:spPr>
          <a:xfrm>
            <a:off x="4598466" y="1854945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17" name="图片占位符 5"/>
          <p:cNvSpPr>
            <a:spLocks noGrp="1"/>
          </p:cNvSpPr>
          <p:nvPr>
            <p:ph type="pic" sz="quarter" idx="23"/>
          </p:nvPr>
        </p:nvSpPr>
        <p:spPr>
          <a:xfrm>
            <a:off x="7965686" y="1854945"/>
            <a:ext cx="2940206" cy="21799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85000"/>
                <a:alpha val="40000"/>
              </a:schemeClr>
            </a:solidFill>
          </a:ln>
          <a:effectLst>
            <a:outerShdw blurRad="254000" dist="1270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27" hasCustomPrompt="1"/>
          </p:nvPr>
        </p:nvSpPr>
        <p:spPr>
          <a:xfrm>
            <a:off x="4850058" y="4565272"/>
            <a:ext cx="2688614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33" name="Text Placeholder 38"/>
          <p:cNvSpPr>
            <a:spLocks noGrp="1"/>
          </p:cNvSpPr>
          <p:nvPr>
            <p:ph type="body" sz="quarter" idx="28" hasCustomPrompt="1"/>
          </p:nvPr>
        </p:nvSpPr>
        <p:spPr>
          <a:xfrm>
            <a:off x="8300671" y="4565272"/>
            <a:ext cx="2605221" cy="1277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kern="1200" spc="1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点击编辑文字</a:t>
            </a:r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262772" y="132735"/>
            <a:ext cx="10056812" cy="71973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4300"/>
              </a:lnSpc>
              <a:defRPr sz="2800" b="1" i="0" baseline="0">
                <a:solidFill>
                  <a:srgbClr val="007EBB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zh-CN" altLang="en-US" dirty="0"/>
              <a:t>点击编辑主标题</a:t>
            </a:r>
            <a:endParaRPr lang="en-US" dirty="0"/>
          </a:p>
        </p:txBody>
      </p:sp>
      <p:grpSp>
        <p:nvGrpSpPr>
          <p:cNvPr id="23" name="组 22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4" name="三角形 23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5" name="三角形 24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13" name="组 22"/>
          <p:cNvGrpSpPr/>
          <p:nvPr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15" name="三角形 23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16" name="三角形 24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  <p:grpSp>
        <p:nvGrpSpPr>
          <p:cNvPr id="19" name="组 22"/>
          <p:cNvGrpSpPr/>
          <p:nvPr userDrawn="1"/>
        </p:nvGrpSpPr>
        <p:grpSpPr>
          <a:xfrm>
            <a:off x="0" y="369310"/>
            <a:ext cx="210961" cy="344922"/>
            <a:chOff x="0" y="369310"/>
            <a:chExt cx="210961" cy="344922"/>
          </a:xfrm>
        </p:grpSpPr>
        <p:sp>
          <p:nvSpPr>
            <p:cNvPr id="20" name="三角形 23"/>
            <p:cNvSpPr/>
            <p:nvPr userDrawn="1"/>
          </p:nvSpPr>
          <p:spPr>
            <a:xfrm rot="5400000">
              <a:off x="-92886" y="462196"/>
              <a:ext cx="344922" cy="159150"/>
            </a:xfrm>
            <a:prstGeom prst="triangle">
              <a:avLst/>
            </a:prstGeom>
            <a:solidFill>
              <a:srgbClr val="158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21" name="三角形 24"/>
            <p:cNvSpPr/>
            <p:nvPr userDrawn="1"/>
          </p:nvSpPr>
          <p:spPr>
            <a:xfrm rot="5400000">
              <a:off x="-41075" y="462196"/>
              <a:ext cx="344922" cy="159150"/>
            </a:xfrm>
            <a:prstGeom prst="triangl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431" y="323923"/>
            <a:ext cx="1102401" cy="4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828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4AECBD-14D3-452F-B0A9-5FB06E1019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85" t="17537" r="4513" b="25736"/>
          <a:stretch/>
        </p:blipFill>
        <p:spPr>
          <a:xfrm>
            <a:off x="0" y="0"/>
            <a:ext cx="8088923" cy="6870619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229850" y="6286419"/>
            <a:ext cx="1657350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5730D9-6BB9-480F-B65B-5FFF2066B6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03161" y="288676"/>
            <a:ext cx="1526155" cy="4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4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Shape 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9516349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437FC-AA26-194E-BBBF-0B580117E072}" type="datetime1">
              <a:rPr kumimoji="1" lang="zh-CN" altLang="en-US" smtClean="0"/>
              <a:t>2021/3/7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64E76-E0C7-3745-B0E4-084458200B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733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5148" r:id="rId2"/>
    <p:sldLayoutId id="2147485187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 userDrawn="1"/>
        </p:nvSpPr>
        <p:spPr bwMode="auto">
          <a:xfrm flipV="1">
            <a:off x="0" y="6802667"/>
            <a:ext cx="12192000" cy="7011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29850" y="6286419"/>
            <a:ext cx="1657350" cy="584200"/>
          </a:xfrm>
          <a:prstGeom prst="rect">
            <a:avLst/>
          </a:prstGeo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www.qianxin.com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12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98" r:id="rId2"/>
    <p:sldLayoutId id="2147483689" r:id="rId3"/>
    <p:sldLayoutId id="2147483694" r:id="rId4"/>
    <p:sldLayoutId id="2147483695" r:id="rId5"/>
    <p:sldLayoutId id="2147483690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28437FC-AA26-194E-BBBF-0B580117E072}" type="datetime1">
              <a:rPr kumimoji="1" lang="zh-CN" altLang="en-US" smtClean="0"/>
              <a:t>2021/3/7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EE64E76-E0C7-3745-B0E4-084458200B8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 flipV="1">
            <a:off x="0" y="6802667"/>
            <a:ext cx="12192000" cy="7011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 flipV="1">
            <a:off x="0" y="6802667"/>
            <a:ext cx="12192000" cy="7011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 userDrawn="1"/>
        </p:nvSpPr>
        <p:spPr bwMode="auto">
          <a:xfrm flipV="1">
            <a:off x="0" y="6802667"/>
            <a:ext cx="12192000" cy="7011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6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55" r:id="rId1"/>
    <p:sldLayoutId id="2147485156" r:id="rId2"/>
    <p:sldLayoutId id="2147485157" r:id="rId3"/>
    <p:sldLayoutId id="2147485158" r:id="rId4"/>
    <p:sldLayoutId id="2147485159" r:id="rId5"/>
    <p:sldLayoutId id="2147485160" r:id="rId6"/>
    <p:sldLayoutId id="2147485161" r:id="rId7"/>
    <p:sldLayoutId id="2147485162" r:id="rId8"/>
    <p:sldLayoutId id="2147485163" r:id="rId9"/>
    <p:sldLayoutId id="2147485164" r:id="rId10"/>
    <p:sldLayoutId id="2147485165" r:id="rId11"/>
    <p:sldLayoutId id="2147485166" r:id="rId12"/>
    <p:sldLayoutId id="2147485167" r:id="rId13"/>
    <p:sldLayoutId id="2147485168" r:id="rId14"/>
    <p:sldLayoutId id="2147485169" r:id="rId15"/>
    <p:sldLayoutId id="2147485170" r:id="rId16"/>
    <p:sldLayoutId id="2147485171" r:id="rId17"/>
    <p:sldLayoutId id="2147485172" r:id="rId18"/>
    <p:sldLayoutId id="2147485173" r:id="rId19"/>
    <p:sldLayoutId id="2147485174" r:id="rId20"/>
    <p:sldLayoutId id="2147485175" r:id="rId21"/>
    <p:sldLayoutId id="2147485177" r:id="rId22"/>
    <p:sldLayoutId id="2147485178" r:id="rId23"/>
    <p:sldLayoutId id="2147485179" r:id="rId24"/>
    <p:sldLayoutId id="2147485180" r:id="rId25"/>
    <p:sldLayoutId id="2147485181" r:id="rId26"/>
    <p:sldLayoutId id="2147485182" r:id="rId27"/>
    <p:sldLayoutId id="2147485183" r:id="rId28"/>
    <p:sldLayoutId id="2147485184" r:id="rId29"/>
    <p:sldLayoutId id="2147485186" r:id="rId30"/>
    <p:sldLayoutId id="2147485223" r:id="rId31"/>
  </p:sldLayoutIdLst>
  <p:transition spd="slow" advTm="2000">
    <p:blinds dir="vert"/>
  </p:transition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6"/>
          <p:cNvSpPr txBox="1"/>
          <p:nvPr/>
        </p:nvSpPr>
        <p:spPr bwMode="auto">
          <a:xfrm>
            <a:off x="2075542" y="2319954"/>
            <a:ext cx="8217989" cy="981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第</a:t>
            </a:r>
            <a:r>
              <a:rPr lang="en-US" altLang="zh-CN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0</a:t>
            </a:r>
            <a:r>
              <a:rPr lang="zh-CN" altLang="en-US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章  </a:t>
            </a:r>
            <a:r>
              <a:rPr lang="zh-CN" altLang="zh-CN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日志审计</a:t>
            </a:r>
            <a:r>
              <a:rPr lang="zh-CN" altLang="en-US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与</a:t>
            </a:r>
            <a:r>
              <a:rPr lang="zh-CN" altLang="zh-CN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分析</a:t>
            </a:r>
            <a:r>
              <a:rPr lang="zh-CN" altLang="en-US" sz="4400" b="1" spc="300" dirty="0">
                <a:solidFill>
                  <a:srgbClr val="117EC8"/>
                </a:solidFill>
                <a:latin typeface="Microsoft YaHei" charset="-122"/>
                <a:ea typeface="Microsoft YaHei" charset="-122"/>
                <a:cs typeface="Microsoft YaHei" charset="-122"/>
              </a:rPr>
              <a:t>绪论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567333" y="6434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0496342" y="6267202"/>
            <a:ext cx="1470212" cy="584200"/>
          </a:xfrm>
        </p:spPr>
        <p:txBody>
          <a:bodyPr/>
          <a:lstStyle>
            <a:lvl1pPr algn="dist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www.qianxin.com</a:t>
            </a:r>
          </a:p>
        </p:txBody>
      </p:sp>
      <p:sp>
        <p:nvSpPr>
          <p:cNvPr id="6" name="矩形 5"/>
          <p:cNvSpPr/>
          <p:nvPr/>
        </p:nvSpPr>
        <p:spPr>
          <a:xfrm>
            <a:off x="12053282" y="6527843"/>
            <a:ext cx="138718" cy="962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6424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课程简介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B464C-E990-4DA2-99E9-AC6839D823E9}"/>
              </a:ext>
            </a:extLst>
          </p:cNvPr>
          <p:cNvSpPr txBox="1"/>
          <p:nvPr/>
        </p:nvSpPr>
        <p:spPr>
          <a:xfrm>
            <a:off x="1319349" y="1033846"/>
            <a:ext cx="9418320" cy="549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buFont typeface="Arial" panose="020B0604020202020204" pitchFamily="34" charset="0"/>
              <a:buNone/>
              <a:defRPr sz="1600" spc="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一、课程名称：日志审计与分析</a:t>
            </a:r>
          </a:p>
          <a:p>
            <a:r>
              <a:rPr lang="zh-CN" altLang="en-US" dirty="0"/>
              <a:t>二、课程学时：周</a:t>
            </a:r>
            <a:r>
              <a:rPr lang="en-US" altLang="zh-CN" dirty="0"/>
              <a:t>3</a:t>
            </a:r>
            <a:r>
              <a:rPr lang="zh-CN" altLang="en-US" dirty="0"/>
              <a:t>学时，两周一次理论课</a:t>
            </a:r>
            <a:endParaRPr lang="en-US" altLang="zh-CN" dirty="0"/>
          </a:p>
          <a:p>
            <a:r>
              <a:rPr lang="zh-CN" altLang="en-US" dirty="0"/>
              <a:t>三、先修课程：网络空间安全导论、计算机网络、数据库技术与应用</a:t>
            </a:r>
          </a:p>
          <a:p>
            <a:r>
              <a:rPr lang="zh-CN" altLang="en-US" dirty="0"/>
              <a:t>四、课程培养目标</a:t>
            </a:r>
            <a:endParaRPr lang="en-US" altLang="zh-CN" dirty="0"/>
          </a:p>
          <a:p>
            <a:r>
              <a:rPr lang="en-US" altLang="zh-CN" dirty="0"/>
              <a:t>    1.</a:t>
            </a:r>
            <a:r>
              <a:rPr lang="zh-CN" altLang="en-US" dirty="0"/>
              <a:t>理论教学：</a:t>
            </a:r>
            <a:r>
              <a:rPr lang="zh-CN" altLang="zh-CN" dirty="0"/>
              <a:t>本课程主要介绍了日志的基本知识，介绍了日志采集、事件归一化、关联分析、日志存储、查询与报表等日志采集与分析的常用技术。让学生在学习和理解日志收集与分析的基本知识和概念的基础上，理解并掌握日志采集对象和采集方式，了解事件过滤的使用方法，理解和掌握事件归一化的原因及方法，掌握事件关联方式及告警响应方式，理解和掌握日志存储策略及方式，并对事件查询方式和报表分类有了深入的了解。课程中还介绍了大学、银行、航空公司和基金管理公司等日志采集与分析的典型案例。通过本课程的学习，让学生了解日志的基本概念、理解日志采集与分析关键技术、理解日志采集与分析系统的架构，为日志采集与分析</a:t>
            </a:r>
            <a:r>
              <a:rPr lang="zh-CN" altLang="en-US" dirty="0"/>
              <a:t>的实践教学打下良好的基础。</a:t>
            </a:r>
          </a:p>
          <a:p>
            <a:r>
              <a:rPr lang="en-US" altLang="zh-CN" dirty="0"/>
              <a:t>    2.</a:t>
            </a:r>
            <a:r>
              <a:rPr lang="zh-CN" altLang="en-US" dirty="0"/>
              <a:t>实践教学：</a:t>
            </a:r>
            <a:r>
              <a:rPr lang="zh-CN" altLang="en-US" u="sng" dirty="0">
                <a:solidFill>
                  <a:srgbClr val="002060"/>
                </a:solidFill>
              </a:rPr>
              <a:t>通过实践教学，让学生理解和掌握日志收集与分析系统的基本配置、采集配置、资产日志管理与设置、系统日志采集配置、日志存储与分析、查询与报表等功能，培养学生日志收集与分析系统的部署、应用与日常运维能力。</a:t>
            </a:r>
          </a:p>
        </p:txBody>
      </p:sp>
    </p:spTree>
    <p:extLst>
      <p:ext uri="{BB962C8B-B14F-4D97-AF65-F5344CB8AC3E}">
        <p14:creationId xmlns:p14="http://schemas.microsoft.com/office/powerpoint/2010/main" val="15531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课程培养目标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384663" y="1187747"/>
            <a:ext cx="9366068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理论教学：</a:t>
            </a:r>
            <a:r>
              <a:rPr lang="zh-CN" altLang="zh-CN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主要介绍了日志的基本知识，介绍了日志采集、事件归一化、关联分析、日志存储、查询与报表等日志采集与分析的常用技术。让学生在学习和理解日志收集与分析的基本知识和概念的基础上，理解并掌握日志采集对象和采集方式，了解事件过滤的使用方法，理解和掌握事件归一化的原因及方法，掌握事件关联方式及告警响应方式，理解和掌握日志存储策略及方式，并对事件查询方式和报表分类有了深入的了解。课程中还介绍了大学、银行、航空公司和基金管理公司等日志采集与分析的典型案例。通过本课程的学习，让学生了解日志的基本概念、理解日志采集与分析关键技术、理解日志采集与分析系统的架构，为日志采集与分析</a:t>
            </a:r>
            <a:r>
              <a:rPr lang="zh-CN" altLang="en-US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的实践教学打下良好的基础。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教学：通过实践教学，让学生理解和掌握日志收集与分析系统的基本配置、采集配置、资产日志管理与设置、系统日志采集配置、日志存储与分析、查询与报表等功能，培养学生日志收集与分析系统的部署、应用与日常运维能力。</a:t>
            </a:r>
          </a:p>
        </p:txBody>
      </p:sp>
    </p:spTree>
    <p:extLst>
      <p:ext uri="{BB962C8B-B14F-4D97-AF65-F5344CB8AC3E}">
        <p14:creationId xmlns:p14="http://schemas.microsoft.com/office/powerpoint/2010/main" val="396562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思维导图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696" y="803457"/>
            <a:ext cx="8929888" cy="59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251426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83C9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潜心读书，专心学习，成就未来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0083C9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  <a:sym typeface="Arial"/>
            </a:endParaRPr>
          </a:p>
        </p:txBody>
      </p:sp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3632056" y="4751390"/>
            <a:ext cx="4916112" cy="69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奇安信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--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安全教育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656D78">
                  <a:lumMod val="75000"/>
                </a:srgbClr>
              </a:solidFill>
              <a:effectLst/>
              <a:uLnTx/>
              <a:uFillTx/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2018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56D78">
                    <a:lumMod val="75000"/>
                  </a:srgbClr>
                </a:solidFill>
                <a:effectLst/>
                <a:uLnTx/>
                <a:uFillTx/>
                <a:latin typeface="Hiragino Sans GB W3" charset="-122"/>
                <a:ea typeface="Hiragino Sans GB W3" charset="-122"/>
                <a:cs typeface="Hiragino Sans GB W3" charset="-122"/>
              </a:rPr>
              <a:t>月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656D78">
                  <a:lumMod val="75000"/>
                </a:srgbClr>
              </a:solidFill>
              <a:effectLst/>
              <a:uLnTx/>
              <a:uFillTx/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98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自定义设计方案">
  <a:themeElements>
    <a:clrScheme name="自定义 13">
      <a:dk1>
        <a:srgbClr val="656D78"/>
      </a:dk1>
      <a:lt1>
        <a:srgbClr val="FFFFFF"/>
      </a:lt1>
      <a:dk2>
        <a:srgbClr val="44546A"/>
      </a:dk2>
      <a:lt2>
        <a:srgbClr val="E7E6E6"/>
      </a:lt2>
      <a:accent1>
        <a:srgbClr val="56CCE4"/>
      </a:accent1>
      <a:accent2>
        <a:srgbClr val="3FC1D8"/>
      </a:accent2>
      <a:accent3>
        <a:srgbClr val="34A2CC"/>
      </a:accent3>
      <a:accent4>
        <a:srgbClr val="3E90C0"/>
      </a:accent4>
      <a:accent5>
        <a:srgbClr val="30B0B4"/>
      </a:accent5>
      <a:accent6>
        <a:srgbClr val="37A8B8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奇安信ppt(浅色)的副本" id="{743E4DEE-E65B-A74F-8E1B-95A46557A860}" vid="{7033556D-3971-9E47-9DDC-7E3D3ED1A653}"/>
    </a:ext>
  </a:extLst>
</a:theme>
</file>

<file path=ppt/theme/theme2.xml><?xml version="1.0" encoding="utf-8"?>
<a:theme xmlns:a="http://schemas.openxmlformats.org/drawingml/2006/main" name="目录及模块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2C1AF"/>
      </a:accent1>
      <a:accent2>
        <a:srgbClr val="4CA8BF"/>
      </a:accent2>
      <a:accent3>
        <a:srgbClr val="477EB7"/>
      </a:accent3>
      <a:accent4>
        <a:srgbClr val="3169BB"/>
      </a:accent4>
      <a:accent5>
        <a:srgbClr val="2757B7"/>
      </a:accent5>
      <a:accent6>
        <a:srgbClr val="2F87A4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奇安信ppt(浅色)的副本" id="{743E4DEE-E65B-A74F-8E1B-95A46557A860}" vid="{22C29BD7-062E-4647-83A2-C77A0ABB2446}"/>
    </a:ext>
  </a:extLst>
</a:theme>
</file>

<file path=ppt/theme/theme3.xml><?xml version="1.0" encoding="utf-8"?>
<a:theme xmlns:a="http://schemas.openxmlformats.org/drawingml/2006/main" name="44_Approach - Color 09">
  <a:themeElements>
    <a:clrScheme name="自定义 24">
      <a:dk1>
        <a:srgbClr val="0C0D0E"/>
      </a:dk1>
      <a:lt1>
        <a:srgbClr val="FFFFFF"/>
      </a:lt1>
      <a:dk2>
        <a:srgbClr val="151A22"/>
      </a:dk2>
      <a:lt2>
        <a:srgbClr val="E7E6E6"/>
      </a:lt2>
      <a:accent1>
        <a:srgbClr val="42A5F5"/>
      </a:accent1>
      <a:accent2>
        <a:srgbClr val="2196F3"/>
      </a:accent2>
      <a:accent3>
        <a:srgbClr val="1E88E5"/>
      </a:accent3>
      <a:accent4>
        <a:srgbClr val="1976D2"/>
      </a:accent4>
      <a:accent5>
        <a:srgbClr val="1565C0"/>
      </a:accent5>
      <a:accent6>
        <a:srgbClr val="0D47A1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奇安信ppt(浅色)的副本" id="{743E4DEE-E65B-A74F-8E1B-95A46557A860}" vid="{E3824F92-6DC0-E544-93E5-059CEBC37BD3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3">
    <a:dk1>
      <a:srgbClr val="656D78"/>
    </a:dk1>
    <a:lt1>
      <a:srgbClr val="FFFFFF"/>
    </a:lt1>
    <a:dk2>
      <a:srgbClr val="44546A"/>
    </a:dk2>
    <a:lt2>
      <a:srgbClr val="E7E6E6"/>
    </a:lt2>
    <a:accent1>
      <a:srgbClr val="56CCE4"/>
    </a:accent1>
    <a:accent2>
      <a:srgbClr val="3FC1D8"/>
    </a:accent2>
    <a:accent3>
      <a:srgbClr val="34A2CC"/>
    </a:accent3>
    <a:accent4>
      <a:srgbClr val="3E90C0"/>
    </a:accent4>
    <a:accent5>
      <a:srgbClr val="30B0B4"/>
    </a:accent5>
    <a:accent6>
      <a:srgbClr val="37A8B8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13">
    <a:dk1>
      <a:srgbClr val="656D78"/>
    </a:dk1>
    <a:lt1>
      <a:srgbClr val="FFFFFF"/>
    </a:lt1>
    <a:dk2>
      <a:srgbClr val="44546A"/>
    </a:dk2>
    <a:lt2>
      <a:srgbClr val="E7E6E6"/>
    </a:lt2>
    <a:accent1>
      <a:srgbClr val="56CCE4"/>
    </a:accent1>
    <a:accent2>
      <a:srgbClr val="3FC1D8"/>
    </a:accent2>
    <a:accent3>
      <a:srgbClr val="34A2CC"/>
    </a:accent3>
    <a:accent4>
      <a:srgbClr val="3E90C0"/>
    </a:accent4>
    <a:accent5>
      <a:srgbClr val="30B0B4"/>
    </a:accent5>
    <a:accent6>
      <a:srgbClr val="37A8B8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17824</TotalTime>
  <Words>586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Hiragino Sans GB W3</vt:lpstr>
      <vt:lpstr>Microsoft YaHei Light</vt:lpstr>
      <vt:lpstr>Roboto Black</vt:lpstr>
      <vt:lpstr>DengXian</vt:lpstr>
      <vt:lpstr>DengXian Light</vt:lpstr>
      <vt:lpstr>华文行楷</vt:lpstr>
      <vt:lpstr>Microsoft YaHei</vt:lpstr>
      <vt:lpstr>Microsoft YaHei</vt:lpstr>
      <vt:lpstr>Arial</vt:lpstr>
      <vt:lpstr>Calibri</vt:lpstr>
      <vt:lpstr>Calibri Light</vt:lpstr>
      <vt:lpstr>Cambria</vt:lpstr>
      <vt:lpstr>Source Sans Pro</vt:lpstr>
      <vt:lpstr>Source Sans Pro Light</vt:lpstr>
      <vt:lpstr>自定义设计方案</vt:lpstr>
      <vt:lpstr>目录及模块</vt:lpstr>
      <vt:lpstr>44_Approach - Color 09</vt:lpstr>
      <vt:lpstr>PowerPoint 演示文稿</vt:lpstr>
      <vt:lpstr>课程简介</vt:lpstr>
      <vt:lpstr>课程培养目标</vt:lpstr>
      <vt:lpstr>思维导图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Administrator</cp:lastModifiedBy>
  <cp:revision>303</cp:revision>
  <dcterms:created xsi:type="dcterms:W3CDTF">2018-11-06T06:32:09Z</dcterms:created>
  <dcterms:modified xsi:type="dcterms:W3CDTF">2021-03-07T01:26:20Z</dcterms:modified>
</cp:coreProperties>
</file>