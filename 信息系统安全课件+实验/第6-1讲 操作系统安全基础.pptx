
<file path=[Content_Types].xml><?xml version="1.0" encoding="utf-8"?>
<Types xmlns="http://schemas.openxmlformats.org/package/2006/content-types">
  <Default Extension="vml" ContentType="application/vnd.openxmlformats-officedocument.vmlDrawing"/>
  <Default Extension="bin" ContentType="application/vnd.openxmlformats-officedocument.oleObject"/>
  <Default Extension="wav" ContentType="audio/x-wav"/>
  <Default Extension="png" ContentType="image/png"/>
  <Default Extension="emf" ContentType="image/x-e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xml" ContentType="application/vnd.openxmlformats-officedocument.presentationml.notesSlide+xml"/>
  <Override PartName="/ppt/notesSlides/notesSlide90.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theme/theme7.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0" r:id="rId3"/>
    <p:sldMasterId id="2147483672" r:id="rId4"/>
    <p:sldMasterId id="2147483684" r:id="rId5"/>
    <p:sldMasterId id="2147483696" r:id="rId6"/>
    <p:sldMasterId id="2147483708" r:id="rId7"/>
  </p:sldMasterIdLst>
  <p:notesMasterIdLst>
    <p:notesMasterId r:id="rId9"/>
  </p:notesMasterIdLst>
  <p:sldIdLst>
    <p:sldId id="714" r:id="rId8"/>
    <p:sldId id="791" r:id="rId10"/>
    <p:sldId id="716" r:id="rId11"/>
    <p:sldId id="778" r:id="rId12"/>
    <p:sldId id="715" r:id="rId13"/>
    <p:sldId id="777" r:id="rId14"/>
    <p:sldId id="717" r:id="rId15"/>
    <p:sldId id="718" r:id="rId16"/>
    <p:sldId id="722" r:id="rId17"/>
    <p:sldId id="723" r:id="rId18"/>
    <p:sldId id="720" r:id="rId19"/>
    <p:sldId id="721" r:id="rId20"/>
    <p:sldId id="724" r:id="rId21"/>
    <p:sldId id="780" r:id="rId22"/>
    <p:sldId id="782" r:id="rId23"/>
    <p:sldId id="781" r:id="rId24"/>
    <p:sldId id="783" r:id="rId25"/>
    <p:sldId id="784" r:id="rId26"/>
    <p:sldId id="785" r:id="rId27"/>
    <p:sldId id="628" r:id="rId28"/>
    <p:sldId id="789" r:id="rId29"/>
    <p:sldId id="790" r:id="rId30"/>
    <p:sldId id="725" r:id="rId31"/>
    <p:sldId id="726" r:id="rId32"/>
    <p:sldId id="727" r:id="rId33"/>
    <p:sldId id="728" r:id="rId34"/>
    <p:sldId id="729" r:id="rId35"/>
    <p:sldId id="730" r:id="rId36"/>
    <p:sldId id="731" r:id="rId37"/>
    <p:sldId id="732" r:id="rId38"/>
    <p:sldId id="733" r:id="rId39"/>
    <p:sldId id="734" r:id="rId40"/>
    <p:sldId id="737" r:id="rId41"/>
    <p:sldId id="787" r:id="rId42"/>
    <p:sldId id="792" r:id="rId43"/>
    <p:sldId id="793" r:id="rId44"/>
    <p:sldId id="741" r:id="rId45"/>
    <p:sldId id="742" r:id="rId46"/>
    <p:sldId id="743" r:id="rId47"/>
    <p:sldId id="744" r:id="rId48"/>
    <p:sldId id="745" r:id="rId49"/>
    <p:sldId id="746" r:id="rId50"/>
    <p:sldId id="747" r:id="rId51"/>
    <p:sldId id="748" r:id="rId52"/>
    <p:sldId id="749" r:id="rId53"/>
    <p:sldId id="750" r:id="rId54"/>
    <p:sldId id="771" r:id="rId55"/>
    <p:sldId id="760" r:id="rId56"/>
    <p:sldId id="772" r:id="rId57"/>
    <p:sldId id="753" r:id="rId58"/>
    <p:sldId id="754" r:id="rId59"/>
    <p:sldId id="755" r:id="rId60"/>
    <p:sldId id="756" r:id="rId61"/>
    <p:sldId id="757" r:id="rId62"/>
    <p:sldId id="758" r:id="rId63"/>
    <p:sldId id="759" r:id="rId64"/>
    <p:sldId id="761" r:id="rId65"/>
    <p:sldId id="762" r:id="rId66"/>
    <p:sldId id="763" r:id="rId67"/>
    <p:sldId id="764" r:id="rId68"/>
    <p:sldId id="765" r:id="rId69"/>
    <p:sldId id="766" r:id="rId70"/>
    <p:sldId id="767" r:id="rId71"/>
    <p:sldId id="768" r:id="rId72"/>
    <p:sldId id="769" r:id="rId73"/>
    <p:sldId id="794" r:id="rId74"/>
    <p:sldId id="795" r:id="rId75"/>
    <p:sldId id="796" r:id="rId76"/>
    <p:sldId id="797" r:id="rId77"/>
    <p:sldId id="798" r:id="rId78"/>
    <p:sldId id="799" r:id="rId79"/>
    <p:sldId id="800" r:id="rId80"/>
    <p:sldId id="801" r:id="rId81"/>
    <p:sldId id="802" r:id="rId82"/>
    <p:sldId id="803" r:id="rId83"/>
    <p:sldId id="804" r:id="rId84"/>
    <p:sldId id="770" r:id="rId85"/>
    <p:sldId id="662" r:id="rId86"/>
    <p:sldId id="773" r:id="rId87"/>
    <p:sldId id="774" r:id="rId88"/>
    <p:sldId id="775" r:id="rId89"/>
    <p:sldId id="776" r:id="rId90"/>
    <p:sldId id="805" r:id="rId91"/>
    <p:sldId id="806" r:id="rId92"/>
    <p:sldId id="807" r:id="rId93"/>
    <p:sldId id="810" r:id="rId94"/>
    <p:sldId id="808" r:id="rId95"/>
    <p:sldId id="809" r:id="rId96"/>
    <p:sldId id="811" r:id="rId97"/>
    <p:sldId id="812" r:id="rId98"/>
  </p:sldIdLst>
  <p:sldSz cx="9145905" cy="6854825"/>
  <p:notesSz cx="9926955" cy="6797675"/>
  <p:custDataLst>
    <p:tags r:id="rId102"/>
  </p:custDataLst>
  <p:defaultTextStyle>
    <a:defPPr>
      <a:defRPr lang="zh-CN"/>
    </a:defPPr>
    <a:lvl1pPr marL="0" lvl="0" indent="0" algn="l" defTabSz="914400" rtl="0" eaLnBrk="1" fontAlgn="base" latinLnBrk="0" hangingPunct="1">
      <a:lnSpc>
        <a:spcPct val="100000"/>
      </a:lnSpc>
      <a:spcBef>
        <a:spcPct val="0"/>
      </a:spcBef>
      <a:spcAft>
        <a:spcPct val="0"/>
      </a:spcAft>
      <a:buNone/>
      <a:defRPr sz="2000" b="1" i="0" u="none" kern="1200" baseline="0">
        <a:solidFill>
          <a:schemeClr val="tx1"/>
        </a:solidFill>
        <a:latin typeface="Times New Roman" panose="02020603050405020304" pitchFamily="18" charset="0"/>
        <a:ea typeface="宋体" panose="02010600030101010101" pitchFamily="2" charset="-122"/>
        <a:cs typeface="+mn-cs"/>
      </a:defRPr>
    </a:lvl1pPr>
    <a:lvl2pPr marL="457200" lvl="1" indent="0" algn="l" defTabSz="914400" rtl="0" eaLnBrk="1" fontAlgn="base" latinLnBrk="0" hangingPunct="1">
      <a:lnSpc>
        <a:spcPct val="100000"/>
      </a:lnSpc>
      <a:spcBef>
        <a:spcPct val="0"/>
      </a:spcBef>
      <a:spcAft>
        <a:spcPct val="0"/>
      </a:spcAft>
      <a:buNone/>
      <a:defRPr sz="2000" b="1"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000" b="1"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000" b="1"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000" b="1" i="0" u="none" kern="1200" baseline="0">
        <a:solidFill>
          <a:schemeClr val="tx1"/>
        </a:solidFill>
        <a:latin typeface="Times New Roman" panose="02020603050405020304" pitchFamily="18" charset="0"/>
        <a:ea typeface="宋体"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None/>
      <a:defRPr sz="2000" b="1" i="0" u="none" kern="1200" baseline="0">
        <a:solidFill>
          <a:schemeClr val="tx1"/>
        </a:solidFill>
        <a:latin typeface="Times New Roman" panose="02020603050405020304" pitchFamily="18" charset="0"/>
        <a:ea typeface="宋体"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None/>
      <a:defRPr sz="2000" b="1" i="0" u="none" kern="1200" baseline="0">
        <a:solidFill>
          <a:schemeClr val="tx1"/>
        </a:solidFill>
        <a:latin typeface="Times New Roman" panose="02020603050405020304" pitchFamily="18" charset="0"/>
        <a:ea typeface="宋体"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None/>
      <a:defRPr sz="2000" b="1" i="0" u="none" kern="1200" baseline="0">
        <a:solidFill>
          <a:schemeClr val="tx1"/>
        </a:solidFill>
        <a:latin typeface="Times New Roman" panose="02020603050405020304" pitchFamily="18" charset="0"/>
        <a:ea typeface="宋体"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None/>
      <a:defRPr sz="2000" b="1" i="0" u="none" kern="1200" baseline="0">
        <a:solidFill>
          <a:schemeClr val="tx1"/>
        </a:solidFill>
        <a:latin typeface="Times New Roman" panose="02020603050405020304" pitchFamily="18" charset="0"/>
        <a:ea typeface="宋体" panose="02010600030101010101" pitchFamily="2" charset="-122"/>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CC"/>
    <a:srgbClr val="B2B2B2"/>
    <a:srgbClr val="969696"/>
    <a:srgbClr val="808080"/>
    <a:srgbClr val="99FF66"/>
    <a:srgbClr val="CC0099"/>
    <a:srgbClr val="FF00FF"/>
    <a:srgbClr val="FF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horzBarState="maximized">
    <p:restoredLeft sz="15620"/>
    <p:restoredTop sz="73881"/>
  </p:normalViewPr>
  <p:slideViewPr>
    <p:cSldViewPr showGuides="1">
      <p:cViewPr varScale="1">
        <p:scale>
          <a:sx n="70" d="100"/>
          <a:sy n="70" d="100"/>
        </p:scale>
        <p:origin x="-1374" y="-90"/>
      </p:cViewPr>
      <p:guideLst>
        <p:guide orient="horz" pos="2141"/>
        <p:guide pos="2881"/>
      </p:guideLst>
    </p:cSldViewPr>
  </p:slideViewPr>
  <p:notesTextViewPr>
    <p:cViewPr>
      <p:scale>
        <a:sx n="1" d="1"/>
        <a:sy n="1" d="1"/>
      </p:scale>
      <p:origin x="0" y="0"/>
    </p:cViewPr>
  </p:notesTextViewPr>
  <p:gridSpacing cx="76199" cy="76199"/>
</p:viewPr>
</file>

<file path=ppt/_rels/presentation.xml.rels><?xml version="1.0" encoding="UTF-8" standalone="yes"?>
<Relationships xmlns="http://schemas.openxmlformats.org/package/2006/relationships"><Relationship Id="rId99" Type="http://schemas.openxmlformats.org/officeDocument/2006/relationships/presProps" Target="presProps.xml"/><Relationship Id="rId98" Type="http://schemas.openxmlformats.org/officeDocument/2006/relationships/slide" Target="slides/slide90.xml"/><Relationship Id="rId97" Type="http://schemas.openxmlformats.org/officeDocument/2006/relationships/slide" Target="slides/slide89.xml"/><Relationship Id="rId96" Type="http://schemas.openxmlformats.org/officeDocument/2006/relationships/slide" Target="slides/slide88.xml"/><Relationship Id="rId95" Type="http://schemas.openxmlformats.org/officeDocument/2006/relationships/slide" Target="slides/slide87.xml"/><Relationship Id="rId94" Type="http://schemas.openxmlformats.org/officeDocument/2006/relationships/slide" Target="slides/slide86.xml"/><Relationship Id="rId93" Type="http://schemas.openxmlformats.org/officeDocument/2006/relationships/slide" Target="slides/slide85.xml"/><Relationship Id="rId92" Type="http://schemas.openxmlformats.org/officeDocument/2006/relationships/slide" Target="slides/slide84.xml"/><Relationship Id="rId91" Type="http://schemas.openxmlformats.org/officeDocument/2006/relationships/slide" Target="slides/slide83.xml"/><Relationship Id="rId90" Type="http://schemas.openxmlformats.org/officeDocument/2006/relationships/slide" Target="slides/slide82.xml"/><Relationship Id="rId9" Type="http://schemas.openxmlformats.org/officeDocument/2006/relationships/notesMaster" Target="notesMasters/notesMaster1.xml"/><Relationship Id="rId89" Type="http://schemas.openxmlformats.org/officeDocument/2006/relationships/slide" Target="slides/slide81.xml"/><Relationship Id="rId88" Type="http://schemas.openxmlformats.org/officeDocument/2006/relationships/slide" Target="slides/slide80.xml"/><Relationship Id="rId87" Type="http://schemas.openxmlformats.org/officeDocument/2006/relationships/slide" Target="slides/slide79.xml"/><Relationship Id="rId86" Type="http://schemas.openxmlformats.org/officeDocument/2006/relationships/slide" Target="slides/slide78.xml"/><Relationship Id="rId85" Type="http://schemas.openxmlformats.org/officeDocument/2006/relationships/slide" Target="slides/slide77.xml"/><Relationship Id="rId84" Type="http://schemas.openxmlformats.org/officeDocument/2006/relationships/slide" Target="slides/slide76.xml"/><Relationship Id="rId83" Type="http://schemas.openxmlformats.org/officeDocument/2006/relationships/slide" Target="slides/slide75.xml"/><Relationship Id="rId82" Type="http://schemas.openxmlformats.org/officeDocument/2006/relationships/slide" Target="slides/slide74.xml"/><Relationship Id="rId81" Type="http://schemas.openxmlformats.org/officeDocument/2006/relationships/slide" Target="slides/slide73.xml"/><Relationship Id="rId80" Type="http://schemas.openxmlformats.org/officeDocument/2006/relationships/slide" Target="slides/slide72.xml"/><Relationship Id="rId8" Type="http://schemas.openxmlformats.org/officeDocument/2006/relationships/slide" Target="slides/slide1.xml"/><Relationship Id="rId79" Type="http://schemas.openxmlformats.org/officeDocument/2006/relationships/slide" Target="slides/slide71.xml"/><Relationship Id="rId78" Type="http://schemas.openxmlformats.org/officeDocument/2006/relationships/slide" Target="slides/slide70.xml"/><Relationship Id="rId77" Type="http://schemas.openxmlformats.org/officeDocument/2006/relationships/slide" Target="slides/slide69.xml"/><Relationship Id="rId76" Type="http://schemas.openxmlformats.org/officeDocument/2006/relationships/slide" Target="slides/slide68.xml"/><Relationship Id="rId75" Type="http://schemas.openxmlformats.org/officeDocument/2006/relationships/slide" Target="slides/slide67.xml"/><Relationship Id="rId74" Type="http://schemas.openxmlformats.org/officeDocument/2006/relationships/slide" Target="slides/slide66.xml"/><Relationship Id="rId73" Type="http://schemas.openxmlformats.org/officeDocument/2006/relationships/slide" Target="slides/slide65.xml"/><Relationship Id="rId72" Type="http://schemas.openxmlformats.org/officeDocument/2006/relationships/slide" Target="slides/slide64.xml"/><Relationship Id="rId71" Type="http://schemas.openxmlformats.org/officeDocument/2006/relationships/slide" Target="slides/slide63.xml"/><Relationship Id="rId70" Type="http://schemas.openxmlformats.org/officeDocument/2006/relationships/slide" Target="slides/slide62.xml"/><Relationship Id="rId7" Type="http://schemas.openxmlformats.org/officeDocument/2006/relationships/slideMaster" Target="slideMasters/slideMaster6.xml"/><Relationship Id="rId69" Type="http://schemas.openxmlformats.org/officeDocument/2006/relationships/slide" Target="slides/slide61.xml"/><Relationship Id="rId68" Type="http://schemas.openxmlformats.org/officeDocument/2006/relationships/slide" Target="slides/slide60.xml"/><Relationship Id="rId67" Type="http://schemas.openxmlformats.org/officeDocument/2006/relationships/slide" Target="slides/slide59.xml"/><Relationship Id="rId66" Type="http://schemas.openxmlformats.org/officeDocument/2006/relationships/slide" Target="slides/slide58.xml"/><Relationship Id="rId65" Type="http://schemas.openxmlformats.org/officeDocument/2006/relationships/slide" Target="slides/slide57.xml"/><Relationship Id="rId64" Type="http://schemas.openxmlformats.org/officeDocument/2006/relationships/slide" Target="slides/slide56.xml"/><Relationship Id="rId63" Type="http://schemas.openxmlformats.org/officeDocument/2006/relationships/slide" Target="slides/slide55.xml"/><Relationship Id="rId62" Type="http://schemas.openxmlformats.org/officeDocument/2006/relationships/slide" Target="slides/slide54.xml"/><Relationship Id="rId61" Type="http://schemas.openxmlformats.org/officeDocument/2006/relationships/slide" Target="slides/slide53.xml"/><Relationship Id="rId60" Type="http://schemas.openxmlformats.org/officeDocument/2006/relationships/slide" Target="slides/slide52.xml"/><Relationship Id="rId6" Type="http://schemas.openxmlformats.org/officeDocument/2006/relationships/slideMaster" Target="slideMasters/slideMaster5.xml"/><Relationship Id="rId59" Type="http://schemas.openxmlformats.org/officeDocument/2006/relationships/slide" Target="slides/slide51.xml"/><Relationship Id="rId58" Type="http://schemas.openxmlformats.org/officeDocument/2006/relationships/slide" Target="slides/slide50.xml"/><Relationship Id="rId57" Type="http://schemas.openxmlformats.org/officeDocument/2006/relationships/slide" Target="slides/slide49.xml"/><Relationship Id="rId56" Type="http://schemas.openxmlformats.org/officeDocument/2006/relationships/slide" Target="slides/slide48.xml"/><Relationship Id="rId55" Type="http://schemas.openxmlformats.org/officeDocument/2006/relationships/slide" Target="slides/slide47.xml"/><Relationship Id="rId54" Type="http://schemas.openxmlformats.org/officeDocument/2006/relationships/slide" Target="slides/slide46.xml"/><Relationship Id="rId53" Type="http://schemas.openxmlformats.org/officeDocument/2006/relationships/slide" Target="slides/slide45.xml"/><Relationship Id="rId52" Type="http://schemas.openxmlformats.org/officeDocument/2006/relationships/slide" Target="slides/slide44.xml"/><Relationship Id="rId51" Type="http://schemas.openxmlformats.org/officeDocument/2006/relationships/slide" Target="slides/slide43.xml"/><Relationship Id="rId50" Type="http://schemas.openxmlformats.org/officeDocument/2006/relationships/slide" Target="slides/slide42.xml"/><Relationship Id="rId5" Type="http://schemas.openxmlformats.org/officeDocument/2006/relationships/slideMaster" Target="slideMasters/slideMaster4.xml"/><Relationship Id="rId49" Type="http://schemas.openxmlformats.org/officeDocument/2006/relationships/slide" Target="slides/slide41.xml"/><Relationship Id="rId48" Type="http://schemas.openxmlformats.org/officeDocument/2006/relationships/slide" Target="slides/slide40.xml"/><Relationship Id="rId47" Type="http://schemas.openxmlformats.org/officeDocument/2006/relationships/slide" Target="slides/slide39.xml"/><Relationship Id="rId46" Type="http://schemas.openxmlformats.org/officeDocument/2006/relationships/slide" Target="slides/slide38.xml"/><Relationship Id="rId45" Type="http://schemas.openxmlformats.org/officeDocument/2006/relationships/slide" Target="slides/slide37.xml"/><Relationship Id="rId44" Type="http://schemas.openxmlformats.org/officeDocument/2006/relationships/slide" Target="slides/slide36.xml"/><Relationship Id="rId43" Type="http://schemas.openxmlformats.org/officeDocument/2006/relationships/slide" Target="slides/slide35.xml"/><Relationship Id="rId42" Type="http://schemas.openxmlformats.org/officeDocument/2006/relationships/slide" Target="slides/slide34.xml"/><Relationship Id="rId41" Type="http://schemas.openxmlformats.org/officeDocument/2006/relationships/slide" Target="slides/slide33.xml"/><Relationship Id="rId40" Type="http://schemas.openxmlformats.org/officeDocument/2006/relationships/slide" Target="slides/slide32.xml"/><Relationship Id="rId4" Type="http://schemas.openxmlformats.org/officeDocument/2006/relationships/slideMaster" Target="slideMasters/slideMaster3.xml"/><Relationship Id="rId39" Type="http://schemas.openxmlformats.org/officeDocument/2006/relationships/slide" Target="slides/slide31.xml"/><Relationship Id="rId38" Type="http://schemas.openxmlformats.org/officeDocument/2006/relationships/slide" Target="slides/slide30.xml"/><Relationship Id="rId37" Type="http://schemas.openxmlformats.org/officeDocument/2006/relationships/slide" Target="slides/slide29.xml"/><Relationship Id="rId36" Type="http://schemas.openxmlformats.org/officeDocument/2006/relationships/slide" Target="slides/slide28.xml"/><Relationship Id="rId35" Type="http://schemas.openxmlformats.org/officeDocument/2006/relationships/slide" Target="slides/slide27.xml"/><Relationship Id="rId34" Type="http://schemas.openxmlformats.org/officeDocument/2006/relationships/slide" Target="slides/slide26.xml"/><Relationship Id="rId33" Type="http://schemas.openxmlformats.org/officeDocument/2006/relationships/slide" Target="slides/slide25.xml"/><Relationship Id="rId32" Type="http://schemas.openxmlformats.org/officeDocument/2006/relationships/slide" Target="slides/slide24.xml"/><Relationship Id="rId31" Type="http://schemas.openxmlformats.org/officeDocument/2006/relationships/slide" Target="slides/slide23.xml"/><Relationship Id="rId30" Type="http://schemas.openxmlformats.org/officeDocument/2006/relationships/slide" Target="slides/slide22.xml"/><Relationship Id="rId3" Type="http://schemas.openxmlformats.org/officeDocument/2006/relationships/slideMaster" Target="slideMasters/slideMaster2.xml"/><Relationship Id="rId29" Type="http://schemas.openxmlformats.org/officeDocument/2006/relationships/slide" Target="slides/slide21.xml"/><Relationship Id="rId28" Type="http://schemas.openxmlformats.org/officeDocument/2006/relationships/slide" Target="slides/slide20.xml"/><Relationship Id="rId27" Type="http://schemas.openxmlformats.org/officeDocument/2006/relationships/slide" Target="slides/slide19.xml"/><Relationship Id="rId26" Type="http://schemas.openxmlformats.org/officeDocument/2006/relationships/slide" Target="slides/slide18.xml"/><Relationship Id="rId25" Type="http://schemas.openxmlformats.org/officeDocument/2006/relationships/slide" Target="slides/slide17.xml"/><Relationship Id="rId24" Type="http://schemas.openxmlformats.org/officeDocument/2006/relationships/slide" Target="slides/slide16.xml"/><Relationship Id="rId23" Type="http://schemas.openxmlformats.org/officeDocument/2006/relationships/slide" Target="slides/slide15.xml"/><Relationship Id="rId22" Type="http://schemas.openxmlformats.org/officeDocument/2006/relationships/slide" Target="slides/slide14.xml"/><Relationship Id="rId21" Type="http://schemas.openxmlformats.org/officeDocument/2006/relationships/slide" Target="slides/slide13.xml"/><Relationship Id="rId20" Type="http://schemas.openxmlformats.org/officeDocument/2006/relationships/slide" Target="slides/slide12.xml"/><Relationship Id="rId2" Type="http://schemas.openxmlformats.org/officeDocument/2006/relationships/theme" Target="theme/theme1.xml"/><Relationship Id="rId19" Type="http://schemas.openxmlformats.org/officeDocument/2006/relationships/slide" Target="slides/slide11.xml"/><Relationship Id="rId18" Type="http://schemas.openxmlformats.org/officeDocument/2006/relationships/slide" Target="slides/slide10.xml"/><Relationship Id="rId17" Type="http://schemas.openxmlformats.org/officeDocument/2006/relationships/slide" Target="slides/slide9.xml"/><Relationship Id="rId16" Type="http://schemas.openxmlformats.org/officeDocument/2006/relationships/slide" Target="slides/slide8.xml"/><Relationship Id="rId15" Type="http://schemas.openxmlformats.org/officeDocument/2006/relationships/slide" Target="slides/slide7.xml"/><Relationship Id="rId14" Type="http://schemas.openxmlformats.org/officeDocument/2006/relationships/slide" Target="slides/slide6.xml"/><Relationship Id="rId13" Type="http://schemas.openxmlformats.org/officeDocument/2006/relationships/slide" Target="slides/slide5.xml"/><Relationship Id="rId12" Type="http://schemas.openxmlformats.org/officeDocument/2006/relationships/slide" Target="slides/slide4.xml"/><Relationship Id="rId11" Type="http://schemas.openxmlformats.org/officeDocument/2006/relationships/slide" Target="slides/slide3.xml"/><Relationship Id="rId102" Type="http://schemas.openxmlformats.org/officeDocument/2006/relationships/tags" Target="tags/tag1.xml"/><Relationship Id="rId101" Type="http://schemas.openxmlformats.org/officeDocument/2006/relationships/tableStyles" Target="tableStyles.xml"/><Relationship Id="rId100" Type="http://schemas.openxmlformats.org/officeDocument/2006/relationships/viewProps" Target="viewProps.xml"/><Relationship Id="rId10" Type="http://schemas.openxmlformats.org/officeDocument/2006/relationships/slide" Target="slides/slide2.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1.png"/></Relationships>
</file>

<file path=ppt/drawings/_rels/vmlDrawing2.vml.rels><?xml version="1.0" encoding="UTF-8" standalone="yes"?>
<Relationships xmlns="http://schemas.openxmlformats.org/package/2006/relationships"><Relationship Id="rId1" Type="http://schemas.openxmlformats.org/officeDocument/2006/relationships/image" Target="../media/image1.png"/></Relationships>
</file>

<file path=ppt/drawings/_rels/vmlDrawing3.vml.rels><?xml version="1.0" encoding="UTF-8" standalone="yes"?>
<Relationships xmlns="http://schemas.openxmlformats.org/package/2006/relationships"><Relationship Id="rId1" Type="http://schemas.openxmlformats.org/officeDocument/2006/relationships/image" Target="../media/image1.png"/></Relationships>
</file>

<file path=ppt/drawings/_rels/vmlDrawing4.vml.rels><?xml version="1.0" encoding="UTF-8" standalone="yes"?>
<Relationships xmlns="http://schemas.openxmlformats.org/package/2006/relationships"><Relationship Id="rId1" Type="http://schemas.openxmlformats.org/officeDocument/2006/relationships/image" Target="../media/image1.png"/></Relationships>
</file>

<file path=ppt/drawings/_rels/vmlDrawing5.vml.rels><?xml version="1.0" encoding="UTF-8" standalone="yes"?>
<Relationships xmlns="http://schemas.openxmlformats.org/package/2006/relationships"><Relationship Id="rId1" Type="http://schemas.openxmlformats.org/officeDocument/2006/relationships/image" Target="../media/image1.png"/></Relationships>
</file>

<file path=ppt/drawings/_rels/vmlDrawing6.vml.rels><?xml version="1.0" encoding="UTF-8" standalone="yes"?>
<Relationships xmlns="http://schemas.openxmlformats.org/package/2006/relationships"><Relationship Id="rId1" Type="http://schemas.openxmlformats.org/officeDocument/2006/relationships/image" Target="../media/image1.png"/></Relationships>
</file>

<file path=ppt/drawings/_rels/vmlDrawing7.vml.rels><?xml version="1.0" encoding="UTF-8" standalone="yes"?>
<Relationships xmlns="http://schemas.openxmlformats.org/package/2006/relationships"><Relationship Id="rId1" Type="http://schemas.openxmlformats.org/officeDocument/2006/relationships/image" Target="../media/image4.e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7.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7170" name="Rectangle 2"/>
          <p:cNvSpPr>
            <a:spLocks noGrp="1" noChangeArrowheads="1"/>
          </p:cNvSpPr>
          <p:nvPr>
            <p:ph type="hdr" sz="quarter"/>
          </p:nvPr>
        </p:nvSpPr>
        <p:spPr bwMode="auto">
          <a:xfrm>
            <a:off x="0" y="0"/>
            <a:ext cx="4302125" cy="33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a:defRPr sz="1200" b="0">
                <a:latin typeface="Arial" panose="020B0604020202020204" pitchFamily="34" charset="0"/>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7171" name="Rectangle 3"/>
          <p:cNvSpPr>
            <a:spLocks noGrp="1" noChangeArrowheads="1"/>
          </p:cNvSpPr>
          <p:nvPr>
            <p:ph type="dt" idx="1"/>
          </p:nvPr>
        </p:nvSpPr>
        <p:spPr bwMode="auto">
          <a:xfrm>
            <a:off x="5622925" y="0"/>
            <a:ext cx="4302125" cy="33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algn="r">
              <a:defRPr sz="1200" b="0">
                <a:latin typeface="Arial" panose="020B0604020202020204" pitchFamily="34" charset="0"/>
              </a:defRPr>
            </a:lvl1pPr>
          </a:lstStyle>
          <a:p>
            <a:pPr marL="0" marR="0" lvl="0" indent="0" algn="r" defTabSz="914400" rtl="0" eaLnBrk="1" fontAlgn="base" latinLnBrk="0" hangingPunct="1">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00356" name="Rectangle 4"/>
          <p:cNvSpPr>
            <a:spLocks noGrp="1"/>
          </p:cNvSpPr>
          <p:nvPr>
            <p:ph type="sldImg" idx="2"/>
          </p:nvPr>
        </p:nvSpPr>
        <p:spPr>
          <a:xfrm>
            <a:off x="3262313" y="509588"/>
            <a:ext cx="3402012" cy="2549525"/>
          </a:xfrm>
          <a:prstGeom prst="rect">
            <a:avLst/>
          </a:prstGeom>
          <a:noFill/>
          <a:ln w="9525">
            <a:noFill/>
          </a:ln>
        </p:spPr>
      </p:sp>
      <p:sp>
        <p:nvSpPr>
          <p:cNvPr id="7173" name="Rectangle 5"/>
          <p:cNvSpPr>
            <a:spLocks noGrp="1" noChangeArrowheads="1"/>
          </p:cNvSpPr>
          <p:nvPr>
            <p:ph type="body" sz="quarter" idx="3"/>
          </p:nvPr>
        </p:nvSpPr>
        <p:spPr bwMode="auto">
          <a:xfrm>
            <a:off x="992188" y="3228975"/>
            <a:ext cx="7942263" cy="305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marL="0" marR="0" lvl="0"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t>单击此处编辑母版文本样式</a:t>
            </a:r>
            <a:endParaRPr kumimoji="0" lang="zh-CN" altLang="en-US" sz="12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a:p>
            <a:pPr marL="457200" marR="0" lvl="1"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t>第二级</a:t>
            </a:r>
            <a:endParaRPr kumimoji="0" lang="zh-CN" altLang="en-US" sz="12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a:p>
            <a:pPr marL="914400" marR="0" lvl="2"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t>第三级</a:t>
            </a:r>
            <a:endParaRPr kumimoji="0" lang="zh-CN" altLang="en-US" sz="12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a:p>
            <a:pPr marL="1371600" marR="0" lvl="3"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t>第四级</a:t>
            </a:r>
            <a:endParaRPr kumimoji="0" lang="zh-CN" altLang="en-US" sz="12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a:p>
            <a:pPr marL="1828800" marR="0" lvl="4"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t>第五级</a:t>
            </a:r>
            <a:endParaRPr kumimoji="0" lang="zh-CN" altLang="en-US" sz="12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7174" name="Rectangle 6"/>
          <p:cNvSpPr>
            <a:spLocks noGrp="1" noChangeArrowheads="1"/>
          </p:cNvSpPr>
          <p:nvPr>
            <p:ph type="ftr" sz="quarter" idx="4"/>
          </p:nvPr>
        </p:nvSpPr>
        <p:spPr bwMode="auto">
          <a:xfrm>
            <a:off x="0" y="6456363"/>
            <a:ext cx="4302125" cy="33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lstStyle>
            <a:lvl1pPr>
              <a:defRPr sz="1200" b="0">
                <a:latin typeface="Arial" panose="020B0604020202020204" pitchFamily="34" charset="0"/>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7175" name="Rectangle 7"/>
          <p:cNvSpPr>
            <a:spLocks noGrp="1" noChangeArrowheads="1"/>
          </p:cNvSpPr>
          <p:nvPr>
            <p:ph type="sldNum" sz="quarter" idx="5"/>
          </p:nvPr>
        </p:nvSpPr>
        <p:spPr bwMode="auto">
          <a:xfrm>
            <a:off x="5622925" y="6456363"/>
            <a:ext cx="4302125" cy="33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
            <a:pPr lvl="0" algn="r" eaLnBrk="1" hangingPunct="1">
              <a:buNone/>
            </a:pPr>
            <a:fld id="{9A0DB2DC-4C9A-4742-B13C-FB6460FD3503}" type="slidenum">
              <a:rPr lang="en-US" altLang="zh-CN" sz="1200" b="0" dirty="0">
                <a:latin typeface="Arial" panose="020B0604020202020204" pitchFamily="34" charset="0"/>
              </a:rPr>
            </a:fld>
            <a:endParaRPr lang="en-US" altLang="zh-CN" sz="1200" b="0" dirty="0">
              <a:latin typeface="Arial" panose="020B0604020202020204" pitchFamily="34" charset="0"/>
            </a:endParaRPr>
          </a:p>
        </p:txBody>
      </p:sp>
    </p:spTree>
  </p:cSld>
  <p:clrMap bg1="lt1" tx1="dk1" bg2="lt2" tx2="dk2" accent1="accent1" accent2="accent2" accent3="accent3" accent4="accent4" accent5="accent5" accent6="accent6" hlink="hlink" folHlink="folHlink"/>
  <p:hf sldNum="0" hdr="0" ftr="0" dt="0"/>
  <p:notesStyle>
    <a:lvl1pPr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1pPr>
    <a:lvl2pPr marL="4572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2.xml"/></Relationships>
</file>

<file path=ppt/notesSlides/_rels/notesSlide5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3.xml"/></Relationships>
</file>

<file path=ppt/notesSlides/_rels/notesSlide5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4.xml"/></Relationships>
</file>

<file path=ppt/notesSlides/_rels/notesSlide5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5.xml"/></Relationships>
</file>

<file path=ppt/notesSlides/_rels/notesSlide5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6.xml"/></Relationships>
</file>

<file path=ppt/notesSlides/_rels/notesSlide5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7.xml"/></Relationships>
</file>

<file path=ppt/notesSlides/_rels/notesSlide5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8.xml"/></Relationships>
</file>

<file path=ppt/notesSlides/_rels/notesSlide5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9.xml"/></Relationships>
</file>

<file path=ppt/notesSlides/_rels/notesSlide6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0.xml"/></Relationships>
</file>

<file path=ppt/notesSlides/_rels/notesSlide6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1.xml"/></Relationships>
</file>

<file path=ppt/notesSlides/_rels/notesSlide6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2.xml"/></Relationships>
</file>

<file path=ppt/notesSlides/_rels/notesSlide6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3.xml"/></Relationships>
</file>

<file path=ppt/notesSlides/_rels/notesSlide6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4.xml"/></Relationships>
</file>

<file path=ppt/notesSlides/_rels/notesSlide6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5.xml"/></Relationships>
</file>

<file path=ppt/notesSlides/_rels/notesSlide6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6.xml"/></Relationships>
</file>

<file path=ppt/notesSlides/_rels/notesSlide6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7.xml"/></Relationships>
</file>

<file path=ppt/notesSlides/_rels/notesSlide6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8.xml"/></Relationships>
</file>

<file path=ppt/notesSlides/_rels/notesSlide6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9.xml"/></Relationships>
</file>

<file path=ppt/notesSlides/_rels/notesSlide7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0.xml"/></Relationships>
</file>

<file path=ppt/notesSlides/_rels/notesSlide7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1.xml"/></Relationships>
</file>

<file path=ppt/notesSlides/_rels/notesSlide7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2.xml"/></Relationships>
</file>

<file path=ppt/notesSlides/_rels/notesSlide7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3.xml"/></Relationships>
</file>

<file path=ppt/notesSlides/_rels/notesSlide7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4.xml"/></Relationships>
</file>

<file path=ppt/notesSlides/_rels/notesSlide7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5.xml"/></Relationships>
</file>

<file path=ppt/notesSlides/_rels/notesSlide7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6.xml"/></Relationships>
</file>

<file path=ppt/notesSlides/_rels/notesSlide7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7.xml"/></Relationships>
</file>

<file path=ppt/notesSlides/_rels/notesSlide7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8.xml"/></Relationships>
</file>

<file path=ppt/notesSlides/_rels/notesSlide7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9.xml"/></Relationships>
</file>

<file path=ppt/notesSlides/_rels/notesSlide8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0.xml"/></Relationships>
</file>

<file path=ppt/notesSlides/_rels/notesSlide8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1.xml"/></Relationships>
</file>

<file path=ppt/notesSlides/_rels/notesSlide8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2.xml"/></Relationships>
</file>

<file path=ppt/notesSlides/_rels/notesSlide8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3.xml"/></Relationships>
</file>

<file path=ppt/notesSlides/_rels/notesSlide8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4.xml"/></Relationships>
</file>

<file path=ppt/notesSlides/_rels/notesSlide8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5.xml"/></Relationships>
</file>

<file path=ppt/notesSlides/_rels/notesSlide8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6.xml"/></Relationships>
</file>

<file path=ppt/notesSlides/_rels/notesSlide8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7.xml"/></Relationships>
</file>

<file path=ppt/notesSlides/_rels/notesSlide8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8.xml"/></Relationships>
</file>

<file path=ppt/notesSlides/_rels/notesSlide8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9.xml"/></Relationships>
</file>

<file path=ppt/notesSlides/_rels/notesSlide9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0.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p:sp>
        <p:nvSpPr>
          <p:cNvPr id="101378" name="Rectangle 2"/>
          <p:cNvSpPr>
            <a:spLocks noGrp="1" noRot="1" noChangeAspect="1" noTextEdit="1"/>
          </p:cNvSpPr>
          <p:nvPr>
            <p:ph type="sldImg"/>
          </p:nvPr>
        </p:nvSpPr>
        <p:spPr>
          <a:xfrm>
            <a:off x="3260725" y="508000"/>
            <a:ext cx="3402013" cy="2549525"/>
          </a:xfrm>
          <a:ln/>
        </p:spPr>
      </p:sp>
      <p:sp>
        <p:nvSpPr>
          <p:cNvPr id="101379" name="Rectangle 3"/>
          <p:cNvSpPr>
            <a:spLocks noGrp="1"/>
          </p:cNvSpPr>
          <p:nvPr>
            <p:ph type="body" idx="1"/>
          </p:nvPr>
        </p:nvSpPr>
        <p:spPr>
          <a:xfrm>
            <a:off x="990600" y="3227388"/>
            <a:ext cx="7942263" cy="3059112"/>
          </a:xfrm>
          <a:ln/>
        </p:spPr>
        <p:txBody>
          <a:bodyPr wrap="square" lIns="91440" tIns="45720" rIns="91440" bIns="45720" anchor="t" anchorCtr="0"/>
          <a:p>
            <a:pPr lvl="0"/>
            <a:r>
              <a:rPr lang="zh-CN" altLang="en-US" dirty="0"/>
              <a:t>学习目的：</a:t>
            </a:r>
            <a:endParaRPr lang="zh-CN" altLang="en-US" dirty="0"/>
          </a:p>
        </p:txBody>
      </p:sp>
    </p:spTree>
  </p:cSld>
  <p:clrMapOvr>
    <a:overrideClrMapping bg1="lt1" tx1="dk1" bg2="lt2" tx2="dk2" accent1="accent1" accent2="accent2" accent3="accent3" accent4="accent4" accent5="accent5" accent6="accent6" hlink="hlink" folHlink="folHlink"/>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p:sp>
        <p:nvSpPr>
          <p:cNvPr id="102402" name="Rectangle 2"/>
          <p:cNvSpPr>
            <a:spLocks noGrp="1" noRot="1" noChangeAspect="1" noTextEdit="1"/>
          </p:cNvSpPr>
          <p:nvPr>
            <p:ph type="sldImg"/>
          </p:nvPr>
        </p:nvSpPr>
        <p:spPr>
          <a:xfrm>
            <a:off x="3260725" y="508000"/>
            <a:ext cx="3402013" cy="2549525"/>
          </a:xfrm>
          <a:ln/>
        </p:spPr>
      </p:sp>
      <p:sp>
        <p:nvSpPr>
          <p:cNvPr id="102403" name="Rectangle 3"/>
          <p:cNvSpPr>
            <a:spLocks noGrp="1"/>
          </p:cNvSpPr>
          <p:nvPr>
            <p:ph type="body" idx="1"/>
          </p:nvPr>
        </p:nvSpPr>
        <p:spPr>
          <a:xfrm>
            <a:off x="990600" y="3227388"/>
            <a:ext cx="7942263" cy="3059112"/>
          </a:xfrm>
          <a:ln/>
        </p:spPr>
        <p:txBody>
          <a:bodyPr wrap="square" lIns="91440" tIns="45720" rIns="91440" bIns="45720" anchor="t" anchorCtr="0"/>
          <a:p>
            <a:pPr lvl="0"/>
            <a:r>
              <a:rPr lang="zh-CN" altLang="en-US" dirty="0"/>
              <a:t>学习目的：</a:t>
            </a:r>
            <a:endParaRPr lang="zh-CN" altLang="en-US" dirty="0"/>
          </a:p>
        </p:txBody>
      </p:sp>
    </p:spTree>
  </p:cSld>
  <p:clrMapOvr>
    <a:overrideClrMapping bg1="lt1" tx1="dk1" bg2="lt2" tx2="dk2" accent1="accent1" accent2="accent2" accent3="accent3" accent4="accent4" accent5="accent5" accent6="accent6" hlink="hlink" folHlink="folHlink"/>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03426" name="幻灯片图像占位符 1"/>
          <p:cNvSpPr>
            <a:spLocks noGrp="1" noRot="1" noChangeAspect="1" noTextEdit="1"/>
          </p:cNvSpPr>
          <p:nvPr>
            <p:ph type="sldImg"/>
          </p:nvPr>
        </p:nvSpPr>
        <p:spPr>
          <a:ln/>
        </p:spPr>
      </p:sp>
      <p:sp>
        <p:nvSpPr>
          <p:cNvPr id="103427" name="灯片编号占位符 3"/>
          <p:cNvSpPr txBox="1">
            <a:spLocks noGrp="1"/>
          </p:cNvSpPr>
          <p:nvPr>
            <p:ph type="sldNum" sz="quarter"/>
          </p:nvPr>
        </p:nvSpPr>
        <p:spPr>
          <a:xfrm>
            <a:off x="5622925" y="6456363"/>
            <a:ext cx="4302125" cy="339725"/>
          </a:xfrm>
          <a:prstGeom prst="rect">
            <a:avLst/>
          </a:prstGeom>
          <a:noFill/>
          <a:ln w="9525">
            <a:noFill/>
          </a:ln>
        </p:spPr>
        <p:txBody>
          <a:bodyPr anchor="b" anchorCtr="0"/>
          <a:p>
            <a:pPr lvl="0" algn="r" eaLnBrk="1" hangingPunct="1"/>
            <a:fld id="{9A0DB2DC-4C9A-4742-B13C-FB6460FD3503}" type="slidenum">
              <a:rPr lang="en-US" altLang="zh-CN" sz="1200" b="0" dirty="0">
                <a:latin typeface="Arial" panose="020B0604020202020204" pitchFamily="34" charset="0"/>
              </a:rPr>
            </a:fld>
            <a:endParaRPr lang="en-US" altLang="zh-CN" sz="1200" b="0" dirty="0">
              <a:latin typeface="Arial" panose="020B0604020202020204" pitchFamily="34" charset="0"/>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04450" name="Rectangle 7"/>
          <p:cNvSpPr txBox="1">
            <a:spLocks noGrp="1"/>
          </p:cNvSpPr>
          <p:nvPr>
            <p:ph type="sldNum" sz="quarter"/>
          </p:nvPr>
        </p:nvSpPr>
        <p:spPr>
          <a:xfrm>
            <a:off x="5622925" y="6456363"/>
            <a:ext cx="4302125" cy="339725"/>
          </a:xfrm>
          <a:prstGeom prst="rect">
            <a:avLst/>
          </a:prstGeom>
          <a:noFill/>
          <a:ln w="9525">
            <a:noFill/>
          </a:ln>
        </p:spPr>
        <p:txBody>
          <a:bodyPr anchor="b" anchorCtr="0"/>
          <a:p>
            <a:pPr lvl="0" algn="r" eaLnBrk="1" hangingPunct="1"/>
            <a:fld id="{9A0DB2DC-4C9A-4742-B13C-FB6460FD3503}" type="slidenum">
              <a:rPr lang="en-US" altLang="zh-CN" sz="1200" b="0" dirty="0">
                <a:latin typeface="Arial" panose="020B0604020202020204" pitchFamily="34" charset="0"/>
              </a:rPr>
            </a:fld>
            <a:endParaRPr lang="en-US" altLang="zh-CN" sz="1200" b="0" dirty="0">
              <a:latin typeface="Arial" panose="020B0604020202020204" pitchFamily="34" charset="0"/>
            </a:endParaRPr>
          </a:p>
        </p:txBody>
      </p:sp>
      <p:sp>
        <p:nvSpPr>
          <p:cNvPr id="104451" name="Rectangle 2"/>
          <p:cNvSpPr>
            <a:spLocks noTextEdit="1"/>
          </p:cNvSpPr>
          <p:nvPr>
            <p:ph type="sldImg"/>
          </p:nvPr>
        </p:nvSpPr>
        <p:spPr>
          <a:ln/>
        </p:spPr>
      </p:sp>
      <p:sp>
        <p:nvSpPr>
          <p:cNvPr id="104452" name="Rectangle 3"/>
          <p:cNvSpPr>
            <a:spLocks noGrp="1"/>
          </p:cNvSpPr>
          <p:nvPr>
            <p:ph type="body" idx="1"/>
          </p:nvPr>
        </p:nvSpPr>
        <p:spPr>
          <a:xfrm>
            <a:off x="992188" y="3228975"/>
            <a:ext cx="7942262" cy="3059113"/>
          </a:xfrm>
          <a:ln/>
        </p:spPr>
        <p:txBody>
          <a:bodyPr wrap="square" lIns="91440" tIns="45720" rIns="91440" bIns="45720" anchor="t" anchorCtr="0"/>
          <a:p>
            <a:pPr lvl="0"/>
            <a:endParaRPr lang="en-US" altLang="zh-CN" dirty="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p:sp>
        <p:nvSpPr>
          <p:cNvPr id="105474" name="Rectangle 7"/>
          <p:cNvSpPr txBox="1">
            <a:spLocks noGrp="1"/>
          </p:cNvSpPr>
          <p:nvPr/>
        </p:nvSpPr>
        <p:spPr>
          <a:xfrm>
            <a:off x="4216400" y="8607425"/>
            <a:ext cx="3225800" cy="454025"/>
          </a:xfrm>
          <a:prstGeom prst="rect">
            <a:avLst/>
          </a:prstGeom>
          <a:noFill/>
          <a:ln w="9525">
            <a:noFill/>
          </a:ln>
        </p:spPr>
        <p:txBody>
          <a:bodyPr anchor="b" anchorCtr="0"/>
          <a:p>
            <a:pPr lvl="0" eaLnBrk="1" hangingPunct="1"/>
            <a:fld id="{9A0DB2DC-4C9A-4742-B13C-FB6460FD3503}" type="slidenum">
              <a:rPr lang="en-US" altLang="zh-CN" sz="1200" dirty="0">
                <a:latin typeface="Arial" panose="020B0604020202020204" pitchFamily="34" charset="0"/>
              </a:rPr>
            </a:fld>
            <a:endParaRPr lang="en-US" altLang="zh-CN" sz="1200" dirty="0">
              <a:latin typeface="Arial" panose="020B0604020202020204" pitchFamily="34" charset="0"/>
            </a:endParaRPr>
          </a:p>
        </p:txBody>
      </p:sp>
      <p:sp>
        <p:nvSpPr>
          <p:cNvPr id="105475" name="Rectangle 2"/>
          <p:cNvSpPr>
            <a:spLocks noTextEdit="1"/>
          </p:cNvSpPr>
          <p:nvPr>
            <p:ph type="sldImg"/>
          </p:nvPr>
        </p:nvSpPr>
        <p:spPr>
          <a:xfrm>
            <a:off x="1454150" y="679450"/>
            <a:ext cx="4535488" cy="3398838"/>
          </a:xfrm>
          <a:ln/>
        </p:spPr>
      </p:sp>
    </p:spTree>
  </p:cSld>
  <p:clrMapOvr>
    <a:overrideClrMapping bg1="lt1" tx1="dk1" bg2="lt2" tx2="dk2" accent1="accent1" accent2="accent2" accent3="accent3" accent4="accent4" accent5="accent5" accent6="accent6" hlink="hlink" folHlink="folHlink"/>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p:sp>
        <p:nvSpPr>
          <p:cNvPr id="106498" name="Rectangle 7"/>
          <p:cNvSpPr txBox="1">
            <a:spLocks noGrp="1"/>
          </p:cNvSpPr>
          <p:nvPr/>
        </p:nvSpPr>
        <p:spPr>
          <a:xfrm>
            <a:off x="4216400" y="8607425"/>
            <a:ext cx="3225800" cy="454025"/>
          </a:xfrm>
          <a:prstGeom prst="rect">
            <a:avLst/>
          </a:prstGeom>
          <a:noFill/>
          <a:ln w="9525">
            <a:noFill/>
          </a:ln>
        </p:spPr>
        <p:txBody>
          <a:bodyPr anchor="b" anchorCtr="0"/>
          <a:p>
            <a:pPr lvl="0" eaLnBrk="1" hangingPunct="1"/>
            <a:fld id="{9A0DB2DC-4C9A-4742-B13C-FB6460FD3503}" type="slidenum">
              <a:rPr lang="en-US" altLang="zh-CN" sz="1200" dirty="0">
                <a:latin typeface="Arial" panose="020B0604020202020204" pitchFamily="34" charset="0"/>
              </a:rPr>
            </a:fld>
            <a:endParaRPr lang="en-US" altLang="zh-CN" sz="1200" dirty="0">
              <a:latin typeface="Arial" panose="020B0604020202020204" pitchFamily="34" charset="0"/>
            </a:endParaRPr>
          </a:p>
        </p:txBody>
      </p:sp>
      <p:sp>
        <p:nvSpPr>
          <p:cNvPr id="106499" name="Rectangle 2"/>
          <p:cNvSpPr>
            <a:spLocks noTextEdit="1"/>
          </p:cNvSpPr>
          <p:nvPr>
            <p:ph type="sldImg"/>
          </p:nvPr>
        </p:nvSpPr>
        <p:spPr>
          <a:xfrm>
            <a:off x="1454150" y="679450"/>
            <a:ext cx="4535488" cy="3398838"/>
          </a:xfrm>
          <a:ln/>
        </p:spPr>
      </p:sp>
    </p:spTree>
  </p:cSld>
  <p:clrMapOvr>
    <a:overrideClrMapping bg1="lt1" tx1="dk1" bg2="lt2" tx2="dk2" accent1="accent1" accent2="accent2" accent3="accent3" accent4="accent4" accent5="accent5" accent6="accent6" hlink="hlink" folHlink="folHlink"/>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07522" name="Rectangle 2"/>
          <p:cNvSpPr>
            <a:spLocks noGrp="1" noTextEdit="1"/>
          </p:cNvSpPr>
          <p:nvPr>
            <p:ph type="sldImg"/>
          </p:nvPr>
        </p:nvSpPr>
        <p:spPr>
          <a:ln/>
        </p:spPr>
      </p:sp>
      <p:sp>
        <p:nvSpPr>
          <p:cNvPr id="107523" name="Rectangle 3"/>
          <p:cNvSpPr>
            <a:spLocks noGrp="1"/>
          </p:cNvSpPr>
          <p:nvPr>
            <p:ph type="body" idx="1"/>
          </p:nvPr>
        </p:nvSpPr>
        <p:spPr>
          <a:xfrm>
            <a:off x="992188" y="3228975"/>
            <a:ext cx="7942262" cy="3059113"/>
          </a:xfrm>
          <a:ln/>
        </p:spPr>
        <p:txBody>
          <a:bodyPr wrap="square" lIns="91440" tIns="45720" rIns="91440" bIns="45720" anchor="t" anchorCtr="0"/>
          <a:p>
            <a:pPr lvl="0"/>
            <a:endParaRPr lang="zh-CN" altLang="en-US" dirty="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08546" name="幻灯片图像占位符 1"/>
          <p:cNvSpPr>
            <a:spLocks noGrp="1" noRot="1" noChangeAspect="1" noTextEdit="1"/>
          </p:cNvSpPr>
          <p:nvPr>
            <p:ph type="sldImg"/>
          </p:nvPr>
        </p:nvSpPr>
        <p:spPr>
          <a:ln/>
        </p:spPr>
      </p:sp>
      <p:sp>
        <p:nvSpPr>
          <p:cNvPr id="108547" name="备注占位符 2"/>
          <p:cNvSpPr>
            <a:spLocks noGrp="1"/>
          </p:cNvSpPr>
          <p:nvPr>
            <p:ph type="body" idx="1"/>
          </p:nvPr>
        </p:nvSpPr>
        <p:spPr>
          <a:xfrm>
            <a:off x="992188" y="3228975"/>
            <a:ext cx="7942262" cy="3059113"/>
          </a:xfrm>
          <a:ln/>
        </p:spPr>
        <p:txBody>
          <a:bodyPr wrap="square" lIns="91440" tIns="45720" rIns="91440" bIns="45720" anchor="t" anchorCtr="0"/>
          <a:p>
            <a:pPr lvl="0"/>
            <a:endParaRPr lang="zh-CN" altLang="en-US" dirty="0"/>
          </a:p>
        </p:txBody>
      </p:sp>
      <p:sp>
        <p:nvSpPr>
          <p:cNvPr id="108548" name="灯片编号占位符 3"/>
          <p:cNvSpPr txBox="1">
            <a:spLocks noGrp="1"/>
          </p:cNvSpPr>
          <p:nvPr>
            <p:ph type="sldNum" sz="quarter"/>
          </p:nvPr>
        </p:nvSpPr>
        <p:spPr>
          <a:xfrm>
            <a:off x="5622925" y="6456363"/>
            <a:ext cx="4302125" cy="339725"/>
          </a:xfrm>
          <a:prstGeom prst="rect">
            <a:avLst/>
          </a:prstGeom>
          <a:noFill/>
          <a:ln w="9525">
            <a:noFill/>
          </a:ln>
        </p:spPr>
        <p:txBody>
          <a:bodyPr anchor="b" anchorCtr="0"/>
          <a:p>
            <a:pPr lvl="0" algn="r" eaLnBrk="1" hangingPunct="1"/>
            <a:fld id="{9A0DB2DC-4C9A-4742-B13C-FB6460FD3503}" type="slidenum">
              <a:rPr lang="en-US" altLang="zh-CN" sz="1200" b="0" dirty="0">
                <a:latin typeface="Arial" panose="020B0604020202020204" pitchFamily="34" charset="0"/>
              </a:rPr>
            </a:fld>
            <a:endParaRPr lang="en-US" altLang="zh-CN" sz="1200" b="0" dirty="0">
              <a:latin typeface="Arial" panose="020B0604020202020204" pitchFamily="34" charset="0"/>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p:sp>
        <p:nvSpPr>
          <p:cNvPr id="109570" name="Rectangle 2"/>
          <p:cNvSpPr>
            <a:spLocks noGrp="1" noTextEdit="1"/>
          </p:cNvSpPr>
          <p:nvPr>
            <p:ph type="sldImg"/>
          </p:nvPr>
        </p:nvSpPr>
        <p:spPr>
          <a:ln w="1"/>
        </p:spPr>
      </p:sp>
    </p:spTree>
  </p:cSld>
  <p:clrMapOvr>
    <a:overrideClrMapping bg1="lt1" tx1="dk1" bg2="lt2" tx2="dk2" accent1="accent1" accent2="accent2" accent3="accent3" accent4="accent4" accent5="accent5" accent6="accent6" hlink="hlink" folHlink="folHlink"/>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p:sp>
        <p:nvSpPr>
          <p:cNvPr id="110594" name="Rectangle 2"/>
          <p:cNvSpPr>
            <a:spLocks noGrp="1" noTextEdit="1"/>
          </p:cNvSpPr>
          <p:nvPr>
            <p:ph type="sldImg"/>
          </p:nvPr>
        </p:nvSpPr>
        <p:spPr>
          <a:xfrm>
            <a:off x="3260725" y="509588"/>
            <a:ext cx="3402013" cy="2549525"/>
          </a:xfrm>
          <a:ln w="1"/>
        </p:spPr>
      </p:sp>
    </p:spTree>
  </p:cSld>
  <p:clrMapOvr>
    <a:overrideClrMapping bg1="lt1" tx1="dk1" bg2="lt2" tx2="dk2" accent1="accent1" accent2="accent2" accent3="accent3" accent4="accent4" accent5="accent5" accent6="accent6" hlink="hlink" folHlink="folHlink"/>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11618" name="Rectangle 2"/>
          <p:cNvSpPr>
            <a:spLocks noGrp="1" noTextEdit="1"/>
          </p:cNvSpPr>
          <p:nvPr>
            <p:ph type="sldImg"/>
          </p:nvPr>
        </p:nvSpPr>
        <p:spPr>
          <a:ln/>
        </p:spPr>
      </p:sp>
      <p:sp>
        <p:nvSpPr>
          <p:cNvPr id="111619" name="Rectangle 3"/>
          <p:cNvSpPr>
            <a:spLocks noGrp="1"/>
          </p:cNvSpPr>
          <p:nvPr>
            <p:ph type="body" idx="1"/>
          </p:nvPr>
        </p:nvSpPr>
        <p:spPr>
          <a:xfrm>
            <a:off x="992188" y="3228975"/>
            <a:ext cx="7942262" cy="3059113"/>
          </a:xfrm>
          <a:ln/>
        </p:spPr>
        <p:txBody>
          <a:bodyPr wrap="square" lIns="91440" tIns="45720" rIns="91440" bIns="45720" anchor="t" anchorCtr="0"/>
          <a:p>
            <a:pPr lvl="0"/>
            <a:endParaRPr lang="zh-CN" altLang="en-US" dirty="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12642" name="Rectangle 2"/>
          <p:cNvSpPr>
            <a:spLocks noGrp="1" noTextEdit="1"/>
          </p:cNvSpPr>
          <p:nvPr>
            <p:ph type="sldImg"/>
          </p:nvPr>
        </p:nvSpPr>
        <p:spPr>
          <a:ln/>
        </p:spPr>
      </p:sp>
      <p:sp>
        <p:nvSpPr>
          <p:cNvPr id="112643" name="Rectangle 3"/>
          <p:cNvSpPr>
            <a:spLocks noGrp="1"/>
          </p:cNvSpPr>
          <p:nvPr>
            <p:ph type="body" idx="1"/>
          </p:nvPr>
        </p:nvSpPr>
        <p:spPr>
          <a:xfrm>
            <a:off x="992188" y="3228975"/>
            <a:ext cx="7942262" cy="3059113"/>
          </a:xfrm>
          <a:ln/>
        </p:spPr>
        <p:txBody>
          <a:bodyPr wrap="square" lIns="91440" tIns="45720" rIns="91440" bIns="45720" anchor="t" anchorCtr="0"/>
          <a:p>
            <a:pPr lvl="0"/>
            <a:endParaRPr lang="zh-CN" altLang="en-US" dirty="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p:sp>
        <p:nvSpPr>
          <p:cNvPr id="113666" name="Rectangle 2"/>
          <p:cNvSpPr>
            <a:spLocks noGrp="1" noRot="1" noChangeAspect="1" noTextEdit="1"/>
          </p:cNvSpPr>
          <p:nvPr>
            <p:ph type="sldImg"/>
          </p:nvPr>
        </p:nvSpPr>
        <p:spPr>
          <a:xfrm>
            <a:off x="3260725" y="509588"/>
            <a:ext cx="3402013" cy="2549525"/>
          </a:xfrm>
          <a:ln/>
        </p:spPr>
      </p:sp>
      <p:sp>
        <p:nvSpPr>
          <p:cNvPr id="113667" name="Rectangle 3"/>
          <p:cNvSpPr>
            <a:spLocks noGrp="1"/>
          </p:cNvSpPr>
          <p:nvPr>
            <p:ph type="body" idx="1"/>
          </p:nvPr>
        </p:nvSpPr>
        <p:spPr>
          <a:xfrm>
            <a:off x="990600" y="3227388"/>
            <a:ext cx="7942263" cy="3060700"/>
          </a:xfrm>
          <a:ln/>
        </p:spPr>
        <p:txBody>
          <a:bodyPr wrap="square" lIns="91440" tIns="45720" rIns="91440" bIns="45720" anchor="t" anchorCtr="0"/>
          <a:p>
            <a:pPr lvl="0"/>
            <a:r>
              <a:rPr lang="zh-CN" altLang="en-US" dirty="0"/>
              <a:t>学习目的：</a:t>
            </a:r>
            <a:endParaRPr lang="zh-CN" altLang="en-US" dirty="0"/>
          </a:p>
        </p:txBody>
      </p:sp>
    </p:spTree>
  </p:cSld>
  <p:clrMapOvr>
    <a:overrideClrMapping bg1="lt1" tx1="dk1" bg2="lt2" tx2="dk2" accent1="accent1" accent2="accent2" accent3="accent3" accent4="accent4" accent5="accent5" accent6="accent6" hlink="hlink" folHlink="folHlink"/>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p:sp>
        <p:nvSpPr>
          <p:cNvPr id="114690" name="Rectangle 2"/>
          <p:cNvSpPr>
            <a:spLocks noGrp="1" noRot="1" noChangeAspect="1" noTextEdit="1"/>
          </p:cNvSpPr>
          <p:nvPr>
            <p:ph type="sldImg"/>
          </p:nvPr>
        </p:nvSpPr>
        <p:spPr>
          <a:xfrm>
            <a:off x="3260725" y="509588"/>
            <a:ext cx="3402013" cy="2549525"/>
          </a:xfrm>
          <a:ln/>
        </p:spPr>
      </p:sp>
      <p:sp>
        <p:nvSpPr>
          <p:cNvPr id="114691" name="Rectangle 3"/>
          <p:cNvSpPr>
            <a:spLocks noGrp="1"/>
          </p:cNvSpPr>
          <p:nvPr>
            <p:ph type="body" idx="1"/>
          </p:nvPr>
        </p:nvSpPr>
        <p:spPr>
          <a:xfrm>
            <a:off x="990600" y="3227388"/>
            <a:ext cx="7942263" cy="3060700"/>
          </a:xfrm>
          <a:ln/>
        </p:spPr>
        <p:txBody>
          <a:bodyPr wrap="square" lIns="91440" tIns="45720" rIns="91440" bIns="45720" anchor="t" anchorCtr="0"/>
          <a:p>
            <a:pPr lvl="0"/>
            <a:r>
              <a:rPr lang="zh-CN" altLang="en-US" dirty="0"/>
              <a:t>学习目的：</a:t>
            </a:r>
            <a:endParaRPr lang="zh-CN" altLang="en-US" dirty="0"/>
          </a:p>
        </p:txBody>
      </p:sp>
    </p:spTree>
  </p:cSld>
  <p:clrMapOvr>
    <a:overrideClrMapping bg1="lt1" tx1="dk1" bg2="lt2" tx2="dk2" accent1="accent1" accent2="accent2" accent3="accent3" accent4="accent4" accent5="accent5" accent6="accent6" hlink="hlink" folHlink="folHlink"/>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p:sp>
        <p:nvSpPr>
          <p:cNvPr id="115714" name="Rectangle 2"/>
          <p:cNvSpPr>
            <a:spLocks noGrp="1" noRot="1" noChangeAspect="1" noTextEdit="1"/>
          </p:cNvSpPr>
          <p:nvPr>
            <p:ph type="sldImg"/>
          </p:nvPr>
        </p:nvSpPr>
        <p:spPr>
          <a:xfrm>
            <a:off x="3260725" y="509588"/>
            <a:ext cx="3402013" cy="2549525"/>
          </a:xfrm>
          <a:ln/>
        </p:spPr>
      </p:sp>
      <p:sp>
        <p:nvSpPr>
          <p:cNvPr id="115715" name="Rectangle 3"/>
          <p:cNvSpPr>
            <a:spLocks noGrp="1"/>
          </p:cNvSpPr>
          <p:nvPr>
            <p:ph type="body" idx="1"/>
          </p:nvPr>
        </p:nvSpPr>
        <p:spPr>
          <a:xfrm>
            <a:off x="990600" y="3227388"/>
            <a:ext cx="7942263" cy="3060700"/>
          </a:xfrm>
          <a:ln/>
        </p:spPr>
        <p:txBody>
          <a:bodyPr wrap="square" lIns="91440" tIns="45720" rIns="91440" bIns="45720" anchor="t" anchorCtr="0"/>
          <a:p>
            <a:pPr lvl="0"/>
            <a:r>
              <a:rPr lang="zh-CN" altLang="en-US" dirty="0"/>
              <a:t>学习目的：</a:t>
            </a:r>
            <a:endParaRPr lang="zh-CN" altLang="en-US" dirty="0"/>
          </a:p>
        </p:txBody>
      </p:sp>
    </p:spTree>
  </p:cSld>
  <p:clrMapOvr>
    <a:overrideClrMapping bg1="lt1" tx1="dk1" bg2="lt2" tx2="dk2" accent1="accent1" accent2="accent2" accent3="accent3" accent4="accent4" accent5="accent5" accent6="accent6" hlink="hlink" folHlink="folHlink"/>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p:sp>
        <p:nvSpPr>
          <p:cNvPr id="116738" name="Rectangle 2"/>
          <p:cNvSpPr>
            <a:spLocks noGrp="1" noRot="1" noChangeAspect="1" noTextEdit="1"/>
          </p:cNvSpPr>
          <p:nvPr>
            <p:ph type="sldImg"/>
          </p:nvPr>
        </p:nvSpPr>
        <p:spPr>
          <a:xfrm>
            <a:off x="3260725" y="509588"/>
            <a:ext cx="3402013" cy="2549525"/>
          </a:xfrm>
          <a:ln/>
        </p:spPr>
      </p:sp>
      <p:sp>
        <p:nvSpPr>
          <p:cNvPr id="116739" name="Rectangle 3"/>
          <p:cNvSpPr>
            <a:spLocks noGrp="1"/>
          </p:cNvSpPr>
          <p:nvPr>
            <p:ph type="body" idx="1"/>
          </p:nvPr>
        </p:nvSpPr>
        <p:spPr>
          <a:xfrm>
            <a:off x="990600" y="3227388"/>
            <a:ext cx="7942263" cy="3060700"/>
          </a:xfrm>
          <a:ln/>
        </p:spPr>
        <p:txBody>
          <a:bodyPr wrap="square" lIns="91440" tIns="45720" rIns="91440" bIns="45720" anchor="t" anchorCtr="0"/>
          <a:p>
            <a:pPr lvl="0"/>
            <a:r>
              <a:rPr lang="zh-CN" altLang="en-US" dirty="0"/>
              <a:t>学习目的：</a:t>
            </a:r>
            <a:endParaRPr lang="zh-CN" altLang="en-US" dirty="0"/>
          </a:p>
        </p:txBody>
      </p:sp>
    </p:spTree>
  </p:cSld>
  <p:clrMapOvr>
    <a:overrideClrMapping bg1="lt1" tx1="dk1" bg2="lt2" tx2="dk2" accent1="accent1" accent2="accent2" accent3="accent3" accent4="accent4" accent5="accent5" accent6="accent6" hlink="hlink" folHlink="folHlink"/>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p:sp>
        <p:nvSpPr>
          <p:cNvPr id="117762" name="Rectangle 2"/>
          <p:cNvSpPr>
            <a:spLocks noGrp="1" noRot="1" noChangeAspect="1" noTextEdit="1"/>
          </p:cNvSpPr>
          <p:nvPr>
            <p:ph type="sldImg"/>
          </p:nvPr>
        </p:nvSpPr>
        <p:spPr>
          <a:xfrm>
            <a:off x="3260725" y="509588"/>
            <a:ext cx="3402013" cy="2549525"/>
          </a:xfrm>
          <a:ln/>
        </p:spPr>
      </p:sp>
      <p:sp>
        <p:nvSpPr>
          <p:cNvPr id="117763" name="Rectangle 3"/>
          <p:cNvSpPr>
            <a:spLocks noGrp="1"/>
          </p:cNvSpPr>
          <p:nvPr>
            <p:ph type="body" idx="1"/>
          </p:nvPr>
        </p:nvSpPr>
        <p:spPr>
          <a:xfrm>
            <a:off x="990600" y="3227388"/>
            <a:ext cx="7942263" cy="3060700"/>
          </a:xfrm>
          <a:ln/>
        </p:spPr>
        <p:txBody>
          <a:bodyPr wrap="square" lIns="91440" tIns="45720" rIns="91440" bIns="45720" anchor="t" anchorCtr="0"/>
          <a:p>
            <a:pPr lvl="0"/>
            <a:r>
              <a:rPr lang="zh-CN" altLang="en-US" dirty="0"/>
              <a:t>学习目的：</a:t>
            </a:r>
            <a:endParaRPr lang="zh-CN" altLang="en-US" dirty="0"/>
          </a:p>
        </p:txBody>
      </p:sp>
    </p:spTree>
  </p:cSld>
  <p:clrMapOvr>
    <a:overrideClrMapping bg1="lt1" tx1="dk1" bg2="lt2" tx2="dk2" accent1="accent1" accent2="accent2" accent3="accent3" accent4="accent4" accent5="accent5" accent6="accent6" hlink="hlink" folHlink="folHlink"/>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p:sp>
        <p:nvSpPr>
          <p:cNvPr id="118786" name="Rectangle 2"/>
          <p:cNvSpPr>
            <a:spLocks noGrp="1" noRot="1" noChangeAspect="1" noTextEdit="1"/>
          </p:cNvSpPr>
          <p:nvPr>
            <p:ph type="sldImg"/>
          </p:nvPr>
        </p:nvSpPr>
        <p:spPr>
          <a:xfrm>
            <a:off x="3260725" y="509588"/>
            <a:ext cx="3402013" cy="2549525"/>
          </a:xfrm>
          <a:ln/>
        </p:spPr>
      </p:sp>
      <p:sp>
        <p:nvSpPr>
          <p:cNvPr id="118787" name="Rectangle 3"/>
          <p:cNvSpPr>
            <a:spLocks noGrp="1"/>
          </p:cNvSpPr>
          <p:nvPr>
            <p:ph type="body" idx="1"/>
          </p:nvPr>
        </p:nvSpPr>
        <p:spPr>
          <a:xfrm>
            <a:off x="990600" y="3227388"/>
            <a:ext cx="7942263" cy="3060700"/>
          </a:xfrm>
          <a:ln/>
        </p:spPr>
        <p:txBody>
          <a:bodyPr wrap="square" lIns="91440" tIns="45720" rIns="91440" bIns="45720" anchor="t" anchorCtr="0"/>
          <a:p>
            <a:pPr lvl="0"/>
            <a:r>
              <a:rPr lang="zh-CN" altLang="en-US" dirty="0"/>
              <a:t>学习目的：</a:t>
            </a:r>
            <a:endParaRPr lang="zh-CN" altLang="en-US" dirty="0"/>
          </a:p>
        </p:txBody>
      </p:sp>
    </p:spTree>
  </p:cSld>
  <p:clrMapOvr>
    <a:overrideClrMapping bg1="lt1" tx1="dk1" bg2="lt2" tx2="dk2" accent1="accent1" accent2="accent2" accent3="accent3" accent4="accent4" accent5="accent5" accent6="accent6" hlink="hlink" folHlink="folHlink"/>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p:sp>
        <p:nvSpPr>
          <p:cNvPr id="119810" name="Rectangle 2"/>
          <p:cNvSpPr>
            <a:spLocks noGrp="1" noRot="1" noChangeAspect="1" noTextEdit="1"/>
          </p:cNvSpPr>
          <p:nvPr>
            <p:ph type="sldImg"/>
          </p:nvPr>
        </p:nvSpPr>
        <p:spPr>
          <a:xfrm>
            <a:off x="3260725" y="509588"/>
            <a:ext cx="3402013" cy="2549525"/>
          </a:xfrm>
          <a:ln/>
        </p:spPr>
      </p:sp>
      <p:sp>
        <p:nvSpPr>
          <p:cNvPr id="119811" name="Rectangle 3"/>
          <p:cNvSpPr>
            <a:spLocks noGrp="1"/>
          </p:cNvSpPr>
          <p:nvPr>
            <p:ph type="body" idx="1"/>
          </p:nvPr>
        </p:nvSpPr>
        <p:spPr>
          <a:xfrm>
            <a:off x="990600" y="3227388"/>
            <a:ext cx="7942263" cy="3060700"/>
          </a:xfrm>
          <a:ln/>
        </p:spPr>
        <p:txBody>
          <a:bodyPr wrap="square" lIns="91440" tIns="45720" rIns="91440" bIns="45720" anchor="t" anchorCtr="0"/>
          <a:p>
            <a:pPr lvl="0"/>
            <a:r>
              <a:rPr lang="zh-CN" altLang="en-US" dirty="0"/>
              <a:t>系统是如何实施自主访问控制的？用户是通过一些应用程序执行读写文件操作</a:t>
            </a:r>
            <a:endParaRPr lang="zh-CN" altLang="en-US" dirty="0"/>
          </a:p>
        </p:txBody>
      </p:sp>
    </p:spTree>
  </p:cSld>
  <p:clrMapOvr>
    <a:overrideClrMapping bg1="lt1" tx1="dk1" bg2="lt2" tx2="dk2" accent1="accent1" accent2="accent2" accent3="accent3" accent4="accent4" accent5="accent5" accent6="accent6" hlink="hlink" folHlink="folHlink"/>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p:sp>
        <p:nvSpPr>
          <p:cNvPr id="120834" name="Rectangle 2"/>
          <p:cNvSpPr>
            <a:spLocks noGrp="1" noTextEdit="1"/>
          </p:cNvSpPr>
          <p:nvPr>
            <p:ph type="sldImg"/>
          </p:nvPr>
        </p:nvSpPr>
        <p:spPr>
          <a:ln w="1"/>
        </p:spPr>
      </p:sp>
      <p:sp>
        <p:nvSpPr>
          <p:cNvPr id="120835" name="Rectangle 3"/>
          <p:cNvSpPr>
            <a:spLocks noGrp="1"/>
          </p:cNvSpPr>
          <p:nvPr>
            <p:ph type="body" idx="1"/>
          </p:nvPr>
        </p:nvSpPr>
        <p:spPr>
          <a:xfrm>
            <a:off x="992188" y="3228975"/>
            <a:ext cx="7942262" cy="3059113"/>
          </a:xfrm>
          <a:ln w="1"/>
        </p:spPr>
        <p:txBody>
          <a:bodyPr wrap="square" lIns="91440" tIns="45720" rIns="91440" bIns="45720" anchor="t" anchorCtr="0"/>
          <a:p>
            <a:pPr lvl="0"/>
            <a:r>
              <a:rPr lang="zh-CN" altLang="en-US" dirty="0"/>
              <a:t>进程是操作系统中最基本、最重要的概念</a:t>
            </a:r>
            <a:endParaRPr lang="zh-CN" altLang="en-US" dirty="0"/>
          </a:p>
        </p:txBody>
      </p:sp>
    </p:spTree>
  </p:cSld>
  <p:clrMapOvr>
    <a:overrideClrMapping bg1="lt1" tx1="dk1" bg2="lt2" tx2="dk2" accent1="accent1" accent2="accent2" accent3="accent3" accent4="accent4" accent5="accent5" accent6="accent6" hlink="hlink" folHlink="folHlink"/>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p:sp>
        <p:nvSpPr>
          <p:cNvPr id="121858" name="Rectangle 2"/>
          <p:cNvSpPr>
            <a:spLocks noGrp="1" noTextEdit="1"/>
          </p:cNvSpPr>
          <p:nvPr>
            <p:ph type="sldImg"/>
          </p:nvPr>
        </p:nvSpPr>
        <p:spPr>
          <a:ln w="1"/>
        </p:spPr>
      </p:sp>
      <p:sp>
        <p:nvSpPr>
          <p:cNvPr id="121859" name="Rectangle 3"/>
          <p:cNvSpPr>
            <a:spLocks noGrp="1"/>
          </p:cNvSpPr>
          <p:nvPr>
            <p:ph type="body" idx="1"/>
          </p:nvPr>
        </p:nvSpPr>
        <p:spPr>
          <a:xfrm>
            <a:off x="992188" y="3228975"/>
            <a:ext cx="7942262" cy="3059113"/>
          </a:xfrm>
          <a:ln w="1"/>
        </p:spPr>
        <p:txBody>
          <a:bodyPr wrap="square" lIns="91440" tIns="45720" rIns="91440" bIns="45720" anchor="t" anchorCtr="0"/>
          <a:p>
            <a:pPr lvl="0"/>
            <a:r>
              <a:rPr lang="zh-CN" altLang="en-US" dirty="0"/>
              <a:t>进程是操作系统中最基本、最重要的概念</a:t>
            </a:r>
            <a:endParaRPr lang="zh-CN" altLang="en-US" dirty="0"/>
          </a:p>
        </p:txBody>
      </p:sp>
    </p:spTree>
  </p:cSld>
  <p:clrMapOvr>
    <a:overrideClrMapping bg1="lt1" tx1="dk1" bg2="lt2" tx2="dk2" accent1="accent1" accent2="accent2" accent3="accent3" accent4="accent4" accent5="accent5" accent6="accent6" hlink="hlink" folHlink="folHlink"/>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p:sp>
        <p:nvSpPr>
          <p:cNvPr id="122882" name="Rectangle 2"/>
          <p:cNvSpPr>
            <a:spLocks noGrp="1" noTextEdit="1"/>
          </p:cNvSpPr>
          <p:nvPr>
            <p:ph type="sldImg"/>
          </p:nvPr>
        </p:nvSpPr>
        <p:spPr>
          <a:ln w="1"/>
        </p:spPr>
      </p:sp>
      <p:sp>
        <p:nvSpPr>
          <p:cNvPr id="122883" name="Rectangle 3"/>
          <p:cNvSpPr>
            <a:spLocks noGrp="1"/>
          </p:cNvSpPr>
          <p:nvPr>
            <p:ph type="body" idx="1"/>
          </p:nvPr>
        </p:nvSpPr>
        <p:spPr>
          <a:xfrm>
            <a:off x="992188" y="3228975"/>
            <a:ext cx="7942262" cy="3059113"/>
          </a:xfrm>
          <a:ln w="1"/>
        </p:spPr>
        <p:txBody>
          <a:bodyPr wrap="square" lIns="91440" tIns="45720" rIns="91440" bIns="45720" anchor="t" anchorCtr="0"/>
          <a:p>
            <a:pPr lvl="0"/>
            <a:r>
              <a:rPr lang="zh-CN" altLang="en-US" dirty="0"/>
              <a:t>进程是操作系统中最基本、最重要的概念</a:t>
            </a:r>
            <a:endParaRPr lang="zh-CN" altLang="en-US" dirty="0"/>
          </a:p>
        </p:txBody>
      </p:sp>
    </p:spTree>
  </p:cSld>
  <p:clrMapOvr>
    <a:overrideClrMapping bg1="lt1" tx1="dk1" bg2="lt2" tx2="dk2" accent1="accent1" accent2="accent2" accent3="accent3" accent4="accent4" accent5="accent5" accent6="accent6" hlink="hlink" folHlink="folHlink"/>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23906" name="Rectangle 2"/>
          <p:cNvSpPr>
            <a:spLocks noGrp="1" noTextEdit="1"/>
          </p:cNvSpPr>
          <p:nvPr>
            <p:ph type="sldImg"/>
          </p:nvPr>
        </p:nvSpPr>
        <p:spPr>
          <a:ln/>
        </p:spPr>
      </p:sp>
      <p:sp>
        <p:nvSpPr>
          <p:cNvPr id="123907" name="Rectangle 3"/>
          <p:cNvSpPr>
            <a:spLocks noGrp="1"/>
          </p:cNvSpPr>
          <p:nvPr>
            <p:ph type="body" idx="1"/>
          </p:nvPr>
        </p:nvSpPr>
        <p:spPr>
          <a:xfrm>
            <a:off x="992188" y="3228975"/>
            <a:ext cx="7942262" cy="3059113"/>
          </a:xfrm>
          <a:ln/>
        </p:spPr>
        <p:txBody>
          <a:bodyPr wrap="square" lIns="91440" tIns="45720" rIns="91440" bIns="45720" anchor="t" anchorCtr="0"/>
          <a:p>
            <a:pPr lvl="0"/>
            <a:endParaRPr lang="zh-CN" altLang="en-US" dirty="0"/>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24930" name="Rectangle 2"/>
          <p:cNvSpPr>
            <a:spLocks noGrp="1" noTextEdit="1"/>
          </p:cNvSpPr>
          <p:nvPr>
            <p:ph type="sldImg"/>
          </p:nvPr>
        </p:nvSpPr>
        <p:spPr>
          <a:ln/>
        </p:spPr>
      </p:sp>
      <p:sp>
        <p:nvSpPr>
          <p:cNvPr id="124931" name="Rectangle 3"/>
          <p:cNvSpPr>
            <a:spLocks noGrp="1"/>
          </p:cNvSpPr>
          <p:nvPr>
            <p:ph type="body" idx="1"/>
          </p:nvPr>
        </p:nvSpPr>
        <p:spPr>
          <a:xfrm>
            <a:off x="992188" y="3228975"/>
            <a:ext cx="7942262" cy="3059113"/>
          </a:xfrm>
          <a:ln/>
        </p:spPr>
        <p:txBody>
          <a:bodyPr wrap="square" lIns="91440" tIns="45720" rIns="91440" bIns="45720" anchor="t" anchorCtr="0"/>
          <a:p>
            <a:pPr lvl="0"/>
            <a:endParaRPr lang="zh-CN" altLang="en-US" dirty="0"/>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25954" name="Rectangle 2"/>
          <p:cNvSpPr>
            <a:spLocks noGrp="1" noTextEdit="1"/>
          </p:cNvSpPr>
          <p:nvPr>
            <p:ph type="sldImg"/>
          </p:nvPr>
        </p:nvSpPr>
        <p:spPr>
          <a:ln/>
        </p:spPr>
      </p:sp>
      <p:sp>
        <p:nvSpPr>
          <p:cNvPr id="125955" name="Rectangle 3"/>
          <p:cNvSpPr>
            <a:spLocks noGrp="1"/>
          </p:cNvSpPr>
          <p:nvPr>
            <p:ph type="body" idx="1"/>
          </p:nvPr>
        </p:nvSpPr>
        <p:spPr>
          <a:xfrm>
            <a:off x="992188" y="3228975"/>
            <a:ext cx="7942262" cy="3059113"/>
          </a:xfrm>
          <a:ln/>
        </p:spPr>
        <p:txBody>
          <a:bodyPr wrap="square" lIns="91440" tIns="45720" rIns="91440" bIns="45720" anchor="t" anchorCtr="0"/>
          <a:p>
            <a:pPr lvl="0"/>
            <a:endParaRPr lang="zh-CN" altLang="en-US" dirty="0"/>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26978" name="Rectangle 2"/>
          <p:cNvSpPr>
            <a:spLocks noGrp="1" noTextEdit="1"/>
          </p:cNvSpPr>
          <p:nvPr>
            <p:ph type="sldImg"/>
          </p:nvPr>
        </p:nvSpPr>
        <p:spPr>
          <a:ln/>
        </p:spPr>
      </p:sp>
      <p:sp>
        <p:nvSpPr>
          <p:cNvPr id="126979" name="Rectangle 3"/>
          <p:cNvSpPr>
            <a:spLocks noGrp="1"/>
          </p:cNvSpPr>
          <p:nvPr>
            <p:ph type="body" idx="1"/>
          </p:nvPr>
        </p:nvSpPr>
        <p:spPr>
          <a:xfrm>
            <a:off x="992188" y="3228975"/>
            <a:ext cx="7942262" cy="3059113"/>
          </a:xfrm>
          <a:ln/>
        </p:spPr>
        <p:txBody>
          <a:bodyPr wrap="square" lIns="91440" tIns="45720" rIns="91440" bIns="45720" anchor="t" anchorCtr="0"/>
          <a:p>
            <a:pPr lvl="0"/>
            <a:endParaRPr lang="zh-CN" altLang="en-US" dirty="0"/>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28002" name="Rectangle 2"/>
          <p:cNvSpPr>
            <a:spLocks noGrp="1" noTextEdit="1"/>
          </p:cNvSpPr>
          <p:nvPr>
            <p:ph type="sldImg"/>
          </p:nvPr>
        </p:nvSpPr>
        <p:spPr>
          <a:ln/>
        </p:spPr>
      </p:sp>
      <p:sp>
        <p:nvSpPr>
          <p:cNvPr id="128003" name="Rectangle 3"/>
          <p:cNvSpPr>
            <a:spLocks noGrp="1"/>
          </p:cNvSpPr>
          <p:nvPr>
            <p:ph type="body" idx="1"/>
          </p:nvPr>
        </p:nvSpPr>
        <p:spPr>
          <a:xfrm>
            <a:off x="992188" y="3228975"/>
            <a:ext cx="7942262" cy="3059113"/>
          </a:xfrm>
          <a:ln/>
        </p:spPr>
        <p:txBody>
          <a:bodyPr wrap="square" lIns="91440" tIns="45720" rIns="91440" bIns="45720" anchor="t" anchorCtr="0"/>
          <a:p>
            <a:pPr lvl="0"/>
            <a:endParaRPr lang="zh-CN" altLang="en-US" dirty="0"/>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29026" name="Rectangle 2"/>
          <p:cNvSpPr>
            <a:spLocks noGrp="1" noTextEdit="1"/>
          </p:cNvSpPr>
          <p:nvPr>
            <p:ph type="sldImg"/>
          </p:nvPr>
        </p:nvSpPr>
        <p:spPr>
          <a:ln/>
        </p:spPr>
      </p:sp>
      <p:sp>
        <p:nvSpPr>
          <p:cNvPr id="129027" name="Rectangle 3"/>
          <p:cNvSpPr>
            <a:spLocks noGrp="1"/>
          </p:cNvSpPr>
          <p:nvPr>
            <p:ph type="body" idx="1"/>
          </p:nvPr>
        </p:nvSpPr>
        <p:spPr>
          <a:xfrm>
            <a:off x="992188" y="3228975"/>
            <a:ext cx="7942262" cy="3059113"/>
          </a:xfrm>
          <a:ln/>
        </p:spPr>
        <p:txBody>
          <a:bodyPr wrap="square" lIns="91440" tIns="45720" rIns="91440" bIns="45720" anchor="t" anchorCtr="0"/>
          <a:p>
            <a:pPr lvl="0"/>
            <a:endParaRPr lang="zh-CN" altLang="en-US" dirty="0"/>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30050" name="Rectangle 2"/>
          <p:cNvSpPr>
            <a:spLocks noGrp="1" noTextEdit="1"/>
          </p:cNvSpPr>
          <p:nvPr>
            <p:ph type="sldImg"/>
          </p:nvPr>
        </p:nvSpPr>
        <p:spPr>
          <a:ln/>
        </p:spPr>
      </p:sp>
      <p:sp>
        <p:nvSpPr>
          <p:cNvPr id="130051" name="Rectangle 3"/>
          <p:cNvSpPr>
            <a:spLocks noGrp="1"/>
          </p:cNvSpPr>
          <p:nvPr>
            <p:ph type="body" idx="1"/>
          </p:nvPr>
        </p:nvSpPr>
        <p:spPr>
          <a:xfrm>
            <a:off x="992188" y="3228975"/>
            <a:ext cx="7942262" cy="3059113"/>
          </a:xfrm>
          <a:ln/>
        </p:spPr>
        <p:txBody>
          <a:bodyPr wrap="square" lIns="91440" tIns="45720" rIns="91440" bIns="45720" anchor="t" anchorCtr="0"/>
          <a:p>
            <a:pPr lvl="0"/>
            <a:endParaRPr lang="zh-CN" altLang="en-US" dirty="0"/>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31074" name="Rectangle 2"/>
          <p:cNvSpPr>
            <a:spLocks noGrp="1" noTextEdit="1"/>
          </p:cNvSpPr>
          <p:nvPr>
            <p:ph type="sldImg"/>
          </p:nvPr>
        </p:nvSpPr>
        <p:spPr>
          <a:ln/>
        </p:spPr>
      </p:sp>
      <p:sp>
        <p:nvSpPr>
          <p:cNvPr id="131075" name="Rectangle 3"/>
          <p:cNvSpPr>
            <a:spLocks noGrp="1"/>
          </p:cNvSpPr>
          <p:nvPr>
            <p:ph type="body" idx="1"/>
          </p:nvPr>
        </p:nvSpPr>
        <p:spPr>
          <a:xfrm>
            <a:off x="992188" y="3228975"/>
            <a:ext cx="7942262" cy="3059113"/>
          </a:xfrm>
          <a:ln/>
        </p:spPr>
        <p:txBody>
          <a:bodyPr wrap="square" lIns="91440" tIns="45720" rIns="91440" bIns="45720" anchor="t" anchorCtr="0"/>
          <a:p>
            <a:pPr lvl="0"/>
            <a:endParaRPr lang="zh-CN" altLang="en-US" dirty="0"/>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32098" name="Rectangle 2"/>
          <p:cNvSpPr>
            <a:spLocks noGrp="1" noTextEdit="1"/>
          </p:cNvSpPr>
          <p:nvPr>
            <p:ph type="sldImg"/>
          </p:nvPr>
        </p:nvSpPr>
        <p:spPr>
          <a:ln/>
        </p:spPr>
      </p:sp>
      <p:sp>
        <p:nvSpPr>
          <p:cNvPr id="132099" name="Rectangle 3"/>
          <p:cNvSpPr>
            <a:spLocks noGrp="1"/>
          </p:cNvSpPr>
          <p:nvPr>
            <p:ph type="body" idx="1"/>
          </p:nvPr>
        </p:nvSpPr>
        <p:spPr>
          <a:xfrm>
            <a:off x="992188" y="3228975"/>
            <a:ext cx="7942262" cy="3059113"/>
          </a:xfrm>
          <a:ln/>
        </p:spPr>
        <p:txBody>
          <a:bodyPr wrap="square" lIns="91440" tIns="45720" rIns="91440" bIns="45720" anchor="t" anchorCtr="0"/>
          <a:p>
            <a:pPr lvl="0"/>
            <a:endParaRPr lang="zh-CN" altLang="en-US" dirty="0"/>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33122" name="Rectangle 2"/>
          <p:cNvSpPr>
            <a:spLocks noGrp="1" noTextEdit="1"/>
          </p:cNvSpPr>
          <p:nvPr>
            <p:ph type="sldImg"/>
          </p:nvPr>
        </p:nvSpPr>
        <p:spPr>
          <a:ln/>
        </p:spPr>
      </p:sp>
      <p:sp>
        <p:nvSpPr>
          <p:cNvPr id="133123" name="Rectangle 3"/>
          <p:cNvSpPr>
            <a:spLocks noGrp="1"/>
          </p:cNvSpPr>
          <p:nvPr>
            <p:ph type="body" idx="1"/>
          </p:nvPr>
        </p:nvSpPr>
        <p:spPr>
          <a:xfrm>
            <a:off x="992188" y="3228975"/>
            <a:ext cx="7942262" cy="3059113"/>
          </a:xfrm>
          <a:ln/>
        </p:spPr>
        <p:txBody>
          <a:bodyPr wrap="square" lIns="91440" tIns="45720" rIns="91440" bIns="45720" anchor="t" anchorCtr="0"/>
          <a:p>
            <a:pPr lvl="0"/>
            <a:endParaRPr lang="zh-CN" altLang="en-US" dirty="0"/>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p:sp>
        <p:nvSpPr>
          <p:cNvPr id="134146" name="Rectangle 2"/>
          <p:cNvSpPr>
            <a:spLocks noGrp="1" noTextEdit="1"/>
          </p:cNvSpPr>
          <p:nvPr>
            <p:ph type="sldImg"/>
          </p:nvPr>
        </p:nvSpPr>
        <p:spPr>
          <a:xfrm>
            <a:off x="3260725" y="508000"/>
            <a:ext cx="3402013" cy="2549525"/>
          </a:xfrm>
          <a:ln w="1"/>
        </p:spPr>
      </p:sp>
      <p:sp>
        <p:nvSpPr>
          <p:cNvPr id="134147" name="Rectangle 3"/>
          <p:cNvSpPr>
            <a:spLocks noGrp="1"/>
          </p:cNvSpPr>
          <p:nvPr>
            <p:ph type="body" idx="1"/>
          </p:nvPr>
        </p:nvSpPr>
        <p:spPr>
          <a:xfrm>
            <a:off x="990600" y="3227388"/>
            <a:ext cx="7942263" cy="3059112"/>
          </a:xfrm>
          <a:ln w="1"/>
        </p:spPr>
        <p:txBody>
          <a:bodyPr wrap="square" lIns="91440" tIns="45720" rIns="91440" bIns="45720" anchor="t" anchorCtr="0"/>
          <a:p>
            <a:pPr lvl="0"/>
            <a:r>
              <a:rPr lang="zh-CN" altLang="en-US" dirty="0"/>
              <a:t>pcb是进程存在的唯一标志，最重要的记录型数据结构，常驻内存，os专门开辟PCB区将所有PCB组织成若干链表或队列</a:t>
            </a:r>
            <a:endParaRPr lang="zh-CN" altLang="en-US" dirty="0"/>
          </a:p>
        </p:txBody>
      </p:sp>
    </p:spTree>
  </p:cSld>
  <p:clrMapOvr>
    <a:overrideClrMapping bg1="lt1" tx1="dk1" bg2="lt2" tx2="dk2" accent1="accent1" accent2="accent2" accent3="accent3" accent4="accent4" accent5="accent5" accent6="accent6" hlink="hlink" folHlink="folHlink"/>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p:sp>
        <p:nvSpPr>
          <p:cNvPr id="136194" name="Rectangle 2"/>
          <p:cNvSpPr>
            <a:spLocks noGrp="1" noTextEdit="1"/>
          </p:cNvSpPr>
          <p:nvPr>
            <p:ph type="sldImg"/>
          </p:nvPr>
        </p:nvSpPr>
        <p:spPr>
          <a:xfrm>
            <a:off x="3260725" y="508000"/>
            <a:ext cx="3402013" cy="2549525"/>
          </a:xfrm>
          <a:ln w="1"/>
        </p:spPr>
      </p:sp>
      <p:sp>
        <p:nvSpPr>
          <p:cNvPr id="136195" name="Rectangle 3"/>
          <p:cNvSpPr>
            <a:spLocks noGrp="1"/>
          </p:cNvSpPr>
          <p:nvPr>
            <p:ph type="body" idx="1"/>
          </p:nvPr>
        </p:nvSpPr>
        <p:spPr>
          <a:xfrm>
            <a:off x="990600" y="3227388"/>
            <a:ext cx="7942263" cy="3059112"/>
          </a:xfrm>
          <a:ln w="1"/>
        </p:spPr>
        <p:txBody>
          <a:bodyPr wrap="square" lIns="91440" tIns="45720" rIns="91440" bIns="45720" anchor="t" anchorCtr="0"/>
          <a:p>
            <a:pPr lvl="0"/>
            <a:r>
              <a:rPr lang="zh-CN" altLang="en-US" dirty="0"/>
              <a:t>pcb是进程存在的唯一标志，最重要的记录型数据结构，常驻内存，os专门开辟PCB区将所有PCB组织成若干链表或队列</a:t>
            </a:r>
            <a:endParaRPr lang="zh-CN" altLang="en-US" dirty="0"/>
          </a:p>
        </p:txBody>
      </p:sp>
    </p:spTree>
  </p:cSld>
  <p:clrMapOvr>
    <a:overrideClrMapping bg1="lt1" tx1="dk1" bg2="lt2" tx2="dk2" accent1="accent1" accent2="accent2" accent3="accent3" accent4="accent4" accent5="accent5" accent6="accent6" hlink="hlink" folHlink="folHlink"/>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37218" name="Rectangle 2"/>
          <p:cNvSpPr>
            <a:spLocks noGrp="1" noTextEdit="1"/>
          </p:cNvSpPr>
          <p:nvPr>
            <p:ph type="sldImg"/>
          </p:nvPr>
        </p:nvSpPr>
        <p:spPr>
          <a:ln/>
        </p:spPr>
      </p:sp>
      <p:sp>
        <p:nvSpPr>
          <p:cNvPr id="137219" name="Rectangle 3"/>
          <p:cNvSpPr>
            <a:spLocks noGrp="1"/>
          </p:cNvSpPr>
          <p:nvPr>
            <p:ph type="body" idx="1"/>
          </p:nvPr>
        </p:nvSpPr>
        <p:spPr>
          <a:xfrm>
            <a:off x="992188" y="3228975"/>
            <a:ext cx="7942262" cy="3059113"/>
          </a:xfrm>
          <a:ln/>
        </p:spPr>
        <p:txBody>
          <a:bodyPr wrap="square" lIns="91440" tIns="45720" rIns="91440" bIns="45720" anchor="t" anchorCtr="0"/>
          <a:p>
            <a:pPr lvl="0"/>
            <a:endParaRPr lang="zh-CN" altLang="en-US" dirty="0"/>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38242" name="Rectangle 2"/>
          <p:cNvSpPr>
            <a:spLocks noGrp="1" noTextEdit="1"/>
          </p:cNvSpPr>
          <p:nvPr>
            <p:ph type="sldImg"/>
          </p:nvPr>
        </p:nvSpPr>
        <p:spPr>
          <a:ln/>
        </p:spPr>
      </p:sp>
      <p:sp>
        <p:nvSpPr>
          <p:cNvPr id="138243" name="Rectangle 3"/>
          <p:cNvSpPr>
            <a:spLocks noGrp="1"/>
          </p:cNvSpPr>
          <p:nvPr>
            <p:ph type="body" idx="1"/>
          </p:nvPr>
        </p:nvSpPr>
        <p:spPr>
          <a:xfrm>
            <a:off x="992188" y="3228975"/>
            <a:ext cx="7942262" cy="3059113"/>
          </a:xfrm>
          <a:ln/>
        </p:spPr>
        <p:txBody>
          <a:bodyPr wrap="square" lIns="91440" tIns="45720" rIns="91440" bIns="45720" anchor="t" anchorCtr="0"/>
          <a:p>
            <a:pPr lvl="0"/>
            <a:endParaRPr lang="zh-CN" altLang="en-US" dirty="0"/>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39266" name="Rectangle 2"/>
          <p:cNvSpPr>
            <a:spLocks noGrp="1" noTextEdit="1"/>
          </p:cNvSpPr>
          <p:nvPr>
            <p:ph type="sldImg"/>
          </p:nvPr>
        </p:nvSpPr>
        <p:spPr>
          <a:ln/>
        </p:spPr>
      </p:sp>
      <p:sp>
        <p:nvSpPr>
          <p:cNvPr id="139267" name="Rectangle 3"/>
          <p:cNvSpPr>
            <a:spLocks noGrp="1"/>
          </p:cNvSpPr>
          <p:nvPr>
            <p:ph type="body" idx="1"/>
          </p:nvPr>
        </p:nvSpPr>
        <p:spPr>
          <a:xfrm>
            <a:off x="992188" y="3228975"/>
            <a:ext cx="7942262" cy="3059113"/>
          </a:xfrm>
          <a:ln/>
        </p:spPr>
        <p:txBody>
          <a:bodyPr wrap="square" lIns="91440" tIns="45720" rIns="91440" bIns="45720" anchor="t" anchorCtr="0"/>
          <a:p>
            <a:pPr lvl="0"/>
            <a:endParaRPr lang="zh-CN" altLang="en-US" dirty="0"/>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40290" name="Rectangle 2"/>
          <p:cNvSpPr>
            <a:spLocks noGrp="1" noTextEdit="1"/>
          </p:cNvSpPr>
          <p:nvPr>
            <p:ph type="sldImg"/>
          </p:nvPr>
        </p:nvSpPr>
        <p:spPr>
          <a:ln/>
        </p:spPr>
      </p:sp>
      <p:sp>
        <p:nvSpPr>
          <p:cNvPr id="140291" name="Rectangle 3"/>
          <p:cNvSpPr>
            <a:spLocks noGrp="1"/>
          </p:cNvSpPr>
          <p:nvPr>
            <p:ph type="body" idx="1"/>
          </p:nvPr>
        </p:nvSpPr>
        <p:spPr>
          <a:xfrm>
            <a:off x="992188" y="3228975"/>
            <a:ext cx="7942262" cy="3059113"/>
          </a:xfrm>
          <a:ln/>
        </p:spPr>
        <p:txBody>
          <a:bodyPr wrap="square" lIns="91440" tIns="45720" rIns="91440" bIns="45720" anchor="t" anchorCtr="0"/>
          <a:p>
            <a:pPr lvl="0"/>
            <a:endParaRPr lang="zh-CN" altLang="en-US" dirty="0"/>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41314" name="Rectangle 2"/>
          <p:cNvSpPr>
            <a:spLocks noGrp="1" noTextEdit="1"/>
          </p:cNvSpPr>
          <p:nvPr>
            <p:ph type="sldImg"/>
          </p:nvPr>
        </p:nvSpPr>
        <p:spPr>
          <a:ln/>
        </p:spPr>
      </p:sp>
      <p:sp>
        <p:nvSpPr>
          <p:cNvPr id="141315" name="Rectangle 3"/>
          <p:cNvSpPr>
            <a:spLocks noGrp="1"/>
          </p:cNvSpPr>
          <p:nvPr>
            <p:ph type="body" idx="1"/>
          </p:nvPr>
        </p:nvSpPr>
        <p:spPr>
          <a:xfrm>
            <a:off x="992188" y="3228975"/>
            <a:ext cx="7942262" cy="3059113"/>
          </a:xfrm>
          <a:ln/>
        </p:spPr>
        <p:txBody>
          <a:bodyPr wrap="square" lIns="91440" tIns="45720" rIns="91440" bIns="45720" anchor="t" anchorCtr="0"/>
          <a:p>
            <a:pPr lvl="0"/>
            <a:endParaRPr lang="zh-CN" altLang="en-US" dirty="0"/>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p:sp>
        <p:nvSpPr>
          <p:cNvPr id="142338" name="Rectangle 2"/>
          <p:cNvSpPr>
            <a:spLocks noGrp="1" noRot="1" noChangeAspect="1" noTextEdit="1"/>
          </p:cNvSpPr>
          <p:nvPr>
            <p:ph type="sldImg"/>
          </p:nvPr>
        </p:nvSpPr>
        <p:spPr>
          <a:xfrm>
            <a:off x="3262313" y="509588"/>
            <a:ext cx="3400425" cy="2549525"/>
          </a:xfrm>
          <a:ln/>
        </p:spPr>
      </p:sp>
      <p:sp>
        <p:nvSpPr>
          <p:cNvPr id="142339" name="Rectangle 3"/>
          <p:cNvSpPr>
            <a:spLocks noGrp="1"/>
          </p:cNvSpPr>
          <p:nvPr>
            <p:ph type="body" idx="1"/>
          </p:nvPr>
        </p:nvSpPr>
        <p:spPr>
          <a:xfrm>
            <a:off x="990600" y="3228975"/>
            <a:ext cx="7942263" cy="3059113"/>
          </a:xfrm>
          <a:ln/>
        </p:spPr>
        <p:txBody>
          <a:bodyPr wrap="square" lIns="91440" tIns="45720" rIns="91440" bIns="45720" anchor="t" anchorCtr="0"/>
          <a:p>
            <a:pPr lvl="0"/>
            <a:r>
              <a:rPr lang="zh-CN" altLang="en-US" dirty="0"/>
              <a:t>学习目的：</a:t>
            </a:r>
            <a:endParaRPr lang="zh-CN" altLang="en-US" dirty="0"/>
          </a:p>
        </p:txBody>
      </p:sp>
    </p:spTree>
  </p:cSld>
  <p:clrMapOvr>
    <a:overrideClrMapping bg1="lt1" tx1="dk1" bg2="lt2" tx2="dk2" accent1="accent1" accent2="accent2" accent3="accent3" accent4="accent4" accent5="accent5" accent6="accent6" hlink="hlink" folHlink="folHlink"/>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p:sp>
        <p:nvSpPr>
          <p:cNvPr id="143362" name="Rectangle 2"/>
          <p:cNvSpPr>
            <a:spLocks noGrp="1" noRot="1" noChangeAspect="1" noTextEdit="1"/>
          </p:cNvSpPr>
          <p:nvPr>
            <p:ph type="sldImg"/>
          </p:nvPr>
        </p:nvSpPr>
        <p:spPr>
          <a:xfrm>
            <a:off x="3260725" y="508000"/>
            <a:ext cx="3402013" cy="2549525"/>
          </a:xfrm>
          <a:ln/>
        </p:spPr>
      </p:sp>
      <p:sp>
        <p:nvSpPr>
          <p:cNvPr id="143363" name="Rectangle 3"/>
          <p:cNvSpPr>
            <a:spLocks noGrp="1"/>
          </p:cNvSpPr>
          <p:nvPr>
            <p:ph type="body" idx="1"/>
          </p:nvPr>
        </p:nvSpPr>
        <p:spPr>
          <a:xfrm>
            <a:off x="990600" y="3227388"/>
            <a:ext cx="7940675" cy="3059112"/>
          </a:xfrm>
          <a:ln/>
        </p:spPr>
        <p:txBody>
          <a:bodyPr wrap="square" lIns="91440" tIns="45720" rIns="91440" bIns="45720" anchor="t" anchorCtr="0"/>
          <a:p>
            <a:pPr lvl="0"/>
            <a:r>
              <a:rPr lang="zh-CN" altLang="zh-CN" dirty="0"/>
              <a:t>储保护指的是内存保护，由于任何程序和数据必须占用内存空间才能得以执行和处理，因此内存储器是计算机中的共享资源</a:t>
            </a:r>
            <a:endParaRPr lang="zh-CN" altLang="en-US" dirty="0"/>
          </a:p>
        </p:txBody>
      </p:sp>
    </p:spTree>
  </p:cSld>
  <p:clrMapOvr>
    <a:overrideClrMapping bg1="lt1" tx1="dk1" bg2="lt2" tx2="dk2" accent1="accent1" accent2="accent2" accent3="accent3" accent4="accent4" accent5="accent5" accent6="accent6" hlink="hlink" folHlink="folHlink"/>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p:sp>
        <p:nvSpPr>
          <p:cNvPr id="144386" name="Rectangle 2"/>
          <p:cNvSpPr>
            <a:spLocks noGrp="1" noRot="1" noChangeAspect="1" noTextEdit="1"/>
          </p:cNvSpPr>
          <p:nvPr>
            <p:ph type="sldImg"/>
          </p:nvPr>
        </p:nvSpPr>
        <p:spPr>
          <a:xfrm>
            <a:off x="3262313" y="508000"/>
            <a:ext cx="3398837" cy="2549525"/>
          </a:xfrm>
          <a:ln/>
        </p:spPr>
      </p:sp>
      <p:sp>
        <p:nvSpPr>
          <p:cNvPr id="144387" name="Rectangle 3"/>
          <p:cNvSpPr>
            <a:spLocks noGrp="1"/>
          </p:cNvSpPr>
          <p:nvPr>
            <p:ph type="body" idx="1"/>
          </p:nvPr>
        </p:nvSpPr>
        <p:spPr>
          <a:xfrm>
            <a:off x="990600" y="3227388"/>
            <a:ext cx="7942263" cy="3059112"/>
          </a:xfrm>
          <a:ln/>
        </p:spPr>
        <p:txBody>
          <a:bodyPr wrap="square" lIns="91440" tIns="45720" rIns="91440" bIns="45720" anchor="t" anchorCtr="0"/>
          <a:p>
            <a:pPr lvl="0"/>
            <a:r>
              <a:rPr lang="zh-CN" altLang="en-US" dirty="0"/>
              <a:t>分而治之</a:t>
            </a:r>
            <a:endParaRPr lang="zh-CN" altLang="en-US" dirty="0"/>
          </a:p>
        </p:txBody>
      </p:sp>
    </p:spTree>
  </p:cSld>
  <p:clrMapOvr>
    <a:overrideClrMapping bg1="lt1" tx1="dk1" bg2="lt2" tx2="dk2" accent1="accent1" accent2="accent2" accent3="accent3" accent4="accent4" accent5="accent5" accent6="accent6" hlink="hlink" folHlink="folHlink"/>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45410" name="Rectangle 2"/>
          <p:cNvSpPr>
            <a:spLocks noGrp="1" noTextEdit="1"/>
          </p:cNvSpPr>
          <p:nvPr>
            <p:ph type="sldImg"/>
          </p:nvPr>
        </p:nvSpPr>
        <p:spPr>
          <a:ln/>
        </p:spPr>
      </p:sp>
      <p:sp>
        <p:nvSpPr>
          <p:cNvPr id="145411" name="Rectangle 3"/>
          <p:cNvSpPr>
            <a:spLocks noGrp="1"/>
          </p:cNvSpPr>
          <p:nvPr>
            <p:ph type="body" idx="1"/>
          </p:nvPr>
        </p:nvSpPr>
        <p:spPr>
          <a:xfrm>
            <a:off x="992188" y="3228975"/>
            <a:ext cx="7942262" cy="3059113"/>
          </a:xfrm>
          <a:ln/>
        </p:spPr>
        <p:txBody>
          <a:bodyPr wrap="square" lIns="91440" tIns="45720" rIns="91440" bIns="45720" anchor="t" anchorCtr="0"/>
          <a:p>
            <a:pPr lvl="0"/>
            <a:endParaRPr lang="zh-CN" altLang="en-US" dirty="0"/>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46434" name="Rectangle 2"/>
          <p:cNvSpPr>
            <a:spLocks noGrp="1" noTextEdit="1"/>
          </p:cNvSpPr>
          <p:nvPr>
            <p:ph type="sldImg"/>
          </p:nvPr>
        </p:nvSpPr>
        <p:spPr>
          <a:ln/>
        </p:spPr>
      </p:sp>
      <p:sp>
        <p:nvSpPr>
          <p:cNvPr id="146435" name="Rectangle 3"/>
          <p:cNvSpPr>
            <a:spLocks noGrp="1"/>
          </p:cNvSpPr>
          <p:nvPr>
            <p:ph type="body" idx="1"/>
          </p:nvPr>
        </p:nvSpPr>
        <p:spPr>
          <a:xfrm>
            <a:off x="992188" y="3228975"/>
            <a:ext cx="7942262" cy="3059113"/>
          </a:xfrm>
          <a:ln/>
        </p:spPr>
        <p:txBody>
          <a:bodyPr wrap="square" lIns="91440" tIns="45720" rIns="91440" bIns="45720" anchor="t" anchorCtr="0"/>
          <a:p>
            <a:pPr lvl="0"/>
            <a:endParaRPr lang="zh-CN" altLang="en-US" dirty="0"/>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47458" name="Rectangle 2"/>
          <p:cNvSpPr>
            <a:spLocks noGrp="1" noTextEdit="1"/>
          </p:cNvSpPr>
          <p:nvPr>
            <p:ph type="sldImg"/>
          </p:nvPr>
        </p:nvSpPr>
        <p:spPr>
          <a:ln/>
        </p:spPr>
      </p:sp>
      <p:sp>
        <p:nvSpPr>
          <p:cNvPr id="147459" name="Rectangle 3"/>
          <p:cNvSpPr>
            <a:spLocks noGrp="1"/>
          </p:cNvSpPr>
          <p:nvPr>
            <p:ph type="body" idx="1"/>
          </p:nvPr>
        </p:nvSpPr>
        <p:spPr>
          <a:xfrm>
            <a:off x="992188" y="3228975"/>
            <a:ext cx="7942262" cy="3059113"/>
          </a:xfrm>
          <a:ln/>
        </p:spPr>
        <p:txBody>
          <a:bodyPr wrap="square" lIns="91440" tIns="45720" rIns="91440" bIns="45720" anchor="t" anchorCtr="0"/>
          <a:p>
            <a:pPr lvl="0"/>
            <a:endParaRPr lang="zh-CN" altLang="en-US" dirty="0"/>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p:sp>
        <p:nvSpPr>
          <p:cNvPr id="148482" name="Rectangle 2"/>
          <p:cNvSpPr>
            <a:spLocks noGrp="1" noRot="1" noChangeAspect="1" noTextEdit="1"/>
          </p:cNvSpPr>
          <p:nvPr>
            <p:ph type="sldImg"/>
          </p:nvPr>
        </p:nvSpPr>
        <p:spPr>
          <a:xfrm>
            <a:off x="3262313" y="508000"/>
            <a:ext cx="3398837" cy="2549525"/>
          </a:xfrm>
          <a:ln/>
        </p:spPr>
      </p:sp>
      <p:sp>
        <p:nvSpPr>
          <p:cNvPr id="148483" name="Rectangle 3"/>
          <p:cNvSpPr>
            <a:spLocks noGrp="1"/>
          </p:cNvSpPr>
          <p:nvPr>
            <p:ph type="body" idx="1"/>
          </p:nvPr>
        </p:nvSpPr>
        <p:spPr>
          <a:xfrm>
            <a:off x="990600" y="3227388"/>
            <a:ext cx="7942263" cy="3059112"/>
          </a:xfrm>
          <a:ln/>
        </p:spPr>
        <p:txBody>
          <a:bodyPr wrap="square" lIns="91440" tIns="45720" rIns="91440" bIns="45720" anchor="t" anchorCtr="0"/>
          <a:p>
            <a:pPr lvl="0"/>
            <a:r>
              <a:rPr lang="en-US" altLang="zh-CN" dirty="0"/>
              <a:t>REFERENCE</a:t>
            </a:r>
            <a:endParaRPr lang="en-US" altLang="zh-CN" dirty="0"/>
          </a:p>
          <a:p>
            <a:pPr lvl="0"/>
            <a:r>
              <a:rPr lang="en-US" altLang="zh-CN" dirty="0"/>
              <a:t>FUNCTION CALL</a:t>
            </a:r>
            <a:endParaRPr lang="en-US" altLang="zh-CN" dirty="0"/>
          </a:p>
        </p:txBody>
      </p:sp>
    </p:spTree>
  </p:cSld>
  <p:clrMapOvr>
    <a:overrideClrMapping bg1="lt1" tx1="dk1" bg2="lt2" tx2="dk2" accent1="accent1" accent2="accent2" accent3="accent3" accent4="accent4" accent5="accent5" accent6="accent6" hlink="hlink" folHlink="folHlink"/>
  </p:clrMapOvr>
</p:notes>
</file>

<file path=ppt/notesSlides/notesSlide47.xml><?xml version="1.0" encoding="utf-8"?>
<p:notes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p:sp>
        <p:nvSpPr>
          <p:cNvPr id="149506" name="Rectangle 2"/>
          <p:cNvSpPr>
            <a:spLocks noGrp="1" noRot="1" noChangeAspect="1" noTextEdit="1"/>
          </p:cNvSpPr>
          <p:nvPr>
            <p:ph type="sldImg"/>
          </p:nvPr>
        </p:nvSpPr>
        <p:spPr>
          <a:xfrm>
            <a:off x="3262313" y="508000"/>
            <a:ext cx="3398837" cy="2549525"/>
          </a:xfrm>
          <a:ln/>
        </p:spPr>
      </p:sp>
      <p:sp>
        <p:nvSpPr>
          <p:cNvPr id="149507" name="Rectangle 3"/>
          <p:cNvSpPr>
            <a:spLocks noGrp="1"/>
          </p:cNvSpPr>
          <p:nvPr>
            <p:ph type="body" idx="1"/>
          </p:nvPr>
        </p:nvSpPr>
        <p:spPr>
          <a:xfrm>
            <a:off x="990600" y="3227388"/>
            <a:ext cx="7942263" cy="3059112"/>
          </a:xfrm>
          <a:ln/>
        </p:spPr>
        <p:txBody>
          <a:bodyPr wrap="square" lIns="91440" tIns="45720" rIns="91440" bIns="45720" anchor="t" anchorCtr="0"/>
          <a:p>
            <a:pPr lvl="0"/>
            <a:r>
              <a:rPr lang="en-US" altLang="zh-CN" dirty="0"/>
              <a:t>gcc –c main.c –o main.o</a:t>
            </a:r>
            <a:endParaRPr lang="en-US" altLang="zh-CN" dirty="0"/>
          </a:p>
        </p:txBody>
      </p:sp>
    </p:spTree>
  </p:cSld>
  <p:clrMapOvr>
    <a:overrideClrMapping bg1="lt1" tx1="dk1" bg2="lt2" tx2="dk2" accent1="accent1" accent2="accent2" accent3="accent3" accent4="accent4" accent5="accent5" accent6="accent6" hlink="hlink" folHlink="folHlink"/>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50530" name="Rectangle 2"/>
          <p:cNvSpPr>
            <a:spLocks noGrp="1" noTextEdit="1"/>
          </p:cNvSpPr>
          <p:nvPr>
            <p:ph type="sldImg"/>
          </p:nvPr>
        </p:nvSpPr>
        <p:spPr>
          <a:ln/>
        </p:spPr>
      </p:sp>
      <p:sp>
        <p:nvSpPr>
          <p:cNvPr id="150531" name="Rectangle 3"/>
          <p:cNvSpPr>
            <a:spLocks noGrp="1"/>
          </p:cNvSpPr>
          <p:nvPr>
            <p:ph type="body" idx="1"/>
          </p:nvPr>
        </p:nvSpPr>
        <p:spPr>
          <a:xfrm>
            <a:off x="992188" y="3228975"/>
            <a:ext cx="7942262" cy="3059113"/>
          </a:xfrm>
          <a:ln/>
        </p:spPr>
        <p:txBody>
          <a:bodyPr wrap="square" lIns="91440" tIns="45720" rIns="91440" bIns="45720" anchor="t" anchorCtr="0"/>
          <a:p>
            <a:pPr lvl="0"/>
            <a:endParaRPr lang="zh-CN" altLang="en-US" dirty="0"/>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51554" name="Rectangle 2"/>
          <p:cNvSpPr>
            <a:spLocks noGrp="1" noTextEdit="1"/>
          </p:cNvSpPr>
          <p:nvPr>
            <p:ph type="sldImg"/>
          </p:nvPr>
        </p:nvSpPr>
        <p:spPr>
          <a:ln/>
        </p:spPr>
      </p:sp>
      <p:sp>
        <p:nvSpPr>
          <p:cNvPr id="151555" name="Rectangle 3"/>
          <p:cNvSpPr>
            <a:spLocks noGrp="1"/>
          </p:cNvSpPr>
          <p:nvPr>
            <p:ph type="body" idx="1"/>
          </p:nvPr>
        </p:nvSpPr>
        <p:spPr>
          <a:xfrm>
            <a:off x="992188" y="3228975"/>
            <a:ext cx="7942262" cy="3059113"/>
          </a:xfrm>
          <a:ln/>
        </p:spPr>
        <p:txBody>
          <a:bodyPr wrap="square" lIns="91440" tIns="45720" rIns="91440" bIns="45720" anchor="t" anchorCtr="0"/>
          <a:p>
            <a:pPr lvl="0"/>
            <a:endParaRPr lang="zh-CN" altLang="en-US" dirty="0"/>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52578" name="Rectangle 2"/>
          <p:cNvSpPr>
            <a:spLocks noGrp="1" noTextEdit="1"/>
          </p:cNvSpPr>
          <p:nvPr>
            <p:ph type="sldImg"/>
          </p:nvPr>
        </p:nvSpPr>
        <p:spPr>
          <a:ln/>
        </p:spPr>
      </p:sp>
      <p:sp>
        <p:nvSpPr>
          <p:cNvPr id="152579" name="Rectangle 3"/>
          <p:cNvSpPr>
            <a:spLocks noGrp="1"/>
          </p:cNvSpPr>
          <p:nvPr>
            <p:ph type="body" idx="1"/>
          </p:nvPr>
        </p:nvSpPr>
        <p:spPr>
          <a:xfrm>
            <a:off x="992188" y="3228975"/>
            <a:ext cx="7942262" cy="3059113"/>
          </a:xfrm>
          <a:ln/>
        </p:spPr>
        <p:txBody>
          <a:bodyPr wrap="square" lIns="91440" tIns="45720" rIns="91440" bIns="45720" anchor="t" anchorCtr="0"/>
          <a:p>
            <a:pPr lvl="0"/>
            <a:endParaRPr lang="zh-CN" altLang="en-US" dirty="0"/>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02" name="Rectangle 2"/>
          <p:cNvSpPr>
            <a:spLocks noGrp="1" noTextEdit="1"/>
          </p:cNvSpPr>
          <p:nvPr>
            <p:ph type="sldImg"/>
          </p:nvPr>
        </p:nvSpPr>
        <p:spPr>
          <a:ln/>
        </p:spPr>
      </p:sp>
      <p:sp>
        <p:nvSpPr>
          <p:cNvPr id="153603" name="Rectangle 3"/>
          <p:cNvSpPr>
            <a:spLocks noGrp="1"/>
          </p:cNvSpPr>
          <p:nvPr>
            <p:ph type="body" idx="1"/>
          </p:nvPr>
        </p:nvSpPr>
        <p:spPr>
          <a:xfrm>
            <a:off x="992188" y="3228975"/>
            <a:ext cx="7942262" cy="3059113"/>
          </a:xfrm>
          <a:ln/>
        </p:spPr>
        <p:txBody>
          <a:bodyPr wrap="square" lIns="91440" tIns="45720" rIns="91440" bIns="45720" anchor="t" anchorCtr="0"/>
          <a:p>
            <a:pPr lvl="0"/>
            <a:endParaRPr lang="zh-CN" altLang="en-US" dirty="0"/>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54626" name="Rectangle 2"/>
          <p:cNvSpPr>
            <a:spLocks noGrp="1" noTextEdit="1"/>
          </p:cNvSpPr>
          <p:nvPr>
            <p:ph type="sldImg"/>
          </p:nvPr>
        </p:nvSpPr>
        <p:spPr>
          <a:ln/>
        </p:spPr>
      </p:sp>
      <p:sp>
        <p:nvSpPr>
          <p:cNvPr id="154627" name="Rectangle 3"/>
          <p:cNvSpPr>
            <a:spLocks noGrp="1"/>
          </p:cNvSpPr>
          <p:nvPr>
            <p:ph type="body" idx="1"/>
          </p:nvPr>
        </p:nvSpPr>
        <p:spPr>
          <a:xfrm>
            <a:off x="992188" y="3228975"/>
            <a:ext cx="7942262" cy="3059113"/>
          </a:xfrm>
          <a:ln/>
        </p:spPr>
        <p:txBody>
          <a:bodyPr wrap="square" lIns="91440" tIns="45720" rIns="91440" bIns="45720" anchor="t" anchorCtr="0"/>
          <a:p>
            <a:pPr lvl="0"/>
            <a:endParaRPr lang="zh-CN" altLang="en-US" dirty="0"/>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55650" name="Rectangle 2"/>
          <p:cNvSpPr>
            <a:spLocks noGrp="1" noTextEdit="1"/>
          </p:cNvSpPr>
          <p:nvPr>
            <p:ph type="sldImg"/>
          </p:nvPr>
        </p:nvSpPr>
        <p:spPr>
          <a:ln/>
        </p:spPr>
      </p:sp>
      <p:sp>
        <p:nvSpPr>
          <p:cNvPr id="155651" name="Rectangle 3"/>
          <p:cNvSpPr>
            <a:spLocks noGrp="1"/>
          </p:cNvSpPr>
          <p:nvPr>
            <p:ph type="body" idx="1"/>
          </p:nvPr>
        </p:nvSpPr>
        <p:spPr>
          <a:xfrm>
            <a:off x="992188" y="3228975"/>
            <a:ext cx="7942262" cy="3059113"/>
          </a:xfrm>
          <a:ln/>
        </p:spPr>
        <p:txBody>
          <a:bodyPr wrap="square" lIns="91440" tIns="45720" rIns="91440" bIns="45720" anchor="t" anchorCtr="0"/>
          <a:p>
            <a:pPr lvl="0"/>
            <a:endParaRPr lang="zh-CN" altLang="en-US" dirty="0"/>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56674" name="Rectangle 2"/>
          <p:cNvSpPr>
            <a:spLocks noGrp="1" noTextEdit="1"/>
          </p:cNvSpPr>
          <p:nvPr>
            <p:ph type="sldImg"/>
          </p:nvPr>
        </p:nvSpPr>
        <p:spPr>
          <a:ln/>
        </p:spPr>
      </p:sp>
      <p:sp>
        <p:nvSpPr>
          <p:cNvPr id="156675" name="Rectangle 3"/>
          <p:cNvSpPr>
            <a:spLocks noGrp="1"/>
          </p:cNvSpPr>
          <p:nvPr>
            <p:ph type="body" idx="1"/>
          </p:nvPr>
        </p:nvSpPr>
        <p:spPr>
          <a:xfrm>
            <a:off x="992188" y="3228975"/>
            <a:ext cx="7942262" cy="3059113"/>
          </a:xfrm>
          <a:ln/>
        </p:spPr>
        <p:txBody>
          <a:bodyPr wrap="square" lIns="91440" tIns="45720" rIns="91440" bIns="45720" anchor="t" anchorCtr="0"/>
          <a:p>
            <a:pPr lvl="0"/>
            <a:endParaRPr lang="zh-CN" altLang="en-US" dirty="0"/>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57698" name="Rectangle 2"/>
          <p:cNvSpPr>
            <a:spLocks noGrp="1" noTextEdit="1"/>
          </p:cNvSpPr>
          <p:nvPr>
            <p:ph type="sldImg"/>
          </p:nvPr>
        </p:nvSpPr>
        <p:spPr>
          <a:ln/>
        </p:spPr>
      </p:sp>
      <p:sp>
        <p:nvSpPr>
          <p:cNvPr id="157699" name="Rectangle 3"/>
          <p:cNvSpPr>
            <a:spLocks noGrp="1"/>
          </p:cNvSpPr>
          <p:nvPr>
            <p:ph type="body" idx="1"/>
          </p:nvPr>
        </p:nvSpPr>
        <p:spPr>
          <a:xfrm>
            <a:off x="992188" y="3228975"/>
            <a:ext cx="7942262" cy="3059113"/>
          </a:xfrm>
          <a:ln/>
        </p:spPr>
        <p:txBody>
          <a:bodyPr wrap="square" lIns="91440" tIns="45720" rIns="91440" bIns="45720" anchor="t" anchorCtr="0"/>
          <a:p>
            <a:pPr lvl="0"/>
            <a:endParaRPr lang="zh-CN" altLang="en-US" dirty="0"/>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58722" name="Rectangle 2"/>
          <p:cNvSpPr>
            <a:spLocks noGrp="1" noTextEdit="1"/>
          </p:cNvSpPr>
          <p:nvPr>
            <p:ph type="sldImg"/>
          </p:nvPr>
        </p:nvSpPr>
        <p:spPr>
          <a:ln/>
        </p:spPr>
      </p:sp>
      <p:sp>
        <p:nvSpPr>
          <p:cNvPr id="158723" name="Rectangle 3"/>
          <p:cNvSpPr>
            <a:spLocks noGrp="1"/>
          </p:cNvSpPr>
          <p:nvPr>
            <p:ph type="body" idx="1"/>
          </p:nvPr>
        </p:nvSpPr>
        <p:spPr>
          <a:xfrm>
            <a:off x="992188" y="3228975"/>
            <a:ext cx="7942262" cy="3059113"/>
          </a:xfrm>
          <a:ln/>
        </p:spPr>
        <p:txBody>
          <a:bodyPr wrap="square" lIns="91440" tIns="45720" rIns="91440" bIns="45720" anchor="t" anchorCtr="0"/>
          <a:p>
            <a:pPr lvl="0"/>
            <a:endParaRPr lang="zh-CN" altLang="en-US" dirty="0"/>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p:sp>
        <p:nvSpPr>
          <p:cNvPr id="159746" name="Rectangle 2"/>
          <p:cNvSpPr>
            <a:spLocks noGrp="1" noTextEdit="1"/>
          </p:cNvSpPr>
          <p:nvPr>
            <p:ph type="sldImg"/>
          </p:nvPr>
        </p:nvSpPr>
        <p:spPr>
          <a:xfrm>
            <a:off x="5341938" y="381000"/>
            <a:ext cx="2549525" cy="1911350"/>
          </a:xfrm>
          <a:ln w="1"/>
        </p:spPr>
      </p:sp>
    </p:spTree>
  </p:cSld>
  <p:clrMapOvr>
    <a:overrideClrMapping bg1="lt1" tx1="dk1" bg2="lt2" tx2="dk2" accent1="accent1" accent2="accent2" accent3="accent3" accent4="accent4" accent5="accent5" accent6="accent6" hlink="hlink" folHlink="folHlink"/>
  </p:clrMapOvr>
</p:notes>
</file>

<file path=ppt/notesSlides/notesSlide58.xml><?xml version="1.0" encoding="utf-8"?>
<p:notes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p:sp>
        <p:nvSpPr>
          <p:cNvPr id="160770" name="Rectangle 2"/>
          <p:cNvSpPr>
            <a:spLocks noGrp="1" noTextEdit="1"/>
          </p:cNvSpPr>
          <p:nvPr>
            <p:ph type="sldImg"/>
          </p:nvPr>
        </p:nvSpPr>
        <p:spPr>
          <a:xfrm>
            <a:off x="5341938" y="381000"/>
            <a:ext cx="2549525" cy="1911350"/>
          </a:xfrm>
          <a:ln w="1"/>
        </p:spPr>
      </p:sp>
    </p:spTree>
  </p:cSld>
  <p:clrMapOvr>
    <a:overrideClrMapping bg1="lt1" tx1="dk1" bg2="lt2" tx2="dk2" accent1="accent1" accent2="accent2" accent3="accent3" accent4="accent4" accent5="accent5" accent6="accent6" hlink="hlink" folHlink="folHlink"/>
  </p:clrMapOvr>
</p:notes>
</file>

<file path=ppt/notesSlides/notesSlide59.xml><?xml version="1.0" encoding="utf-8"?>
<p:notes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p:sp>
        <p:nvSpPr>
          <p:cNvPr id="161794" name="Rectangle 2"/>
          <p:cNvSpPr>
            <a:spLocks noGrp="1" noTextEdit="1"/>
          </p:cNvSpPr>
          <p:nvPr>
            <p:ph type="sldImg"/>
          </p:nvPr>
        </p:nvSpPr>
        <p:spPr>
          <a:xfrm>
            <a:off x="5341938" y="381000"/>
            <a:ext cx="2549525" cy="1911350"/>
          </a:xfrm>
          <a:ln w="1"/>
        </p:spPr>
      </p:sp>
    </p:spTree>
  </p:cSld>
  <p:clrMapOvr>
    <a:overrideClrMapping bg1="lt1" tx1="dk1" bg2="lt2" tx2="dk2" accent1="accent1" accent2="accent2" accent3="accent3" accent4="accent4" accent5="accent5" accent6="accent6" hlink="hlink" folHlink="folHlink"/>
  </p:clrMapOvr>
</p:notes>
</file>

<file path=ppt/notesSlides/notesSlide60.xml><?xml version="1.0" encoding="utf-8"?>
<p:notes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p:sp>
        <p:nvSpPr>
          <p:cNvPr id="162818" name="Rectangle 2"/>
          <p:cNvSpPr>
            <a:spLocks noGrp="1" noTextEdit="1"/>
          </p:cNvSpPr>
          <p:nvPr>
            <p:ph type="sldImg"/>
          </p:nvPr>
        </p:nvSpPr>
        <p:spPr>
          <a:xfrm>
            <a:off x="5341938" y="381000"/>
            <a:ext cx="2549525" cy="1911350"/>
          </a:xfrm>
          <a:ln w="1"/>
        </p:spPr>
      </p:sp>
    </p:spTree>
  </p:cSld>
  <p:clrMapOvr>
    <a:overrideClrMapping bg1="lt1" tx1="dk1" bg2="lt2" tx2="dk2" accent1="accent1" accent2="accent2" accent3="accent3" accent4="accent4" accent5="accent5" accent6="accent6" hlink="hlink" folHlink="folHlink"/>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63842" name="Rectangle 2"/>
          <p:cNvSpPr>
            <a:spLocks noGrp="1" noTextEdit="1"/>
          </p:cNvSpPr>
          <p:nvPr>
            <p:ph type="sldImg"/>
          </p:nvPr>
        </p:nvSpPr>
        <p:spPr>
          <a:ln/>
        </p:spPr>
      </p:sp>
      <p:sp>
        <p:nvSpPr>
          <p:cNvPr id="163843" name="Rectangle 3"/>
          <p:cNvSpPr>
            <a:spLocks noGrp="1"/>
          </p:cNvSpPr>
          <p:nvPr>
            <p:ph type="body" idx="1"/>
          </p:nvPr>
        </p:nvSpPr>
        <p:spPr>
          <a:xfrm>
            <a:off x="992188" y="3228975"/>
            <a:ext cx="7942262" cy="3059113"/>
          </a:xfrm>
          <a:ln/>
        </p:spPr>
        <p:txBody>
          <a:bodyPr wrap="square" lIns="91440" tIns="45720" rIns="91440" bIns="45720" anchor="t" anchorCtr="0"/>
          <a:p>
            <a:pPr lvl="0"/>
            <a:endParaRPr lang="zh-CN" altLang="en-US" dirty="0"/>
          </a:p>
        </p:txBody>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p:sp>
        <p:nvSpPr>
          <p:cNvPr id="164866" name="Rectangle 2"/>
          <p:cNvSpPr>
            <a:spLocks noGrp="1" noTextEdit="1"/>
          </p:cNvSpPr>
          <p:nvPr>
            <p:ph type="sldImg"/>
          </p:nvPr>
        </p:nvSpPr>
        <p:spPr>
          <a:xfrm>
            <a:off x="5341938" y="381000"/>
            <a:ext cx="2549525" cy="1911350"/>
          </a:xfrm>
          <a:ln w="1"/>
        </p:spPr>
      </p:sp>
      <p:sp>
        <p:nvSpPr>
          <p:cNvPr id="164867" name="Rectangle 3"/>
          <p:cNvSpPr>
            <a:spLocks noGrp="1"/>
          </p:cNvSpPr>
          <p:nvPr>
            <p:ph type="body" idx="1"/>
          </p:nvPr>
        </p:nvSpPr>
        <p:spPr>
          <a:xfrm>
            <a:off x="1322388" y="2420938"/>
            <a:ext cx="10588625" cy="2293937"/>
          </a:xfrm>
          <a:ln w="1"/>
        </p:spPr>
        <p:txBody>
          <a:bodyPr wrap="square" lIns="91440" tIns="45720" rIns="91440" bIns="45720" anchor="t" anchorCtr="0"/>
          <a:p>
            <a:pPr lvl="0"/>
            <a:r>
              <a:rPr lang="zh-CN" altLang="en-US" dirty="0"/>
              <a:t>分页存储管理系统中，逻辑地址可以表示成</a:t>
            </a:r>
            <a:endParaRPr lang="zh-CN" altLang="en-US" dirty="0"/>
          </a:p>
        </p:txBody>
      </p:sp>
    </p:spTree>
  </p:cSld>
  <p:clrMapOvr>
    <a:overrideClrMapping bg1="lt1" tx1="dk1" bg2="lt2" tx2="dk2" accent1="accent1" accent2="accent2" accent3="accent3" accent4="accent4" accent5="accent5" accent6="accent6" hlink="hlink" folHlink="folHlink"/>
  </p:clrMapOvr>
</p:notes>
</file>

<file path=ppt/notesSlides/notesSlide63.xml><?xml version="1.0" encoding="utf-8"?>
<p:notes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p:sp>
        <p:nvSpPr>
          <p:cNvPr id="165890" name="Rectangle 2"/>
          <p:cNvSpPr>
            <a:spLocks noGrp="1" noTextEdit="1"/>
          </p:cNvSpPr>
          <p:nvPr>
            <p:ph type="sldImg"/>
          </p:nvPr>
        </p:nvSpPr>
        <p:spPr>
          <a:xfrm>
            <a:off x="5341938" y="381000"/>
            <a:ext cx="2549525" cy="1911350"/>
          </a:xfrm>
          <a:ln w="1"/>
        </p:spPr>
      </p:sp>
    </p:spTree>
  </p:cSld>
  <p:clrMapOvr>
    <a:overrideClrMapping bg1="lt1" tx1="dk1" bg2="lt2" tx2="dk2" accent1="accent1" accent2="accent2" accent3="accent3" accent4="accent4" accent5="accent5" accent6="accent6" hlink="hlink" folHlink="folHlink"/>
  </p:clrMapOvr>
</p:notes>
</file>

<file path=ppt/notesSlides/notesSlide64.xml><?xml version="1.0" encoding="utf-8"?>
<p:notes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p:sp>
        <p:nvSpPr>
          <p:cNvPr id="166914" name="Rectangle 2"/>
          <p:cNvSpPr>
            <a:spLocks noGrp="1" noTextEdit="1"/>
          </p:cNvSpPr>
          <p:nvPr>
            <p:ph type="sldImg"/>
          </p:nvPr>
        </p:nvSpPr>
        <p:spPr>
          <a:xfrm>
            <a:off x="5340350" y="381000"/>
            <a:ext cx="2549525" cy="1911350"/>
          </a:xfrm>
          <a:ln w="1"/>
        </p:spPr>
      </p:sp>
    </p:spTree>
  </p:cSld>
  <p:clrMapOvr>
    <a:overrideClrMapping bg1="lt1" tx1="dk1" bg2="lt2" tx2="dk2" accent1="accent1" accent2="accent2" accent3="accent3" accent4="accent4" accent5="accent5" accent6="accent6" hlink="hlink" folHlink="folHlink"/>
  </p:clrMapOvr>
</p:notes>
</file>

<file path=ppt/notesSlides/notesSlide65.xml><?xml version="1.0" encoding="utf-8"?>
<p:notes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p:sp>
        <p:nvSpPr>
          <p:cNvPr id="167938" name="Rectangle 2"/>
          <p:cNvSpPr>
            <a:spLocks noGrp="1" noTextEdit="1"/>
          </p:cNvSpPr>
          <p:nvPr>
            <p:ph type="sldImg"/>
          </p:nvPr>
        </p:nvSpPr>
        <p:spPr>
          <a:xfrm>
            <a:off x="5341938" y="381000"/>
            <a:ext cx="2549525" cy="1911350"/>
          </a:xfrm>
          <a:ln w="1"/>
        </p:spPr>
      </p:sp>
    </p:spTree>
  </p:cSld>
  <p:clrMapOvr>
    <a:overrideClrMapping bg1="lt1" tx1="dk1" bg2="lt2" tx2="dk2" accent1="accent1" accent2="accent2" accent3="accent3" accent4="accent4" accent5="accent5" accent6="accent6" hlink="hlink" folHlink="folHlink"/>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68962" name="Rectangle 2"/>
          <p:cNvSpPr>
            <a:spLocks noGrp="1" noRot="1" noChangeAspect="1" noTextEdit="1"/>
          </p:cNvSpPr>
          <p:nvPr>
            <p:ph type="sldImg"/>
          </p:nvPr>
        </p:nvSpPr>
        <p:spPr>
          <a:ln/>
        </p:spPr>
      </p:sp>
      <p:sp>
        <p:nvSpPr>
          <p:cNvPr id="168963" name="Rectangle 3"/>
          <p:cNvSpPr>
            <a:spLocks noGrp="1"/>
          </p:cNvSpPr>
          <p:nvPr>
            <p:ph type="body" idx="1"/>
          </p:nvPr>
        </p:nvSpPr>
        <p:spPr>
          <a:xfrm>
            <a:off x="992188" y="3228975"/>
            <a:ext cx="7942262" cy="3059113"/>
          </a:xfrm>
          <a:ln/>
        </p:spPr>
        <p:txBody>
          <a:bodyPr wrap="square" lIns="91440" tIns="45720" rIns="91440" bIns="45720" anchor="t" anchorCtr="0"/>
          <a:p>
            <a:pPr lvl="0"/>
            <a:endParaRPr lang="zh-CN" altLang="en-US" dirty="0"/>
          </a:p>
        </p:txBody>
      </p:sp>
    </p:spTree>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69986" name="Rectangle 2"/>
          <p:cNvSpPr>
            <a:spLocks noGrp="1" noTextEdit="1"/>
          </p:cNvSpPr>
          <p:nvPr>
            <p:ph type="sldImg"/>
          </p:nvPr>
        </p:nvSpPr>
        <p:spPr>
          <a:ln/>
        </p:spPr>
      </p:sp>
      <p:sp>
        <p:nvSpPr>
          <p:cNvPr id="169987" name="Rectangle 3"/>
          <p:cNvSpPr>
            <a:spLocks noGrp="1"/>
          </p:cNvSpPr>
          <p:nvPr>
            <p:ph type="body" idx="1"/>
          </p:nvPr>
        </p:nvSpPr>
        <p:spPr>
          <a:xfrm>
            <a:off x="992188" y="3228975"/>
            <a:ext cx="7942262" cy="3059113"/>
          </a:xfrm>
          <a:ln/>
        </p:spPr>
        <p:txBody>
          <a:bodyPr wrap="square" lIns="91440" tIns="45720" rIns="91440" bIns="45720" anchor="t" anchorCtr="0"/>
          <a:p>
            <a:pPr lvl="0"/>
            <a:endParaRPr lang="zh-CN" altLang="en-US" dirty="0"/>
          </a:p>
        </p:txBody>
      </p:sp>
    </p:spTree>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71010" name="Rectangle 2"/>
          <p:cNvSpPr>
            <a:spLocks noGrp="1" noTextEdit="1"/>
          </p:cNvSpPr>
          <p:nvPr>
            <p:ph type="sldImg"/>
          </p:nvPr>
        </p:nvSpPr>
        <p:spPr>
          <a:ln/>
        </p:spPr>
      </p:sp>
      <p:sp>
        <p:nvSpPr>
          <p:cNvPr id="171011" name="Rectangle 3"/>
          <p:cNvSpPr>
            <a:spLocks noGrp="1"/>
          </p:cNvSpPr>
          <p:nvPr>
            <p:ph type="body" idx="1"/>
          </p:nvPr>
        </p:nvSpPr>
        <p:spPr>
          <a:xfrm>
            <a:off x="992188" y="3228975"/>
            <a:ext cx="7942262" cy="3059113"/>
          </a:xfrm>
          <a:ln/>
        </p:spPr>
        <p:txBody>
          <a:bodyPr wrap="square" lIns="91440" tIns="45720" rIns="91440" bIns="45720" anchor="t" anchorCtr="0"/>
          <a:p>
            <a:pPr lvl="0"/>
            <a:endParaRPr lang="zh-CN" altLang="en-US" dirty="0"/>
          </a:p>
        </p:txBody>
      </p:sp>
    </p:spTree>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72034" name="Rectangle 2"/>
          <p:cNvSpPr>
            <a:spLocks noGrp="1" noRot="1" noChangeAspect="1" noTextEdit="1"/>
          </p:cNvSpPr>
          <p:nvPr>
            <p:ph type="sldImg"/>
          </p:nvPr>
        </p:nvSpPr>
        <p:spPr>
          <a:ln/>
        </p:spPr>
      </p:sp>
      <p:sp>
        <p:nvSpPr>
          <p:cNvPr id="172035" name="Rectangle 3"/>
          <p:cNvSpPr>
            <a:spLocks noGrp="1"/>
          </p:cNvSpPr>
          <p:nvPr>
            <p:ph type="body" idx="1"/>
          </p:nvPr>
        </p:nvSpPr>
        <p:spPr>
          <a:xfrm>
            <a:off x="992188" y="3228975"/>
            <a:ext cx="7942262" cy="3059113"/>
          </a:xfrm>
          <a:ln/>
        </p:spPr>
        <p:txBody>
          <a:bodyPr wrap="square" lIns="91440" tIns="45720" rIns="91440" bIns="45720" anchor="t" anchorCtr="0"/>
          <a:p>
            <a:pPr lvl="0"/>
            <a:endParaRPr lang="zh-CN" altLang="en-US" dirty="0"/>
          </a:p>
        </p:txBody>
      </p:sp>
    </p:spTree>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73058" name="Rectangle 2"/>
          <p:cNvSpPr>
            <a:spLocks noGrp="1" noTextEdit="1"/>
          </p:cNvSpPr>
          <p:nvPr>
            <p:ph type="sldImg"/>
          </p:nvPr>
        </p:nvSpPr>
        <p:spPr>
          <a:ln/>
        </p:spPr>
      </p:sp>
      <p:sp>
        <p:nvSpPr>
          <p:cNvPr id="173059" name="Rectangle 3"/>
          <p:cNvSpPr>
            <a:spLocks noGrp="1"/>
          </p:cNvSpPr>
          <p:nvPr>
            <p:ph type="body" idx="1"/>
          </p:nvPr>
        </p:nvSpPr>
        <p:spPr>
          <a:xfrm>
            <a:off x="992188" y="3228975"/>
            <a:ext cx="7942262" cy="3059113"/>
          </a:xfrm>
          <a:ln/>
        </p:spPr>
        <p:txBody>
          <a:bodyPr wrap="square" lIns="91440" tIns="45720" rIns="91440" bIns="45720" anchor="t" anchorCtr="0"/>
          <a:p>
            <a:pPr lvl="0"/>
            <a:endParaRPr lang="zh-CN" altLang="en-US" dirty="0"/>
          </a:p>
        </p:txBody>
      </p:sp>
    </p:spTree>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74082" name="Rectangle 2"/>
          <p:cNvSpPr>
            <a:spLocks noGrp="1" noTextEdit="1"/>
          </p:cNvSpPr>
          <p:nvPr>
            <p:ph type="sldImg"/>
          </p:nvPr>
        </p:nvSpPr>
        <p:spPr>
          <a:ln/>
        </p:spPr>
      </p:sp>
      <p:sp>
        <p:nvSpPr>
          <p:cNvPr id="174083" name="Rectangle 3"/>
          <p:cNvSpPr>
            <a:spLocks noGrp="1"/>
          </p:cNvSpPr>
          <p:nvPr>
            <p:ph type="body" idx="1"/>
          </p:nvPr>
        </p:nvSpPr>
        <p:spPr>
          <a:xfrm>
            <a:off x="992188" y="3228975"/>
            <a:ext cx="7942262" cy="3059113"/>
          </a:xfrm>
          <a:ln/>
        </p:spPr>
        <p:txBody>
          <a:bodyPr wrap="square" lIns="91440" tIns="45720" rIns="91440" bIns="45720" anchor="t" anchorCtr="0"/>
          <a:p>
            <a:pPr lvl="0"/>
            <a:endParaRPr lang="zh-CN" altLang="en-US" dirty="0"/>
          </a:p>
        </p:txBody>
      </p:sp>
    </p:spTree>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75106" name="Rectangle 2"/>
          <p:cNvSpPr>
            <a:spLocks noGrp="1" noTextEdit="1"/>
          </p:cNvSpPr>
          <p:nvPr>
            <p:ph type="sldImg"/>
          </p:nvPr>
        </p:nvSpPr>
        <p:spPr>
          <a:ln/>
        </p:spPr>
      </p:sp>
      <p:sp>
        <p:nvSpPr>
          <p:cNvPr id="175107" name="Rectangle 3"/>
          <p:cNvSpPr>
            <a:spLocks noGrp="1"/>
          </p:cNvSpPr>
          <p:nvPr>
            <p:ph type="body" idx="1"/>
          </p:nvPr>
        </p:nvSpPr>
        <p:spPr>
          <a:xfrm>
            <a:off x="992188" y="3228975"/>
            <a:ext cx="7942262" cy="3059113"/>
          </a:xfrm>
          <a:ln/>
        </p:spPr>
        <p:txBody>
          <a:bodyPr wrap="square" lIns="91440" tIns="45720" rIns="91440" bIns="45720" anchor="t" anchorCtr="0"/>
          <a:p>
            <a:pPr lvl="0"/>
            <a:endParaRPr lang="zh-CN" altLang="en-US" dirty="0"/>
          </a:p>
        </p:txBody>
      </p:sp>
    </p:spTree>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76130" name="Rectangle 2"/>
          <p:cNvSpPr>
            <a:spLocks noGrp="1" noTextEdit="1"/>
          </p:cNvSpPr>
          <p:nvPr>
            <p:ph type="sldImg"/>
          </p:nvPr>
        </p:nvSpPr>
        <p:spPr>
          <a:ln/>
        </p:spPr>
      </p:sp>
      <p:sp>
        <p:nvSpPr>
          <p:cNvPr id="176131" name="Rectangle 3"/>
          <p:cNvSpPr>
            <a:spLocks noGrp="1"/>
          </p:cNvSpPr>
          <p:nvPr>
            <p:ph type="body" idx="1"/>
          </p:nvPr>
        </p:nvSpPr>
        <p:spPr>
          <a:xfrm>
            <a:off x="992188" y="3228975"/>
            <a:ext cx="7942262" cy="3059113"/>
          </a:xfrm>
          <a:ln/>
        </p:spPr>
        <p:txBody>
          <a:bodyPr wrap="square" lIns="91440" tIns="45720" rIns="91440" bIns="45720" anchor="t" anchorCtr="0"/>
          <a:p>
            <a:pPr lvl="0"/>
            <a:endParaRPr lang="zh-CN" altLang="en-US" dirty="0"/>
          </a:p>
        </p:txBody>
      </p:sp>
    </p:spTree>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77154" name="Rectangle 2"/>
          <p:cNvSpPr>
            <a:spLocks noGrp="1" noTextEdit="1"/>
          </p:cNvSpPr>
          <p:nvPr>
            <p:ph type="sldImg"/>
          </p:nvPr>
        </p:nvSpPr>
        <p:spPr>
          <a:ln/>
        </p:spPr>
      </p:sp>
      <p:sp>
        <p:nvSpPr>
          <p:cNvPr id="177155" name="Rectangle 3"/>
          <p:cNvSpPr>
            <a:spLocks noGrp="1"/>
          </p:cNvSpPr>
          <p:nvPr>
            <p:ph type="body" idx="1"/>
          </p:nvPr>
        </p:nvSpPr>
        <p:spPr>
          <a:xfrm>
            <a:off x="992188" y="3228975"/>
            <a:ext cx="7942262" cy="3059113"/>
          </a:xfrm>
          <a:ln/>
        </p:spPr>
        <p:txBody>
          <a:bodyPr wrap="square" lIns="91440" tIns="45720" rIns="91440" bIns="45720" anchor="t" anchorCtr="0"/>
          <a:p>
            <a:pPr lvl="0"/>
            <a:endParaRPr lang="zh-CN" altLang="en-US" dirty="0"/>
          </a:p>
        </p:txBody>
      </p:sp>
    </p:spTree>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78178" name="Rectangle 2"/>
          <p:cNvSpPr>
            <a:spLocks noGrp="1" noTextEdit="1"/>
          </p:cNvSpPr>
          <p:nvPr>
            <p:ph type="sldImg"/>
          </p:nvPr>
        </p:nvSpPr>
        <p:spPr>
          <a:ln/>
        </p:spPr>
      </p:sp>
      <p:sp>
        <p:nvSpPr>
          <p:cNvPr id="178179" name="Rectangle 3"/>
          <p:cNvSpPr>
            <a:spLocks noGrp="1"/>
          </p:cNvSpPr>
          <p:nvPr>
            <p:ph type="body" idx="1"/>
          </p:nvPr>
        </p:nvSpPr>
        <p:spPr>
          <a:xfrm>
            <a:off x="992188" y="3228975"/>
            <a:ext cx="7942262" cy="3059113"/>
          </a:xfrm>
          <a:ln/>
        </p:spPr>
        <p:txBody>
          <a:bodyPr wrap="square" lIns="91440" tIns="45720" rIns="91440" bIns="45720" anchor="t" anchorCtr="0"/>
          <a:p>
            <a:pPr lvl="0"/>
            <a:endParaRPr lang="zh-CN" altLang="en-US" dirty="0"/>
          </a:p>
        </p:txBody>
      </p:sp>
    </p:spTree>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79202" name="Rectangle 2"/>
          <p:cNvSpPr>
            <a:spLocks noGrp="1" noTextEdit="1"/>
          </p:cNvSpPr>
          <p:nvPr>
            <p:ph type="sldImg"/>
          </p:nvPr>
        </p:nvSpPr>
        <p:spPr>
          <a:ln/>
        </p:spPr>
      </p:sp>
      <p:sp>
        <p:nvSpPr>
          <p:cNvPr id="179203" name="Rectangle 3"/>
          <p:cNvSpPr>
            <a:spLocks noGrp="1"/>
          </p:cNvSpPr>
          <p:nvPr>
            <p:ph type="body" idx="1"/>
          </p:nvPr>
        </p:nvSpPr>
        <p:spPr>
          <a:xfrm>
            <a:off x="992188" y="3228975"/>
            <a:ext cx="7942262" cy="3059113"/>
          </a:xfrm>
          <a:ln/>
        </p:spPr>
        <p:txBody>
          <a:bodyPr wrap="square" lIns="91440" tIns="45720" rIns="91440" bIns="45720" anchor="t" anchorCtr="0"/>
          <a:p>
            <a:pPr lvl="0"/>
            <a:endParaRPr lang="zh-CN" altLang="en-US" dirty="0"/>
          </a:p>
        </p:txBody>
      </p:sp>
    </p:spTree>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p:sp>
        <p:nvSpPr>
          <p:cNvPr id="180226" name="Rectangle 2"/>
          <p:cNvSpPr>
            <a:spLocks noGrp="1" noRot="1" noChangeAspect="1" noTextEdit="1"/>
          </p:cNvSpPr>
          <p:nvPr>
            <p:ph type="sldImg"/>
          </p:nvPr>
        </p:nvSpPr>
        <p:spPr>
          <a:xfrm>
            <a:off x="3262313" y="509588"/>
            <a:ext cx="3400425" cy="2549525"/>
          </a:xfrm>
          <a:ln/>
        </p:spPr>
      </p:sp>
      <p:sp>
        <p:nvSpPr>
          <p:cNvPr id="180227" name="Rectangle 3"/>
          <p:cNvSpPr>
            <a:spLocks noGrp="1"/>
          </p:cNvSpPr>
          <p:nvPr>
            <p:ph type="body" idx="1"/>
          </p:nvPr>
        </p:nvSpPr>
        <p:spPr>
          <a:xfrm>
            <a:off x="990600" y="3228975"/>
            <a:ext cx="7942263" cy="3059113"/>
          </a:xfrm>
          <a:ln/>
        </p:spPr>
        <p:txBody>
          <a:bodyPr wrap="square" lIns="91440" tIns="45720" rIns="91440" bIns="45720" anchor="t" anchorCtr="0"/>
          <a:p>
            <a:pPr lvl="0"/>
            <a:r>
              <a:rPr lang="zh-CN" altLang="en-US" dirty="0"/>
              <a:t>学习目的：</a:t>
            </a:r>
            <a:endParaRPr lang="zh-CN" altLang="en-US" dirty="0"/>
          </a:p>
        </p:txBody>
      </p:sp>
    </p:spTree>
  </p:cSld>
  <p:clrMapOvr>
    <a:overrideClrMapping bg1="lt1" tx1="dk1" bg2="lt2" tx2="dk2" accent1="accent1" accent2="accent2" accent3="accent3" accent4="accent4" accent5="accent5" accent6="accent6" hlink="hlink" folHlink="folHlink"/>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81250" name="Rectangle 2"/>
          <p:cNvSpPr>
            <a:spLocks noGrp="1" noTextEdit="1"/>
          </p:cNvSpPr>
          <p:nvPr>
            <p:ph type="sldImg"/>
          </p:nvPr>
        </p:nvSpPr>
        <p:spPr>
          <a:ln/>
        </p:spPr>
      </p:sp>
      <p:sp>
        <p:nvSpPr>
          <p:cNvPr id="181251" name="Rectangle 3"/>
          <p:cNvSpPr>
            <a:spLocks noGrp="1"/>
          </p:cNvSpPr>
          <p:nvPr>
            <p:ph type="body" idx="1"/>
          </p:nvPr>
        </p:nvSpPr>
        <p:spPr>
          <a:xfrm>
            <a:off x="992188" y="3228975"/>
            <a:ext cx="7942262" cy="3059113"/>
          </a:xfrm>
          <a:ln/>
        </p:spPr>
        <p:txBody>
          <a:bodyPr wrap="square" lIns="91440" tIns="45720" rIns="91440" bIns="45720" anchor="t" anchorCtr="0"/>
          <a:p>
            <a:pPr lvl="0"/>
            <a:endParaRPr lang="zh-CN" altLang="en-US" dirty="0"/>
          </a:p>
        </p:txBody>
      </p:sp>
    </p:spTree>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82274" name="Rectangle 2"/>
          <p:cNvSpPr>
            <a:spLocks noGrp="1" noTextEdit="1"/>
          </p:cNvSpPr>
          <p:nvPr>
            <p:ph type="sldImg"/>
          </p:nvPr>
        </p:nvSpPr>
        <p:spPr>
          <a:ln/>
        </p:spPr>
      </p:sp>
      <p:sp>
        <p:nvSpPr>
          <p:cNvPr id="182275" name="Rectangle 3"/>
          <p:cNvSpPr>
            <a:spLocks noGrp="1"/>
          </p:cNvSpPr>
          <p:nvPr>
            <p:ph type="body" idx="1"/>
          </p:nvPr>
        </p:nvSpPr>
        <p:spPr>
          <a:xfrm>
            <a:off x="992188" y="3228975"/>
            <a:ext cx="7942262" cy="3059113"/>
          </a:xfrm>
          <a:ln/>
        </p:spPr>
        <p:txBody>
          <a:bodyPr wrap="square" lIns="91440" tIns="45720" rIns="91440" bIns="45720" anchor="t" anchorCtr="0"/>
          <a:p>
            <a:pPr lvl="0"/>
            <a:endParaRPr lang="zh-CN" altLang="en-US" dirty="0"/>
          </a:p>
        </p:txBody>
      </p:sp>
    </p:spTree>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83298" name="Rectangle 2"/>
          <p:cNvSpPr>
            <a:spLocks noGrp="1" noTextEdit="1"/>
          </p:cNvSpPr>
          <p:nvPr>
            <p:ph type="sldImg"/>
          </p:nvPr>
        </p:nvSpPr>
        <p:spPr>
          <a:ln/>
        </p:spPr>
      </p:sp>
      <p:sp>
        <p:nvSpPr>
          <p:cNvPr id="183299" name="Rectangle 3"/>
          <p:cNvSpPr>
            <a:spLocks noGrp="1"/>
          </p:cNvSpPr>
          <p:nvPr>
            <p:ph type="body" idx="1"/>
          </p:nvPr>
        </p:nvSpPr>
        <p:spPr>
          <a:xfrm>
            <a:off x="992188" y="3228975"/>
            <a:ext cx="7942262" cy="3059113"/>
          </a:xfrm>
          <a:ln/>
        </p:spPr>
        <p:txBody>
          <a:bodyPr wrap="square" lIns="91440" tIns="45720" rIns="91440" bIns="45720" anchor="t" anchorCtr="0"/>
          <a:p>
            <a:pPr lvl="0"/>
            <a:endParaRPr lang="zh-CN" altLang="en-US" dirty="0"/>
          </a:p>
        </p:txBody>
      </p:sp>
    </p:spTree>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84322" name="Rectangle 2"/>
          <p:cNvSpPr>
            <a:spLocks noGrp="1" noTextEdit="1"/>
          </p:cNvSpPr>
          <p:nvPr>
            <p:ph type="sldImg"/>
          </p:nvPr>
        </p:nvSpPr>
        <p:spPr>
          <a:ln/>
        </p:spPr>
      </p:sp>
      <p:sp>
        <p:nvSpPr>
          <p:cNvPr id="184323" name="Rectangle 3"/>
          <p:cNvSpPr>
            <a:spLocks noGrp="1"/>
          </p:cNvSpPr>
          <p:nvPr>
            <p:ph type="body" idx="1"/>
          </p:nvPr>
        </p:nvSpPr>
        <p:spPr>
          <a:xfrm>
            <a:off x="992188" y="3228975"/>
            <a:ext cx="7942262" cy="3059113"/>
          </a:xfrm>
          <a:ln/>
        </p:spPr>
        <p:txBody>
          <a:bodyPr wrap="square" lIns="91440" tIns="45720" rIns="91440" bIns="45720" anchor="t" anchorCtr="0"/>
          <a:p>
            <a:pPr lvl="0"/>
            <a:endParaRPr lang="zh-CN" altLang="en-US" dirty="0"/>
          </a:p>
        </p:txBody>
      </p:sp>
    </p:spTree>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85346" name="Rectangle 2"/>
          <p:cNvSpPr>
            <a:spLocks noGrp="1" noTextEdit="1"/>
          </p:cNvSpPr>
          <p:nvPr>
            <p:ph type="sldImg"/>
          </p:nvPr>
        </p:nvSpPr>
        <p:spPr>
          <a:ln/>
        </p:spPr>
      </p:sp>
      <p:sp>
        <p:nvSpPr>
          <p:cNvPr id="185347" name="Rectangle 3"/>
          <p:cNvSpPr>
            <a:spLocks noGrp="1"/>
          </p:cNvSpPr>
          <p:nvPr>
            <p:ph type="body" idx="1"/>
          </p:nvPr>
        </p:nvSpPr>
        <p:spPr>
          <a:xfrm>
            <a:off x="992188" y="3228975"/>
            <a:ext cx="7942262" cy="3059113"/>
          </a:xfrm>
          <a:ln/>
        </p:spPr>
        <p:txBody>
          <a:bodyPr wrap="square" lIns="91440" tIns="45720" rIns="91440" bIns="45720" anchor="t" anchorCtr="0"/>
          <a:p>
            <a:pPr lvl="0"/>
            <a:endParaRPr lang="zh-CN" altLang="en-US" dirty="0"/>
          </a:p>
        </p:txBody>
      </p:sp>
    </p:spTree>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86370" name="Rectangle 2"/>
          <p:cNvSpPr>
            <a:spLocks noGrp="1" noTextEdit="1"/>
          </p:cNvSpPr>
          <p:nvPr>
            <p:ph type="sldImg"/>
          </p:nvPr>
        </p:nvSpPr>
        <p:spPr>
          <a:ln/>
        </p:spPr>
      </p:sp>
      <p:sp>
        <p:nvSpPr>
          <p:cNvPr id="186371" name="Rectangle 3"/>
          <p:cNvSpPr>
            <a:spLocks noGrp="1"/>
          </p:cNvSpPr>
          <p:nvPr>
            <p:ph type="body" idx="1"/>
          </p:nvPr>
        </p:nvSpPr>
        <p:spPr>
          <a:xfrm>
            <a:off x="992188" y="3228975"/>
            <a:ext cx="7942262" cy="3059113"/>
          </a:xfrm>
          <a:ln/>
        </p:spPr>
        <p:txBody>
          <a:bodyPr wrap="square" lIns="91440" tIns="45720" rIns="91440" bIns="45720" anchor="t" anchorCtr="0"/>
          <a:p>
            <a:pPr lvl="0"/>
            <a:endParaRPr lang="zh-CN" altLang="en-US" dirty="0"/>
          </a:p>
        </p:txBody>
      </p:sp>
    </p:spTree>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87394" name="Rectangle 2"/>
          <p:cNvSpPr>
            <a:spLocks noGrp="1" noTextEdit="1"/>
          </p:cNvSpPr>
          <p:nvPr>
            <p:ph type="sldImg"/>
          </p:nvPr>
        </p:nvSpPr>
        <p:spPr>
          <a:ln/>
        </p:spPr>
      </p:sp>
      <p:sp>
        <p:nvSpPr>
          <p:cNvPr id="187395" name="Rectangle 3"/>
          <p:cNvSpPr>
            <a:spLocks noGrp="1"/>
          </p:cNvSpPr>
          <p:nvPr>
            <p:ph type="body" idx="1"/>
          </p:nvPr>
        </p:nvSpPr>
        <p:spPr>
          <a:xfrm>
            <a:off x="992188" y="3228975"/>
            <a:ext cx="7942262" cy="3059113"/>
          </a:xfrm>
          <a:ln/>
        </p:spPr>
        <p:txBody>
          <a:bodyPr wrap="square" lIns="91440" tIns="45720" rIns="91440" bIns="45720" anchor="t" anchorCtr="0"/>
          <a:p>
            <a:pPr lvl="0"/>
            <a:endParaRPr lang="zh-CN" altLang="en-US" dirty="0"/>
          </a:p>
        </p:txBody>
      </p:sp>
    </p:spTree>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88418" name="Rectangle 2"/>
          <p:cNvSpPr>
            <a:spLocks noGrp="1" noTextEdit="1"/>
          </p:cNvSpPr>
          <p:nvPr>
            <p:ph type="sldImg"/>
          </p:nvPr>
        </p:nvSpPr>
        <p:spPr>
          <a:ln/>
        </p:spPr>
      </p:sp>
      <p:sp>
        <p:nvSpPr>
          <p:cNvPr id="188419" name="Rectangle 3"/>
          <p:cNvSpPr>
            <a:spLocks noGrp="1"/>
          </p:cNvSpPr>
          <p:nvPr>
            <p:ph type="body" idx="1"/>
          </p:nvPr>
        </p:nvSpPr>
        <p:spPr>
          <a:xfrm>
            <a:off x="992188" y="3228975"/>
            <a:ext cx="7942262" cy="3059113"/>
          </a:xfrm>
          <a:ln/>
        </p:spPr>
        <p:txBody>
          <a:bodyPr wrap="square" lIns="91440" tIns="45720" rIns="91440" bIns="45720" anchor="t" anchorCtr="0"/>
          <a:p>
            <a:pPr lvl="0"/>
            <a:endParaRPr lang="zh-CN" altLang="en-US" dirty="0"/>
          </a:p>
        </p:txBody>
      </p:sp>
    </p:spTree>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89442" name="Rectangle 2"/>
          <p:cNvSpPr>
            <a:spLocks noGrp="1" noTextEdit="1"/>
          </p:cNvSpPr>
          <p:nvPr>
            <p:ph type="sldImg"/>
          </p:nvPr>
        </p:nvSpPr>
        <p:spPr>
          <a:ln/>
        </p:spPr>
      </p:sp>
      <p:sp>
        <p:nvSpPr>
          <p:cNvPr id="189443" name="Rectangle 3"/>
          <p:cNvSpPr>
            <a:spLocks noGrp="1"/>
          </p:cNvSpPr>
          <p:nvPr>
            <p:ph type="body" idx="1"/>
          </p:nvPr>
        </p:nvSpPr>
        <p:spPr>
          <a:xfrm>
            <a:off x="992188" y="3228975"/>
            <a:ext cx="7942262" cy="3059113"/>
          </a:xfrm>
          <a:ln/>
        </p:spPr>
        <p:txBody>
          <a:bodyPr wrap="square" lIns="91440" tIns="45720" rIns="91440" bIns="45720" anchor="t" anchorCtr="0"/>
          <a:p>
            <a:pPr lvl="0"/>
            <a:endParaRPr lang="zh-CN" altLang="en-US" dirty="0"/>
          </a:p>
        </p:txBody>
      </p:sp>
    </p:spTree>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90466" name="Rectangle 2"/>
          <p:cNvSpPr>
            <a:spLocks noGrp="1" noTextEdit="1"/>
          </p:cNvSpPr>
          <p:nvPr>
            <p:ph type="sldImg"/>
          </p:nvPr>
        </p:nvSpPr>
        <p:spPr>
          <a:ln/>
        </p:spPr>
      </p:sp>
      <p:sp>
        <p:nvSpPr>
          <p:cNvPr id="190467" name="Rectangle 3"/>
          <p:cNvSpPr>
            <a:spLocks noGrp="1"/>
          </p:cNvSpPr>
          <p:nvPr>
            <p:ph type="body" idx="1"/>
          </p:nvPr>
        </p:nvSpPr>
        <p:spPr>
          <a:xfrm>
            <a:off x="992188" y="3228975"/>
            <a:ext cx="7942262" cy="3059113"/>
          </a:xfrm>
          <a:ln/>
        </p:spPr>
        <p:txBody>
          <a:bodyPr wrap="square" lIns="91440" tIns="45720" rIns="91440" bIns="45720" anchor="t" anchorCtr="0"/>
          <a:p>
            <a:pPr lvl="0"/>
            <a:endParaRPr lang="zh-CN" altLang="en-US" dirty="0"/>
          </a:p>
        </p:txBody>
      </p:sp>
    </p:spTree>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91490" name="Rectangle 2"/>
          <p:cNvSpPr>
            <a:spLocks noGrp="1" noTextEdit="1"/>
          </p:cNvSpPr>
          <p:nvPr>
            <p:ph type="sldImg"/>
          </p:nvPr>
        </p:nvSpPr>
        <p:spPr>
          <a:ln/>
        </p:spPr>
      </p:sp>
      <p:sp>
        <p:nvSpPr>
          <p:cNvPr id="191491" name="Rectangle 3"/>
          <p:cNvSpPr>
            <a:spLocks noGrp="1"/>
          </p:cNvSpPr>
          <p:nvPr>
            <p:ph type="body" idx="1"/>
          </p:nvPr>
        </p:nvSpPr>
        <p:spPr>
          <a:xfrm>
            <a:off x="992188" y="3228975"/>
            <a:ext cx="7942262" cy="3059113"/>
          </a:xfrm>
          <a:ln/>
        </p:spPr>
        <p:txBody>
          <a:bodyPr wrap="square" lIns="91440" tIns="45720" rIns="91440" bIns="45720" anchor="t" anchorCtr="0"/>
          <a:p>
            <a:pPr lvl="0"/>
            <a:endParaRPr lang="zh-CN" altLang="en-US" dirty="0"/>
          </a:p>
        </p:txBody>
      </p:sp>
    </p:spTree>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92514" name="Rectangle 2"/>
          <p:cNvSpPr>
            <a:spLocks noGrp="1" noTextEdit="1"/>
          </p:cNvSpPr>
          <p:nvPr>
            <p:ph type="sldImg"/>
          </p:nvPr>
        </p:nvSpPr>
        <p:spPr>
          <a:ln/>
        </p:spPr>
      </p:sp>
      <p:sp>
        <p:nvSpPr>
          <p:cNvPr id="192515" name="Rectangle 3"/>
          <p:cNvSpPr>
            <a:spLocks noGrp="1"/>
          </p:cNvSpPr>
          <p:nvPr>
            <p:ph type="body" idx="1"/>
          </p:nvPr>
        </p:nvSpPr>
        <p:spPr>
          <a:xfrm>
            <a:off x="992188" y="3228975"/>
            <a:ext cx="7942262" cy="3059113"/>
          </a:xfrm>
          <a:ln/>
        </p:spPr>
        <p:txBody>
          <a:bodyPr wrap="square" lIns="91440" tIns="45720" rIns="91440" bIns="45720" anchor="t" anchorCtr="0"/>
          <a:p>
            <a:pPr lvl="0"/>
            <a:endParaRPr lang="zh-CN" altLang="en-US" dirty="0"/>
          </a:p>
        </p:txBody>
      </p:sp>
    </p:spTree>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93538" name="Rectangle 2"/>
          <p:cNvSpPr>
            <a:spLocks noGrp="1" noTextEdit="1"/>
          </p:cNvSpPr>
          <p:nvPr>
            <p:ph type="sldImg"/>
          </p:nvPr>
        </p:nvSpPr>
        <p:spPr>
          <a:ln/>
        </p:spPr>
      </p:sp>
      <p:sp>
        <p:nvSpPr>
          <p:cNvPr id="193539" name="Rectangle 3"/>
          <p:cNvSpPr>
            <a:spLocks noGrp="1"/>
          </p:cNvSpPr>
          <p:nvPr>
            <p:ph type="body" idx="1"/>
          </p:nvPr>
        </p:nvSpPr>
        <p:spPr>
          <a:xfrm>
            <a:off x="992188" y="3228975"/>
            <a:ext cx="7942262" cy="3059113"/>
          </a:xfrm>
          <a:ln/>
        </p:spPr>
        <p:txBody>
          <a:bodyPr wrap="square" lIns="91440" tIns="45720" rIns="91440" bIns="45720" anchor="t" anchorCtr="0"/>
          <a:p>
            <a:pPr lvl="0"/>
            <a:endParaRPr lang="zh-CN" altLang="en-US" dirty="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28838"/>
            <a:ext cx="7773988" cy="1470025"/>
          </a:xfrm>
        </p:spPr>
        <p:txBody>
          <a:bodyPr/>
          <a:lstStyle/>
          <a:p>
            <a:r>
              <a:rPr lang="zh-CN" altLang="en-US" smtClean="0"/>
              <a:t>单击此处编辑母版标题样式</a:t>
            </a:r>
            <a:endParaRPr lang="zh-CN" altLang="en-US"/>
          </a:p>
        </p:txBody>
      </p:sp>
      <p:sp>
        <p:nvSpPr>
          <p:cNvPr id="3" name="副标题 2"/>
          <p:cNvSpPr>
            <a:spLocks noGrp="1"/>
          </p:cNvSpPr>
          <p:nvPr>
            <p:ph type="subTitle" idx="1"/>
          </p:nvPr>
        </p:nvSpPr>
        <p:spPr>
          <a:xfrm>
            <a:off x="1371600" y="3884613"/>
            <a:ext cx="6402388" cy="1751012"/>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smtClean="0"/>
              <a:t>单击此处编辑母版副标题样式</a:t>
            </a:r>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5313"/>
            <a:ext cx="7773987" cy="1360487"/>
          </a:xfrm>
        </p:spPr>
        <p:txBody>
          <a:bodyPr anchor="t"/>
          <a:lstStyle>
            <a:lvl1pPr algn="l">
              <a:defRPr sz="4000" b="1" cap="all"/>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722313" y="2905125"/>
            <a:ext cx="7773987" cy="1500188"/>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smtClean="0"/>
              <a:t>单击此处编辑母版文本样式</a:t>
            </a:r>
            <a:endParaRPr lang="zh-CN" altLang="en-US" smtClean="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1116013" y="1268413"/>
            <a:ext cx="3771900" cy="490061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nvPr>
        </p:nvSpPr>
        <p:spPr>
          <a:xfrm>
            <a:off x="5040313" y="1268413"/>
            <a:ext cx="3773487" cy="490061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31188" cy="1143000"/>
          </a:xfrm>
        </p:spPr>
        <p:txBody>
          <a:bodyPr/>
          <a:lstStyle>
            <a:lvl1pPr>
              <a:defRPr/>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00" y="1535113"/>
            <a:ext cx="4040188" cy="638175"/>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4" name="内容占位符 3"/>
          <p:cNvSpPr>
            <a:spLocks noGrp="1"/>
          </p:cNvSpPr>
          <p:nvPr>
            <p:ph sz="half" idx="2"/>
          </p:nvPr>
        </p:nvSpPr>
        <p:spPr>
          <a:xfrm>
            <a:off x="457200" y="2173288"/>
            <a:ext cx="4040188" cy="3949700"/>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文本占位符 4"/>
          <p:cNvSpPr>
            <a:spLocks noGrp="1"/>
          </p:cNvSpPr>
          <p:nvPr>
            <p:ph type="body" sz="quarter" idx="3"/>
          </p:nvPr>
        </p:nvSpPr>
        <p:spPr>
          <a:xfrm>
            <a:off x="4646613" y="1535113"/>
            <a:ext cx="4041775" cy="638175"/>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6" name="内容占位符 5"/>
          <p:cNvSpPr>
            <a:spLocks noGrp="1"/>
          </p:cNvSpPr>
          <p:nvPr>
            <p:ph sz="quarter" idx="4"/>
          </p:nvPr>
        </p:nvSpPr>
        <p:spPr>
          <a:xfrm>
            <a:off x="4646613" y="2173288"/>
            <a:ext cx="4041775" cy="3949700"/>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3575050" y="273050"/>
            <a:ext cx="5113338" cy="5849938"/>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文本占位符 3"/>
          <p:cNvSpPr>
            <a:spLocks noGrp="1"/>
          </p:cNvSpPr>
          <p:nvPr>
            <p:ph type="body" sz="half" idx="2"/>
          </p:nvPr>
        </p:nvSpPr>
        <p:spPr>
          <a:xfrm>
            <a:off x="457200" y="1435100"/>
            <a:ext cx="3008313" cy="4687888"/>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endParaRPr lang="zh-CN" altLang="en-US" smtClean="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799013"/>
            <a:ext cx="5487987" cy="565150"/>
          </a:xfrm>
        </p:spPr>
        <p:txBody>
          <a:bodyPr anchor="b"/>
          <a:lstStyle>
            <a:lvl1pPr algn="l">
              <a:defRPr sz="2000" b="1"/>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1792288" y="612775"/>
            <a:ext cx="5487987" cy="4113213"/>
          </a:xfrm>
        </p:spPr>
        <p:txBody>
          <a:bodyPr vert="horz" wrap="square" lIns="100776" tIns="50388" rIns="100776" bIns="50388" numCol="1" anchor="t" anchorCtr="0" compatLnSpc="1"/>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1008380" rtl="0" eaLnBrk="0" fontAlgn="base" latinLnBrk="0" hangingPunct="0">
              <a:lnSpc>
                <a:spcPct val="120000"/>
              </a:lnSpc>
              <a:spcBef>
                <a:spcPct val="20000"/>
              </a:spcBef>
              <a:spcAft>
                <a:spcPct val="0"/>
              </a:spcAft>
              <a:buClr>
                <a:schemeClr val="hlink"/>
              </a:buClr>
              <a:buSzTx/>
              <a:buFont typeface="Wingdings" panose="05000000000000000000" pitchFamily="2" charset="2"/>
              <a:buNone/>
              <a:defRPr/>
            </a:pPr>
            <a:endParaRPr kumimoji="0" lang="zh-CN" altLang="en-US" sz="3200" b="1" i="0" u="none" strike="noStrike" kern="0" cap="none" spc="0" normalizeH="0" baseline="0" noProof="0" smtClean="0">
              <a:ln>
                <a:noFill/>
              </a:ln>
              <a:solidFill>
                <a:srgbClr val="0033CC"/>
              </a:solidFill>
              <a:effectLst/>
              <a:uLnTx/>
              <a:uFillTx/>
              <a:latin typeface="+mn-lt"/>
              <a:ea typeface="+mn-ea"/>
              <a:cs typeface="+mn-cs"/>
            </a:endParaRPr>
          </a:p>
        </p:txBody>
      </p:sp>
      <p:sp>
        <p:nvSpPr>
          <p:cNvPr id="4" name="文本占位符 3"/>
          <p:cNvSpPr>
            <a:spLocks noGrp="1"/>
          </p:cNvSpPr>
          <p:nvPr>
            <p:ph type="body" sz="half" idx="2"/>
          </p:nvPr>
        </p:nvSpPr>
        <p:spPr>
          <a:xfrm>
            <a:off x="1792288" y="5364163"/>
            <a:ext cx="5487987"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endParaRPr lang="zh-CN" altLang="en-US" smtClean="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7081838" y="477838"/>
            <a:ext cx="1987550" cy="5691187"/>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1116013" y="477838"/>
            <a:ext cx="5813425" cy="5691187"/>
          </a:xfrm>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28838"/>
            <a:ext cx="7773988" cy="1470025"/>
          </a:xfrm>
        </p:spPr>
        <p:txBody>
          <a:bodyPr/>
          <a:lstStyle/>
          <a:p>
            <a:r>
              <a:rPr lang="zh-CN" altLang="en-US" smtClean="0"/>
              <a:t>单击此处编辑母版标题样式</a:t>
            </a:r>
            <a:endParaRPr lang="zh-CN" altLang="en-US"/>
          </a:p>
        </p:txBody>
      </p:sp>
      <p:sp>
        <p:nvSpPr>
          <p:cNvPr id="3" name="副标题 2"/>
          <p:cNvSpPr>
            <a:spLocks noGrp="1"/>
          </p:cNvSpPr>
          <p:nvPr>
            <p:ph type="subTitle" idx="1"/>
          </p:nvPr>
        </p:nvSpPr>
        <p:spPr>
          <a:xfrm>
            <a:off x="1371600" y="3884613"/>
            <a:ext cx="6402388" cy="1751012"/>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smtClean="0"/>
              <a:t>单击此处编辑母版副标题样式</a:t>
            </a:r>
            <a:endParaRPr lang="zh-CN" alt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5313"/>
            <a:ext cx="7773987" cy="1360487"/>
          </a:xfrm>
        </p:spPr>
        <p:txBody>
          <a:bodyPr anchor="t"/>
          <a:lstStyle>
            <a:lvl1pPr algn="l">
              <a:defRPr sz="4000" b="1" cap="all"/>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722313" y="2905125"/>
            <a:ext cx="7773987" cy="1500188"/>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smtClean="0"/>
              <a:t>单击此处编辑母版文本样式</a:t>
            </a:r>
            <a:endParaRPr lang="zh-CN" altLang="en-US" smtClean="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1143000" y="1295400"/>
            <a:ext cx="3771900" cy="499745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nvPr>
        </p:nvSpPr>
        <p:spPr>
          <a:xfrm>
            <a:off x="5067300" y="1295400"/>
            <a:ext cx="3773488" cy="499745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31188" cy="1143000"/>
          </a:xfrm>
        </p:spPr>
        <p:txBody>
          <a:bodyPr/>
          <a:lstStyle>
            <a:lvl1pPr>
              <a:defRPr/>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00" y="1535113"/>
            <a:ext cx="4040188" cy="638175"/>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4" name="内容占位符 3"/>
          <p:cNvSpPr>
            <a:spLocks noGrp="1"/>
          </p:cNvSpPr>
          <p:nvPr>
            <p:ph sz="half" idx="2"/>
          </p:nvPr>
        </p:nvSpPr>
        <p:spPr>
          <a:xfrm>
            <a:off x="457200" y="2173288"/>
            <a:ext cx="4040188" cy="3949700"/>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文本占位符 4"/>
          <p:cNvSpPr>
            <a:spLocks noGrp="1"/>
          </p:cNvSpPr>
          <p:nvPr>
            <p:ph type="body" sz="quarter" idx="3"/>
          </p:nvPr>
        </p:nvSpPr>
        <p:spPr>
          <a:xfrm>
            <a:off x="4646613" y="1535113"/>
            <a:ext cx="4041775" cy="638175"/>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6" name="内容占位符 5"/>
          <p:cNvSpPr>
            <a:spLocks noGrp="1"/>
          </p:cNvSpPr>
          <p:nvPr>
            <p:ph sz="quarter" idx="4"/>
          </p:nvPr>
        </p:nvSpPr>
        <p:spPr>
          <a:xfrm>
            <a:off x="4646613" y="2173288"/>
            <a:ext cx="4041775" cy="3949700"/>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3575050" y="273050"/>
            <a:ext cx="5113338" cy="5849938"/>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文本占位符 3"/>
          <p:cNvSpPr>
            <a:spLocks noGrp="1"/>
          </p:cNvSpPr>
          <p:nvPr>
            <p:ph type="body" sz="half" idx="2"/>
          </p:nvPr>
        </p:nvSpPr>
        <p:spPr>
          <a:xfrm>
            <a:off x="457200" y="1435100"/>
            <a:ext cx="3008313" cy="4687888"/>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endParaRPr lang="zh-CN" altLang="en-US" smtClean="0"/>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799013"/>
            <a:ext cx="5487987" cy="565150"/>
          </a:xfrm>
        </p:spPr>
        <p:txBody>
          <a:bodyPr anchor="b"/>
          <a:lstStyle>
            <a:lvl1pPr algn="l">
              <a:defRPr sz="2000" b="1"/>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1792288" y="612775"/>
            <a:ext cx="5487987" cy="4113213"/>
          </a:xfrm>
        </p:spPr>
        <p:txBody>
          <a:bodyPr vert="horz" wrap="square" lIns="91440" tIns="45720" rIns="91440" bIns="45720" numCol="1" anchor="t" anchorCtr="0" compatLnSpc="1"/>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120000"/>
              </a:lnSpc>
              <a:spcBef>
                <a:spcPct val="20000"/>
              </a:spcBef>
              <a:spcAft>
                <a:spcPct val="0"/>
              </a:spcAft>
              <a:buClr>
                <a:schemeClr val="hlink"/>
              </a:buClr>
              <a:buSzTx/>
              <a:buFont typeface="Wingdings" panose="05000000000000000000" pitchFamily="2" charset="2"/>
              <a:buNone/>
              <a:defRPr/>
            </a:pPr>
            <a:endParaRPr kumimoji="0" lang="zh-CN" altLang="en-US" sz="3200" b="1" i="0" u="none" strike="noStrike" kern="0" cap="none" spc="0" normalizeH="0" baseline="0" noProof="0" smtClean="0">
              <a:ln>
                <a:noFill/>
              </a:ln>
              <a:solidFill>
                <a:srgbClr val="0033CC"/>
              </a:solidFill>
              <a:effectLst/>
              <a:uLnTx/>
              <a:uFillTx/>
              <a:latin typeface="+mn-lt"/>
              <a:ea typeface="+mn-ea"/>
              <a:cs typeface="+mn-cs"/>
            </a:endParaRPr>
          </a:p>
        </p:txBody>
      </p:sp>
      <p:sp>
        <p:nvSpPr>
          <p:cNvPr id="4" name="文本占位符 3"/>
          <p:cNvSpPr>
            <a:spLocks noGrp="1"/>
          </p:cNvSpPr>
          <p:nvPr>
            <p:ph type="body" sz="half" idx="2"/>
          </p:nvPr>
        </p:nvSpPr>
        <p:spPr>
          <a:xfrm>
            <a:off x="1792288" y="5364163"/>
            <a:ext cx="5487987"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endParaRPr lang="zh-CN" altLang="en-US" smtClean="0"/>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916738" y="476250"/>
            <a:ext cx="1924050" cy="5816600"/>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1143000" y="476250"/>
            <a:ext cx="5621338" cy="5816600"/>
          </a:xfrm>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28838"/>
            <a:ext cx="7773988" cy="1470025"/>
          </a:xfrm>
        </p:spPr>
        <p:txBody>
          <a:bodyPr/>
          <a:lstStyle/>
          <a:p>
            <a:r>
              <a:rPr lang="zh-CN" altLang="en-US" smtClean="0"/>
              <a:t>单击此处编辑母版标题样式</a:t>
            </a:r>
            <a:endParaRPr lang="zh-CN" altLang="en-US"/>
          </a:p>
        </p:txBody>
      </p:sp>
      <p:sp>
        <p:nvSpPr>
          <p:cNvPr id="3" name="副标题 2"/>
          <p:cNvSpPr>
            <a:spLocks noGrp="1"/>
          </p:cNvSpPr>
          <p:nvPr>
            <p:ph type="subTitle" idx="1"/>
          </p:nvPr>
        </p:nvSpPr>
        <p:spPr>
          <a:xfrm>
            <a:off x="1371600" y="3884613"/>
            <a:ext cx="6402388" cy="1751012"/>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smtClean="0"/>
              <a:t>单击此处编辑母版副标题样式</a:t>
            </a:r>
            <a:endParaRPr lang="zh-CN" altLang="en-US"/>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5313"/>
            <a:ext cx="7773987" cy="1360487"/>
          </a:xfrm>
        </p:spPr>
        <p:txBody>
          <a:bodyPr anchor="t"/>
          <a:lstStyle>
            <a:lvl1pPr algn="l">
              <a:defRPr sz="4000" b="1" cap="all"/>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722313" y="2905125"/>
            <a:ext cx="7773987" cy="1500188"/>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smtClean="0"/>
              <a:t>单击此处编辑母版文本样式</a:t>
            </a:r>
            <a:endParaRPr lang="zh-CN" altLang="en-US" smtClean="0"/>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1116013" y="1268413"/>
            <a:ext cx="3771900" cy="490061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nvPr>
        </p:nvSpPr>
        <p:spPr>
          <a:xfrm>
            <a:off x="5040313" y="1268413"/>
            <a:ext cx="3773487" cy="490061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31188" cy="1143000"/>
          </a:xfrm>
        </p:spPr>
        <p:txBody>
          <a:bodyPr/>
          <a:lstStyle>
            <a:lvl1pPr>
              <a:defRPr/>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00" y="1535113"/>
            <a:ext cx="4040188" cy="638175"/>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4" name="内容占位符 3"/>
          <p:cNvSpPr>
            <a:spLocks noGrp="1"/>
          </p:cNvSpPr>
          <p:nvPr>
            <p:ph sz="half" idx="2"/>
          </p:nvPr>
        </p:nvSpPr>
        <p:spPr>
          <a:xfrm>
            <a:off x="457200" y="2173288"/>
            <a:ext cx="4040188" cy="3949700"/>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文本占位符 4"/>
          <p:cNvSpPr>
            <a:spLocks noGrp="1"/>
          </p:cNvSpPr>
          <p:nvPr>
            <p:ph type="body" sz="quarter" idx="3"/>
          </p:nvPr>
        </p:nvSpPr>
        <p:spPr>
          <a:xfrm>
            <a:off x="4646613" y="1535113"/>
            <a:ext cx="4041775" cy="638175"/>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6" name="内容占位符 5"/>
          <p:cNvSpPr>
            <a:spLocks noGrp="1"/>
          </p:cNvSpPr>
          <p:nvPr>
            <p:ph sz="quarter" idx="4"/>
          </p:nvPr>
        </p:nvSpPr>
        <p:spPr>
          <a:xfrm>
            <a:off x="4646613" y="2173288"/>
            <a:ext cx="4041775" cy="3949700"/>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3575050" y="273050"/>
            <a:ext cx="5113338" cy="5849938"/>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文本占位符 3"/>
          <p:cNvSpPr>
            <a:spLocks noGrp="1"/>
          </p:cNvSpPr>
          <p:nvPr>
            <p:ph type="body" sz="half" idx="2"/>
          </p:nvPr>
        </p:nvSpPr>
        <p:spPr>
          <a:xfrm>
            <a:off x="457200" y="1435100"/>
            <a:ext cx="3008313" cy="4687888"/>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endParaRPr lang="zh-CN" altLang="en-US" smtClean="0"/>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799013"/>
            <a:ext cx="5487987" cy="565150"/>
          </a:xfrm>
        </p:spPr>
        <p:txBody>
          <a:bodyPr anchor="b"/>
          <a:lstStyle>
            <a:lvl1pPr algn="l">
              <a:defRPr sz="2000" b="1"/>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1792288" y="612775"/>
            <a:ext cx="5487987" cy="4113213"/>
          </a:xfrm>
        </p:spPr>
        <p:txBody>
          <a:bodyPr vert="horz" wrap="square" lIns="91440" tIns="45720" rIns="91440" bIns="45720" numCol="1" anchor="t" anchorCtr="0" compatLnSpc="1"/>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120000"/>
              </a:lnSpc>
              <a:spcBef>
                <a:spcPct val="20000"/>
              </a:spcBef>
              <a:spcAft>
                <a:spcPct val="0"/>
              </a:spcAft>
              <a:buClr>
                <a:schemeClr val="hlink"/>
              </a:buClr>
              <a:buSzTx/>
              <a:buFont typeface="Wingdings" panose="05000000000000000000" pitchFamily="2" charset="2"/>
              <a:buNone/>
              <a:defRPr/>
            </a:pPr>
            <a:endParaRPr kumimoji="0" lang="zh-CN" altLang="en-US" sz="3200" b="1" i="0" u="none" strike="noStrike" kern="0" cap="none" spc="0" normalizeH="0" baseline="0" noProof="0" smtClean="0">
              <a:ln>
                <a:noFill/>
              </a:ln>
              <a:solidFill>
                <a:srgbClr val="0033CC"/>
              </a:solidFill>
              <a:effectLst/>
              <a:uLnTx/>
              <a:uFillTx/>
              <a:latin typeface="+mn-lt"/>
              <a:ea typeface="+mn-ea"/>
              <a:cs typeface="+mn-cs"/>
            </a:endParaRPr>
          </a:p>
        </p:txBody>
      </p:sp>
      <p:sp>
        <p:nvSpPr>
          <p:cNvPr id="4" name="文本占位符 3"/>
          <p:cNvSpPr>
            <a:spLocks noGrp="1"/>
          </p:cNvSpPr>
          <p:nvPr>
            <p:ph type="body" sz="half" idx="2"/>
          </p:nvPr>
        </p:nvSpPr>
        <p:spPr>
          <a:xfrm>
            <a:off x="1792288" y="5364163"/>
            <a:ext cx="5487987"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endParaRPr lang="zh-CN" altLang="en-US" smtClean="0"/>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889750" y="476250"/>
            <a:ext cx="1924050" cy="5692775"/>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1116013" y="476250"/>
            <a:ext cx="5621337" cy="5692775"/>
          </a:xfrm>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28838"/>
            <a:ext cx="7773988" cy="1470025"/>
          </a:xfrm>
        </p:spPr>
        <p:txBody>
          <a:bodyPr/>
          <a:lstStyle/>
          <a:p>
            <a:r>
              <a:rPr lang="zh-CN" altLang="en-US" smtClean="0"/>
              <a:t>单击此处编辑母版标题样式</a:t>
            </a:r>
            <a:endParaRPr lang="zh-CN" altLang="en-US"/>
          </a:p>
        </p:txBody>
      </p:sp>
      <p:sp>
        <p:nvSpPr>
          <p:cNvPr id="3" name="副标题 2"/>
          <p:cNvSpPr>
            <a:spLocks noGrp="1"/>
          </p:cNvSpPr>
          <p:nvPr>
            <p:ph type="subTitle" idx="1"/>
          </p:nvPr>
        </p:nvSpPr>
        <p:spPr>
          <a:xfrm>
            <a:off x="1371600" y="3884613"/>
            <a:ext cx="6402388" cy="1751012"/>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smtClean="0"/>
              <a:t>单击此处编辑母版副标题样式</a:t>
            </a:r>
            <a:endParaRPr lang="zh-CN" altLang="en-US"/>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fld id="{4C80AB7B-214A-422C-8686-AC9B6424F386}" type="datetimeFigureOut">
              <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fld>
            <a:endPar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lvl="0" eaLnBrk="1" hangingPunct="1">
              <a:buNone/>
            </a:pPr>
            <a:fld id="{9A0DB2DC-4C9A-4742-B13C-FB6460FD3503}" type="slidenum">
              <a:rPr lang="zh-CN" altLang="en-US" dirty="0"/>
            </a:fld>
            <a:endParaRPr lang="zh-CN" altLang="en-US" dirty="0">
              <a:latin typeface="Times New Roman" panose="02020603050405020304" pitchFamily="18" charset="0"/>
            </a:endParaRPr>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fld id="{4C80AB7B-214A-422C-8686-AC9B6424F386}" type="datetimeFigureOut">
              <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fld>
            <a:endPar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lvl="0" eaLnBrk="1" hangingPunct="1">
              <a:buNone/>
            </a:pPr>
            <a:fld id="{9A0DB2DC-4C9A-4742-B13C-FB6460FD3503}" type="slidenum">
              <a:rPr lang="zh-CN" altLang="en-US" dirty="0"/>
            </a:fld>
            <a:endParaRPr lang="zh-CN" altLang="en-US" dirty="0">
              <a:latin typeface="Times New Roman" panose="02020603050405020304" pitchFamily="18" charset="0"/>
            </a:endParaRPr>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5313"/>
            <a:ext cx="7773987" cy="1360487"/>
          </a:xfrm>
        </p:spPr>
        <p:txBody>
          <a:bodyPr anchor="t"/>
          <a:lstStyle>
            <a:lvl1pPr algn="l">
              <a:defRPr sz="4000" b="1" cap="all"/>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722313" y="2905125"/>
            <a:ext cx="7773987" cy="1500188"/>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smtClean="0"/>
              <a:t>单击此处编辑母版文本样式</a:t>
            </a:r>
            <a:endParaRPr lang="zh-CN" altLang="en-US" smtClean="0"/>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fld id="{4C80AB7B-214A-422C-8686-AC9B6424F386}" type="datetimeFigureOut">
              <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fld>
            <a:endPar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lvl="0" eaLnBrk="1" hangingPunct="1">
              <a:buNone/>
            </a:pPr>
            <a:fld id="{9A0DB2DC-4C9A-4742-B13C-FB6460FD3503}" type="slidenum">
              <a:rPr lang="zh-CN" altLang="en-US" dirty="0"/>
            </a:fld>
            <a:endParaRPr lang="zh-CN" altLang="en-US" dirty="0">
              <a:latin typeface="Times New Roman" panose="02020603050405020304" pitchFamily="18" charset="0"/>
            </a:endParaRPr>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1116013" y="1268413"/>
            <a:ext cx="3771900" cy="499745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nvPr>
        </p:nvSpPr>
        <p:spPr>
          <a:xfrm>
            <a:off x="5040313" y="1268413"/>
            <a:ext cx="3773487" cy="499745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fld id="{4C80AB7B-214A-422C-8686-AC9B6424F386}" type="datetimeFigureOut">
              <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fld>
            <a:endPar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 name="页脚占位符 5"/>
          <p:cNvSpPr>
            <a:spLocks noGrp="1"/>
          </p:cNvSpPr>
          <p:nvPr>
            <p:ph type="ftr" sz="quarter" idx="11"/>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7" name="灯片编号占位符 6"/>
          <p:cNvSpPr>
            <a:spLocks noGrp="1"/>
          </p:cNvSpPr>
          <p:nvPr>
            <p:ph type="sldNum" sz="quarter" idx="12"/>
          </p:nvPr>
        </p:nvSpPr>
        <p:spPr/>
        <p:txBody>
          <a:bodyPr/>
          <a:p>
            <a:pPr lvl="0" eaLnBrk="1" hangingPunct="1">
              <a:buNone/>
            </a:pPr>
            <a:fld id="{9A0DB2DC-4C9A-4742-B13C-FB6460FD3503}" type="slidenum">
              <a:rPr lang="zh-CN" altLang="en-US" dirty="0"/>
            </a:fld>
            <a:endParaRPr lang="zh-CN" altLang="en-US" dirty="0">
              <a:latin typeface="Times New Roman" panose="02020603050405020304" pitchFamily="18" charset="0"/>
            </a:endParaRPr>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31188" cy="1143000"/>
          </a:xfrm>
        </p:spPr>
        <p:txBody>
          <a:bodyPr/>
          <a:lstStyle>
            <a:lvl1pPr>
              <a:defRPr/>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00" y="1535113"/>
            <a:ext cx="4040188" cy="638175"/>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4" name="内容占位符 3"/>
          <p:cNvSpPr>
            <a:spLocks noGrp="1"/>
          </p:cNvSpPr>
          <p:nvPr>
            <p:ph sz="half" idx="2"/>
          </p:nvPr>
        </p:nvSpPr>
        <p:spPr>
          <a:xfrm>
            <a:off x="457200" y="2173288"/>
            <a:ext cx="4040188" cy="3949700"/>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文本占位符 4"/>
          <p:cNvSpPr>
            <a:spLocks noGrp="1"/>
          </p:cNvSpPr>
          <p:nvPr>
            <p:ph type="body" sz="quarter" idx="3"/>
          </p:nvPr>
        </p:nvSpPr>
        <p:spPr>
          <a:xfrm>
            <a:off x="4646613" y="1535113"/>
            <a:ext cx="4041775" cy="638175"/>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6" name="内容占位符 5"/>
          <p:cNvSpPr>
            <a:spLocks noGrp="1"/>
          </p:cNvSpPr>
          <p:nvPr>
            <p:ph sz="quarter" idx="4"/>
          </p:nvPr>
        </p:nvSpPr>
        <p:spPr>
          <a:xfrm>
            <a:off x="4646613" y="2173288"/>
            <a:ext cx="4041775" cy="3949700"/>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7" name="日期占位符 6"/>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fld id="{4C80AB7B-214A-422C-8686-AC9B6424F386}" type="datetimeFigureOut">
              <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fld>
            <a:endPar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8" name="页脚占位符 7"/>
          <p:cNvSpPr>
            <a:spLocks noGrp="1"/>
          </p:cNvSpPr>
          <p:nvPr>
            <p:ph type="ftr" sz="quarter" idx="11"/>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9" name="灯片编号占位符 8"/>
          <p:cNvSpPr>
            <a:spLocks noGrp="1"/>
          </p:cNvSpPr>
          <p:nvPr>
            <p:ph type="sldNum" sz="quarter" idx="12"/>
          </p:nvPr>
        </p:nvSpPr>
        <p:spPr/>
        <p:txBody>
          <a:bodyPr/>
          <a:p>
            <a:pPr lvl="0" eaLnBrk="1" hangingPunct="1">
              <a:buNone/>
            </a:pPr>
            <a:fld id="{9A0DB2DC-4C9A-4742-B13C-FB6460FD3503}" type="slidenum">
              <a:rPr lang="zh-CN" altLang="en-US" dirty="0"/>
            </a:fld>
            <a:endParaRPr lang="zh-CN" altLang="en-US" dirty="0">
              <a:latin typeface="Times New Roman" panose="02020603050405020304" pitchFamily="18" charset="0"/>
            </a:endParaRPr>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fld id="{4C80AB7B-214A-422C-8686-AC9B6424F386}" type="datetimeFigureOut">
              <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fld>
            <a:endPar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4" name="页脚占位符 3"/>
          <p:cNvSpPr>
            <a:spLocks noGrp="1"/>
          </p:cNvSpPr>
          <p:nvPr>
            <p:ph type="ftr" sz="quarter" idx="11"/>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5" name="灯片编号占位符 4"/>
          <p:cNvSpPr>
            <a:spLocks noGrp="1"/>
          </p:cNvSpPr>
          <p:nvPr>
            <p:ph type="sldNum" sz="quarter" idx="12"/>
          </p:nvPr>
        </p:nvSpPr>
        <p:spPr/>
        <p:txBody>
          <a:bodyPr/>
          <a:p>
            <a:pPr lvl="0" eaLnBrk="1" hangingPunct="1">
              <a:buNone/>
            </a:pPr>
            <a:fld id="{9A0DB2DC-4C9A-4742-B13C-FB6460FD3503}" type="slidenum">
              <a:rPr lang="zh-CN" altLang="en-US" dirty="0"/>
            </a:fld>
            <a:endParaRPr lang="zh-CN" altLang="en-US" dirty="0">
              <a:latin typeface="Times New Roman" panose="02020603050405020304" pitchFamily="18" charset="0"/>
            </a:endParaRPr>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fld id="{4C80AB7B-214A-422C-8686-AC9B6424F386}" type="datetimeFigureOut">
              <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fld>
            <a:endPar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3" name="页脚占位符 2"/>
          <p:cNvSpPr>
            <a:spLocks noGrp="1"/>
          </p:cNvSpPr>
          <p:nvPr>
            <p:ph type="ftr" sz="quarter" idx="11"/>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4" name="灯片编号占位符 3"/>
          <p:cNvSpPr>
            <a:spLocks noGrp="1"/>
          </p:cNvSpPr>
          <p:nvPr>
            <p:ph type="sldNum" sz="quarter" idx="12"/>
          </p:nvPr>
        </p:nvSpPr>
        <p:spPr/>
        <p:txBody>
          <a:bodyPr/>
          <a:p>
            <a:pPr lvl="0" eaLnBrk="1" hangingPunct="1">
              <a:buNone/>
            </a:pPr>
            <a:fld id="{9A0DB2DC-4C9A-4742-B13C-FB6460FD3503}" type="slidenum">
              <a:rPr lang="zh-CN" altLang="en-US" dirty="0"/>
            </a:fld>
            <a:endParaRPr lang="zh-CN" altLang="en-US" dirty="0">
              <a:latin typeface="Times New Roman" panose="02020603050405020304" pitchFamily="18" charset="0"/>
            </a:endParaRPr>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3575050" y="273050"/>
            <a:ext cx="5113338" cy="5849938"/>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文本占位符 3"/>
          <p:cNvSpPr>
            <a:spLocks noGrp="1"/>
          </p:cNvSpPr>
          <p:nvPr>
            <p:ph type="body" sz="half" idx="2"/>
          </p:nvPr>
        </p:nvSpPr>
        <p:spPr>
          <a:xfrm>
            <a:off x="457200" y="1435100"/>
            <a:ext cx="3008313" cy="4687888"/>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endParaRPr lang="zh-CN" altLang="en-US" smtClean="0"/>
          </a:p>
        </p:txBody>
      </p:sp>
      <p:sp>
        <p:nvSpPr>
          <p:cNvPr id="5"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fld id="{4C80AB7B-214A-422C-8686-AC9B6424F386}" type="datetimeFigureOut">
              <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fld>
            <a:endPar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 name="页脚占位符 5"/>
          <p:cNvSpPr>
            <a:spLocks noGrp="1"/>
          </p:cNvSpPr>
          <p:nvPr>
            <p:ph type="ftr" sz="quarter" idx="11"/>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7" name="灯片编号占位符 6"/>
          <p:cNvSpPr>
            <a:spLocks noGrp="1"/>
          </p:cNvSpPr>
          <p:nvPr>
            <p:ph type="sldNum" sz="quarter" idx="12"/>
          </p:nvPr>
        </p:nvSpPr>
        <p:spPr/>
        <p:txBody>
          <a:bodyPr/>
          <a:p>
            <a:pPr lvl="0" eaLnBrk="1" hangingPunct="1">
              <a:buNone/>
            </a:pPr>
            <a:fld id="{9A0DB2DC-4C9A-4742-B13C-FB6460FD3503}" type="slidenum">
              <a:rPr lang="zh-CN" altLang="en-US" dirty="0"/>
            </a:fld>
            <a:endParaRPr lang="zh-CN" altLang="en-US" dirty="0">
              <a:latin typeface="Times New Roman" panose="02020603050405020304" pitchFamily="18" charset="0"/>
            </a:endParaRPr>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799013"/>
            <a:ext cx="5487987" cy="565150"/>
          </a:xfrm>
        </p:spPr>
        <p:txBody>
          <a:bodyPr anchor="b"/>
          <a:lstStyle>
            <a:lvl1pPr algn="l">
              <a:defRPr sz="2000" b="1"/>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1792288" y="612775"/>
            <a:ext cx="5487987" cy="4113213"/>
          </a:xfrm>
        </p:spPr>
        <p:txBody>
          <a:bodyPr vert="horz" wrap="square" lIns="91440" tIns="45720" rIns="91440" bIns="45720" numCol="1" anchor="t" anchorCtr="0" compatLnSpc="1"/>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130000"/>
              </a:lnSpc>
              <a:spcBef>
                <a:spcPct val="20000"/>
              </a:spcBef>
              <a:spcAft>
                <a:spcPct val="0"/>
              </a:spcAft>
              <a:buClr>
                <a:schemeClr val="hlink"/>
              </a:buClr>
              <a:buSzTx/>
              <a:buFont typeface="Wingdings" panose="05000000000000000000" pitchFamily="2" charset="2"/>
              <a:buNone/>
              <a:defRPr/>
            </a:pPr>
            <a:endParaRPr kumimoji="0" lang="zh-CN" altLang="en-US" sz="3200" b="1" i="0" u="none" strike="noStrike" kern="0" cap="none" spc="0" normalizeH="0" baseline="0" noProof="0" smtClean="0">
              <a:ln>
                <a:noFill/>
              </a:ln>
              <a:solidFill>
                <a:schemeClr val="tx2"/>
              </a:solidFill>
              <a:effectLst/>
              <a:uLnTx/>
              <a:uFillTx/>
              <a:latin typeface="+mn-lt"/>
              <a:ea typeface="+mn-ea"/>
              <a:cs typeface="+mn-cs"/>
            </a:endParaRPr>
          </a:p>
        </p:txBody>
      </p:sp>
      <p:sp>
        <p:nvSpPr>
          <p:cNvPr id="4" name="文本占位符 3"/>
          <p:cNvSpPr>
            <a:spLocks noGrp="1"/>
          </p:cNvSpPr>
          <p:nvPr>
            <p:ph type="body" sz="half" idx="2"/>
          </p:nvPr>
        </p:nvSpPr>
        <p:spPr>
          <a:xfrm>
            <a:off x="1792288" y="5364163"/>
            <a:ext cx="5487987"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endParaRPr lang="zh-CN" altLang="en-US" smtClean="0"/>
          </a:p>
        </p:txBody>
      </p:sp>
      <p:sp>
        <p:nvSpPr>
          <p:cNvPr id="5"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fld id="{4C80AB7B-214A-422C-8686-AC9B6424F386}" type="datetimeFigureOut">
              <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fld>
            <a:endPar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 name="页脚占位符 5"/>
          <p:cNvSpPr>
            <a:spLocks noGrp="1"/>
          </p:cNvSpPr>
          <p:nvPr>
            <p:ph type="ftr" sz="quarter" idx="11"/>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7" name="灯片编号占位符 6"/>
          <p:cNvSpPr>
            <a:spLocks noGrp="1"/>
          </p:cNvSpPr>
          <p:nvPr>
            <p:ph type="sldNum" sz="quarter" idx="12"/>
          </p:nvPr>
        </p:nvSpPr>
        <p:spPr/>
        <p:txBody>
          <a:bodyPr/>
          <a:p>
            <a:pPr lvl="0" eaLnBrk="1" hangingPunct="1">
              <a:buNone/>
            </a:pPr>
            <a:fld id="{9A0DB2DC-4C9A-4742-B13C-FB6460FD3503}" type="slidenum">
              <a:rPr lang="zh-CN" altLang="en-US" dirty="0"/>
            </a:fld>
            <a:endParaRPr lang="zh-CN" altLang="en-US" dirty="0">
              <a:latin typeface="Times New Roman" panose="02020603050405020304" pitchFamily="18" charset="0"/>
            </a:endParaRPr>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fld id="{4C80AB7B-214A-422C-8686-AC9B6424F386}" type="datetimeFigureOut">
              <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fld>
            <a:endPar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lvl="0" eaLnBrk="1" hangingPunct="1">
              <a:buNone/>
            </a:pPr>
            <a:fld id="{9A0DB2DC-4C9A-4742-B13C-FB6460FD3503}" type="slidenum">
              <a:rPr lang="zh-CN" altLang="en-US" dirty="0"/>
            </a:fld>
            <a:endParaRPr lang="zh-CN" altLang="en-US" dirty="0">
              <a:latin typeface="Times New Roman" panose="02020603050405020304" pitchFamily="18" charset="0"/>
            </a:endParaRPr>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889750" y="476250"/>
            <a:ext cx="1924050" cy="5789613"/>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1116013" y="476250"/>
            <a:ext cx="5621337" cy="5789613"/>
          </a:xfrm>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fld id="{4C80AB7B-214A-422C-8686-AC9B6424F386}" type="datetimeFigureOut">
              <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fld>
            <a:endPar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lvl="0" eaLnBrk="1" hangingPunct="1">
              <a:buNone/>
            </a:pPr>
            <a:fld id="{9A0DB2DC-4C9A-4742-B13C-FB6460FD3503}" type="slidenum">
              <a:rPr lang="zh-CN" altLang="en-US" dirty="0"/>
            </a:fld>
            <a:endParaRPr lang="zh-CN" altLang="en-US" dirty="0">
              <a:latin typeface="Times New Roman" panose="02020603050405020304" pitchFamily="18" charset="0"/>
            </a:endParaRPr>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28838"/>
            <a:ext cx="7773988" cy="1470025"/>
          </a:xfrm>
        </p:spPr>
        <p:txBody>
          <a:bodyPr/>
          <a:lstStyle/>
          <a:p>
            <a:r>
              <a:rPr lang="zh-CN" altLang="en-US" smtClean="0"/>
              <a:t>单击此处编辑母版标题样式</a:t>
            </a:r>
            <a:endParaRPr lang="zh-CN" altLang="en-US"/>
          </a:p>
        </p:txBody>
      </p:sp>
      <p:sp>
        <p:nvSpPr>
          <p:cNvPr id="3" name="副标题 2"/>
          <p:cNvSpPr>
            <a:spLocks noGrp="1"/>
          </p:cNvSpPr>
          <p:nvPr>
            <p:ph type="subTitle" idx="1"/>
          </p:nvPr>
        </p:nvSpPr>
        <p:spPr>
          <a:xfrm>
            <a:off x="1371600" y="3884613"/>
            <a:ext cx="6402388" cy="1751012"/>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smtClean="0"/>
              <a:t>单击此处编辑母版副标题样式</a:t>
            </a:r>
            <a:endParaRPr lang="zh-CN" altLang="en-US"/>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Tree>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5313"/>
            <a:ext cx="7773987" cy="1360487"/>
          </a:xfrm>
        </p:spPr>
        <p:txBody>
          <a:bodyPr anchor="t"/>
          <a:lstStyle>
            <a:lvl1pPr algn="l">
              <a:defRPr sz="4000" b="1" cap="all"/>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722313" y="2905125"/>
            <a:ext cx="7773987" cy="1500188"/>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smtClean="0"/>
              <a:t>单击此处编辑母版文本样式</a:t>
            </a:r>
            <a:endParaRPr lang="zh-CN" altLang="en-US" smtClean="0"/>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1116013" y="1268413"/>
            <a:ext cx="3771900" cy="490061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nvPr>
        </p:nvSpPr>
        <p:spPr>
          <a:xfrm>
            <a:off x="5040313" y="1268413"/>
            <a:ext cx="3773487" cy="490061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Tree>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31188" cy="1143000"/>
          </a:xfrm>
        </p:spPr>
        <p:txBody>
          <a:bodyPr/>
          <a:lstStyle>
            <a:lvl1pPr>
              <a:defRPr/>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00" y="1535113"/>
            <a:ext cx="4040188" cy="638175"/>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4" name="内容占位符 3"/>
          <p:cNvSpPr>
            <a:spLocks noGrp="1"/>
          </p:cNvSpPr>
          <p:nvPr>
            <p:ph sz="half" idx="2"/>
          </p:nvPr>
        </p:nvSpPr>
        <p:spPr>
          <a:xfrm>
            <a:off x="457200" y="2173288"/>
            <a:ext cx="4040188" cy="3949700"/>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文本占位符 4"/>
          <p:cNvSpPr>
            <a:spLocks noGrp="1"/>
          </p:cNvSpPr>
          <p:nvPr>
            <p:ph type="body" sz="quarter" idx="3"/>
          </p:nvPr>
        </p:nvSpPr>
        <p:spPr>
          <a:xfrm>
            <a:off x="4646613" y="1535113"/>
            <a:ext cx="4041775" cy="638175"/>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6" name="内容占位符 5"/>
          <p:cNvSpPr>
            <a:spLocks noGrp="1"/>
          </p:cNvSpPr>
          <p:nvPr>
            <p:ph sz="quarter" idx="4"/>
          </p:nvPr>
        </p:nvSpPr>
        <p:spPr>
          <a:xfrm>
            <a:off x="4646613" y="2173288"/>
            <a:ext cx="4041775" cy="3949700"/>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Tree>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Tree>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3575050" y="273050"/>
            <a:ext cx="5113338" cy="5849938"/>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文本占位符 3"/>
          <p:cNvSpPr>
            <a:spLocks noGrp="1"/>
          </p:cNvSpPr>
          <p:nvPr>
            <p:ph type="body" sz="half" idx="2"/>
          </p:nvPr>
        </p:nvSpPr>
        <p:spPr>
          <a:xfrm>
            <a:off x="457200" y="1435100"/>
            <a:ext cx="3008313" cy="4687888"/>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endParaRPr lang="zh-CN" altLang="en-US" smtClean="0"/>
          </a:p>
        </p:txBody>
      </p:sp>
    </p:spTree>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799013"/>
            <a:ext cx="5487987" cy="565150"/>
          </a:xfrm>
        </p:spPr>
        <p:txBody>
          <a:bodyPr anchor="b"/>
          <a:lstStyle>
            <a:lvl1pPr algn="l">
              <a:defRPr sz="2000" b="1"/>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1792288" y="612775"/>
            <a:ext cx="5487987" cy="4113213"/>
          </a:xfrm>
        </p:spPr>
        <p:txBody>
          <a:bodyPr vert="horz" wrap="square" lIns="91440" tIns="45720" rIns="91440" bIns="45720" numCol="1" anchor="t" anchorCtr="0" compatLnSpc="1"/>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120000"/>
              </a:lnSpc>
              <a:spcBef>
                <a:spcPct val="20000"/>
              </a:spcBef>
              <a:spcAft>
                <a:spcPct val="0"/>
              </a:spcAft>
              <a:buClr>
                <a:schemeClr val="hlink"/>
              </a:buClr>
              <a:buSzTx/>
              <a:buFont typeface="Wingdings" panose="05000000000000000000" pitchFamily="2" charset="2"/>
              <a:buNone/>
              <a:defRPr/>
            </a:pPr>
            <a:endParaRPr kumimoji="0" lang="zh-CN" altLang="en-US" sz="3200" b="1" i="0" u="none" strike="noStrike" kern="0" cap="none" spc="0" normalizeH="0" baseline="0" noProof="0" smtClean="0">
              <a:ln>
                <a:noFill/>
              </a:ln>
              <a:solidFill>
                <a:srgbClr val="0033CC"/>
              </a:solidFill>
              <a:effectLst/>
              <a:uLnTx/>
              <a:uFillTx/>
              <a:latin typeface="+mn-lt"/>
              <a:ea typeface="+mn-ea"/>
              <a:cs typeface="+mn-cs"/>
            </a:endParaRPr>
          </a:p>
        </p:txBody>
      </p:sp>
      <p:sp>
        <p:nvSpPr>
          <p:cNvPr id="4" name="文本占位符 3"/>
          <p:cNvSpPr>
            <a:spLocks noGrp="1"/>
          </p:cNvSpPr>
          <p:nvPr>
            <p:ph type="body" sz="half" idx="2"/>
          </p:nvPr>
        </p:nvSpPr>
        <p:spPr>
          <a:xfrm>
            <a:off x="1792288" y="5364163"/>
            <a:ext cx="5487987"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endParaRPr lang="zh-CN" altLang="en-US" smtClean="0"/>
          </a:p>
        </p:txBody>
      </p:sp>
    </p:spTree>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Tree>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889750" y="476250"/>
            <a:ext cx="1924050" cy="5692775"/>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1116013" y="476250"/>
            <a:ext cx="5621337" cy="5692775"/>
          </a:xfrm>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Tree>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28838"/>
            <a:ext cx="7773988" cy="1470025"/>
          </a:xfrm>
        </p:spPr>
        <p:txBody>
          <a:bodyPr/>
          <a:lstStyle/>
          <a:p>
            <a:r>
              <a:rPr lang="zh-CN" altLang="en-US" smtClean="0"/>
              <a:t>单击此处编辑母版标题样式</a:t>
            </a:r>
            <a:endParaRPr lang="zh-CN" altLang="en-US"/>
          </a:p>
        </p:txBody>
      </p:sp>
      <p:sp>
        <p:nvSpPr>
          <p:cNvPr id="3" name="副标题 2"/>
          <p:cNvSpPr>
            <a:spLocks noGrp="1"/>
          </p:cNvSpPr>
          <p:nvPr>
            <p:ph type="subTitle" idx="1"/>
          </p:nvPr>
        </p:nvSpPr>
        <p:spPr>
          <a:xfrm>
            <a:off x="1371600" y="3884613"/>
            <a:ext cx="6402388" cy="1751012"/>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smtClean="0"/>
              <a:t>单击此处编辑母版副标题样式</a:t>
            </a:r>
            <a:endParaRPr lang="zh-CN" altLang="en-US"/>
          </a:p>
        </p:txBody>
      </p:sp>
    </p:spTree>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Tree>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5313"/>
            <a:ext cx="7773987" cy="1360487"/>
          </a:xfrm>
        </p:spPr>
        <p:txBody>
          <a:bodyPr anchor="t"/>
          <a:lstStyle>
            <a:lvl1pPr algn="l">
              <a:defRPr sz="4000" b="1" cap="all"/>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722313" y="2905125"/>
            <a:ext cx="7773987" cy="1500188"/>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smtClean="0"/>
              <a:t>单击此处编辑母版文本样式</a:t>
            </a:r>
            <a:endParaRPr lang="zh-CN" altLang="en-US" smtClean="0"/>
          </a:p>
        </p:txBody>
      </p:sp>
    </p:spTree>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1116013" y="1268413"/>
            <a:ext cx="3771900" cy="490061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nvPr>
        </p:nvSpPr>
        <p:spPr>
          <a:xfrm>
            <a:off x="5040313" y="1268413"/>
            <a:ext cx="3773487" cy="490061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Tree>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31188" cy="1143000"/>
          </a:xfrm>
        </p:spPr>
        <p:txBody>
          <a:bodyPr/>
          <a:lstStyle>
            <a:lvl1pPr>
              <a:defRPr/>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00" y="1535113"/>
            <a:ext cx="4040188" cy="638175"/>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4" name="内容占位符 3"/>
          <p:cNvSpPr>
            <a:spLocks noGrp="1"/>
          </p:cNvSpPr>
          <p:nvPr>
            <p:ph sz="half" idx="2"/>
          </p:nvPr>
        </p:nvSpPr>
        <p:spPr>
          <a:xfrm>
            <a:off x="457200" y="2173288"/>
            <a:ext cx="4040188" cy="3949700"/>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文本占位符 4"/>
          <p:cNvSpPr>
            <a:spLocks noGrp="1"/>
          </p:cNvSpPr>
          <p:nvPr>
            <p:ph type="body" sz="quarter" idx="3"/>
          </p:nvPr>
        </p:nvSpPr>
        <p:spPr>
          <a:xfrm>
            <a:off x="4646613" y="1535113"/>
            <a:ext cx="4041775" cy="638175"/>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6" name="内容占位符 5"/>
          <p:cNvSpPr>
            <a:spLocks noGrp="1"/>
          </p:cNvSpPr>
          <p:nvPr>
            <p:ph sz="quarter" idx="4"/>
          </p:nvPr>
        </p:nvSpPr>
        <p:spPr>
          <a:xfrm>
            <a:off x="4646613" y="2173288"/>
            <a:ext cx="4041775" cy="3949700"/>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Tree>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Tree>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3575050" y="273050"/>
            <a:ext cx="5113338" cy="5849938"/>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文本占位符 3"/>
          <p:cNvSpPr>
            <a:spLocks noGrp="1"/>
          </p:cNvSpPr>
          <p:nvPr>
            <p:ph type="body" sz="half" idx="2"/>
          </p:nvPr>
        </p:nvSpPr>
        <p:spPr>
          <a:xfrm>
            <a:off x="457200" y="1435100"/>
            <a:ext cx="3008313" cy="4687888"/>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endParaRPr lang="zh-CN" altLang="en-US" smtClean="0"/>
          </a:p>
        </p:txBody>
      </p:sp>
    </p:spTree>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799013"/>
            <a:ext cx="5487987" cy="565150"/>
          </a:xfrm>
        </p:spPr>
        <p:txBody>
          <a:bodyPr anchor="b"/>
          <a:lstStyle>
            <a:lvl1pPr algn="l">
              <a:defRPr sz="2000" b="1"/>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1792288" y="612775"/>
            <a:ext cx="5487987" cy="4113213"/>
          </a:xfrm>
        </p:spPr>
        <p:txBody>
          <a:bodyPr vert="horz" wrap="square" lIns="91440" tIns="45720" rIns="91440" bIns="45720" numCol="1" anchor="t" anchorCtr="0" compatLnSpc="1"/>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120000"/>
              </a:lnSpc>
              <a:spcBef>
                <a:spcPct val="20000"/>
              </a:spcBef>
              <a:spcAft>
                <a:spcPct val="0"/>
              </a:spcAft>
              <a:buClr>
                <a:schemeClr val="hlink"/>
              </a:buClr>
              <a:buSzTx/>
              <a:buFont typeface="Wingdings" panose="05000000000000000000" pitchFamily="2" charset="2"/>
              <a:buNone/>
              <a:defRPr/>
            </a:pPr>
            <a:endParaRPr kumimoji="0" lang="zh-CN" altLang="en-US" sz="3200" b="1" i="0" u="none" strike="noStrike" kern="0" cap="none" spc="0" normalizeH="0" baseline="0" noProof="0" smtClean="0">
              <a:ln>
                <a:noFill/>
              </a:ln>
              <a:solidFill>
                <a:srgbClr val="0033CC"/>
              </a:solidFill>
              <a:effectLst/>
              <a:uLnTx/>
              <a:uFillTx/>
              <a:latin typeface="+mn-lt"/>
              <a:ea typeface="+mn-ea"/>
              <a:cs typeface="+mn-cs"/>
            </a:endParaRPr>
          </a:p>
        </p:txBody>
      </p:sp>
      <p:sp>
        <p:nvSpPr>
          <p:cNvPr id="4" name="文本占位符 3"/>
          <p:cNvSpPr>
            <a:spLocks noGrp="1"/>
          </p:cNvSpPr>
          <p:nvPr>
            <p:ph type="body" sz="half" idx="2"/>
          </p:nvPr>
        </p:nvSpPr>
        <p:spPr>
          <a:xfrm>
            <a:off x="1792288" y="5364163"/>
            <a:ext cx="5487987"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endParaRPr lang="zh-CN" altLang="en-US" smtClean="0"/>
          </a:p>
        </p:txBody>
      </p:sp>
    </p:spTree>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Tree>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889750" y="476250"/>
            <a:ext cx="1924050" cy="5692775"/>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1116013" y="476250"/>
            <a:ext cx="5621337" cy="5692775"/>
          </a:xfrm>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Tree>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type="txAndObj" preserve="1">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1403350" y="476250"/>
            <a:ext cx="7240588" cy="563563"/>
          </a:xfrm>
        </p:spPr>
        <p:txBody>
          <a:bodyPr/>
          <a:lstStyle/>
          <a:p>
            <a:r>
              <a:rPr lang="zh-CN" altLang="en-US" smtClean="0"/>
              <a:t>单击此处编辑母版标题样式</a:t>
            </a:r>
            <a:endParaRPr lang="zh-CN" altLang="en-US"/>
          </a:p>
        </p:txBody>
      </p:sp>
      <p:sp>
        <p:nvSpPr>
          <p:cNvPr id="3" name="文本占位符 2"/>
          <p:cNvSpPr>
            <a:spLocks noGrp="1"/>
          </p:cNvSpPr>
          <p:nvPr>
            <p:ph type="body" sz="half" idx="1"/>
          </p:nvPr>
        </p:nvSpPr>
        <p:spPr>
          <a:xfrm>
            <a:off x="1116013" y="1268413"/>
            <a:ext cx="3771900" cy="4900612"/>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nvPr>
        </p:nvSpPr>
        <p:spPr>
          <a:xfrm>
            <a:off x="5040313" y="1268413"/>
            <a:ext cx="3773487" cy="4900612"/>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Tree>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type="objAndTwoObj" preserve="1">
  <p:cSld name="标题，一项大型内容和两项小型内容">
    <p:spTree>
      <p:nvGrpSpPr>
        <p:cNvPr id="1" name=""/>
        <p:cNvGrpSpPr/>
        <p:nvPr/>
      </p:nvGrpSpPr>
      <p:grpSpPr>
        <a:xfrm>
          <a:off x="0" y="0"/>
          <a:ext cx="0" cy="0"/>
          <a:chOff x="0" y="0"/>
          <a:chExt cx="0" cy="0"/>
        </a:xfrm>
      </p:grpSpPr>
      <p:sp>
        <p:nvSpPr>
          <p:cNvPr id="2" name="标题 1"/>
          <p:cNvSpPr>
            <a:spLocks noGrp="1"/>
          </p:cNvSpPr>
          <p:nvPr>
            <p:ph type="title"/>
          </p:nvPr>
        </p:nvSpPr>
        <p:spPr>
          <a:xfrm>
            <a:off x="1403350" y="476250"/>
            <a:ext cx="7240588" cy="563563"/>
          </a:xfrm>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1116013" y="1268413"/>
            <a:ext cx="3771900" cy="4900612"/>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quarter" idx="2"/>
          </p:nvPr>
        </p:nvSpPr>
        <p:spPr>
          <a:xfrm>
            <a:off x="5040313" y="1268413"/>
            <a:ext cx="3773487" cy="2373312"/>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内容占位符 4"/>
          <p:cNvSpPr>
            <a:spLocks noGrp="1"/>
          </p:cNvSpPr>
          <p:nvPr>
            <p:ph sz="quarter" idx="3"/>
          </p:nvPr>
        </p:nvSpPr>
        <p:spPr>
          <a:xfrm>
            <a:off x="5040313" y="3794125"/>
            <a:ext cx="3773487" cy="2374900"/>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Tree>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type="txAndTwoObj" preserve="1">
  <p:cSld name="标题，文本与两项内容">
    <p:spTree>
      <p:nvGrpSpPr>
        <p:cNvPr id="1" name=""/>
        <p:cNvGrpSpPr/>
        <p:nvPr/>
      </p:nvGrpSpPr>
      <p:grpSpPr>
        <a:xfrm>
          <a:off x="0" y="0"/>
          <a:ext cx="0" cy="0"/>
          <a:chOff x="0" y="0"/>
          <a:chExt cx="0" cy="0"/>
        </a:xfrm>
      </p:grpSpPr>
      <p:sp>
        <p:nvSpPr>
          <p:cNvPr id="2" name="标题 1"/>
          <p:cNvSpPr>
            <a:spLocks noGrp="1"/>
          </p:cNvSpPr>
          <p:nvPr>
            <p:ph type="title"/>
          </p:nvPr>
        </p:nvSpPr>
        <p:spPr>
          <a:xfrm>
            <a:off x="1403350" y="476250"/>
            <a:ext cx="7240588" cy="563563"/>
          </a:xfrm>
        </p:spPr>
        <p:txBody>
          <a:bodyPr/>
          <a:lstStyle/>
          <a:p>
            <a:r>
              <a:rPr lang="zh-CN" altLang="en-US" smtClean="0"/>
              <a:t>单击此处编辑母版标题样式</a:t>
            </a:r>
            <a:endParaRPr lang="zh-CN" altLang="en-US"/>
          </a:p>
        </p:txBody>
      </p:sp>
      <p:sp>
        <p:nvSpPr>
          <p:cNvPr id="3" name="文本占位符 2"/>
          <p:cNvSpPr>
            <a:spLocks noGrp="1"/>
          </p:cNvSpPr>
          <p:nvPr>
            <p:ph type="body" sz="half" idx="1"/>
          </p:nvPr>
        </p:nvSpPr>
        <p:spPr>
          <a:xfrm>
            <a:off x="1116013" y="1268413"/>
            <a:ext cx="3771900" cy="4900612"/>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quarter" idx="2"/>
          </p:nvPr>
        </p:nvSpPr>
        <p:spPr>
          <a:xfrm>
            <a:off x="5040313" y="1268413"/>
            <a:ext cx="3773487" cy="2373312"/>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内容占位符 4"/>
          <p:cNvSpPr>
            <a:spLocks noGrp="1"/>
          </p:cNvSpPr>
          <p:nvPr>
            <p:ph sz="quarter" idx="3"/>
          </p:nvPr>
        </p:nvSpPr>
        <p:spPr>
          <a:xfrm>
            <a:off x="5040313" y="3794125"/>
            <a:ext cx="3773487" cy="2374900"/>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5" Type="http://schemas.openxmlformats.org/officeDocument/2006/relationships/theme" Target="../theme/theme1.xml"/><Relationship Id="rId14" Type="http://schemas.openxmlformats.org/officeDocument/2006/relationships/vmlDrawing" Target="../drawings/vmlDrawing1.vml"/><Relationship Id="rId13" Type="http://schemas.openxmlformats.org/officeDocument/2006/relationships/image" Target="../media/image1.png"/><Relationship Id="rId12" Type="http://schemas.openxmlformats.org/officeDocument/2006/relationships/oleObject" Target="../embeddings/oleObject1.bin"/><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20.xml"/><Relationship Id="rId8" Type="http://schemas.openxmlformats.org/officeDocument/2006/relationships/slideLayout" Target="../slideLayouts/slideLayout19.xml"/><Relationship Id="rId7" Type="http://schemas.openxmlformats.org/officeDocument/2006/relationships/slideLayout" Target="../slideLayouts/slideLayout18.xml"/><Relationship Id="rId6" Type="http://schemas.openxmlformats.org/officeDocument/2006/relationships/slideLayout" Target="../slideLayouts/slideLayout17.xml"/><Relationship Id="rId5" Type="http://schemas.openxmlformats.org/officeDocument/2006/relationships/slideLayout" Target="../slideLayouts/slideLayout16.xml"/><Relationship Id="rId4" Type="http://schemas.openxmlformats.org/officeDocument/2006/relationships/slideLayout" Target="../slideLayouts/slideLayout15.xml"/><Relationship Id="rId3" Type="http://schemas.openxmlformats.org/officeDocument/2006/relationships/slideLayout" Target="../slideLayouts/slideLayout14.xml"/><Relationship Id="rId2" Type="http://schemas.openxmlformats.org/officeDocument/2006/relationships/slideLayout" Target="../slideLayouts/slideLayout13.xml"/><Relationship Id="rId15" Type="http://schemas.openxmlformats.org/officeDocument/2006/relationships/theme" Target="../theme/theme2.xml"/><Relationship Id="rId14" Type="http://schemas.openxmlformats.org/officeDocument/2006/relationships/vmlDrawing" Target="../drawings/vmlDrawing2.vml"/><Relationship Id="rId13" Type="http://schemas.openxmlformats.org/officeDocument/2006/relationships/image" Target="../media/image1.png"/><Relationship Id="rId12" Type="http://schemas.openxmlformats.org/officeDocument/2006/relationships/oleObject" Target="../embeddings/oleObject2.bin"/><Relationship Id="rId11" Type="http://schemas.openxmlformats.org/officeDocument/2006/relationships/slideLayout" Target="../slideLayouts/slideLayout22.xml"/><Relationship Id="rId10" Type="http://schemas.openxmlformats.org/officeDocument/2006/relationships/slideLayout" Target="../slideLayouts/slideLayout21.xml"/><Relationship Id="rId1" Type="http://schemas.openxmlformats.org/officeDocument/2006/relationships/slideLayout" Target="../slideLayouts/slideLayout12.xml"/></Relationships>
</file>

<file path=ppt/slideMasters/_rels/slideMaster3.xml.rels><?xml version="1.0" encoding="UTF-8" standalone="yes"?>
<Relationships xmlns="http://schemas.openxmlformats.org/package/2006/relationships"><Relationship Id="rId9" Type="http://schemas.openxmlformats.org/officeDocument/2006/relationships/slideLayout" Target="../slideLayouts/slideLayout31.xml"/><Relationship Id="rId8" Type="http://schemas.openxmlformats.org/officeDocument/2006/relationships/slideLayout" Target="../slideLayouts/slideLayout30.xml"/><Relationship Id="rId7" Type="http://schemas.openxmlformats.org/officeDocument/2006/relationships/slideLayout" Target="../slideLayouts/slideLayout29.xml"/><Relationship Id="rId6" Type="http://schemas.openxmlformats.org/officeDocument/2006/relationships/slideLayout" Target="../slideLayouts/slideLayout28.xml"/><Relationship Id="rId5" Type="http://schemas.openxmlformats.org/officeDocument/2006/relationships/slideLayout" Target="../slideLayouts/slideLayout27.xml"/><Relationship Id="rId4" Type="http://schemas.openxmlformats.org/officeDocument/2006/relationships/slideLayout" Target="../slideLayouts/slideLayout26.xml"/><Relationship Id="rId3" Type="http://schemas.openxmlformats.org/officeDocument/2006/relationships/slideLayout" Target="../slideLayouts/slideLayout25.xml"/><Relationship Id="rId2" Type="http://schemas.openxmlformats.org/officeDocument/2006/relationships/slideLayout" Target="../slideLayouts/slideLayout24.xml"/><Relationship Id="rId15" Type="http://schemas.openxmlformats.org/officeDocument/2006/relationships/theme" Target="../theme/theme3.xml"/><Relationship Id="rId14" Type="http://schemas.openxmlformats.org/officeDocument/2006/relationships/vmlDrawing" Target="../drawings/vmlDrawing3.vml"/><Relationship Id="rId13" Type="http://schemas.openxmlformats.org/officeDocument/2006/relationships/image" Target="../media/image1.png"/><Relationship Id="rId12" Type="http://schemas.openxmlformats.org/officeDocument/2006/relationships/oleObject" Target="../embeddings/oleObject3.bin"/><Relationship Id="rId11" Type="http://schemas.openxmlformats.org/officeDocument/2006/relationships/slideLayout" Target="../slideLayouts/slideLayout33.xml"/><Relationship Id="rId10" Type="http://schemas.openxmlformats.org/officeDocument/2006/relationships/slideLayout" Target="../slideLayouts/slideLayout32.xml"/><Relationship Id="rId1" Type="http://schemas.openxmlformats.org/officeDocument/2006/relationships/slideLayout" Target="../slideLayouts/slideLayout23.xml"/></Relationships>
</file>

<file path=ppt/slideMasters/_rels/slideMaster4.xml.rels><?xml version="1.0" encoding="UTF-8" standalone="yes"?>
<Relationships xmlns="http://schemas.openxmlformats.org/package/2006/relationships"><Relationship Id="rId9" Type="http://schemas.openxmlformats.org/officeDocument/2006/relationships/slideLayout" Target="../slideLayouts/slideLayout42.xml"/><Relationship Id="rId8" Type="http://schemas.openxmlformats.org/officeDocument/2006/relationships/slideLayout" Target="../slideLayouts/slideLayout41.xml"/><Relationship Id="rId7" Type="http://schemas.openxmlformats.org/officeDocument/2006/relationships/slideLayout" Target="../slideLayouts/slideLayout40.xml"/><Relationship Id="rId6" Type="http://schemas.openxmlformats.org/officeDocument/2006/relationships/slideLayout" Target="../slideLayouts/slideLayout39.xml"/><Relationship Id="rId5" Type="http://schemas.openxmlformats.org/officeDocument/2006/relationships/slideLayout" Target="../slideLayouts/slideLayout38.xml"/><Relationship Id="rId4" Type="http://schemas.openxmlformats.org/officeDocument/2006/relationships/slideLayout" Target="../slideLayouts/slideLayout37.xml"/><Relationship Id="rId3" Type="http://schemas.openxmlformats.org/officeDocument/2006/relationships/slideLayout" Target="../slideLayouts/slideLayout36.xml"/><Relationship Id="rId2" Type="http://schemas.openxmlformats.org/officeDocument/2006/relationships/slideLayout" Target="../slideLayouts/slideLayout35.xml"/><Relationship Id="rId15" Type="http://schemas.openxmlformats.org/officeDocument/2006/relationships/theme" Target="../theme/theme4.xml"/><Relationship Id="rId14" Type="http://schemas.openxmlformats.org/officeDocument/2006/relationships/vmlDrawing" Target="../drawings/vmlDrawing4.vml"/><Relationship Id="rId13" Type="http://schemas.openxmlformats.org/officeDocument/2006/relationships/image" Target="../media/image1.png"/><Relationship Id="rId12" Type="http://schemas.openxmlformats.org/officeDocument/2006/relationships/oleObject" Target="../embeddings/oleObject4.bin"/><Relationship Id="rId11" Type="http://schemas.openxmlformats.org/officeDocument/2006/relationships/slideLayout" Target="../slideLayouts/slideLayout44.xml"/><Relationship Id="rId10" Type="http://schemas.openxmlformats.org/officeDocument/2006/relationships/slideLayout" Target="../slideLayouts/slideLayout43.xml"/><Relationship Id="rId1" Type="http://schemas.openxmlformats.org/officeDocument/2006/relationships/slideLayout" Target="../slideLayouts/slideLayout34.xml"/></Relationships>
</file>

<file path=ppt/slideMasters/_rels/slideMaster5.xml.rels><?xml version="1.0" encoding="UTF-8" standalone="yes"?>
<Relationships xmlns="http://schemas.openxmlformats.org/package/2006/relationships"><Relationship Id="rId9" Type="http://schemas.openxmlformats.org/officeDocument/2006/relationships/slideLayout" Target="../slideLayouts/slideLayout53.xml"/><Relationship Id="rId8" Type="http://schemas.openxmlformats.org/officeDocument/2006/relationships/slideLayout" Target="../slideLayouts/slideLayout52.xml"/><Relationship Id="rId7" Type="http://schemas.openxmlformats.org/officeDocument/2006/relationships/slideLayout" Target="../slideLayouts/slideLayout51.xml"/><Relationship Id="rId6" Type="http://schemas.openxmlformats.org/officeDocument/2006/relationships/slideLayout" Target="../slideLayouts/slideLayout50.xml"/><Relationship Id="rId5" Type="http://schemas.openxmlformats.org/officeDocument/2006/relationships/slideLayout" Target="../slideLayouts/slideLayout49.xml"/><Relationship Id="rId4" Type="http://schemas.openxmlformats.org/officeDocument/2006/relationships/slideLayout" Target="../slideLayouts/slideLayout48.xml"/><Relationship Id="rId3" Type="http://schemas.openxmlformats.org/officeDocument/2006/relationships/slideLayout" Target="../slideLayouts/slideLayout47.xml"/><Relationship Id="rId2" Type="http://schemas.openxmlformats.org/officeDocument/2006/relationships/slideLayout" Target="../slideLayouts/slideLayout46.xml"/><Relationship Id="rId15" Type="http://schemas.openxmlformats.org/officeDocument/2006/relationships/theme" Target="../theme/theme5.xml"/><Relationship Id="rId14" Type="http://schemas.openxmlformats.org/officeDocument/2006/relationships/vmlDrawing" Target="../drawings/vmlDrawing5.vml"/><Relationship Id="rId13" Type="http://schemas.openxmlformats.org/officeDocument/2006/relationships/image" Target="../media/image1.png"/><Relationship Id="rId12" Type="http://schemas.openxmlformats.org/officeDocument/2006/relationships/oleObject" Target="../embeddings/oleObject5.bin"/><Relationship Id="rId11" Type="http://schemas.openxmlformats.org/officeDocument/2006/relationships/slideLayout" Target="../slideLayouts/slideLayout55.xml"/><Relationship Id="rId10" Type="http://schemas.openxmlformats.org/officeDocument/2006/relationships/slideLayout" Target="../slideLayouts/slideLayout54.xml"/><Relationship Id="rId1" Type="http://schemas.openxmlformats.org/officeDocument/2006/relationships/slideLayout" Target="../slideLayouts/slideLayout45.xml"/></Relationships>
</file>

<file path=ppt/slideMasters/_rels/slideMaster6.xml.rels><?xml version="1.0" encoding="UTF-8" standalone="yes"?>
<Relationships xmlns="http://schemas.openxmlformats.org/package/2006/relationships"><Relationship Id="rId9" Type="http://schemas.openxmlformats.org/officeDocument/2006/relationships/slideLayout" Target="../slideLayouts/slideLayout64.xml"/><Relationship Id="rId8" Type="http://schemas.openxmlformats.org/officeDocument/2006/relationships/slideLayout" Target="../slideLayouts/slideLayout63.xml"/><Relationship Id="rId7" Type="http://schemas.openxmlformats.org/officeDocument/2006/relationships/slideLayout" Target="../slideLayouts/slideLayout62.xml"/><Relationship Id="rId6" Type="http://schemas.openxmlformats.org/officeDocument/2006/relationships/slideLayout" Target="../slideLayouts/slideLayout61.xml"/><Relationship Id="rId5" Type="http://schemas.openxmlformats.org/officeDocument/2006/relationships/slideLayout" Target="../slideLayouts/slideLayout60.xml"/><Relationship Id="rId4" Type="http://schemas.openxmlformats.org/officeDocument/2006/relationships/slideLayout" Target="../slideLayouts/slideLayout59.xml"/><Relationship Id="rId3" Type="http://schemas.openxmlformats.org/officeDocument/2006/relationships/slideLayout" Target="../slideLayouts/slideLayout58.xml"/><Relationship Id="rId2" Type="http://schemas.openxmlformats.org/officeDocument/2006/relationships/slideLayout" Target="../slideLayouts/slideLayout57.xml"/><Relationship Id="rId18" Type="http://schemas.openxmlformats.org/officeDocument/2006/relationships/theme" Target="../theme/theme6.xml"/><Relationship Id="rId17" Type="http://schemas.openxmlformats.org/officeDocument/2006/relationships/vmlDrawing" Target="../drawings/vmlDrawing6.vml"/><Relationship Id="rId16" Type="http://schemas.openxmlformats.org/officeDocument/2006/relationships/image" Target="../media/image1.png"/><Relationship Id="rId15" Type="http://schemas.openxmlformats.org/officeDocument/2006/relationships/oleObject" Target="../embeddings/oleObject6.bin"/><Relationship Id="rId14" Type="http://schemas.openxmlformats.org/officeDocument/2006/relationships/slideLayout" Target="../slideLayouts/slideLayout69.xml"/><Relationship Id="rId13" Type="http://schemas.openxmlformats.org/officeDocument/2006/relationships/slideLayout" Target="../slideLayouts/slideLayout68.xml"/><Relationship Id="rId12" Type="http://schemas.openxmlformats.org/officeDocument/2006/relationships/slideLayout" Target="../slideLayouts/slideLayout67.xml"/><Relationship Id="rId11" Type="http://schemas.openxmlformats.org/officeDocument/2006/relationships/slideLayout" Target="../slideLayouts/slideLayout66.xml"/><Relationship Id="rId10" Type="http://schemas.openxmlformats.org/officeDocument/2006/relationships/slideLayout" Target="../slideLayouts/slideLayout65.xml"/><Relationship Id="rId1" Type="http://schemas.openxmlformats.org/officeDocument/2006/relationships/slideLayout" Target="../slideLayouts/slideLayout56.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graphicFrame>
        <p:nvGraphicFramePr>
          <p:cNvPr id="1026" name="Object 2"/>
          <p:cNvGraphicFramePr>
            <a:graphicFrameLocks noChangeAspect="1"/>
          </p:cNvGraphicFramePr>
          <p:nvPr/>
        </p:nvGraphicFramePr>
        <p:xfrm>
          <a:off x="12700" y="0"/>
          <a:ext cx="9132888" cy="608013"/>
        </p:xfrm>
        <a:graphic>
          <a:graphicData uri="http://schemas.openxmlformats.org/presentationml/2006/ole">
            <mc:AlternateContent xmlns:mc="http://schemas.openxmlformats.org/markup-compatibility/2006">
              <mc:Choice xmlns:v="urn:schemas-microsoft-com:vml" Requires="v">
                <p:oleObj spid="_x0000_s3076" name="" r:id="rId12" imgW="2398395" imgH="611505" progId="">
                  <p:embed/>
                </p:oleObj>
              </mc:Choice>
              <mc:Fallback>
                <p:oleObj name="" r:id="rId12" imgW="2398395" imgH="611505" progId="">
                  <p:embed/>
                  <p:pic>
                    <p:nvPicPr>
                      <p:cNvPr id="0" name="图片 3075"/>
                      <p:cNvPicPr/>
                      <p:nvPr/>
                    </p:nvPicPr>
                    <p:blipFill>
                      <a:blip r:embed="rId13"/>
                      <a:stretch>
                        <a:fillRect/>
                      </a:stretch>
                    </p:blipFill>
                    <p:spPr>
                      <a:xfrm>
                        <a:off x="12700" y="0"/>
                        <a:ext cx="9132888" cy="608013"/>
                      </a:xfrm>
                      <a:prstGeom prst="rect">
                        <a:avLst/>
                      </a:prstGeom>
                      <a:noFill/>
                      <a:ln w="38100">
                        <a:noFill/>
                        <a:miter/>
                      </a:ln>
                    </p:spPr>
                  </p:pic>
                </p:oleObj>
              </mc:Fallback>
            </mc:AlternateContent>
          </a:graphicData>
        </a:graphic>
      </p:graphicFrame>
      <p:grpSp>
        <p:nvGrpSpPr>
          <p:cNvPr id="1027" name="Group 3"/>
          <p:cNvGrpSpPr/>
          <p:nvPr/>
        </p:nvGrpSpPr>
        <p:grpSpPr>
          <a:xfrm>
            <a:off x="0" y="549275"/>
            <a:ext cx="1619250" cy="5340350"/>
            <a:chOff x="0" y="0"/>
            <a:chExt cx="1292" cy="2940"/>
          </a:xfrm>
        </p:grpSpPr>
        <p:sp>
          <p:nvSpPr>
            <p:cNvPr id="1034" name="AutoShape 4"/>
            <p:cNvSpPr/>
            <p:nvPr/>
          </p:nvSpPr>
          <p:spPr>
            <a:xfrm rot="559536">
              <a:off x="592" y="0"/>
              <a:ext cx="655" cy="2866"/>
            </a:xfrm>
            <a:prstGeom prst="moon">
              <a:avLst>
                <a:gd name="adj" fmla="val 50000"/>
              </a:avLst>
            </a:prstGeom>
            <a:gradFill rotWithShape="0">
              <a:gsLst>
                <a:gs pos="0">
                  <a:schemeClr val="accent1"/>
                </a:gs>
                <a:gs pos="100000">
                  <a:srgbClr val="FFFFFF"/>
                </a:gs>
              </a:gsLst>
              <a:lin ang="5400000" scaled="1"/>
              <a:tileRect/>
            </a:gradFill>
            <a:ln w="9525">
              <a:noFill/>
            </a:ln>
          </p:spPr>
          <p:txBody>
            <a:bodyPr wrap="none" lIns="100776" tIns="50388" rIns="100776" bIns="50388" anchor="ctr" anchorCtr="0"/>
            <a:p>
              <a:pPr lvl="0" algn="ctr" defTabSz="1008380" eaLnBrk="1" hangingPunct="1"/>
              <a:endParaRPr lang="zh-CN" altLang="en-US" dirty="0">
                <a:latin typeface="Times New Roman" panose="02020603050405020304" pitchFamily="18" charset="0"/>
              </a:endParaRPr>
            </a:p>
          </p:txBody>
        </p:sp>
        <p:sp>
          <p:nvSpPr>
            <p:cNvPr id="1035" name="Freeform 5"/>
            <p:cNvSpPr/>
            <p:nvPr/>
          </p:nvSpPr>
          <p:spPr>
            <a:xfrm>
              <a:off x="0" y="118"/>
              <a:ext cx="1292" cy="2822"/>
            </a:xfrm>
            <a:custGeom>
              <a:avLst/>
              <a:gdLst>
                <a:gd name="txL" fmla="*/ 0 w 1584"/>
                <a:gd name="txT" fmla="*/ 0 h 2160"/>
                <a:gd name="txR" fmla="*/ 1584 w 1584"/>
                <a:gd name="txB" fmla="*/ 2160 h 2160"/>
              </a:gdLst>
              <a:ahLst/>
              <a:cxnLst>
                <a:cxn ang="0">
                  <a:pos x="311" y="14034"/>
                </a:cxn>
                <a:cxn ang="0">
                  <a:pos x="0" y="14034"/>
                </a:cxn>
                <a:cxn ang="0">
                  <a:pos x="0" y="0"/>
                </a:cxn>
                <a:cxn ang="0">
                  <a:pos x="381" y="0"/>
                </a:cxn>
                <a:cxn ang="0">
                  <a:pos x="231" y="4366"/>
                </a:cxn>
                <a:cxn ang="0">
                  <a:pos x="207" y="8733"/>
                </a:cxn>
                <a:cxn ang="0">
                  <a:pos x="254" y="12472"/>
                </a:cxn>
                <a:cxn ang="0">
                  <a:pos x="311" y="14034"/>
                </a:cxn>
              </a:cxnLst>
              <a:rect l="txL" t="txT" r="txR" b="txB"/>
              <a:pathLst>
                <a:path w="1584" h="2160">
                  <a:moveTo>
                    <a:pt x="1296" y="2160"/>
                  </a:moveTo>
                  <a:lnTo>
                    <a:pt x="0" y="2160"/>
                  </a:lnTo>
                  <a:lnTo>
                    <a:pt x="0" y="0"/>
                  </a:lnTo>
                  <a:lnTo>
                    <a:pt x="1584" y="0"/>
                  </a:lnTo>
                  <a:lnTo>
                    <a:pt x="960" y="672"/>
                  </a:lnTo>
                  <a:lnTo>
                    <a:pt x="864" y="1344"/>
                  </a:lnTo>
                  <a:lnTo>
                    <a:pt x="1056" y="1920"/>
                  </a:lnTo>
                  <a:lnTo>
                    <a:pt x="1296" y="2160"/>
                  </a:lnTo>
                  <a:close/>
                </a:path>
              </a:pathLst>
            </a:custGeom>
            <a:gradFill rotWithShape="0">
              <a:gsLst>
                <a:gs pos="0">
                  <a:schemeClr val="accent1">
                    <a:alpha val="100000"/>
                  </a:schemeClr>
                </a:gs>
                <a:gs pos="100000">
                  <a:srgbClr val="FFFFFF">
                    <a:alpha val="100000"/>
                  </a:srgbClr>
                </a:gs>
              </a:gsLst>
              <a:lin ang="5400000" scaled="1"/>
              <a:tileRect/>
            </a:gradFill>
            <a:ln w="9525">
              <a:noFill/>
            </a:ln>
          </p:spPr>
          <p:txBody>
            <a:bodyPr/>
            <a:p>
              <a:endParaRPr lang="zh-CN" altLang="en-US"/>
            </a:p>
          </p:txBody>
        </p:sp>
      </p:grpSp>
      <p:sp>
        <p:nvSpPr>
          <p:cNvPr id="1028" name="Rectangle 6"/>
          <p:cNvSpPr/>
          <p:nvPr/>
        </p:nvSpPr>
        <p:spPr>
          <a:xfrm>
            <a:off x="0" y="457200"/>
            <a:ext cx="9145588" cy="684213"/>
          </a:xfrm>
          <a:prstGeom prst="rect">
            <a:avLst/>
          </a:prstGeom>
          <a:solidFill>
            <a:schemeClr val="tx2"/>
          </a:solidFill>
          <a:ln w="9525">
            <a:noFill/>
          </a:ln>
        </p:spPr>
        <p:txBody>
          <a:bodyPr wrap="none" lIns="100776" tIns="50388" rIns="100776" bIns="50388" anchor="ctr" anchorCtr="0"/>
          <a:p>
            <a:pPr lvl="0" algn="ctr" defTabSz="1008380" eaLnBrk="1" hangingPunct="1"/>
            <a:endParaRPr lang="zh-CN" altLang="en-US" dirty="0">
              <a:latin typeface="Times New Roman" panose="02020603050405020304" pitchFamily="18" charset="0"/>
            </a:endParaRPr>
          </a:p>
        </p:txBody>
      </p:sp>
      <p:sp>
        <p:nvSpPr>
          <p:cNvPr id="1029" name="Rectangle 7"/>
          <p:cNvSpPr/>
          <p:nvPr/>
        </p:nvSpPr>
        <p:spPr>
          <a:xfrm>
            <a:off x="0" y="477838"/>
            <a:ext cx="3657600" cy="457200"/>
          </a:xfrm>
          <a:prstGeom prst="rect">
            <a:avLst/>
          </a:prstGeom>
          <a:solidFill>
            <a:schemeClr val="tx2"/>
          </a:solidFill>
          <a:ln w="9525">
            <a:noFill/>
          </a:ln>
        </p:spPr>
        <p:txBody>
          <a:bodyPr wrap="none" lIns="100776" tIns="50388" rIns="100776" bIns="50388" anchor="ctr" anchorCtr="0"/>
          <a:p>
            <a:pPr lvl="0" algn="ctr" defTabSz="1008380" eaLnBrk="1" hangingPunct="1"/>
            <a:endParaRPr lang="zh-CN" altLang="en-US" dirty="0">
              <a:latin typeface="Times New Roman" panose="02020603050405020304" pitchFamily="18" charset="0"/>
            </a:endParaRPr>
          </a:p>
        </p:txBody>
      </p:sp>
      <p:sp>
        <p:nvSpPr>
          <p:cNvPr id="1030" name="Line 8"/>
          <p:cNvSpPr/>
          <p:nvPr/>
        </p:nvSpPr>
        <p:spPr>
          <a:xfrm>
            <a:off x="228600" y="1065213"/>
            <a:ext cx="8916988" cy="0"/>
          </a:xfrm>
          <a:prstGeom prst="line">
            <a:avLst/>
          </a:prstGeom>
          <a:ln w="9525" cap="flat" cmpd="sng">
            <a:solidFill>
              <a:schemeClr val="bg1"/>
            </a:solidFill>
            <a:prstDash val="solid"/>
            <a:headEnd type="none" w="med" len="med"/>
            <a:tailEnd type="none" w="med" len="med"/>
          </a:ln>
        </p:spPr>
      </p:sp>
      <p:sp>
        <p:nvSpPr>
          <p:cNvPr id="1031" name="Freeform 9"/>
          <p:cNvSpPr/>
          <p:nvPr/>
        </p:nvSpPr>
        <p:spPr>
          <a:xfrm>
            <a:off x="0" y="0"/>
            <a:ext cx="1835150" cy="1341438"/>
          </a:xfrm>
          <a:custGeom>
            <a:avLst/>
            <a:gdLst>
              <a:gd name="txL" fmla="*/ 0 w 1429"/>
              <a:gd name="txT" fmla="*/ 0 h 1032"/>
              <a:gd name="txR" fmla="*/ 1429 w 1429"/>
              <a:gd name="txB" fmla="*/ 1032 h 1032"/>
            </a:gdLst>
            <a:ahLst/>
            <a:cxnLst>
              <a:cxn ang="0">
                <a:pos x="0" y="0"/>
              </a:cxn>
              <a:cxn ang="0">
                <a:pos x="2147483647" y="2147483647"/>
              </a:cxn>
              <a:cxn ang="0">
                <a:pos x="2147483647" y="2147483647"/>
              </a:cxn>
              <a:cxn ang="0">
                <a:pos x="2147483647" y="2147483647"/>
              </a:cxn>
              <a:cxn ang="0">
                <a:pos x="0" y="2147483647"/>
              </a:cxn>
              <a:cxn ang="0">
                <a:pos x="0" y="0"/>
              </a:cxn>
            </a:cxnLst>
            <a:rect l="txL" t="txT" r="txR" b="txB"/>
            <a:pathLst>
              <a:path w="1429" h="1032">
                <a:moveTo>
                  <a:pt x="0" y="0"/>
                </a:moveTo>
                <a:lnTo>
                  <a:pt x="1429" y="1"/>
                </a:lnTo>
                <a:cubicBezTo>
                  <a:pt x="1404" y="4"/>
                  <a:pt x="1266" y="99"/>
                  <a:pt x="1098" y="309"/>
                </a:cubicBezTo>
                <a:cubicBezTo>
                  <a:pt x="932" y="520"/>
                  <a:pt x="880" y="977"/>
                  <a:pt x="885" y="1032"/>
                </a:cubicBezTo>
                <a:lnTo>
                  <a:pt x="0" y="1027"/>
                </a:lnTo>
                <a:lnTo>
                  <a:pt x="0" y="0"/>
                </a:lnTo>
                <a:close/>
              </a:path>
            </a:pathLst>
          </a:custGeom>
          <a:gradFill rotWithShape="1">
            <a:gsLst>
              <a:gs pos="0">
                <a:schemeClr val="accent2">
                  <a:alpha val="100000"/>
                </a:schemeClr>
              </a:gs>
              <a:gs pos="100000">
                <a:srgbClr val="5BA610">
                  <a:alpha val="100000"/>
                </a:srgbClr>
              </a:gs>
            </a:gsLst>
            <a:lin ang="2700000" scaled="1"/>
            <a:tileRect/>
          </a:gradFill>
          <a:ln w="9525">
            <a:noFill/>
          </a:ln>
        </p:spPr>
        <p:txBody>
          <a:bodyPr/>
          <a:p>
            <a:endParaRPr lang="zh-CN" altLang="en-US"/>
          </a:p>
        </p:txBody>
      </p:sp>
      <p:sp>
        <p:nvSpPr>
          <p:cNvPr id="1032" name="Rectangle 10"/>
          <p:cNvSpPr>
            <a:spLocks noGrp="1"/>
          </p:cNvSpPr>
          <p:nvPr>
            <p:ph type="body" idx="1"/>
          </p:nvPr>
        </p:nvSpPr>
        <p:spPr>
          <a:xfrm>
            <a:off x="1116013" y="1268413"/>
            <a:ext cx="7697787" cy="4900612"/>
          </a:xfrm>
          <a:prstGeom prst="rect">
            <a:avLst/>
          </a:prstGeom>
          <a:noFill/>
          <a:ln w="9525">
            <a:noFill/>
          </a:ln>
        </p:spPr>
        <p:txBody>
          <a:bodyPr lIns="100776" tIns="50388" rIns="100776" bIns="50388"/>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1033" name="Rectangle 14"/>
          <p:cNvSpPr>
            <a:spLocks noGrp="1"/>
          </p:cNvSpPr>
          <p:nvPr>
            <p:ph type="title"/>
          </p:nvPr>
        </p:nvSpPr>
        <p:spPr>
          <a:xfrm>
            <a:off x="1828800" y="477838"/>
            <a:ext cx="7240588" cy="561975"/>
          </a:xfrm>
          <a:prstGeom prst="rect">
            <a:avLst/>
          </a:prstGeom>
          <a:noFill/>
          <a:ln w="9525">
            <a:noFill/>
          </a:ln>
        </p:spPr>
        <p:txBody>
          <a:bodyPr lIns="100776" tIns="50388" rIns="100776" bIns="50388" anchor="ctr" anchorCtr="0"/>
          <a:p>
            <a:pPr lvl="0"/>
            <a:r>
              <a:rPr lang="zh-CN" altLang="en-US" dirty="0"/>
              <a:t>单击此处编辑母版标题样式</a:t>
            </a:r>
            <a:endParaRPr lang="zh-CN" alt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l" defTabSz="1008380" rtl="0" eaLnBrk="0" fontAlgn="base" hangingPunct="0">
        <a:spcBef>
          <a:spcPct val="0"/>
        </a:spcBef>
        <a:spcAft>
          <a:spcPct val="0"/>
        </a:spcAft>
        <a:defRPr sz="3500" b="1">
          <a:solidFill>
            <a:schemeClr val="bg1"/>
          </a:solidFill>
          <a:latin typeface="+mj-lt"/>
          <a:ea typeface="+mj-ea"/>
          <a:cs typeface="+mj-cs"/>
        </a:defRPr>
      </a:lvl1pPr>
      <a:lvl2pPr algn="l" defTabSz="1008380" rtl="0" eaLnBrk="0" fontAlgn="base" hangingPunct="0">
        <a:spcBef>
          <a:spcPct val="0"/>
        </a:spcBef>
        <a:spcAft>
          <a:spcPct val="0"/>
        </a:spcAft>
        <a:defRPr sz="3500" b="1">
          <a:solidFill>
            <a:schemeClr val="bg1"/>
          </a:solidFill>
          <a:latin typeface="黑体" panose="02010609060101010101" pitchFamily="49" charset="-122"/>
          <a:ea typeface="黑体" panose="02010609060101010101" pitchFamily="49" charset="-122"/>
        </a:defRPr>
      </a:lvl2pPr>
      <a:lvl3pPr algn="l" defTabSz="1008380" rtl="0" eaLnBrk="0" fontAlgn="base" hangingPunct="0">
        <a:spcBef>
          <a:spcPct val="0"/>
        </a:spcBef>
        <a:spcAft>
          <a:spcPct val="0"/>
        </a:spcAft>
        <a:defRPr sz="3500" b="1">
          <a:solidFill>
            <a:schemeClr val="bg1"/>
          </a:solidFill>
          <a:latin typeface="黑体" panose="02010609060101010101" pitchFamily="49" charset="-122"/>
          <a:ea typeface="黑体" panose="02010609060101010101" pitchFamily="49" charset="-122"/>
        </a:defRPr>
      </a:lvl3pPr>
      <a:lvl4pPr algn="l" defTabSz="1008380" rtl="0" eaLnBrk="0" fontAlgn="base" hangingPunct="0">
        <a:spcBef>
          <a:spcPct val="0"/>
        </a:spcBef>
        <a:spcAft>
          <a:spcPct val="0"/>
        </a:spcAft>
        <a:defRPr sz="3500" b="1">
          <a:solidFill>
            <a:schemeClr val="bg1"/>
          </a:solidFill>
          <a:latin typeface="黑体" panose="02010609060101010101" pitchFamily="49" charset="-122"/>
          <a:ea typeface="黑体" panose="02010609060101010101" pitchFamily="49" charset="-122"/>
        </a:defRPr>
      </a:lvl4pPr>
      <a:lvl5pPr algn="l" defTabSz="1008380" rtl="0" eaLnBrk="0" fontAlgn="base" hangingPunct="0">
        <a:spcBef>
          <a:spcPct val="0"/>
        </a:spcBef>
        <a:spcAft>
          <a:spcPct val="0"/>
        </a:spcAft>
        <a:defRPr sz="3500" b="1">
          <a:solidFill>
            <a:schemeClr val="bg1"/>
          </a:solidFill>
          <a:latin typeface="黑体" panose="02010609060101010101" pitchFamily="49" charset="-122"/>
          <a:ea typeface="黑体" panose="02010609060101010101" pitchFamily="49" charset="-122"/>
        </a:defRPr>
      </a:lvl5pPr>
      <a:lvl6pPr marL="457200" algn="l" defTabSz="1008380" rtl="0" eaLnBrk="0" fontAlgn="base" hangingPunct="0">
        <a:spcBef>
          <a:spcPct val="0"/>
        </a:spcBef>
        <a:spcAft>
          <a:spcPct val="0"/>
        </a:spcAft>
        <a:defRPr sz="3500" b="1">
          <a:solidFill>
            <a:schemeClr val="bg1"/>
          </a:solidFill>
          <a:latin typeface="黑体" panose="02010609060101010101" pitchFamily="49" charset="-122"/>
          <a:ea typeface="黑体" panose="02010609060101010101" pitchFamily="49" charset="-122"/>
        </a:defRPr>
      </a:lvl6pPr>
      <a:lvl7pPr marL="914400" algn="l" defTabSz="1008380" rtl="0" eaLnBrk="0" fontAlgn="base" hangingPunct="0">
        <a:spcBef>
          <a:spcPct val="0"/>
        </a:spcBef>
        <a:spcAft>
          <a:spcPct val="0"/>
        </a:spcAft>
        <a:defRPr sz="3500" b="1">
          <a:solidFill>
            <a:schemeClr val="bg1"/>
          </a:solidFill>
          <a:latin typeface="黑体" panose="02010609060101010101" pitchFamily="49" charset="-122"/>
          <a:ea typeface="黑体" panose="02010609060101010101" pitchFamily="49" charset="-122"/>
        </a:defRPr>
      </a:lvl7pPr>
      <a:lvl8pPr marL="1371600" algn="l" defTabSz="1008380" rtl="0" eaLnBrk="0" fontAlgn="base" hangingPunct="0">
        <a:spcBef>
          <a:spcPct val="0"/>
        </a:spcBef>
        <a:spcAft>
          <a:spcPct val="0"/>
        </a:spcAft>
        <a:defRPr sz="3500" b="1">
          <a:solidFill>
            <a:schemeClr val="bg1"/>
          </a:solidFill>
          <a:latin typeface="黑体" panose="02010609060101010101" pitchFamily="49" charset="-122"/>
          <a:ea typeface="黑体" panose="02010609060101010101" pitchFamily="49" charset="-122"/>
        </a:defRPr>
      </a:lvl8pPr>
      <a:lvl9pPr marL="1828800" algn="l" defTabSz="1008380" rtl="0" eaLnBrk="0" fontAlgn="base" hangingPunct="0">
        <a:spcBef>
          <a:spcPct val="0"/>
        </a:spcBef>
        <a:spcAft>
          <a:spcPct val="0"/>
        </a:spcAft>
        <a:defRPr sz="3500" b="1">
          <a:solidFill>
            <a:schemeClr val="bg1"/>
          </a:solidFill>
          <a:latin typeface="黑体" panose="02010609060101010101" pitchFamily="49" charset="-122"/>
          <a:ea typeface="黑体" panose="02010609060101010101" pitchFamily="49" charset="-122"/>
        </a:defRPr>
      </a:lvl9pPr>
    </p:titleStyle>
    <p:bodyStyle>
      <a:lvl1pPr marL="377825" indent="-377825" algn="l" defTabSz="1008380" rtl="0" eaLnBrk="0" fontAlgn="base" hangingPunct="0">
        <a:lnSpc>
          <a:spcPct val="120000"/>
        </a:lnSpc>
        <a:spcBef>
          <a:spcPct val="20000"/>
        </a:spcBef>
        <a:spcAft>
          <a:spcPct val="0"/>
        </a:spcAft>
        <a:buClr>
          <a:schemeClr val="hlink"/>
        </a:buClr>
        <a:buFont typeface="Wingdings" panose="05000000000000000000" pitchFamily="2" charset="2"/>
        <a:buChar char="v"/>
        <a:defRPr sz="3500" b="1">
          <a:solidFill>
            <a:srgbClr val="0033CC"/>
          </a:solidFill>
          <a:latin typeface="+mn-lt"/>
          <a:ea typeface="+mn-ea"/>
          <a:cs typeface="+mn-cs"/>
        </a:defRPr>
      </a:lvl1pPr>
      <a:lvl2pPr marL="819150" indent="-314325" algn="l" defTabSz="1008380" rtl="0" eaLnBrk="0" fontAlgn="base" hangingPunct="0">
        <a:lnSpc>
          <a:spcPct val="120000"/>
        </a:lnSpc>
        <a:spcBef>
          <a:spcPct val="20000"/>
        </a:spcBef>
        <a:spcAft>
          <a:spcPct val="0"/>
        </a:spcAft>
        <a:buClr>
          <a:schemeClr val="accent2"/>
        </a:buClr>
        <a:buFont typeface="Wingdings" panose="05000000000000000000" pitchFamily="2" charset="2"/>
        <a:buChar char="n"/>
        <a:defRPr sz="3100" b="1">
          <a:solidFill>
            <a:schemeClr val="tx1"/>
          </a:solidFill>
          <a:latin typeface="+mn-lt"/>
          <a:ea typeface="+mn-ea"/>
        </a:defRPr>
      </a:lvl2pPr>
      <a:lvl3pPr marL="1260475" indent="-252730" algn="l" defTabSz="1008380" rtl="0" eaLnBrk="0" fontAlgn="base" hangingPunct="0">
        <a:lnSpc>
          <a:spcPct val="120000"/>
        </a:lnSpc>
        <a:spcBef>
          <a:spcPct val="20000"/>
        </a:spcBef>
        <a:spcAft>
          <a:spcPct val="0"/>
        </a:spcAft>
        <a:buClr>
          <a:schemeClr val="accent2"/>
        </a:buClr>
        <a:buSzPct val="85000"/>
        <a:buFont typeface="Wingdings" panose="05000000000000000000" pitchFamily="2" charset="2"/>
        <a:buChar char="p"/>
        <a:defRPr sz="2700" b="1">
          <a:solidFill>
            <a:schemeClr val="tx1"/>
          </a:solidFill>
          <a:latin typeface="+mn-lt"/>
          <a:ea typeface="+mn-ea"/>
        </a:defRPr>
      </a:lvl3pPr>
      <a:lvl4pPr marL="1764030" indent="-252730" algn="l" defTabSz="1008380" rtl="0" eaLnBrk="0" fontAlgn="base" hangingPunct="0">
        <a:lnSpc>
          <a:spcPct val="120000"/>
        </a:lnSpc>
        <a:spcBef>
          <a:spcPct val="20000"/>
        </a:spcBef>
        <a:spcAft>
          <a:spcPct val="0"/>
        </a:spcAft>
        <a:buClr>
          <a:schemeClr val="accent2"/>
        </a:buClr>
        <a:buSzPct val="80000"/>
        <a:buFont typeface="Wingdings" panose="05000000000000000000" pitchFamily="2" charset="2"/>
        <a:buChar char="l"/>
        <a:defRPr sz="2700">
          <a:solidFill>
            <a:schemeClr val="tx1"/>
          </a:solidFill>
          <a:latin typeface="+mn-lt"/>
          <a:ea typeface="+mn-ea"/>
        </a:defRPr>
      </a:lvl4pPr>
      <a:lvl5pPr marL="2266950" indent="-250825" algn="l" defTabSz="1008380" rtl="0" eaLnBrk="0" fontAlgn="base" hangingPunct="0">
        <a:lnSpc>
          <a:spcPct val="120000"/>
        </a:lnSpc>
        <a:spcBef>
          <a:spcPct val="20000"/>
        </a:spcBef>
        <a:spcAft>
          <a:spcPct val="0"/>
        </a:spcAft>
        <a:buChar char="»"/>
        <a:defRPr sz="2700">
          <a:solidFill>
            <a:schemeClr val="tx1"/>
          </a:solidFill>
          <a:latin typeface="+mn-lt"/>
          <a:ea typeface="+mn-ea"/>
        </a:defRPr>
      </a:lvl5pPr>
      <a:lvl6pPr marL="2724150" indent="-250825" algn="l" defTabSz="1008380" rtl="0" eaLnBrk="0" fontAlgn="base" hangingPunct="0">
        <a:lnSpc>
          <a:spcPct val="120000"/>
        </a:lnSpc>
        <a:spcBef>
          <a:spcPct val="20000"/>
        </a:spcBef>
        <a:spcAft>
          <a:spcPct val="0"/>
        </a:spcAft>
        <a:buChar char="»"/>
        <a:defRPr sz="2700">
          <a:solidFill>
            <a:schemeClr val="tx1"/>
          </a:solidFill>
          <a:latin typeface="+mn-lt"/>
          <a:ea typeface="+mn-ea"/>
        </a:defRPr>
      </a:lvl6pPr>
      <a:lvl7pPr marL="3181350" indent="-250825" algn="l" defTabSz="1008380" rtl="0" eaLnBrk="0" fontAlgn="base" hangingPunct="0">
        <a:lnSpc>
          <a:spcPct val="120000"/>
        </a:lnSpc>
        <a:spcBef>
          <a:spcPct val="20000"/>
        </a:spcBef>
        <a:spcAft>
          <a:spcPct val="0"/>
        </a:spcAft>
        <a:buChar char="»"/>
        <a:defRPr sz="2700">
          <a:solidFill>
            <a:schemeClr val="tx1"/>
          </a:solidFill>
          <a:latin typeface="+mn-lt"/>
          <a:ea typeface="+mn-ea"/>
        </a:defRPr>
      </a:lvl7pPr>
      <a:lvl8pPr marL="3638550" indent="-250825" algn="l" defTabSz="1008380" rtl="0" eaLnBrk="0" fontAlgn="base" hangingPunct="0">
        <a:lnSpc>
          <a:spcPct val="120000"/>
        </a:lnSpc>
        <a:spcBef>
          <a:spcPct val="20000"/>
        </a:spcBef>
        <a:spcAft>
          <a:spcPct val="0"/>
        </a:spcAft>
        <a:buChar char="»"/>
        <a:defRPr sz="2700">
          <a:solidFill>
            <a:schemeClr val="tx1"/>
          </a:solidFill>
          <a:latin typeface="+mn-lt"/>
          <a:ea typeface="+mn-ea"/>
        </a:defRPr>
      </a:lvl8pPr>
      <a:lvl9pPr marL="4095750" indent="-250825" algn="l" defTabSz="1008380" rtl="0" eaLnBrk="0" fontAlgn="base" hangingPunct="0">
        <a:lnSpc>
          <a:spcPct val="120000"/>
        </a:lnSpc>
        <a:spcBef>
          <a:spcPct val="20000"/>
        </a:spcBef>
        <a:spcAft>
          <a:spcPct val="0"/>
        </a:spcAft>
        <a:buChar char="»"/>
        <a:defRPr sz="27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graphicFrame>
        <p:nvGraphicFramePr>
          <p:cNvPr id="2050" name="Object 2"/>
          <p:cNvGraphicFramePr>
            <a:graphicFrameLocks noChangeAspect="1"/>
          </p:cNvGraphicFramePr>
          <p:nvPr/>
        </p:nvGraphicFramePr>
        <p:xfrm>
          <a:off x="12700" y="0"/>
          <a:ext cx="9132888" cy="608013"/>
        </p:xfrm>
        <a:graphic>
          <a:graphicData uri="http://schemas.openxmlformats.org/presentationml/2006/ole">
            <mc:AlternateContent xmlns:mc="http://schemas.openxmlformats.org/markup-compatibility/2006">
              <mc:Choice xmlns:v="urn:schemas-microsoft-com:vml" Requires="v">
                <p:oleObj spid="_x0000_s3077" name="" r:id="rId12" imgW="2398395" imgH="611505" progId="Photoshop.Image.6">
                  <p:embed/>
                </p:oleObj>
              </mc:Choice>
              <mc:Fallback>
                <p:oleObj name="" r:id="rId12" imgW="2398395" imgH="611505" progId="Photoshop.Image.6">
                  <p:embed/>
                  <p:pic>
                    <p:nvPicPr>
                      <p:cNvPr id="0" name="图片 3076"/>
                      <p:cNvPicPr/>
                      <p:nvPr/>
                    </p:nvPicPr>
                    <p:blipFill>
                      <a:blip r:embed="rId13"/>
                      <a:stretch>
                        <a:fillRect/>
                      </a:stretch>
                    </p:blipFill>
                    <p:spPr>
                      <a:xfrm>
                        <a:off x="12700" y="0"/>
                        <a:ext cx="9132888" cy="608013"/>
                      </a:xfrm>
                      <a:prstGeom prst="rect">
                        <a:avLst/>
                      </a:prstGeom>
                      <a:noFill/>
                      <a:ln w="38100">
                        <a:noFill/>
                        <a:miter/>
                      </a:ln>
                    </p:spPr>
                  </p:pic>
                </p:oleObj>
              </mc:Fallback>
            </mc:AlternateContent>
          </a:graphicData>
        </a:graphic>
      </p:graphicFrame>
      <p:grpSp>
        <p:nvGrpSpPr>
          <p:cNvPr id="2051" name="Group 3"/>
          <p:cNvGrpSpPr/>
          <p:nvPr/>
        </p:nvGrpSpPr>
        <p:grpSpPr>
          <a:xfrm>
            <a:off x="0" y="549275"/>
            <a:ext cx="1619250" cy="5340350"/>
            <a:chOff x="0" y="0"/>
            <a:chExt cx="1292" cy="2940"/>
          </a:xfrm>
        </p:grpSpPr>
        <p:sp>
          <p:nvSpPr>
            <p:cNvPr id="2058" name="AutoShape 4"/>
            <p:cNvSpPr/>
            <p:nvPr/>
          </p:nvSpPr>
          <p:spPr>
            <a:xfrm rot="559536">
              <a:off x="592" y="0"/>
              <a:ext cx="655" cy="2866"/>
            </a:xfrm>
            <a:prstGeom prst="moon">
              <a:avLst>
                <a:gd name="adj" fmla="val 50000"/>
              </a:avLst>
            </a:prstGeom>
            <a:gradFill rotWithShape="0">
              <a:gsLst>
                <a:gs pos="0">
                  <a:schemeClr val="accent1"/>
                </a:gs>
                <a:gs pos="100000">
                  <a:srgbClr val="FFFFFF"/>
                </a:gs>
              </a:gsLst>
              <a:lin ang="5400000" scaled="1"/>
              <a:tileRect/>
            </a:gradFill>
            <a:ln w="9525">
              <a:noFill/>
            </a:ln>
          </p:spPr>
          <p:txBody>
            <a:bodyPr wrap="none" anchor="ctr" anchorCtr="0"/>
            <a:p>
              <a:pPr lvl="0" eaLnBrk="1" hangingPunct="1"/>
              <a:endParaRPr lang="zh-CN" altLang="en-US" dirty="0">
                <a:latin typeface="Times New Roman" panose="02020603050405020304" pitchFamily="18" charset="0"/>
              </a:endParaRPr>
            </a:p>
          </p:txBody>
        </p:sp>
        <p:sp>
          <p:nvSpPr>
            <p:cNvPr id="2059" name="Freeform 5"/>
            <p:cNvSpPr/>
            <p:nvPr/>
          </p:nvSpPr>
          <p:spPr>
            <a:xfrm>
              <a:off x="0" y="118"/>
              <a:ext cx="1292" cy="2822"/>
            </a:xfrm>
            <a:custGeom>
              <a:avLst/>
              <a:gdLst/>
              <a:ahLst/>
              <a:cxnLst>
                <a:cxn ang="0">
                  <a:pos x="311" y="14034"/>
                </a:cxn>
                <a:cxn ang="0">
                  <a:pos x="0" y="14034"/>
                </a:cxn>
                <a:cxn ang="0">
                  <a:pos x="0" y="0"/>
                </a:cxn>
                <a:cxn ang="0">
                  <a:pos x="381" y="0"/>
                </a:cxn>
                <a:cxn ang="0">
                  <a:pos x="231" y="4366"/>
                </a:cxn>
                <a:cxn ang="0">
                  <a:pos x="207" y="8733"/>
                </a:cxn>
                <a:cxn ang="0">
                  <a:pos x="254" y="12472"/>
                </a:cxn>
                <a:cxn ang="0">
                  <a:pos x="311" y="14034"/>
                </a:cxn>
              </a:cxnLst>
              <a:pathLst>
                <a:path w="1584" h="2160">
                  <a:moveTo>
                    <a:pt x="1296" y="2160"/>
                  </a:moveTo>
                  <a:lnTo>
                    <a:pt x="0" y="2160"/>
                  </a:lnTo>
                  <a:lnTo>
                    <a:pt x="0" y="0"/>
                  </a:lnTo>
                  <a:lnTo>
                    <a:pt x="1584" y="0"/>
                  </a:lnTo>
                  <a:lnTo>
                    <a:pt x="960" y="672"/>
                  </a:lnTo>
                  <a:lnTo>
                    <a:pt x="864" y="1344"/>
                  </a:lnTo>
                  <a:lnTo>
                    <a:pt x="1056" y="1920"/>
                  </a:lnTo>
                  <a:lnTo>
                    <a:pt x="1296" y="2160"/>
                  </a:lnTo>
                  <a:close/>
                </a:path>
              </a:pathLst>
            </a:custGeom>
            <a:gradFill rotWithShape="0">
              <a:gsLst>
                <a:gs pos="0">
                  <a:schemeClr val="accent1">
                    <a:alpha val="100000"/>
                  </a:schemeClr>
                </a:gs>
                <a:gs pos="100000">
                  <a:srgbClr val="FFFFFF">
                    <a:alpha val="100000"/>
                  </a:srgbClr>
                </a:gs>
              </a:gsLst>
              <a:lin ang="5400000" scaled="1"/>
              <a:tileRect/>
            </a:gradFill>
            <a:ln w="9525">
              <a:noFill/>
            </a:ln>
          </p:spPr>
          <p:txBody>
            <a:bodyPr/>
            <a:p>
              <a:endParaRPr lang="zh-CN" altLang="en-US"/>
            </a:p>
          </p:txBody>
        </p:sp>
      </p:grpSp>
      <p:sp>
        <p:nvSpPr>
          <p:cNvPr id="2052" name="Rectangle 6"/>
          <p:cNvSpPr/>
          <p:nvPr/>
        </p:nvSpPr>
        <p:spPr>
          <a:xfrm>
            <a:off x="0" y="457200"/>
            <a:ext cx="9145588" cy="685800"/>
          </a:xfrm>
          <a:prstGeom prst="rect">
            <a:avLst/>
          </a:prstGeom>
          <a:solidFill>
            <a:schemeClr val="tx2"/>
          </a:solidFill>
          <a:ln w="9525">
            <a:noFill/>
          </a:ln>
        </p:spPr>
        <p:txBody>
          <a:bodyPr wrap="none" anchor="ctr" anchorCtr="0"/>
          <a:p>
            <a:pPr lvl="0" eaLnBrk="1" hangingPunct="1"/>
            <a:endParaRPr lang="zh-CN" altLang="en-US" dirty="0">
              <a:latin typeface="Times New Roman" panose="02020603050405020304" pitchFamily="18" charset="0"/>
            </a:endParaRPr>
          </a:p>
        </p:txBody>
      </p:sp>
      <p:sp>
        <p:nvSpPr>
          <p:cNvPr id="2053" name="Rectangle 7"/>
          <p:cNvSpPr/>
          <p:nvPr/>
        </p:nvSpPr>
        <p:spPr>
          <a:xfrm>
            <a:off x="0" y="476250"/>
            <a:ext cx="3657600" cy="460375"/>
          </a:xfrm>
          <a:prstGeom prst="rect">
            <a:avLst/>
          </a:prstGeom>
          <a:solidFill>
            <a:schemeClr val="tx2"/>
          </a:solidFill>
          <a:ln w="9525">
            <a:noFill/>
          </a:ln>
        </p:spPr>
        <p:txBody>
          <a:bodyPr wrap="none" anchor="ctr" anchorCtr="0"/>
          <a:p>
            <a:pPr lvl="0" eaLnBrk="1" hangingPunct="1"/>
            <a:endParaRPr lang="zh-CN" altLang="en-US" dirty="0">
              <a:latin typeface="Times New Roman" panose="02020603050405020304" pitchFamily="18" charset="0"/>
            </a:endParaRPr>
          </a:p>
        </p:txBody>
      </p:sp>
      <p:sp>
        <p:nvSpPr>
          <p:cNvPr id="2054" name="Line 8"/>
          <p:cNvSpPr/>
          <p:nvPr/>
        </p:nvSpPr>
        <p:spPr>
          <a:xfrm>
            <a:off x="228600" y="1066800"/>
            <a:ext cx="8916988" cy="0"/>
          </a:xfrm>
          <a:prstGeom prst="line">
            <a:avLst/>
          </a:prstGeom>
          <a:ln w="9525" cap="flat" cmpd="sng">
            <a:solidFill>
              <a:schemeClr val="bg1"/>
            </a:solidFill>
            <a:prstDash val="solid"/>
            <a:headEnd type="none" w="med" len="med"/>
            <a:tailEnd type="none" w="med" len="med"/>
          </a:ln>
        </p:spPr>
      </p:sp>
      <p:sp>
        <p:nvSpPr>
          <p:cNvPr id="2055" name="Freeform 9"/>
          <p:cNvSpPr/>
          <p:nvPr/>
        </p:nvSpPr>
        <p:spPr>
          <a:xfrm>
            <a:off x="0" y="0"/>
            <a:ext cx="1835150" cy="1341438"/>
          </a:xfrm>
          <a:custGeom>
            <a:avLst/>
            <a:gdLst/>
            <a:ahLst/>
            <a:cxnLst>
              <a:cxn ang="0">
                <a:pos x="0" y="0"/>
              </a:cxn>
              <a:cxn ang="0">
                <a:pos x="2147483647" y="2147483647"/>
              </a:cxn>
              <a:cxn ang="0">
                <a:pos x="2147483647" y="2147483647"/>
              </a:cxn>
              <a:cxn ang="0">
                <a:pos x="2147483647" y="2147483647"/>
              </a:cxn>
              <a:cxn ang="0">
                <a:pos x="0" y="2147483647"/>
              </a:cxn>
              <a:cxn ang="0">
                <a:pos x="0" y="0"/>
              </a:cxn>
            </a:cxnLst>
            <a:pathLst>
              <a:path w="1429" h="1032">
                <a:moveTo>
                  <a:pt x="0" y="0"/>
                </a:moveTo>
                <a:lnTo>
                  <a:pt x="1429" y="1"/>
                </a:lnTo>
                <a:cubicBezTo>
                  <a:pt x="1404" y="4"/>
                  <a:pt x="1266" y="99"/>
                  <a:pt x="1098" y="309"/>
                </a:cubicBezTo>
                <a:cubicBezTo>
                  <a:pt x="932" y="520"/>
                  <a:pt x="880" y="977"/>
                  <a:pt x="885" y="1032"/>
                </a:cubicBezTo>
                <a:lnTo>
                  <a:pt x="0" y="1027"/>
                </a:lnTo>
                <a:lnTo>
                  <a:pt x="0" y="0"/>
                </a:lnTo>
                <a:close/>
              </a:path>
            </a:pathLst>
          </a:custGeom>
          <a:gradFill rotWithShape="1">
            <a:gsLst>
              <a:gs pos="0">
                <a:schemeClr val="accent2">
                  <a:alpha val="100000"/>
                </a:schemeClr>
              </a:gs>
              <a:gs pos="100000">
                <a:srgbClr val="5BA610">
                  <a:alpha val="100000"/>
                </a:srgbClr>
              </a:gs>
            </a:gsLst>
            <a:lin ang="2700000" scaled="1"/>
            <a:tileRect/>
          </a:gradFill>
          <a:ln w="9525">
            <a:noFill/>
          </a:ln>
        </p:spPr>
        <p:txBody>
          <a:bodyPr/>
          <a:p>
            <a:endParaRPr lang="zh-CN" altLang="en-US"/>
          </a:p>
        </p:txBody>
      </p:sp>
      <p:sp>
        <p:nvSpPr>
          <p:cNvPr id="2056" name="Rectangle 10"/>
          <p:cNvSpPr>
            <a:spLocks noGrp="1"/>
          </p:cNvSpPr>
          <p:nvPr>
            <p:ph type="body" idx="1"/>
          </p:nvPr>
        </p:nvSpPr>
        <p:spPr>
          <a:xfrm>
            <a:off x="1143000" y="1295400"/>
            <a:ext cx="7697788" cy="4997450"/>
          </a:xfrm>
          <a:prstGeom prst="rect">
            <a:avLst/>
          </a:prstGeom>
          <a:noFill/>
          <a:ln w="9525">
            <a:noFill/>
          </a:ln>
        </p:spPr>
        <p:txBody>
          <a:bodyPr/>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2057" name="Rectangle 14"/>
          <p:cNvSpPr>
            <a:spLocks noGrp="1"/>
          </p:cNvSpPr>
          <p:nvPr>
            <p:ph type="title"/>
          </p:nvPr>
        </p:nvSpPr>
        <p:spPr>
          <a:xfrm>
            <a:off x="1403350" y="476250"/>
            <a:ext cx="7240588" cy="563563"/>
          </a:xfrm>
          <a:prstGeom prst="rect">
            <a:avLst/>
          </a:prstGeom>
          <a:noFill/>
          <a:ln w="9525">
            <a:noFill/>
          </a:ln>
        </p:spPr>
        <p:txBody>
          <a:bodyPr anchor="ctr" anchorCtr="0"/>
          <a:p>
            <a:pPr lvl="0"/>
            <a:r>
              <a:rPr lang="zh-CN" altLang="en-US" dirty="0"/>
              <a:t>单击此处编辑母版标题样式</a:t>
            </a:r>
            <a:endParaRPr lang="zh-CN" altLang="en-US" dirty="0"/>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sldNum="0" hdr="0" ftr="0" dt="0"/>
  <p:txStyles>
    <p:titleStyle>
      <a:lvl1pPr algn="r" rtl="0" eaLnBrk="0" fontAlgn="base" hangingPunct="0">
        <a:spcBef>
          <a:spcPct val="0"/>
        </a:spcBef>
        <a:spcAft>
          <a:spcPct val="0"/>
        </a:spcAft>
        <a:defRPr sz="2800" b="1" i="1">
          <a:solidFill>
            <a:schemeClr val="bg1"/>
          </a:solidFill>
          <a:latin typeface="+mj-lt"/>
          <a:ea typeface="+mj-ea"/>
          <a:cs typeface="+mj-cs"/>
        </a:defRPr>
      </a:lvl1pPr>
      <a:lvl2pPr algn="r" rtl="0" eaLnBrk="0" fontAlgn="base" hangingPunct="0">
        <a:spcBef>
          <a:spcPct val="0"/>
        </a:spcBef>
        <a:spcAft>
          <a:spcPct val="0"/>
        </a:spcAft>
        <a:defRPr sz="2800" b="1" i="1">
          <a:solidFill>
            <a:schemeClr val="bg1"/>
          </a:solidFill>
          <a:latin typeface="黑体" panose="02010609060101010101" pitchFamily="49" charset="-122"/>
          <a:ea typeface="黑体" panose="02010609060101010101" pitchFamily="49" charset="-122"/>
        </a:defRPr>
      </a:lvl2pPr>
      <a:lvl3pPr algn="r" rtl="0" eaLnBrk="0" fontAlgn="base" hangingPunct="0">
        <a:spcBef>
          <a:spcPct val="0"/>
        </a:spcBef>
        <a:spcAft>
          <a:spcPct val="0"/>
        </a:spcAft>
        <a:defRPr sz="2800" b="1" i="1">
          <a:solidFill>
            <a:schemeClr val="bg1"/>
          </a:solidFill>
          <a:latin typeface="黑体" panose="02010609060101010101" pitchFamily="49" charset="-122"/>
          <a:ea typeface="黑体" panose="02010609060101010101" pitchFamily="49" charset="-122"/>
        </a:defRPr>
      </a:lvl3pPr>
      <a:lvl4pPr algn="r" rtl="0" eaLnBrk="0" fontAlgn="base" hangingPunct="0">
        <a:spcBef>
          <a:spcPct val="0"/>
        </a:spcBef>
        <a:spcAft>
          <a:spcPct val="0"/>
        </a:spcAft>
        <a:defRPr sz="2800" b="1" i="1">
          <a:solidFill>
            <a:schemeClr val="bg1"/>
          </a:solidFill>
          <a:latin typeface="黑体" panose="02010609060101010101" pitchFamily="49" charset="-122"/>
          <a:ea typeface="黑体" panose="02010609060101010101" pitchFamily="49" charset="-122"/>
        </a:defRPr>
      </a:lvl4pPr>
      <a:lvl5pPr algn="r" rtl="0" eaLnBrk="0" fontAlgn="base" hangingPunct="0">
        <a:spcBef>
          <a:spcPct val="0"/>
        </a:spcBef>
        <a:spcAft>
          <a:spcPct val="0"/>
        </a:spcAft>
        <a:defRPr sz="2800" b="1" i="1">
          <a:solidFill>
            <a:schemeClr val="bg1"/>
          </a:solidFill>
          <a:latin typeface="黑体" panose="02010609060101010101" pitchFamily="49" charset="-122"/>
          <a:ea typeface="黑体" panose="02010609060101010101" pitchFamily="49" charset="-122"/>
        </a:defRPr>
      </a:lvl5pPr>
      <a:lvl6pPr marL="457200" algn="r" rtl="0" eaLnBrk="0" fontAlgn="base" hangingPunct="0">
        <a:spcBef>
          <a:spcPct val="0"/>
        </a:spcBef>
        <a:spcAft>
          <a:spcPct val="0"/>
        </a:spcAft>
        <a:defRPr sz="2800" b="1" i="1">
          <a:solidFill>
            <a:schemeClr val="bg1"/>
          </a:solidFill>
          <a:latin typeface="黑体" panose="02010609060101010101" pitchFamily="49" charset="-122"/>
          <a:ea typeface="黑体" panose="02010609060101010101" pitchFamily="49" charset="-122"/>
        </a:defRPr>
      </a:lvl6pPr>
      <a:lvl7pPr marL="914400" algn="r" rtl="0" eaLnBrk="0" fontAlgn="base" hangingPunct="0">
        <a:spcBef>
          <a:spcPct val="0"/>
        </a:spcBef>
        <a:spcAft>
          <a:spcPct val="0"/>
        </a:spcAft>
        <a:defRPr sz="2800" b="1" i="1">
          <a:solidFill>
            <a:schemeClr val="bg1"/>
          </a:solidFill>
          <a:latin typeface="黑体" panose="02010609060101010101" pitchFamily="49" charset="-122"/>
          <a:ea typeface="黑体" panose="02010609060101010101" pitchFamily="49" charset="-122"/>
        </a:defRPr>
      </a:lvl7pPr>
      <a:lvl8pPr marL="1371600" algn="r" rtl="0" eaLnBrk="0" fontAlgn="base" hangingPunct="0">
        <a:spcBef>
          <a:spcPct val="0"/>
        </a:spcBef>
        <a:spcAft>
          <a:spcPct val="0"/>
        </a:spcAft>
        <a:defRPr sz="2800" b="1" i="1">
          <a:solidFill>
            <a:schemeClr val="bg1"/>
          </a:solidFill>
          <a:latin typeface="黑体" panose="02010609060101010101" pitchFamily="49" charset="-122"/>
          <a:ea typeface="黑体" panose="02010609060101010101" pitchFamily="49" charset="-122"/>
        </a:defRPr>
      </a:lvl8pPr>
      <a:lvl9pPr marL="1828800" algn="r" rtl="0" eaLnBrk="0" fontAlgn="base" hangingPunct="0">
        <a:spcBef>
          <a:spcPct val="0"/>
        </a:spcBef>
        <a:spcAft>
          <a:spcPct val="0"/>
        </a:spcAft>
        <a:defRPr sz="2800" b="1" i="1">
          <a:solidFill>
            <a:schemeClr val="bg1"/>
          </a:solidFill>
          <a:latin typeface="黑体" panose="02010609060101010101" pitchFamily="49" charset="-122"/>
          <a:ea typeface="黑体" panose="02010609060101010101" pitchFamily="49" charset="-122"/>
        </a:defRPr>
      </a:lvl9pPr>
    </p:titleStyle>
    <p:bodyStyle>
      <a:lvl1pPr marL="342900" indent="-342900" algn="l" rtl="0" eaLnBrk="0" fontAlgn="base" hangingPunct="0">
        <a:lnSpc>
          <a:spcPct val="120000"/>
        </a:lnSpc>
        <a:spcBef>
          <a:spcPct val="20000"/>
        </a:spcBef>
        <a:spcAft>
          <a:spcPct val="0"/>
        </a:spcAft>
        <a:buClr>
          <a:schemeClr val="hlink"/>
        </a:buClr>
        <a:buFont typeface="Wingdings" panose="05000000000000000000" pitchFamily="2" charset="2"/>
        <a:buChar char="v"/>
        <a:defRPr sz="3200" b="1">
          <a:solidFill>
            <a:srgbClr val="0033CC"/>
          </a:solidFill>
          <a:latin typeface="+mn-lt"/>
          <a:ea typeface="+mn-ea"/>
          <a:cs typeface="+mn-cs"/>
        </a:defRPr>
      </a:lvl1pPr>
      <a:lvl2pPr marL="742950" indent="-285750" algn="l" rtl="0" eaLnBrk="0" fontAlgn="base" hangingPunct="0">
        <a:lnSpc>
          <a:spcPct val="120000"/>
        </a:lnSpc>
        <a:spcBef>
          <a:spcPct val="20000"/>
        </a:spcBef>
        <a:spcAft>
          <a:spcPct val="0"/>
        </a:spcAft>
        <a:buClr>
          <a:schemeClr val="accent2"/>
        </a:buClr>
        <a:buFont typeface="Wingdings" panose="05000000000000000000" pitchFamily="2" charset="2"/>
        <a:buChar char="n"/>
        <a:defRPr sz="2800" b="1">
          <a:solidFill>
            <a:schemeClr val="tx1"/>
          </a:solidFill>
          <a:latin typeface="+mn-lt"/>
          <a:ea typeface="+mn-ea"/>
        </a:defRPr>
      </a:lvl2pPr>
      <a:lvl3pPr marL="1143000" indent="-228600" algn="l" rtl="0" eaLnBrk="0" fontAlgn="base" hangingPunct="0">
        <a:lnSpc>
          <a:spcPct val="120000"/>
        </a:lnSpc>
        <a:spcBef>
          <a:spcPct val="20000"/>
        </a:spcBef>
        <a:spcAft>
          <a:spcPct val="0"/>
        </a:spcAft>
        <a:buClr>
          <a:schemeClr val="accent2"/>
        </a:buClr>
        <a:buSzPct val="85000"/>
        <a:buFont typeface="Wingdings" panose="05000000000000000000" pitchFamily="2" charset="2"/>
        <a:buChar char="p"/>
        <a:defRPr sz="2400" b="1">
          <a:solidFill>
            <a:schemeClr val="tx1"/>
          </a:solidFill>
          <a:latin typeface="+mn-lt"/>
          <a:ea typeface="+mn-ea"/>
        </a:defRPr>
      </a:lvl3pPr>
      <a:lvl4pPr marL="1600200" indent="-228600" algn="l" rtl="0" eaLnBrk="0" fontAlgn="base" hangingPunct="0">
        <a:lnSpc>
          <a:spcPct val="120000"/>
        </a:lnSpc>
        <a:spcBef>
          <a:spcPct val="20000"/>
        </a:spcBef>
        <a:spcAft>
          <a:spcPct val="0"/>
        </a:spcAft>
        <a:buClr>
          <a:schemeClr val="accent2"/>
        </a:buClr>
        <a:buSzPct val="80000"/>
        <a:buFont typeface="Wingdings" panose="05000000000000000000" pitchFamily="2" charset="2"/>
        <a:buChar char="l"/>
        <a:defRPr sz="2400">
          <a:solidFill>
            <a:schemeClr val="tx1"/>
          </a:solidFill>
          <a:latin typeface="+mn-lt"/>
          <a:ea typeface="+mn-ea"/>
        </a:defRPr>
      </a:lvl4pPr>
      <a:lvl5pPr marL="2057400" indent="-228600" algn="l" rtl="0" eaLnBrk="0" fontAlgn="base" hangingPunct="0">
        <a:lnSpc>
          <a:spcPct val="120000"/>
        </a:lnSpc>
        <a:spcBef>
          <a:spcPct val="20000"/>
        </a:spcBef>
        <a:spcAft>
          <a:spcPct val="0"/>
        </a:spcAft>
        <a:buChar char="»"/>
        <a:defRPr sz="2400">
          <a:solidFill>
            <a:schemeClr val="tx1"/>
          </a:solidFill>
          <a:latin typeface="+mn-lt"/>
          <a:ea typeface="+mn-ea"/>
        </a:defRPr>
      </a:lvl5pPr>
      <a:lvl6pPr marL="2514600" indent="-228600" algn="l" rtl="0" eaLnBrk="0" fontAlgn="base" hangingPunct="0">
        <a:lnSpc>
          <a:spcPct val="120000"/>
        </a:lnSpc>
        <a:spcBef>
          <a:spcPct val="20000"/>
        </a:spcBef>
        <a:spcAft>
          <a:spcPct val="0"/>
        </a:spcAft>
        <a:buChar char="»"/>
        <a:defRPr sz="2400">
          <a:solidFill>
            <a:schemeClr val="tx1"/>
          </a:solidFill>
          <a:latin typeface="+mn-lt"/>
          <a:ea typeface="+mn-ea"/>
        </a:defRPr>
      </a:lvl6pPr>
      <a:lvl7pPr marL="2971800" indent="-228600" algn="l" rtl="0" eaLnBrk="0" fontAlgn="base" hangingPunct="0">
        <a:lnSpc>
          <a:spcPct val="120000"/>
        </a:lnSpc>
        <a:spcBef>
          <a:spcPct val="20000"/>
        </a:spcBef>
        <a:spcAft>
          <a:spcPct val="0"/>
        </a:spcAft>
        <a:buChar char="»"/>
        <a:defRPr sz="2400">
          <a:solidFill>
            <a:schemeClr val="tx1"/>
          </a:solidFill>
          <a:latin typeface="+mn-lt"/>
          <a:ea typeface="+mn-ea"/>
        </a:defRPr>
      </a:lvl7pPr>
      <a:lvl8pPr marL="3429000" indent="-228600" algn="l" rtl="0" eaLnBrk="0" fontAlgn="base" hangingPunct="0">
        <a:lnSpc>
          <a:spcPct val="120000"/>
        </a:lnSpc>
        <a:spcBef>
          <a:spcPct val="20000"/>
        </a:spcBef>
        <a:spcAft>
          <a:spcPct val="0"/>
        </a:spcAft>
        <a:buChar char="»"/>
        <a:defRPr sz="2400">
          <a:solidFill>
            <a:schemeClr val="tx1"/>
          </a:solidFill>
          <a:latin typeface="+mn-lt"/>
          <a:ea typeface="+mn-ea"/>
        </a:defRPr>
      </a:lvl8pPr>
      <a:lvl9pPr marL="3886200" indent="-228600" algn="l" rtl="0" eaLnBrk="0" fontAlgn="base" hangingPunct="0">
        <a:lnSpc>
          <a:spcPct val="120000"/>
        </a:lnSpc>
        <a:spcBef>
          <a:spcPct val="20000"/>
        </a:spcBef>
        <a:spcAft>
          <a:spcPct val="0"/>
        </a:spcAft>
        <a:buChar char="»"/>
        <a:defRPr sz="24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graphicFrame>
        <p:nvGraphicFramePr>
          <p:cNvPr id="3074" name="Object 2"/>
          <p:cNvGraphicFramePr>
            <a:graphicFrameLocks noChangeAspect="1"/>
          </p:cNvGraphicFramePr>
          <p:nvPr/>
        </p:nvGraphicFramePr>
        <p:xfrm>
          <a:off x="12700" y="0"/>
          <a:ext cx="9132888" cy="608013"/>
        </p:xfrm>
        <a:graphic>
          <a:graphicData uri="http://schemas.openxmlformats.org/presentationml/2006/ole">
            <mc:AlternateContent xmlns:mc="http://schemas.openxmlformats.org/markup-compatibility/2006">
              <mc:Choice xmlns:v="urn:schemas-microsoft-com:vml" Requires="v">
                <p:oleObj spid="_x0000_s2" name="" r:id="rId12" imgW="2398395" imgH="611505" progId="">
                  <p:embed/>
                </p:oleObj>
              </mc:Choice>
              <mc:Fallback>
                <p:oleObj name="" r:id="rId12" imgW="2398395" imgH="611505" progId="">
                  <p:embed/>
                  <p:pic>
                    <p:nvPicPr>
                      <p:cNvPr id="0" name="图片 1"/>
                      <p:cNvPicPr/>
                      <p:nvPr/>
                    </p:nvPicPr>
                    <p:blipFill>
                      <a:blip r:embed="rId13"/>
                      <a:stretch>
                        <a:fillRect/>
                      </a:stretch>
                    </p:blipFill>
                    <p:spPr>
                      <a:xfrm>
                        <a:off x="12700" y="0"/>
                        <a:ext cx="9132888" cy="608013"/>
                      </a:xfrm>
                      <a:prstGeom prst="rect">
                        <a:avLst/>
                      </a:prstGeom>
                      <a:noFill/>
                      <a:ln w="38100">
                        <a:noFill/>
                        <a:miter/>
                      </a:ln>
                    </p:spPr>
                  </p:pic>
                </p:oleObj>
              </mc:Fallback>
            </mc:AlternateContent>
          </a:graphicData>
        </a:graphic>
      </p:graphicFrame>
      <p:sp>
        <p:nvSpPr>
          <p:cNvPr id="3075" name="Rectangle 6"/>
          <p:cNvSpPr/>
          <p:nvPr/>
        </p:nvSpPr>
        <p:spPr>
          <a:xfrm>
            <a:off x="0" y="457200"/>
            <a:ext cx="9145588" cy="685800"/>
          </a:xfrm>
          <a:prstGeom prst="rect">
            <a:avLst/>
          </a:prstGeom>
          <a:solidFill>
            <a:schemeClr val="tx2"/>
          </a:solidFill>
          <a:ln w="9525">
            <a:noFill/>
          </a:ln>
        </p:spPr>
        <p:txBody>
          <a:bodyPr wrap="none" anchor="ctr" anchorCtr="0"/>
          <a:p>
            <a:pPr lvl="0" algn="ctr" eaLnBrk="1" hangingPunct="1"/>
            <a:endParaRPr lang="zh-CN" altLang="en-US" sz="1800" b="0" dirty="0">
              <a:latin typeface="Times New Roman" panose="02020603050405020304" pitchFamily="18" charset="0"/>
            </a:endParaRPr>
          </a:p>
        </p:txBody>
      </p:sp>
      <p:sp>
        <p:nvSpPr>
          <p:cNvPr id="3076" name="Rectangle 7"/>
          <p:cNvSpPr/>
          <p:nvPr/>
        </p:nvSpPr>
        <p:spPr>
          <a:xfrm>
            <a:off x="0" y="476250"/>
            <a:ext cx="3657600" cy="460375"/>
          </a:xfrm>
          <a:prstGeom prst="rect">
            <a:avLst/>
          </a:prstGeom>
          <a:solidFill>
            <a:schemeClr val="tx2"/>
          </a:solidFill>
          <a:ln w="9525">
            <a:noFill/>
          </a:ln>
        </p:spPr>
        <p:txBody>
          <a:bodyPr wrap="none" anchor="ctr" anchorCtr="0"/>
          <a:p>
            <a:pPr lvl="0" algn="ctr" eaLnBrk="1" hangingPunct="1"/>
            <a:endParaRPr lang="zh-CN" altLang="en-US" sz="1800" b="0" dirty="0">
              <a:latin typeface="Times New Roman" panose="02020603050405020304" pitchFamily="18" charset="0"/>
            </a:endParaRPr>
          </a:p>
        </p:txBody>
      </p:sp>
      <p:sp>
        <p:nvSpPr>
          <p:cNvPr id="3077" name="Line 8"/>
          <p:cNvSpPr/>
          <p:nvPr/>
        </p:nvSpPr>
        <p:spPr>
          <a:xfrm>
            <a:off x="228600" y="1066800"/>
            <a:ext cx="8916988" cy="0"/>
          </a:xfrm>
          <a:prstGeom prst="line">
            <a:avLst/>
          </a:prstGeom>
          <a:ln w="9525" cap="flat" cmpd="sng">
            <a:solidFill>
              <a:schemeClr val="bg1"/>
            </a:solidFill>
            <a:prstDash val="solid"/>
            <a:headEnd type="none" w="med" len="med"/>
            <a:tailEnd type="none" w="med" len="med"/>
          </a:ln>
        </p:spPr>
      </p:sp>
      <p:sp>
        <p:nvSpPr>
          <p:cNvPr id="3078" name="Freeform 9"/>
          <p:cNvSpPr/>
          <p:nvPr/>
        </p:nvSpPr>
        <p:spPr>
          <a:xfrm>
            <a:off x="0" y="0"/>
            <a:ext cx="1835150" cy="1341438"/>
          </a:xfrm>
          <a:custGeom>
            <a:avLst/>
            <a:gdLst/>
            <a:ahLst/>
            <a:cxnLst>
              <a:cxn ang="0">
                <a:pos x="0" y="0"/>
              </a:cxn>
              <a:cxn ang="0">
                <a:pos x="2147483647" y="2147483647"/>
              </a:cxn>
              <a:cxn ang="0">
                <a:pos x="2147483647" y="2147483647"/>
              </a:cxn>
              <a:cxn ang="0">
                <a:pos x="2147483647" y="2147483647"/>
              </a:cxn>
              <a:cxn ang="0">
                <a:pos x="0" y="2147483647"/>
              </a:cxn>
              <a:cxn ang="0">
                <a:pos x="0" y="0"/>
              </a:cxn>
            </a:cxnLst>
            <a:pathLst>
              <a:path w="1429" h="1032">
                <a:moveTo>
                  <a:pt x="0" y="0"/>
                </a:moveTo>
                <a:lnTo>
                  <a:pt x="1429" y="1"/>
                </a:lnTo>
                <a:cubicBezTo>
                  <a:pt x="1404" y="4"/>
                  <a:pt x="1266" y="99"/>
                  <a:pt x="1098" y="309"/>
                </a:cubicBezTo>
                <a:cubicBezTo>
                  <a:pt x="932" y="520"/>
                  <a:pt x="880" y="977"/>
                  <a:pt x="885" y="1032"/>
                </a:cubicBezTo>
                <a:lnTo>
                  <a:pt x="0" y="1027"/>
                </a:lnTo>
                <a:lnTo>
                  <a:pt x="0" y="0"/>
                </a:lnTo>
                <a:close/>
              </a:path>
            </a:pathLst>
          </a:custGeom>
          <a:gradFill rotWithShape="1">
            <a:gsLst>
              <a:gs pos="0">
                <a:schemeClr val="accent2">
                  <a:alpha val="100000"/>
                </a:schemeClr>
              </a:gs>
              <a:gs pos="100000">
                <a:srgbClr val="5BA610">
                  <a:alpha val="100000"/>
                </a:srgbClr>
              </a:gs>
            </a:gsLst>
            <a:lin ang="2700000" scaled="1"/>
            <a:tileRect/>
          </a:gradFill>
          <a:ln w="9525">
            <a:noFill/>
          </a:ln>
        </p:spPr>
        <p:txBody>
          <a:bodyPr/>
          <a:p>
            <a:endParaRPr lang="zh-CN" altLang="en-US"/>
          </a:p>
        </p:txBody>
      </p:sp>
      <p:sp>
        <p:nvSpPr>
          <p:cNvPr id="3079" name="Rectangle 10"/>
          <p:cNvSpPr>
            <a:spLocks noGrp="1"/>
          </p:cNvSpPr>
          <p:nvPr>
            <p:ph type="body" idx="1"/>
          </p:nvPr>
        </p:nvSpPr>
        <p:spPr>
          <a:xfrm>
            <a:off x="1116013" y="1268413"/>
            <a:ext cx="7697787" cy="4900612"/>
          </a:xfrm>
          <a:prstGeom prst="rect">
            <a:avLst/>
          </a:prstGeom>
          <a:noFill/>
          <a:ln w="9525">
            <a:noFill/>
          </a:ln>
        </p:spPr>
        <p:txBody>
          <a:bodyPr/>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3080" name="Rectangle 14"/>
          <p:cNvSpPr>
            <a:spLocks noGrp="1"/>
          </p:cNvSpPr>
          <p:nvPr>
            <p:ph type="title"/>
          </p:nvPr>
        </p:nvSpPr>
        <p:spPr>
          <a:xfrm>
            <a:off x="1403350" y="476250"/>
            <a:ext cx="7240588" cy="563563"/>
          </a:xfrm>
          <a:prstGeom prst="rect">
            <a:avLst/>
          </a:prstGeom>
          <a:noFill/>
          <a:ln w="9525">
            <a:noFill/>
          </a:ln>
        </p:spPr>
        <p:txBody>
          <a:bodyPr anchor="ctr" anchorCtr="0"/>
          <a:p>
            <a:pPr lvl="0"/>
            <a:r>
              <a:rPr lang="zh-CN" altLang="en-US" dirty="0"/>
              <a:t>单击此处编辑母版标题样式</a:t>
            </a:r>
            <a:endParaRPr lang="zh-CN" altLang="en-US" dirty="0"/>
          </a:p>
        </p:txBody>
      </p:sp>
    </p:spTree>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hf sldNum="0" hdr="0" ftr="0" dt="0"/>
  <p:txStyles>
    <p:titleStyle>
      <a:lvl1pPr algn="r" rtl="0" eaLnBrk="0" fontAlgn="base" hangingPunct="0">
        <a:spcBef>
          <a:spcPct val="0"/>
        </a:spcBef>
        <a:spcAft>
          <a:spcPct val="0"/>
        </a:spcAft>
        <a:defRPr sz="3200" b="1">
          <a:solidFill>
            <a:schemeClr val="bg1"/>
          </a:solidFill>
          <a:latin typeface="+mj-lt"/>
          <a:ea typeface="+mj-ea"/>
          <a:cs typeface="+mj-cs"/>
        </a:defRPr>
      </a:lvl1pPr>
      <a:lvl2pPr algn="r" rtl="0" eaLnBrk="0" fontAlgn="base" hangingPunct="0">
        <a:spcBef>
          <a:spcPct val="0"/>
        </a:spcBef>
        <a:spcAft>
          <a:spcPct val="0"/>
        </a:spcAft>
        <a:defRPr sz="3200" b="1">
          <a:solidFill>
            <a:schemeClr val="bg1"/>
          </a:solidFill>
          <a:latin typeface="黑体" panose="02010609060101010101" pitchFamily="49" charset="-122"/>
          <a:ea typeface="黑体" panose="02010609060101010101" pitchFamily="49" charset="-122"/>
        </a:defRPr>
      </a:lvl2pPr>
      <a:lvl3pPr algn="r" rtl="0" eaLnBrk="0" fontAlgn="base" hangingPunct="0">
        <a:spcBef>
          <a:spcPct val="0"/>
        </a:spcBef>
        <a:spcAft>
          <a:spcPct val="0"/>
        </a:spcAft>
        <a:defRPr sz="3200" b="1">
          <a:solidFill>
            <a:schemeClr val="bg1"/>
          </a:solidFill>
          <a:latin typeface="黑体" panose="02010609060101010101" pitchFamily="49" charset="-122"/>
          <a:ea typeface="黑体" panose="02010609060101010101" pitchFamily="49" charset="-122"/>
        </a:defRPr>
      </a:lvl3pPr>
      <a:lvl4pPr algn="r" rtl="0" eaLnBrk="0" fontAlgn="base" hangingPunct="0">
        <a:spcBef>
          <a:spcPct val="0"/>
        </a:spcBef>
        <a:spcAft>
          <a:spcPct val="0"/>
        </a:spcAft>
        <a:defRPr sz="3200" b="1">
          <a:solidFill>
            <a:schemeClr val="bg1"/>
          </a:solidFill>
          <a:latin typeface="黑体" panose="02010609060101010101" pitchFamily="49" charset="-122"/>
          <a:ea typeface="黑体" panose="02010609060101010101" pitchFamily="49" charset="-122"/>
        </a:defRPr>
      </a:lvl4pPr>
      <a:lvl5pPr algn="r" rtl="0" eaLnBrk="0" fontAlgn="base" hangingPunct="0">
        <a:spcBef>
          <a:spcPct val="0"/>
        </a:spcBef>
        <a:spcAft>
          <a:spcPct val="0"/>
        </a:spcAft>
        <a:defRPr sz="3200" b="1">
          <a:solidFill>
            <a:schemeClr val="bg1"/>
          </a:solidFill>
          <a:latin typeface="黑体" panose="02010609060101010101" pitchFamily="49" charset="-122"/>
          <a:ea typeface="黑体" panose="02010609060101010101" pitchFamily="49" charset="-122"/>
        </a:defRPr>
      </a:lvl5pPr>
      <a:lvl6pPr marL="457200" algn="r" rtl="0" eaLnBrk="0" fontAlgn="base" hangingPunct="0">
        <a:spcBef>
          <a:spcPct val="0"/>
        </a:spcBef>
        <a:spcAft>
          <a:spcPct val="0"/>
        </a:spcAft>
        <a:defRPr sz="3200" b="1">
          <a:solidFill>
            <a:schemeClr val="bg1"/>
          </a:solidFill>
          <a:latin typeface="黑体" panose="02010609060101010101" pitchFamily="49" charset="-122"/>
          <a:ea typeface="黑体" panose="02010609060101010101" pitchFamily="49" charset="-122"/>
        </a:defRPr>
      </a:lvl6pPr>
      <a:lvl7pPr marL="914400" algn="r" rtl="0" eaLnBrk="0" fontAlgn="base" hangingPunct="0">
        <a:spcBef>
          <a:spcPct val="0"/>
        </a:spcBef>
        <a:spcAft>
          <a:spcPct val="0"/>
        </a:spcAft>
        <a:defRPr sz="3200" b="1">
          <a:solidFill>
            <a:schemeClr val="bg1"/>
          </a:solidFill>
          <a:latin typeface="黑体" panose="02010609060101010101" pitchFamily="49" charset="-122"/>
          <a:ea typeface="黑体" panose="02010609060101010101" pitchFamily="49" charset="-122"/>
        </a:defRPr>
      </a:lvl7pPr>
      <a:lvl8pPr marL="1371600" algn="r" rtl="0" eaLnBrk="0" fontAlgn="base" hangingPunct="0">
        <a:spcBef>
          <a:spcPct val="0"/>
        </a:spcBef>
        <a:spcAft>
          <a:spcPct val="0"/>
        </a:spcAft>
        <a:defRPr sz="3200" b="1">
          <a:solidFill>
            <a:schemeClr val="bg1"/>
          </a:solidFill>
          <a:latin typeface="黑体" panose="02010609060101010101" pitchFamily="49" charset="-122"/>
          <a:ea typeface="黑体" panose="02010609060101010101" pitchFamily="49" charset="-122"/>
        </a:defRPr>
      </a:lvl8pPr>
      <a:lvl9pPr marL="1828800" algn="r" rtl="0" eaLnBrk="0" fontAlgn="base" hangingPunct="0">
        <a:spcBef>
          <a:spcPct val="0"/>
        </a:spcBef>
        <a:spcAft>
          <a:spcPct val="0"/>
        </a:spcAft>
        <a:defRPr sz="3200" b="1">
          <a:solidFill>
            <a:schemeClr val="bg1"/>
          </a:solidFill>
          <a:latin typeface="黑体" panose="02010609060101010101" pitchFamily="49" charset="-122"/>
          <a:ea typeface="黑体" panose="02010609060101010101" pitchFamily="49" charset="-122"/>
        </a:defRPr>
      </a:lvl9pPr>
    </p:titleStyle>
    <p:bodyStyle>
      <a:lvl1pPr marL="342900" indent="-342900" algn="l" rtl="0" eaLnBrk="0" fontAlgn="base" hangingPunct="0">
        <a:lnSpc>
          <a:spcPct val="120000"/>
        </a:lnSpc>
        <a:spcBef>
          <a:spcPct val="20000"/>
        </a:spcBef>
        <a:spcAft>
          <a:spcPct val="0"/>
        </a:spcAft>
        <a:buClr>
          <a:schemeClr val="hlink"/>
        </a:buClr>
        <a:buFont typeface="Wingdings" panose="05000000000000000000" pitchFamily="2" charset="2"/>
        <a:buChar char="v"/>
        <a:defRPr sz="3200" b="1">
          <a:solidFill>
            <a:srgbClr val="0033CC"/>
          </a:solidFill>
          <a:latin typeface="+mn-lt"/>
          <a:ea typeface="+mn-ea"/>
          <a:cs typeface="+mn-cs"/>
        </a:defRPr>
      </a:lvl1pPr>
      <a:lvl2pPr marL="742950" indent="-285750" algn="l" rtl="0" eaLnBrk="0" fontAlgn="base" hangingPunct="0">
        <a:lnSpc>
          <a:spcPct val="120000"/>
        </a:lnSpc>
        <a:spcBef>
          <a:spcPct val="20000"/>
        </a:spcBef>
        <a:spcAft>
          <a:spcPct val="0"/>
        </a:spcAft>
        <a:buClr>
          <a:schemeClr val="accent2"/>
        </a:buClr>
        <a:buFont typeface="Wingdings" panose="05000000000000000000" pitchFamily="2" charset="2"/>
        <a:buChar char="n"/>
        <a:defRPr sz="2800" b="1">
          <a:solidFill>
            <a:schemeClr val="tx1"/>
          </a:solidFill>
          <a:latin typeface="+mn-lt"/>
          <a:ea typeface="+mn-ea"/>
        </a:defRPr>
      </a:lvl2pPr>
      <a:lvl3pPr marL="1143000" indent="-228600" algn="l" rtl="0" eaLnBrk="0" fontAlgn="base" hangingPunct="0">
        <a:lnSpc>
          <a:spcPct val="120000"/>
        </a:lnSpc>
        <a:spcBef>
          <a:spcPct val="20000"/>
        </a:spcBef>
        <a:spcAft>
          <a:spcPct val="0"/>
        </a:spcAft>
        <a:buClr>
          <a:schemeClr val="accent2"/>
        </a:buClr>
        <a:buSzPct val="85000"/>
        <a:buFont typeface="Wingdings" panose="05000000000000000000" pitchFamily="2" charset="2"/>
        <a:buChar char="p"/>
        <a:defRPr sz="2400" b="1">
          <a:solidFill>
            <a:schemeClr val="tx1"/>
          </a:solidFill>
          <a:latin typeface="+mn-lt"/>
          <a:ea typeface="+mn-ea"/>
        </a:defRPr>
      </a:lvl3pPr>
      <a:lvl4pPr marL="1600200" indent="-228600" algn="l" rtl="0" eaLnBrk="0" fontAlgn="base" hangingPunct="0">
        <a:lnSpc>
          <a:spcPct val="120000"/>
        </a:lnSpc>
        <a:spcBef>
          <a:spcPct val="20000"/>
        </a:spcBef>
        <a:spcAft>
          <a:spcPct val="0"/>
        </a:spcAft>
        <a:buClr>
          <a:schemeClr val="accent2"/>
        </a:buClr>
        <a:buSzPct val="80000"/>
        <a:buFont typeface="Wingdings" panose="05000000000000000000" pitchFamily="2" charset="2"/>
        <a:buChar char="l"/>
        <a:defRPr sz="2400">
          <a:solidFill>
            <a:schemeClr val="tx1"/>
          </a:solidFill>
          <a:latin typeface="+mn-lt"/>
          <a:ea typeface="+mn-ea"/>
        </a:defRPr>
      </a:lvl4pPr>
      <a:lvl5pPr marL="2057400" indent="-228600" algn="l" rtl="0" eaLnBrk="0" fontAlgn="base" hangingPunct="0">
        <a:lnSpc>
          <a:spcPct val="120000"/>
        </a:lnSpc>
        <a:spcBef>
          <a:spcPct val="20000"/>
        </a:spcBef>
        <a:spcAft>
          <a:spcPct val="0"/>
        </a:spcAft>
        <a:buChar char="»"/>
        <a:defRPr sz="2400">
          <a:solidFill>
            <a:schemeClr val="tx1"/>
          </a:solidFill>
          <a:latin typeface="+mn-lt"/>
          <a:ea typeface="+mn-ea"/>
        </a:defRPr>
      </a:lvl5pPr>
      <a:lvl6pPr marL="2514600" indent="-228600" algn="l" rtl="0" eaLnBrk="0" fontAlgn="base" hangingPunct="0">
        <a:lnSpc>
          <a:spcPct val="120000"/>
        </a:lnSpc>
        <a:spcBef>
          <a:spcPct val="20000"/>
        </a:spcBef>
        <a:spcAft>
          <a:spcPct val="0"/>
        </a:spcAft>
        <a:buChar char="»"/>
        <a:defRPr sz="2400">
          <a:solidFill>
            <a:schemeClr val="tx1"/>
          </a:solidFill>
          <a:latin typeface="+mn-lt"/>
          <a:ea typeface="+mn-ea"/>
        </a:defRPr>
      </a:lvl6pPr>
      <a:lvl7pPr marL="2971800" indent="-228600" algn="l" rtl="0" eaLnBrk="0" fontAlgn="base" hangingPunct="0">
        <a:lnSpc>
          <a:spcPct val="120000"/>
        </a:lnSpc>
        <a:spcBef>
          <a:spcPct val="20000"/>
        </a:spcBef>
        <a:spcAft>
          <a:spcPct val="0"/>
        </a:spcAft>
        <a:buChar char="»"/>
        <a:defRPr sz="2400">
          <a:solidFill>
            <a:schemeClr val="tx1"/>
          </a:solidFill>
          <a:latin typeface="+mn-lt"/>
          <a:ea typeface="+mn-ea"/>
        </a:defRPr>
      </a:lvl7pPr>
      <a:lvl8pPr marL="3429000" indent="-228600" algn="l" rtl="0" eaLnBrk="0" fontAlgn="base" hangingPunct="0">
        <a:lnSpc>
          <a:spcPct val="120000"/>
        </a:lnSpc>
        <a:spcBef>
          <a:spcPct val="20000"/>
        </a:spcBef>
        <a:spcAft>
          <a:spcPct val="0"/>
        </a:spcAft>
        <a:buChar char="»"/>
        <a:defRPr sz="2400">
          <a:solidFill>
            <a:schemeClr val="tx1"/>
          </a:solidFill>
          <a:latin typeface="+mn-lt"/>
          <a:ea typeface="+mn-ea"/>
        </a:defRPr>
      </a:lvl8pPr>
      <a:lvl9pPr marL="3886200" indent="-228600" algn="l" rtl="0" eaLnBrk="0" fontAlgn="base" hangingPunct="0">
        <a:lnSpc>
          <a:spcPct val="120000"/>
        </a:lnSpc>
        <a:spcBef>
          <a:spcPct val="20000"/>
        </a:spcBef>
        <a:spcAft>
          <a:spcPct val="0"/>
        </a:spcAft>
        <a:buChar char="»"/>
        <a:defRPr sz="24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graphicFrame>
        <p:nvGraphicFramePr>
          <p:cNvPr id="4098" name="Object 2"/>
          <p:cNvGraphicFramePr>
            <a:graphicFrameLocks noChangeAspect="1"/>
          </p:cNvGraphicFramePr>
          <p:nvPr/>
        </p:nvGraphicFramePr>
        <p:xfrm>
          <a:off x="12700" y="0"/>
          <a:ext cx="9132888" cy="608013"/>
        </p:xfrm>
        <a:graphic>
          <a:graphicData uri="http://schemas.openxmlformats.org/presentationml/2006/ole">
            <mc:AlternateContent xmlns:mc="http://schemas.openxmlformats.org/markup-compatibility/2006">
              <mc:Choice xmlns:v="urn:schemas-microsoft-com:vml" Requires="v">
                <p:oleObj spid="_x0000_s3078" name="" r:id="rId12" imgW="2398395" imgH="611505" progId="Photoshop.Image.6">
                  <p:embed/>
                </p:oleObj>
              </mc:Choice>
              <mc:Fallback>
                <p:oleObj name="" r:id="rId12" imgW="2398395" imgH="611505" progId="Photoshop.Image.6">
                  <p:embed/>
                  <p:pic>
                    <p:nvPicPr>
                      <p:cNvPr id="0" name="图片 3077"/>
                      <p:cNvPicPr/>
                      <p:nvPr/>
                    </p:nvPicPr>
                    <p:blipFill>
                      <a:blip r:embed="rId13"/>
                      <a:stretch>
                        <a:fillRect/>
                      </a:stretch>
                    </p:blipFill>
                    <p:spPr>
                      <a:xfrm>
                        <a:off x="12700" y="0"/>
                        <a:ext cx="9132888" cy="608013"/>
                      </a:xfrm>
                      <a:prstGeom prst="rect">
                        <a:avLst/>
                      </a:prstGeom>
                      <a:noFill/>
                      <a:ln w="38100">
                        <a:noFill/>
                        <a:miter/>
                      </a:ln>
                    </p:spPr>
                  </p:pic>
                </p:oleObj>
              </mc:Fallback>
            </mc:AlternateContent>
          </a:graphicData>
        </a:graphic>
      </p:graphicFrame>
      <p:grpSp>
        <p:nvGrpSpPr>
          <p:cNvPr id="4099" name="Group 3"/>
          <p:cNvGrpSpPr/>
          <p:nvPr/>
        </p:nvGrpSpPr>
        <p:grpSpPr>
          <a:xfrm>
            <a:off x="0" y="549275"/>
            <a:ext cx="1619250" cy="5340350"/>
            <a:chOff x="0" y="0"/>
            <a:chExt cx="1292" cy="2940"/>
          </a:xfrm>
        </p:grpSpPr>
        <p:sp>
          <p:nvSpPr>
            <p:cNvPr id="4109" name="AutoShape 4"/>
            <p:cNvSpPr/>
            <p:nvPr/>
          </p:nvSpPr>
          <p:spPr>
            <a:xfrm rot="559536">
              <a:off x="592" y="0"/>
              <a:ext cx="655" cy="2866"/>
            </a:xfrm>
            <a:prstGeom prst="moon">
              <a:avLst>
                <a:gd name="adj" fmla="val 50000"/>
              </a:avLst>
            </a:prstGeom>
            <a:gradFill rotWithShape="0">
              <a:gsLst>
                <a:gs pos="0">
                  <a:schemeClr val="accent1"/>
                </a:gs>
                <a:gs pos="100000">
                  <a:srgbClr val="FFFFFF"/>
                </a:gs>
              </a:gsLst>
              <a:lin ang="5400000" scaled="1"/>
              <a:tileRect/>
            </a:gradFill>
            <a:ln w="9525">
              <a:noFill/>
            </a:ln>
          </p:spPr>
          <p:txBody>
            <a:bodyPr wrap="none" anchor="ctr" anchorCtr="0"/>
            <a:p>
              <a:pPr lvl="0" eaLnBrk="1" hangingPunct="1"/>
              <a:endParaRPr lang="zh-CN" altLang="en-US" dirty="0">
                <a:latin typeface="Times New Roman" panose="02020603050405020304" pitchFamily="18" charset="0"/>
              </a:endParaRPr>
            </a:p>
          </p:txBody>
        </p:sp>
        <p:sp>
          <p:nvSpPr>
            <p:cNvPr id="4110" name="Freeform 5"/>
            <p:cNvSpPr/>
            <p:nvPr/>
          </p:nvSpPr>
          <p:spPr>
            <a:xfrm>
              <a:off x="0" y="118"/>
              <a:ext cx="1292" cy="2822"/>
            </a:xfrm>
            <a:custGeom>
              <a:avLst/>
              <a:gdLst>
                <a:gd name="txL" fmla="*/ 0 w 1584"/>
                <a:gd name="txT" fmla="*/ 0 h 2160"/>
                <a:gd name="txR" fmla="*/ 1584 w 1584"/>
                <a:gd name="txB" fmla="*/ 2160 h 2160"/>
              </a:gdLst>
              <a:ahLst/>
              <a:cxnLst>
                <a:cxn ang="0">
                  <a:pos x="311" y="14034"/>
                </a:cxn>
                <a:cxn ang="0">
                  <a:pos x="0" y="14034"/>
                </a:cxn>
                <a:cxn ang="0">
                  <a:pos x="0" y="0"/>
                </a:cxn>
                <a:cxn ang="0">
                  <a:pos x="381" y="0"/>
                </a:cxn>
                <a:cxn ang="0">
                  <a:pos x="231" y="4366"/>
                </a:cxn>
                <a:cxn ang="0">
                  <a:pos x="207" y="8733"/>
                </a:cxn>
                <a:cxn ang="0">
                  <a:pos x="254" y="12472"/>
                </a:cxn>
                <a:cxn ang="0">
                  <a:pos x="311" y="14034"/>
                </a:cxn>
              </a:cxnLst>
              <a:rect l="txL" t="txT" r="txR" b="txB"/>
              <a:pathLst>
                <a:path w="1584" h="2160">
                  <a:moveTo>
                    <a:pt x="1296" y="2160"/>
                  </a:moveTo>
                  <a:lnTo>
                    <a:pt x="0" y="2160"/>
                  </a:lnTo>
                  <a:lnTo>
                    <a:pt x="0" y="0"/>
                  </a:lnTo>
                  <a:lnTo>
                    <a:pt x="1584" y="0"/>
                  </a:lnTo>
                  <a:lnTo>
                    <a:pt x="960" y="672"/>
                  </a:lnTo>
                  <a:lnTo>
                    <a:pt x="864" y="1344"/>
                  </a:lnTo>
                  <a:lnTo>
                    <a:pt x="1056" y="1920"/>
                  </a:lnTo>
                  <a:lnTo>
                    <a:pt x="1296" y="2160"/>
                  </a:lnTo>
                  <a:close/>
                </a:path>
              </a:pathLst>
            </a:custGeom>
            <a:gradFill rotWithShape="0">
              <a:gsLst>
                <a:gs pos="0">
                  <a:schemeClr val="accent1">
                    <a:alpha val="100000"/>
                  </a:schemeClr>
                </a:gs>
                <a:gs pos="100000">
                  <a:srgbClr val="FFFFFF">
                    <a:alpha val="100000"/>
                  </a:srgbClr>
                </a:gs>
              </a:gsLst>
              <a:lin ang="5400000" scaled="1"/>
              <a:tileRect/>
            </a:gradFill>
            <a:ln w="9525">
              <a:noFill/>
            </a:ln>
          </p:spPr>
          <p:txBody>
            <a:bodyPr/>
            <a:p>
              <a:endParaRPr lang="zh-CN" altLang="en-US"/>
            </a:p>
          </p:txBody>
        </p:sp>
      </p:grpSp>
      <p:sp>
        <p:nvSpPr>
          <p:cNvPr id="4100" name="Rectangle 6"/>
          <p:cNvSpPr/>
          <p:nvPr/>
        </p:nvSpPr>
        <p:spPr>
          <a:xfrm>
            <a:off x="0" y="457200"/>
            <a:ext cx="9145588" cy="685800"/>
          </a:xfrm>
          <a:prstGeom prst="rect">
            <a:avLst/>
          </a:prstGeom>
          <a:solidFill>
            <a:schemeClr val="tx2"/>
          </a:solidFill>
          <a:ln w="9525">
            <a:noFill/>
          </a:ln>
        </p:spPr>
        <p:txBody>
          <a:bodyPr wrap="none" anchor="ctr" anchorCtr="0"/>
          <a:p>
            <a:pPr lvl="0" eaLnBrk="1" hangingPunct="1"/>
            <a:endParaRPr lang="zh-CN" altLang="en-US" dirty="0">
              <a:latin typeface="Times New Roman" panose="02020603050405020304" pitchFamily="18" charset="0"/>
            </a:endParaRPr>
          </a:p>
        </p:txBody>
      </p:sp>
      <p:sp>
        <p:nvSpPr>
          <p:cNvPr id="4101" name="Rectangle 7"/>
          <p:cNvSpPr/>
          <p:nvPr/>
        </p:nvSpPr>
        <p:spPr>
          <a:xfrm>
            <a:off x="0" y="476250"/>
            <a:ext cx="3657600" cy="460375"/>
          </a:xfrm>
          <a:prstGeom prst="rect">
            <a:avLst/>
          </a:prstGeom>
          <a:solidFill>
            <a:schemeClr val="tx2"/>
          </a:solidFill>
          <a:ln w="9525">
            <a:noFill/>
          </a:ln>
        </p:spPr>
        <p:txBody>
          <a:bodyPr wrap="none" anchor="ctr" anchorCtr="0"/>
          <a:p>
            <a:pPr lvl="0" eaLnBrk="1" hangingPunct="1"/>
            <a:endParaRPr lang="zh-CN" altLang="en-US" dirty="0">
              <a:latin typeface="Times New Roman" panose="02020603050405020304" pitchFamily="18" charset="0"/>
            </a:endParaRPr>
          </a:p>
        </p:txBody>
      </p:sp>
      <p:sp>
        <p:nvSpPr>
          <p:cNvPr id="4102" name="Line 8"/>
          <p:cNvSpPr/>
          <p:nvPr/>
        </p:nvSpPr>
        <p:spPr>
          <a:xfrm>
            <a:off x="228600" y="1066800"/>
            <a:ext cx="8916988" cy="0"/>
          </a:xfrm>
          <a:prstGeom prst="line">
            <a:avLst/>
          </a:prstGeom>
          <a:ln w="9525" cap="flat" cmpd="sng">
            <a:solidFill>
              <a:schemeClr val="bg1"/>
            </a:solidFill>
            <a:prstDash val="solid"/>
            <a:headEnd type="none" w="med" len="med"/>
            <a:tailEnd type="none" w="med" len="med"/>
          </a:ln>
        </p:spPr>
      </p:sp>
      <p:sp>
        <p:nvSpPr>
          <p:cNvPr id="4103" name="Freeform 9"/>
          <p:cNvSpPr/>
          <p:nvPr/>
        </p:nvSpPr>
        <p:spPr>
          <a:xfrm>
            <a:off x="0" y="0"/>
            <a:ext cx="1835150" cy="1341438"/>
          </a:xfrm>
          <a:custGeom>
            <a:avLst/>
            <a:gdLst>
              <a:gd name="txL" fmla="*/ 0 w 1429"/>
              <a:gd name="txT" fmla="*/ 0 h 1032"/>
              <a:gd name="txR" fmla="*/ 1429 w 1429"/>
              <a:gd name="txB" fmla="*/ 1032 h 1032"/>
            </a:gdLst>
            <a:ahLst/>
            <a:cxnLst>
              <a:cxn ang="0">
                <a:pos x="0" y="0"/>
              </a:cxn>
              <a:cxn ang="0">
                <a:pos x="2147483647" y="2147483647"/>
              </a:cxn>
              <a:cxn ang="0">
                <a:pos x="2147483647" y="2147483647"/>
              </a:cxn>
              <a:cxn ang="0">
                <a:pos x="2147483647" y="2147483647"/>
              </a:cxn>
              <a:cxn ang="0">
                <a:pos x="0" y="2147483647"/>
              </a:cxn>
              <a:cxn ang="0">
                <a:pos x="0" y="0"/>
              </a:cxn>
            </a:cxnLst>
            <a:rect l="txL" t="txT" r="txR" b="txB"/>
            <a:pathLst>
              <a:path w="1429" h="1032">
                <a:moveTo>
                  <a:pt x="0" y="0"/>
                </a:moveTo>
                <a:lnTo>
                  <a:pt x="1429" y="1"/>
                </a:lnTo>
                <a:cubicBezTo>
                  <a:pt x="1404" y="4"/>
                  <a:pt x="1266" y="99"/>
                  <a:pt x="1098" y="309"/>
                </a:cubicBezTo>
                <a:cubicBezTo>
                  <a:pt x="932" y="520"/>
                  <a:pt x="880" y="977"/>
                  <a:pt x="885" y="1032"/>
                </a:cubicBezTo>
                <a:lnTo>
                  <a:pt x="0" y="1027"/>
                </a:lnTo>
                <a:lnTo>
                  <a:pt x="0" y="0"/>
                </a:lnTo>
                <a:close/>
              </a:path>
            </a:pathLst>
          </a:custGeom>
          <a:gradFill rotWithShape="1">
            <a:gsLst>
              <a:gs pos="0">
                <a:schemeClr val="accent2">
                  <a:alpha val="100000"/>
                </a:schemeClr>
              </a:gs>
              <a:gs pos="100000">
                <a:srgbClr val="5BA610">
                  <a:alpha val="100000"/>
                </a:srgbClr>
              </a:gs>
            </a:gsLst>
            <a:lin ang="2700000" scaled="1"/>
            <a:tileRect/>
          </a:gradFill>
          <a:ln w="9525">
            <a:noFill/>
          </a:ln>
        </p:spPr>
        <p:txBody>
          <a:bodyPr/>
          <a:p>
            <a:endParaRPr lang="zh-CN" altLang="en-US"/>
          </a:p>
        </p:txBody>
      </p:sp>
      <p:sp>
        <p:nvSpPr>
          <p:cNvPr id="4104" name="Rectangle 10"/>
          <p:cNvSpPr>
            <a:spLocks noGrp="1"/>
          </p:cNvSpPr>
          <p:nvPr>
            <p:ph type="body" idx="1"/>
          </p:nvPr>
        </p:nvSpPr>
        <p:spPr>
          <a:xfrm>
            <a:off x="1116013" y="1268413"/>
            <a:ext cx="7697787" cy="4997450"/>
          </a:xfrm>
          <a:prstGeom prst="rect">
            <a:avLst/>
          </a:prstGeom>
          <a:noFill/>
          <a:ln w="9525">
            <a:noFill/>
          </a:ln>
        </p:spPr>
        <p:txBody>
          <a:bodyPr/>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107" name="Rectangle 11"/>
          <p:cNvSpPr>
            <a:spLocks noGrp="1" noChangeArrowheads="1"/>
          </p:cNvSpPr>
          <p:nvPr>
            <p:ph type="dt" sz="half" idx="2"/>
          </p:nvPr>
        </p:nvSpPr>
        <p:spPr bwMode="auto">
          <a:xfrm>
            <a:off x="228600" y="6472238"/>
            <a:ext cx="2667000"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a:defRPr sz="1200" b="0">
                <a:latin typeface="Arial" panose="020B0604020202020204" pitchFamily="34" charset="0"/>
              </a:defRPr>
            </a:lvl1pPr>
          </a:lstStyle>
          <a:p>
            <a:pPr marL="0" marR="0" lvl="0" indent="0" algn="l" defTabSz="914400" rtl="0" eaLnBrk="1" fontAlgn="base" latinLnBrk="0" hangingPunct="1">
              <a:lnSpc>
                <a:spcPct val="100000"/>
              </a:lnSpc>
              <a:spcBef>
                <a:spcPct val="0"/>
              </a:spcBef>
              <a:spcAft>
                <a:spcPct val="0"/>
              </a:spcAft>
              <a:buClrTx/>
              <a:buSzTx/>
              <a:buFontTx/>
              <a:buNone/>
              <a:defRPr/>
            </a:pPr>
            <a:fld id="{4C80AB7B-214A-422C-8686-AC9B6424F386}" type="datetimeFigureOut">
              <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fld>
            <a:endPar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4108" name="Rectangle 12"/>
          <p:cNvSpPr>
            <a:spLocks noGrp="1" noChangeArrowheads="1"/>
          </p:cNvSpPr>
          <p:nvPr>
            <p:ph type="ftr" sz="quarter" idx="3"/>
          </p:nvPr>
        </p:nvSpPr>
        <p:spPr bwMode="auto">
          <a:xfrm>
            <a:off x="1116013" y="6450013"/>
            <a:ext cx="6208713" cy="298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a:defRPr sz="1200" b="0">
                <a:latin typeface="Arial" panose="020B0604020202020204" pitchFamily="34" charset="0"/>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2" name="Rectangle 13"/>
          <p:cNvSpPr>
            <a:spLocks noGrp="1" noChangeArrowheads="1"/>
          </p:cNvSpPr>
          <p:nvPr>
            <p:ph type="sldNum" sz="quarter" idx="4"/>
          </p:nvPr>
        </p:nvSpPr>
        <p:spPr bwMode="auto">
          <a:xfrm>
            <a:off x="8102600" y="6454775"/>
            <a:ext cx="1042988" cy="360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a:defRPr sz="1200" b="0">
                <a:latin typeface="Arial" panose="020B0604020202020204" pitchFamily="34" charset="0"/>
              </a:defRPr>
            </a:lvl1pPr>
          </a:lstStyle>
          <a:p>
            <a:pPr lvl="0" eaLnBrk="1" hangingPunct="1">
              <a:buNone/>
            </a:pPr>
            <a:fld id="{9A0DB2DC-4C9A-4742-B13C-FB6460FD3503}" type="slidenum">
              <a:rPr lang="zh-CN" altLang="en-US" dirty="0"/>
            </a:fld>
            <a:endParaRPr lang="zh-CN" altLang="en-US" dirty="0">
              <a:latin typeface="Times New Roman" panose="02020603050405020304" pitchFamily="18" charset="0"/>
            </a:endParaRPr>
          </a:p>
        </p:txBody>
      </p:sp>
      <p:sp>
        <p:nvSpPr>
          <p:cNvPr id="3" name="Rectangle 14"/>
          <p:cNvSpPr>
            <a:spLocks noGrp="1"/>
          </p:cNvSpPr>
          <p:nvPr>
            <p:ph type="title"/>
          </p:nvPr>
        </p:nvSpPr>
        <p:spPr>
          <a:xfrm>
            <a:off x="1403350" y="476250"/>
            <a:ext cx="7240588" cy="563563"/>
          </a:xfrm>
          <a:prstGeom prst="rect">
            <a:avLst/>
          </a:prstGeom>
          <a:noFill/>
          <a:ln w="9525">
            <a:noFill/>
          </a:ln>
        </p:spPr>
        <p:txBody>
          <a:bodyPr anchor="ctr" anchorCtr="0"/>
          <a:p>
            <a:pPr lvl="0"/>
            <a:r>
              <a:rPr lang="zh-CN" altLang="en-US" dirty="0"/>
              <a:t>单击此处编辑母版标题样式</a:t>
            </a:r>
            <a:endParaRPr lang="zh-CN" altLang="en-US" dirty="0"/>
          </a:p>
        </p:txBody>
      </p:sp>
    </p:spTree>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p:hf sldNum="0" hdr="0" ftr="0" dt="0"/>
  <p:txStyles>
    <p:titleStyle>
      <a:lvl1pPr algn="ctr" rtl="0" eaLnBrk="0" fontAlgn="base" hangingPunct="0">
        <a:spcBef>
          <a:spcPct val="0"/>
        </a:spcBef>
        <a:spcAft>
          <a:spcPct val="0"/>
        </a:spcAft>
        <a:defRPr sz="3600" b="1">
          <a:solidFill>
            <a:schemeClr val="bg1"/>
          </a:solidFill>
          <a:latin typeface="+mj-lt"/>
          <a:ea typeface="+mj-ea"/>
          <a:cs typeface="+mj-cs"/>
        </a:defRPr>
      </a:lvl1pPr>
      <a:lvl2pPr algn="ctr" rtl="0" eaLnBrk="0" fontAlgn="base" hangingPunct="0">
        <a:spcBef>
          <a:spcPct val="0"/>
        </a:spcBef>
        <a:spcAft>
          <a:spcPct val="0"/>
        </a:spcAft>
        <a:defRPr sz="3600" b="1">
          <a:solidFill>
            <a:schemeClr val="bg1"/>
          </a:solidFill>
          <a:latin typeface="Times New Roman" panose="02020603050405020304" pitchFamily="18" charset="0"/>
          <a:ea typeface="黑体" panose="02010609060101010101" pitchFamily="49" charset="-122"/>
        </a:defRPr>
      </a:lvl2pPr>
      <a:lvl3pPr algn="ctr" rtl="0" eaLnBrk="0" fontAlgn="base" hangingPunct="0">
        <a:spcBef>
          <a:spcPct val="0"/>
        </a:spcBef>
        <a:spcAft>
          <a:spcPct val="0"/>
        </a:spcAft>
        <a:defRPr sz="3600" b="1">
          <a:solidFill>
            <a:schemeClr val="bg1"/>
          </a:solidFill>
          <a:latin typeface="Times New Roman" panose="02020603050405020304" pitchFamily="18" charset="0"/>
          <a:ea typeface="黑体" panose="02010609060101010101" pitchFamily="49" charset="-122"/>
        </a:defRPr>
      </a:lvl3pPr>
      <a:lvl4pPr algn="ctr" rtl="0" eaLnBrk="0" fontAlgn="base" hangingPunct="0">
        <a:spcBef>
          <a:spcPct val="0"/>
        </a:spcBef>
        <a:spcAft>
          <a:spcPct val="0"/>
        </a:spcAft>
        <a:defRPr sz="3600" b="1">
          <a:solidFill>
            <a:schemeClr val="bg1"/>
          </a:solidFill>
          <a:latin typeface="Times New Roman" panose="02020603050405020304" pitchFamily="18" charset="0"/>
          <a:ea typeface="黑体" panose="02010609060101010101" pitchFamily="49" charset="-122"/>
        </a:defRPr>
      </a:lvl4pPr>
      <a:lvl5pPr algn="ctr" rtl="0" eaLnBrk="0" fontAlgn="base" hangingPunct="0">
        <a:spcBef>
          <a:spcPct val="0"/>
        </a:spcBef>
        <a:spcAft>
          <a:spcPct val="0"/>
        </a:spcAft>
        <a:defRPr sz="3600" b="1">
          <a:solidFill>
            <a:schemeClr val="bg1"/>
          </a:solidFill>
          <a:latin typeface="Times New Roman" panose="02020603050405020304" pitchFamily="18" charset="0"/>
          <a:ea typeface="黑体" panose="02010609060101010101" pitchFamily="49" charset="-122"/>
        </a:defRPr>
      </a:lvl5pPr>
      <a:lvl6pPr marL="457200" algn="ctr" rtl="0" eaLnBrk="0" fontAlgn="base" hangingPunct="0">
        <a:spcBef>
          <a:spcPct val="0"/>
        </a:spcBef>
        <a:spcAft>
          <a:spcPct val="0"/>
        </a:spcAft>
        <a:defRPr sz="3600" b="1">
          <a:solidFill>
            <a:schemeClr val="bg1"/>
          </a:solidFill>
          <a:latin typeface="Times New Roman" panose="02020603050405020304" pitchFamily="18" charset="0"/>
          <a:ea typeface="黑体" panose="02010609060101010101" pitchFamily="49" charset="-122"/>
        </a:defRPr>
      </a:lvl6pPr>
      <a:lvl7pPr marL="914400" algn="ctr" rtl="0" eaLnBrk="0" fontAlgn="base" hangingPunct="0">
        <a:spcBef>
          <a:spcPct val="0"/>
        </a:spcBef>
        <a:spcAft>
          <a:spcPct val="0"/>
        </a:spcAft>
        <a:defRPr sz="3600" b="1">
          <a:solidFill>
            <a:schemeClr val="bg1"/>
          </a:solidFill>
          <a:latin typeface="Times New Roman" panose="02020603050405020304" pitchFamily="18" charset="0"/>
          <a:ea typeface="黑体" panose="02010609060101010101" pitchFamily="49" charset="-122"/>
        </a:defRPr>
      </a:lvl7pPr>
      <a:lvl8pPr marL="1371600" algn="ctr" rtl="0" eaLnBrk="0" fontAlgn="base" hangingPunct="0">
        <a:spcBef>
          <a:spcPct val="0"/>
        </a:spcBef>
        <a:spcAft>
          <a:spcPct val="0"/>
        </a:spcAft>
        <a:defRPr sz="3600" b="1">
          <a:solidFill>
            <a:schemeClr val="bg1"/>
          </a:solidFill>
          <a:latin typeface="Times New Roman" panose="02020603050405020304" pitchFamily="18" charset="0"/>
          <a:ea typeface="黑体" panose="02010609060101010101" pitchFamily="49" charset="-122"/>
        </a:defRPr>
      </a:lvl8pPr>
      <a:lvl9pPr marL="1828800" algn="ctr" rtl="0" eaLnBrk="0" fontAlgn="base" hangingPunct="0">
        <a:spcBef>
          <a:spcPct val="0"/>
        </a:spcBef>
        <a:spcAft>
          <a:spcPct val="0"/>
        </a:spcAft>
        <a:defRPr sz="3600" b="1">
          <a:solidFill>
            <a:schemeClr val="bg1"/>
          </a:solidFill>
          <a:latin typeface="Times New Roman" panose="02020603050405020304" pitchFamily="18" charset="0"/>
          <a:ea typeface="黑体" panose="02010609060101010101" pitchFamily="49" charset="-122"/>
        </a:defRPr>
      </a:lvl9pPr>
    </p:titleStyle>
    <p:bodyStyle>
      <a:lvl1pPr marL="342900" indent="-342900" algn="l" rtl="0" eaLnBrk="0" fontAlgn="base" hangingPunct="0">
        <a:lnSpc>
          <a:spcPct val="130000"/>
        </a:lnSpc>
        <a:spcBef>
          <a:spcPct val="20000"/>
        </a:spcBef>
        <a:spcAft>
          <a:spcPct val="0"/>
        </a:spcAft>
        <a:buClr>
          <a:schemeClr val="hlink"/>
        </a:buClr>
        <a:buFont typeface="Wingdings" panose="05000000000000000000" pitchFamily="2" charset="2"/>
        <a:buChar char="v"/>
        <a:defRPr sz="3200" b="1">
          <a:solidFill>
            <a:schemeClr val="tx2"/>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n"/>
        <a:defRPr sz="2800" b="1">
          <a:solidFill>
            <a:schemeClr val="tx1"/>
          </a:solidFill>
          <a:latin typeface="+mn-lt"/>
          <a:ea typeface="+mn-ea"/>
        </a:defRPr>
      </a:lvl2pPr>
      <a:lvl3pPr marL="1143000" indent="-228600" algn="l" rtl="0" eaLnBrk="0" fontAlgn="base" hangingPunct="0">
        <a:spcBef>
          <a:spcPct val="20000"/>
        </a:spcBef>
        <a:spcAft>
          <a:spcPct val="0"/>
        </a:spcAft>
        <a:buClr>
          <a:schemeClr val="accent2"/>
        </a:buClr>
        <a:buSzPct val="85000"/>
        <a:buFont typeface="Wingdings" panose="05000000000000000000" pitchFamily="2" charset="2"/>
        <a:buChar char="p"/>
        <a:defRPr sz="2400" b="1">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80000"/>
        <a:buFont typeface="Wingdings" panose="05000000000000000000" pitchFamily="2" charset="2"/>
        <a:buChar char="l"/>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vl6pPr marL="2514600" indent="-228600" algn="l" rtl="0" eaLnBrk="0" fontAlgn="base" hangingPunct="0">
        <a:spcBef>
          <a:spcPct val="20000"/>
        </a:spcBef>
        <a:spcAft>
          <a:spcPct val="0"/>
        </a:spcAft>
        <a:buChar char="»"/>
        <a:defRPr sz="2400">
          <a:solidFill>
            <a:schemeClr val="tx1"/>
          </a:solidFill>
          <a:latin typeface="+mn-lt"/>
          <a:ea typeface="+mn-ea"/>
        </a:defRPr>
      </a:lvl6pPr>
      <a:lvl7pPr marL="2971800" indent="-228600" algn="l" rtl="0" eaLnBrk="0" fontAlgn="base" hangingPunct="0">
        <a:spcBef>
          <a:spcPct val="20000"/>
        </a:spcBef>
        <a:spcAft>
          <a:spcPct val="0"/>
        </a:spcAft>
        <a:buChar char="»"/>
        <a:defRPr sz="2400">
          <a:solidFill>
            <a:schemeClr val="tx1"/>
          </a:solidFill>
          <a:latin typeface="+mn-lt"/>
          <a:ea typeface="+mn-ea"/>
        </a:defRPr>
      </a:lvl7pPr>
      <a:lvl8pPr marL="3429000" indent="-228600" algn="l" rtl="0" eaLnBrk="0" fontAlgn="base" hangingPunct="0">
        <a:spcBef>
          <a:spcPct val="20000"/>
        </a:spcBef>
        <a:spcAft>
          <a:spcPct val="0"/>
        </a:spcAft>
        <a:buChar char="»"/>
        <a:defRPr sz="2400">
          <a:solidFill>
            <a:schemeClr val="tx1"/>
          </a:solidFill>
          <a:latin typeface="+mn-lt"/>
          <a:ea typeface="+mn-ea"/>
        </a:defRPr>
      </a:lvl8pPr>
      <a:lvl9pPr marL="3886200" indent="-228600" algn="l" rtl="0" eaLnBrk="0" fontAlgn="base" hangingPunct="0">
        <a:spcBef>
          <a:spcPct val="20000"/>
        </a:spcBef>
        <a:spcAft>
          <a:spcPct val="0"/>
        </a:spcAft>
        <a:buChar char="»"/>
        <a:defRPr sz="24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graphicFrame>
        <p:nvGraphicFramePr>
          <p:cNvPr id="5122" name="Object 2"/>
          <p:cNvGraphicFramePr>
            <a:graphicFrameLocks noChangeAspect="1"/>
          </p:cNvGraphicFramePr>
          <p:nvPr/>
        </p:nvGraphicFramePr>
        <p:xfrm>
          <a:off x="12700" y="0"/>
          <a:ext cx="9132888" cy="608013"/>
        </p:xfrm>
        <a:graphic>
          <a:graphicData uri="http://schemas.openxmlformats.org/presentationml/2006/ole">
            <mc:AlternateContent xmlns:mc="http://schemas.openxmlformats.org/markup-compatibility/2006">
              <mc:Choice xmlns:v="urn:schemas-microsoft-com:vml" Requires="v">
                <p:oleObj spid="_x0000_s3081" name="" r:id="rId12" imgW="2398395" imgH="611505" progId="">
                  <p:embed/>
                </p:oleObj>
              </mc:Choice>
              <mc:Fallback>
                <p:oleObj name="" r:id="rId12" imgW="2398395" imgH="611505" progId="">
                  <p:embed/>
                  <p:pic>
                    <p:nvPicPr>
                      <p:cNvPr id="0" name="图片 3080"/>
                      <p:cNvPicPr/>
                      <p:nvPr/>
                    </p:nvPicPr>
                    <p:blipFill>
                      <a:blip r:embed="rId13"/>
                      <a:stretch>
                        <a:fillRect/>
                      </a:stretch>
                    </p:blipFill>
                    <p:spPr>
                      <a:xfrm>
                        <a:off x="12700" y="0"/>
                        <a:ext cx="9132888" cy="608013"/>
                      </a:xfrm>
                      <a:prstGeom prst="rect">
                        <a:avLst/>
                      </a:prstGeom>
                      <a:noFill/>
                      <a:ln w="38100">
                        <a:noFill/>
                        <a:miter/>
                      </a:ln>
                    </p:spPr>
                  </p:pic>
                </p:oleObj>
              </mc:Fallback>
            </mc:AlternateContent>
          </a:graphicData>
        </a:graphic>
      </p:graphicFrame>
      <p:sp>
        <p:nvSpPr>
          <p:cNvPr id="5123" name="Rectangle 6"/>
          <p:cNvSpPr/>
          <p:nvPr/>
        </p:nvSpPr>
        <p:spPr>
          <a:xfrm>
            <a:off x="0" y="457200"/>
            <a:ext cx="9145588" cy="685800"/>
          </a:xfrm>
          <a:prstGeom prst="rect">
            <a:avLst/>
          </a:prstGeom>
          <a:solidFill>
            <a:schemeClr val="tx2"/>
          </a:solidFill>
          <a:ln w="9525">
            <a:noFill/>
          </a:ln>
        </p:spPr>
        <p:txBody>
          <a:bodyPr wrap="none" anchor="ctr" anchorCtr="0"/>
          <a:p>
            <a:pPr lvl="0" algn="ctr" eaLnBrk="1" hangingPunct="1"/>
            <a:endParaRPr lang="zh-CN" altLang="en-US" dirty="0">
              <a:latin typeface="Times New Roman" panose="02020603050405020304" pitchFamily="18" charset="0"/>
            </a:endParaRPr>
          </a:p>
        </p:txBody>
      </p:sp>
      <p:sp>
        <p:nvSpPr>
          <p:cNvPr id="5124" name="Rectangle 7"/>
          <p:cNvSpPr/>
          <p:nvPr/>
        </p:nvSpPr>
        <p:spPr>
          <a:xfrm>
            <a:off x="0" y="476250"/>
            <a:ext cx="3657600" cy="460375"/>
          </a:xfrm>
          <a:prstGeom prst="rect">
            <a:avLst/>
          </a:prstGeom>
          <a:solidFill>
            <a:schemeClr val="tx2"/>
          </a:solidFill>
          <a:ln w="9525">
            <a:noFill/>
          </a:ln>
        </p:spPr>
        <p:txBody>
          <a:bodyPr wrap="none" anchor="ctr" anchorCtr="0"/>
          <a:p>
            <a:pPr lvl="0" algn="ctr" eaLnBrk="1" hangingPunct="1"/>
            <a:endParaRPr lang="zh-CN" altLang="en-US" dirty="0">
              <a:latin typeface="Times New Roman" panose="02020603050405020304" pitchFamily="18" charset="0"/>
            </a:endParaRPr>
          </a:p>
        </p:txBody>
      </p:sp>
      <p:sp>
        <p:nvSpPr>
          <p:cNvPr id="5125" name="Line 8"/>
          <p:cNvSpPr/>
          <p:nvPr/>
        </p:nvSpPr>
        <p:spPr>
          <a:xfrm>
            <a:off x="228600" y="1066800"/>
            <a:ext cx="8916988" cy="0"/>
          </a:xfrm>
          <a:prstGeom prst="line">
            <a:avLst/>
          </a:prstGeom>
          <a:ln w="9525" cap="flat" cmpd="sng">
            <a:solidFill>
              <a:schemeClr val="bg1"/>
            </a:solidFill>
            <a:prstDash val="solid"/>
            <a:headEnd type="none" w="med" len="med"/>
            <a:tailEnd type="none" w="med" len="med"/>
          </a:ln>
        </p:spPr>
      </p:sp>
      <p:sp>
        <p:nvSpPr>
          <p:cNvPr id="5126" name="Freeform 9"/>
          <p:cNvSpPr/>
          <p:nvPr/>
        </p:nvSpPr>
        <p:spPr>
          <a:xfrm>
            <a:off x="0" y="0"/>
            <a:ext cx="1835150" cy="1341438"/>
          </a:xfrm>
          <a:custGeom>
            <a:avLst/>
            <a:gdLst>
              <a:gd name="txL" fmla="*/ 0 w 1429"/>
              <a:gd name="txT" fmla="*/ 0 h 1032"/>
              <a:gd name="txR" fmla="*/ 1429 w 1429"/>
              <a:gd name="txB" fmla="*/ 1032 h 1032"/>
            </a:gdLst>
            <a:ahLst/>
            <a:cxnLst>
              <a:cxn ang="0">
                <a:pos x="0" y="0"/>
              </a:cxn>
              <a:cxn ang="0">
                <a:pos x="2147483647" y="2147483647"/>
              </a:cxn>
              <a:cxn ang="0">
                <a:pos x="2147483647" y="2147483647"/>
              </a:cxn>
              <a:cxn ang="0">
                <a:pos x="2147483647" y="2147483647"/>
              </a:cxn>
              <a:cxn ang="0">
                <a:pos x="0" y="2147483647"/>
              </a:cxn>
              <a:cxn ang="0">
                <a:pos x="0" y="0"/>
              </a:cxn>
            </a:cxnLst>
            <a:rect l="txL" t="txT" r="txR" b="txB"/>
            <a:pathLst>
              <a:path w="1429" h="1032">
                <a:moveTo>
                  <a:pt x="0" y="0"/>
                </a:moveTo>
                <a:lnTo>
                  <a:pt x="1429" y="1"/>
                </a:lnTo>
                <a:cubicBezTo>
                  <a:pt x="1404" y="4"/>
                  <a:pt x="1266" y="99"/>
                  <a:pt x="1098" y="309"/>
                </a:cubicBezTo>
                <a:cubicBezTo>
                  <a:pt x="932" y="520"/>
                  <a:pt x="880" y="977"/>
                  <a:pt x="885" y="1032"/>
                </a:cubicBezTo>
                <a:lnTo>
                  <a:pt x="0" y="1027"/>
                </a:lnTo>
                <a:lnTo>
                  <a:pt x="0" y="0"/>
                </a:lnTo>
                <a:close/>
              </a:path>
            </a:pathLst>
          </a:custGeom>
          <a:gradFill rotWithShape="1">
            <a:gsLst>
              <a:gs pos="0">
                <a:schemeClr val="accent2">
                  <a:alpha val="100000"/>
                </a:schemeClr>
              </a:gs>
              <a:gs pos="100000">
                <a:srgbClr val="5BA610">
                  <a:alpha val="100000"/>
                </a:srgbClr>
              </a:gs>
            </a:gsLst>
            <a:lin ang="2700000" scaled="1"/>
            <a:tileRect/>
          </a:gradFill>
          <a:ln w="9525">
            <a:noFill/>
          </a:ln>
        </p:spPr>
        <p:txBody>
          <a:bodyPr/>
          <a:p>
            <a:endParaRPr lang="zh-CN" altLang="en-US"/>
          </a:p>
        </p:txBody>
      </p:sp>
      <p:sp>
        <p:nvSpPr>
          <p:cNvPr id="5127" name="Rectangle 10"/>
          <p:cNvSpPr>
            <a:spLocks noGrp="1"/>
          </p:cNvSpPr>
          <p:nvPr>
            <p:ph type="body" idx="1"/>
          </p:nvPr>
        </p:nvSpPr>
        <p:spPr>
          <a:xfrm>
            <a:off x="1116013" y="1268413"/>
            <a:ext cx="7697787" cy="4900612"/>
          </a:xfrm>
          <a:prstGeom prst="rect">
            <a:avLst/>
          </a:prstGeom>
          <a:noFill/>
          <a:ln w="9525">
            <a:noFill/>
          </a:ln>
        </p:spPr>
        <p:txBody>
          <a:bodyPr/>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5128" name="Rectangle 14"/>
          <p:cNvSpPr>
            <a:spLocks noGrp="1"/>
          </p:cNvSpPr>
          <p:nvPr>
            <p:ph type="title"/>
          </p:nvPr>
        </p:nvSpPr>
        <p:spPr>
          <a:xfrm>
            <a:off x="1403350" y="476250"/>
            <a:ext cx="7240588" cy="563563"/>
          </a:xfrm>
          <a:prstGeom prst="rect">
            <a:avLst/>
          </a:prstGeom>
          <a:noFill/>
          <a:ln w="9525">
            <a:noFill/>
          </a:ln>
        </p:spPr>
        <p:txBody>
          <a:bodyPr anchor="ctr" anchorCtr="0"/>
          <a:p>
            <a:pPr lvl="0"/>
            <a:r>
              <a:rPr lang="zh-CN" altLang="en-US" dirty="0"/>
              <a:t>单击此处编辑母版标题样式</a:t>
            </a:r>
            <a:endParaRPr lang="zh-CN" altLang="en-US" dirty="0"/>
          </a:p>
        </p:txBody>
      </p:sp>
    </p:spTree>
  </p:cSld>
  <p:clrMap bg1="lt1" tx1="dk1" bg2="lt2" tx2="dk2" accent1="accent1" accent2="accent2" accent3="accent3" accent4="accent4" accent5="accent5" accent6="accent6" hlink="hlink" folHlink="folHlink"/>
  <p:sldLayoutIdLst>
    <p:sldLayoutId id="2147483697" r:id="rId1"/>
    <p:sldLayoutId id="2147483698" r:id="rId2"/>
    <p:sldLayoutId id="2147483699" r:id="rId3"/>
    <p:sldLayoutId id="2147483700" r:id="rId4"/>
    <p:sldLayoutId id="2147483701" r:id="rId5"/>
    <p:sldLayoutId id="2147483702" r:id="rId6"/>
    <p:sldLayoutId id="2147483703" r:id="rId7"/>
    <p:sldLayoutId id="2147483704" r:id="rId8"/>
    <p:sldLayoutId id="2147483705" r:id="rId9"/>
    <p:sldLayoutId id="2147483706" r:id="rId10"/>
    <p:sldLayoutId id="2147483707" r:id="rId11"/>
  </p:sldLayoutIdLst>
  <p:hf sldNum="0" hdr="0" ftr="0" dt="0"/>
  <p:txStyles>
    <p:titleStyle>
      <a:lvl1pPr algn="r" rtl="0" eaLnBrk="0" fontAlgn="base" hangingPunct="0">
        <a:spcBef>
          <a:spcPct val="0"/>
        </a:spcBef>
        <a:spcAft>
          <a:spcPct val="0"/>
        </a:spcAft>
        <a:defRPr sz="3200" b="1">
          <a:solidFill>
            <a:schemeClr val="bg1"/>
          </a:solidFill>
          <a:latin typeface="+mj-lt"/>
          <a:ea typeface="+mj-ea"/>
          <a:cs typeface="+mj-cs"/>
        </a:defRPr>
      </a:lvl1pPr>
      <a:lvl2pPr algn="r" rtl="0" eaLnBrk="0" fontAlgn="base" hangingPunct="0">
        <a:spcBef>
          <a:spcPct val="0"/>
        </a:spcBef>
        <a:spcAft>
          <a:spcPct val="0"/>
        </a:spcAft>
        <a:defRPr sz="3200" b="1">
          <a:solidFill>
            <a:schemeClr val="bg1"/>
          </a:solidFill>
          <a:latin typeface="黑体" panose="02010609060101010101" pitchFamily="49" charset="-122"/>
          <a:ea typeface="黑体" panose="02010609060101010101" pitchFamily="49" charset="-122"/>
        </a:defRPr>
      </a:lvl2pPr>
      <a:lvl3pPr algn="r" rtl="0" eaLnBrk="0" fontAlgn="base" hangingPunct="0">
        <a:spcBef>
          <a:spcPct val="0"/>
        </a:spcBef>
        <a:spcAft>
          <a:spcPct val="0"/>
        </a:spcAft>
        <a:defRPr sz="3200" b="1">
          <a:solidFill>
            <a:schemeClr val="bg1"/>
          </a:solidFill>
          <a:latin typeface="黑体" panose="02010609060101010101" pitchFamily="49" charset="-122"/>
          <a:ea typeface="黑体" panose="02010609060101010101" pitchFamily="49" charset="-122"/>
        </a:defRPr>
      </a:lvl3pPr>
      <a:lvl4pPr algn="r" rtl="0" eaLnBrk="0" fontAlgn="base" hangingPunct="0">
        <a:spcBef>
          <a:spcPct val="0"/>
        </a:spcBef>
        <a:spcAft>
          <a:spcPct val="0"/>
        </a:spcAft>
        <a:defRPr sz="3200" b="1">
          <a:solidFill>
            <a:schemeClr val="bg1"/>
          </a:solidFill>
          <a:latin typeface="黑体" panose="02010609060101010101" pitchFamily="49" charset="-122"/>
          <a:ea typeface="黑体" panose="02010609060101010101" pitchFamily="49" charset="-122"/>
        </a:defRPr>
      </a:lvl4pPr>
      <a:lvl5pPr algn="r" rtl="0" eaLnBrk="0" fontAlgn="base" hangingPunct="0">
        <a:spcBef>
          <a:spcPct val="0"/>
        </a:spcBef>
        <a:spcAft>
          <a:spcPct val="0"/>
        </a:spcAft>
        <a:defRPr sz="3200" b="1">
          <a:solidFill>
            <a:schemeClr val="bg1"/>
          </a:solidFill>
          <a:latin typeface="黑体" panose="02010609060101010101" pitchFamily="49" charset="-122"/>
          <a:ea typeface="黑体" panose="02010609060101010101" pitchFamily="49" charset="-122"/>
        </a:defRPr>
      </a:lvl5pPr>
      <a:lvl6pPr marL="457200" algn="r" rtl="0" eaLnBrk="0" fontAlgn="base" hangingPunct="0">
        <a:spcBef>
          <a:spcPct val="0"/>
        </a:spcBef>
        <a:spcAft>
          <a:spcPct val="0"/>
        </a:spcAft>
        <a:defRPr sz="3200" b="1">
          <a:solidFill>
            <a:schemeClr val="bg1"/>
          </a:solidFill>
          <a:latin typeface="黑体" panose="02010609060101010101" pitchFamily="49" charset="-122"/>
          <a:ea typeface="黑体" panose="02010609060101010101" pitchFamily="49" charset="-122"/>
        </a:defRPr>
      </a:lvl6pPr>
      <a:lvl7pPr marL="914400" algn="r" rtl="0" eaLnBrk="0" fontAlgn="base" hangingPunct="0">
        <a:spcBef>
          <a:spcPct val="0"/>
        </a:spcBef>
        <a:spcAft>
          <a:spcPct val="0"/>
        </a:spcAft>
        <a:defRPr sz="3200" b="1">
          <a:solidFill>
            <a:schemeClr val="bg1"/>
          </a:solidFill>
          <a:latin typeface="黑体" panose="02010609060101010101" pitchFamily="49" charset="-122"/>
          <a:ea typeface="黑体" panose="02010609060101010101" pitchFamily="49" charset="-122"/>
        </a:defRPr>
      </a:lvl7pPr>
      <a:lvl8pPr marL="1371600" algn="r" rtl="0" eaLnBrk="0" fontAlgn="base" hangingPunct="0">
        <a:spcBef>
          <a:spcPct val="0"/>
        </a:spcBef>
        <a:spcAft>
          <a:spcPct val="0"/>
        </a:spcAft>
        <a:defRPr sz="3200" b="1">
          <a:solidFill>
            <a:schemeClr val="bg1"/>
          </a:solidFill>
          <a:latin typeface="黑体" panose="02010609060101010101" pitchFamily="49" charset="-122"/>
          <a:ea typeface="黑体" panose="02010609060101010101" pitchFamily="49" charset="-122"/>
        </a:defRPr>
      </a:lvl8pPr>
      <a:lvl9pPr marL="1828800" algn="r" rtl="0" eaLnBrk="0" fontAlgn="base" hangingPunct="0">
        <a:spcBef>
          <a:spcPct val="0"/>
        </a:spcBef>
        <a:spcAft>
          <a:spcPct val="0"/>
        </a:spcAft>
        <a:defRPr sz="3200" b="1">
          <a:solidFill>
            <a:schemeClr val="bg1"/>
          </a:solidFill>
          <a:latin typeface="黑体" panose="02010609060101010101" pitchFamily="49" charset="-122"/>
          <a:ea typeface="黑体" panose="02010609060101010101" pitchFamily="49" charset="-122"/>
        </a:defRPr>
      </a:lvl9pPr>
    </p:titleStyle>
    <p:bodyStyle>
      <a:lvl1pPr marL="342900" indent="-342900" algn="l" rtl="0" eaLnBrk="0" fontAlgn="base" hangingPunct="0">
        <a:lnSpc>
          <a:spcPct val="120000"/>
        </a:lnSpc>
        <a:spcBef>
          <a:spcPct val="20000"/>
        </a:spcBef>
        <a:spcAft>
          <a:spcPct val="0"/>
        </a:spcAft>
        <a:buClr>
          <a:schemeClr val="hlink"/>
        </a:buClr>
        <a:buFont typeface="Wingdings" panose="05000000000000000000" pitchFamily="2" charset="2"/>
        <a:buChar char="v"/>
        <a:defRPr sz="3200" b="1">
          <a:solidFill>
            <a:srgbClr val="0033CC"/>
          </a:solidFill>
          <a:latin typeface="+mn-lt"/>
          <a:ea typeface="+mn-ea"/>
          <a:cs typeface="+mn-cs"/>
        </a:defRPr>
      </a:lvl1pPr>
      <a:lvl2pPr marL="742950" indent="-285750" algn="l" rtl="0" eaLnBrk="0" fontAlgn="base" hangingPunct="0">
        <a:lnSpc>
          <a:spcPct val="120000"/>
        </a:lnSpc>
        <a:spcBef>
          <a:spcPct val="20000"/>
        </a:spcBef>
        <a:spcAft>
          <a:spcPct val="0"/>
        </a:spcAft>
        <a:buClr>
          <a:schemeClr val="accent2"/>
        </a:buClr>
        <a:buFont typeface="Wingdings" panose="05000000000000000000" pitchFamily="2" charset="2"/>
        <a:buChar char="n"/>
        <a:defRPr sz="2800" b="1">
          <a:solidFill>
            <a:schemeClr val="tx1"/>
          </a:solidFill>
          <a:latin typeface="+mn-lt"/>
          <a:ea typeface="+mn-ea"/>
        </a:defRPr>
      </a:lvl2pPr>
      <a:lvl3pPr marL="1143000" indent="-228600" algn="l" rtl="0" eaLnBrk="0" fontAlgn="base" hangingPunct="0">
        <a:lnSpc>
          <a:spcPct val="120000"/>
        </a:lnSpc>
        <a:spcBef>
          <a:spcPct val="20000"/>
        </a:spcBef>
        <a:spcAft>
          <a:spcPct val="0"/>
        </a:spcAft>
        <a:buClr>
          <a:schemeClr val="accent2"/>
        </a:buClr>
        <a:buSzPct val="85000"/>
        <a:buFont typeface="Wingdings" panose="05000000000000000000" pitchFamily="2" charset="2"/>
        <a:buChar char="p"/>
        <a:defRPr sz="2400" b="1">
          <a:solidFill>
            <a:schemeClr val="tx1"/>
          </a:solidFill>
          <a:latin typeface="+mn-lt"/>
          <a:ea typeface="+mn-ea"/>
        </a:defRPr>
      </a:lvl3pPr>
      <a:lvl4pPr marL="1600200" indent="-228600" algn="l" rtl="0" eaLnBrk="0" fontAlgn="base" hangingPunct="0">
        <a:lnSpc>
          <a:spcPct val="120000"/>
        </a:lnSpc>
        <a:spcBef>
          <a:spcPct val="20000"/>
        </a:spcBef>
        <a:spcAft>
          <a:spcPct val="0"/>
        </a:spcAft>
        <a:buClr>
          <a:schemeClr val="accent2"/>
        </a:buClr>
        <a:buSzPct val="80000"/>
        <a:buFont typeface="Wingdings" panose="05000000000000000000" pitchFamily="2" charset="2"/>
        <a:buChar char="l"/>
        <a:defRPr sz="2400">
          <a:solidFill>
            <a:schemeClr val="tx1"/>
          </a:solidFill>
          <a:latin typeface="+mn-lt"/>
          <a:ea typeface="+mn-ea"/>
        </a:defRPr>
      </a:lvl4pPr>
      <a:lvl5pPr marL="2057400" indent="-228600" algn="l" rtl="0" eaLnBrk="0" fontAlgn="base" hangingPunct="0">
        <a:lnSpc>
          <a:spcPct val="120000"/>
        </a:lnSpc>
        <a:spcBef>
          <a:spcPct val="20000"/>
        </a:spcBef>
        <a:spcAft>
          <a:spcPct val="0"/>
        </a:spcAft>
        <a:buChar char="»"/>
        <a:defRPr sz="2400">
          <a:solidFill>
            <a:schemeClr val="tx1"/>
          </a:solidFill>
          <a:latin typeface="+mn-lt"/>
          <a:ea typeface="+mn-ea"/>
        </a:defRPr>
      </a:lvl5pPr>
      <a:lvl6pPr marL="2514600" indent="-228600" algn="l" rtl="0" eaLnBrk="0" fontAlgn="base" hangingPunct="0">
        <a:lnSpc>
          <a:spcPct val="120000"/>
        </a:lnSpc>
        <a:spcBef>
          <a:spcPct val="20000"/>
        </a:spcBef>
        <a:spcAft>
          <a:spcPct val="0"/>
        </a:spcAft>
        <a:buChar char="»"/>
        <a:defRPr sz="2400">
          <a:solidFill>
            <a:schemeClr val="tx1"/>
          </a:solidFill>
          <a:latin typeface="+mn-lt"/>
          <a:ea typeface="+mn-ea"/>
        </a:defRPr>
      </a:lvl6pPr>
      <a:lvl7pPr marL="2971800" indent="-228600" algn="l" rtl="0" eaLnBrk="0" fontAlgn="base" hangingPunct="0">
        <a:lnSpc>
          <a:spcPct val="120000"/>
        </a:lnSpc>
        <a:spcBef>
          <a:spcPct val="20000"/>
        </a:spcBef>
        <a:spcAft>
          <a:spcPct val="0"/>
        </a:spcAft>
        <a:buChar char="»"/>
        <a:defRPr sz="2400">
          <a:solidFill>
            <a:schemeClr val="tx1"/>
          </a:solidFill>
          <a:latin typeface="+mn-lt"/>
          <a:ea typeface="+mn-ea"/>
        </a:defRPr>
      </a:lvl7pPr>
      <a:lvl8pPr marL="3429000" indent="-228600" algn="l" rtl="0" eaLnBrk="0" fontAlgn="base" hangingPunct="0">
        <a:lnSpc>
          <a:spcPct val="120000"/>
        </a:lnSpc>
        <a:spcBef>
          <a:spcPct val="20000"/>
        </a:spcBef>
        <a:spcAft>
          <a:spcPct val="0"/>
        </a:spcAft>
        <a:buChar char="»"/>
        <a:defRPr sz="2400">
          <a:solidFill>
            <a:schemeClr val="tx1"/>
          </a:solidFill>
          <a:latin typeface="+mn-lt"/>
          <a:ea typeface="+mn-ea"/>
        </a:defRPr>
      </a:lvl8pPr>
      <a:lvl9pPr marL="3886200" indent="-228600" algn="l" rtl="0" eaLnBrk="0" fontAlgn="base" hangingPunct="0">
        <a:lnSpc>
          <a:spcPct val="120000"/>
        </a:lnSpc>
        <a:spcBef>
          <a:spcPct val="20000"/>
        </a:spcBef>
        <a:spcAft>
          <a:spcPct val="0"/>
        </a:spcAft>
        <a:buChar char="»"/>
        <a:defRPr sz="24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graphicFrame>
        <p:nvGraphicFramePr>
          <p:cNvPr id="6146" name="Object 2"/>
          <p:cNvGraphicFramePr>
            <a:graphicFrameLocks noChangeAspect="1"/>
          </p:cNvGraphicFramePr>
          <p:nvPr/>
        </p:nvGraphicFramePr>
        <p:xfrm>
          <a:off x="12700" y="0"/>
          <a:ext cx="9132888" cy="608013"/>
        </p:xfrm>
        <a:graphic>
          <a:graphicData uri="http://schemas.openxmlformats.org/presentationml/2006/ole">
            <mc:AlternateContent xmlns:mc="http://schemas.openxmlformats.org/markup-compatibility/2006">
              <mc:Choice xmlns:v="urn:schemas-microsoft-com:vml" Requires="v">
                <p:oleObj spid="_x0000_s3080" name="" r:id="rId15" imgW="2398395" imgH="611505" progId="Photoshop.Image.6">
                  <p:embed/>
                </p:oleObj>
              </mc:Choice>
              <mc:Fallback>
                <p:oleObj name="" r:id="rId15" imgW="2398395" imgH="611505" progId="Photoshop.Image.6">
                  <p:embed/>
                  <p:pic>
                    <p:nvPicPr>
                      <p:cNvPr id="0" name="图片 3079"/>
                      <p:cNvPicPr/>
                      <p:nvPr/>
                    </p:nvPicPr>
                    <p:blipFill>
                      <a:blip r:embed="rId16"/>
                      <a:stretch>
                        <a:fillRect/>
                      </a:stretch>
                    </p:blipFill>
                    <p:spPr>
                      <a:xfrm>
                        <a:off x="12700" y="0"/>
                        <a:ext cx="9132888" cy="608013"/>
                      </a:xfrm>
                      <a:prstGeom prst="rect">
                        <a:avLst/>
                      </a:prstGeom>
                      <a:noFill/>
                      <a:ln w="38100">
                        <a:noFill/>
                        <a:miter/>
                      </a:ln>
                    </p:spPr>
                  </p:pic>
                </p:oleObj>
              </mc:Fallback>
            </mc:AlternateContent>
          </a:graphicData>
        </a:graphic>
      </p:graphicFrame>
      <p:sp>
        <p:nvSpPr>
          <p:cNvPr id="6147" name="Rectangle 6"/>
          <p:cNvSpPr/>
          <p:nvPr/>
        </p:nvSpPr>
        <p:spPr>
          <a:xfrm>
            <a:off x="0" y="457200"/>
            <a:ext cx="9145588" cy="685800"/>
          </a:xfrm>
          <a:prstGeom prst="rect">
            <a:avLst/>
          </a:prstGeom>
          <a:solidFill>
            <a:schemeClr val="tx2"/>
          </a:solidFill>
          <a:ln w="9525">
            <a:noFill/>
          </a:ln>
        </p:spPr>
        <p:txBody>
          <a:bodyPr wrap="none" anchor="ctr" anchorCtr="0"/>
          <a:p>
            <a:pPr lvl="0" eaLnBrk="1" hangingPunct="1"/>
            <a:endParaRPr lang="zh-CN" altLang="zh-CN" dirty="0">
              <a:latin typeface="Times New Roman" panose="02020603050405020304" pitchFamily="18" charset="0"/>
            </a:endParaRPr>
          </a:p>
        </p:txBody>
      </p:sp>
      <p:sp>
        <p:nvSpPr>
          <p:cNvPr id="6148" name="Rectangle 7"/>
          <p:cNvSpPr/>
          <p:nvPr/>
        </p:nvSpPr>
        <p:spPr>
          <a:xfrm>
            <a:off x="0" y="476250"/>
            <a:ext cx="3657600" cy="460375"/>
          </a:xfrm>
          <a:prstGeom prst="rect">
            <a:avLst/>
          </a:prstGeom>
          <a:solidFill>
            <a:schemeClr val="tx2"/>
          </a:solidFill>
          <a:ln w="9525">
            <a:noFill/>
          </a:ln>
        </p:spPr>
        <p:txBody>
          <a:bodyPr wrap="none" anchor="ctr" anchorCtr="0"/>
          <a:p>
            <a:pPr lvl="0" eaLnBrk="1" hangingPunct="1"/>
            <a:endParaRPr lang="zh-CN" altLang="zh-CN" dirty="0">
              <a:latin typeface="Times New Roman" panose="02020603050405020304" pitchFamily="18" charset="0"/>
            </a:endParaRPr>
          </a:p>
        </p:txBody>
      </p:sp>
      <p:sp>
        <p:nvSpPr>
          <p:cNvPr id="6149" name="Line 8"/>
          <p:cNvSpPr/>
          <p:nvPr/>
        </p:nvSpPr>
        <p:spPr>
          <a:xfrm>
            <a:off x="228600" y="1066800"/>
            <a:ext cx="8916988" cy="0"/>
          </a:xfrm>
          <a:prstGeom prst="line">
            <a:avLst/>
          </a:prstGeom>
          <a:ln w="9525" cap="flat" cmpd="sng">
            <a:solidFill>
              <a:schemeClr val="bg1"/>
            </a:solidFill>
            <a:prstDash val="solid"/>
            <a:headEnd type="none" w="med" len="med"/>
            <a:tailEnd type="none" w="med" len="med"/>
          </a:ln>
        </p:spPr>
      </p:sp>
      <p:sp>
        <p:nvSpPr>
          <p:cNvPr id="6150" name="Freeform 9"/>
          <p:cNvSpPr/>
          <p:nvPr/>
        </p:nvSpPr>
        <p:spPr>
          <a:xfrm>
            <a:off x="0" y="0"/>
            <a:ext cx="1835150" cy="1341438"/>
          </a:xfrm>
          <a:custGeom>
            <a:avLst/>
            <a:gdLst>
              <a:gd name="txL" fmla="*/ 0 w 1429"/>
              <a:gd name="txT" fmla="*/ 0 h 1032"/>
              <a:gd name="txR" fmla="*/ 1429 w 1429"/>
              <a:gd name="txB" fmla="*/ 1032 h 1032"/>
            </a:gdLst>
            <a:ahLst/>
            <a:cxnLst>
              <a:cxn ang="0">
                <a:pos x="0" y="0"/>
              </a:cxn>
              <a:cxn ang="0">
                <a:pos x="2147483647" y="2147483647"/>
              </a:cxn>
              <a:cxn ang="0">
                <a:pos x="2147483647" y="2147483647"/>
              </a:cxn>
              <a:cxn ang="0">
                <a:pos x="2147483647" y="2147483647"/>
              </a:cxn>
              <a:cxn ang="0">
                <a:pos x="0" y="2147483647"/>
              </a:cxn>
              <a:cxn ang="0">
                <a:pos x="0" y="0"/>
              </a:cxn>
            </a:cxnLst>
            <a:rect l="txL" t="txT" r="txR" b="txB"/>
            <a:pathLst>
              <a:path w="1429" h="1032">
                <a:moveTo>
                  <a:pt x="0" y="0"/>
                </a:moveTo>
                <a:lnTo>
                  <a:pt x="1429" y="1"/>
                </a:lnTo>
                <a:cubicBezTo>
                  <a:pt x="1404" y="4"/>
                  <a:pt x="1266" y="99"/>
                  <a:pt x="1098" y="309"/>
                </a:cubicBezTo>
                <a:cubicBezTo>
                  <a:pt x="932" y="520"/>
                  <a:pt x="880" y="977"/>
                  <a:pt x="885" y="1032"/>
                </a:cubicBezTo>
                <a:lnTo>
                  <a:pt x="0" y="1027"/>
                </a:lnTo>
                <a:lnTo>
                  <a:pt x="0" y="0"/>
                </a:lnTo>
                <a:close/>
              </a:path>
            </a:pathLst>
          </a:custGeom>
          <a:gradFill rotWithShape="1">
            <a:gsLst>
              <a:gs pos="0">
                <a:schemeClr val="accent2">
                  <a:alpha val="100000"/>
                </a:schemeClr>
              </a:gs>
              <a:gs pos="100000">
                <a:srgbClr val="5BA610">
                  <a:alpha val="100000"/>
                </a:srgbClr>
              </a:gs>
            </a:gsLst>
            <a:lin ang="2700000" scaled="1"/>
            <a:tileRect/>
          </a:gradFill>
          <a:ln w="9525">
            <a:noFill/>
          </a:ln>
        </p:spPr>
        <p:txBody>
          <a:bodyPr/>
          <a:p>
            <a:endParaRPr lang="zh-CN" altLang="en-US"/>
          </a:p>
        </p:txBody>
      </p:sp>
      <p:sp>
        <p:nvSpPr>
          <p:cNvPr id="6151" name="Rectangle 10"/>
          <p:cNvSpPr>
            <a:spLocks noGrp="1"/>
          </p:cNvSpPr>
          <p:nvPr>
            <p:ph type="body" idx="1"/>
          </p:nvPr>
        </p:nvSpPr>
        <p:spPr>
          <a:xfrm>
            <a:off x="1116013" y="1268413"/>
            <a:ext cx="7697787" cy="4900612"/>
          </a:xfrm>
          <a:prstGeom prst="rect">
            <a:avLst/>
          </a:prstGeom>
          <a:noFill/>
          <a:ln w="9525">
            <a:noFill/>
          </a:ln>
        </p:spPr>
        <p:txBody>
          <a:bodyPr/>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6152" name="Rectangle 14"/>
          <p:cNvSpPr>
            <a:spLocks noGrp="1"/>
          </p:cNvSpPr>
          <p:nvPr>
            <p:ph type="title"/>
          </p:nvPr>
        </p:nvSpPr>
        <p:spPr>
          <a:xfrm>
            <a:off x="1403350" y="476250"/>
            <a:ext cx="7240588" cy="563563"/>
          </a:xfrm>
          <a:prstGeom prst="rect">
            <a:avLst/>
          </a:prstGeom>
          <a:noFill/>
          <a:ln w="9525">
            <a:noFill/>
          </a:ln>
        </p:spPr>
        <p:txBody>
          <a:bodyPr anchor="ctr" anchorCtr="0"/>
          <a:p>
            <a:pPr lvl="0"/>
            <a:r>
              <a:rPr lang="zh-CN" altLang="en-US" dirty="0"/>
              <a:t>单击此处编辑母版标题样式</a:t>
            </a:r>
            <a:endParaRPr lang="zh-CN" altLang="en-US" dirty="0"/>
          </a:p>
        </p:txBody>
      </p:sp>
    </p:spTree>
  </p:cSld>
  <p:clrMap bg1="lt1" tx1="dk1" bg2="lt2" tx2="dk2" accent1="accent1" accent2="accent2" accent3="accent3" accent4="accent4" accent5="accent5" accent6="accent6" hlink="hlink" folHlink="folHlink"/>
  <p:sldLayoutIdLst>
    <p:sldLayoutId id="2147483709" r:id="rId1"/>
    <p:sldLayoutId id="2147483710" r:id="rId2"/>
    <p:sldLayoutId id="2147483711" r:id="rId3"/>
    <p:sldLayoutId id="2147483712" r:id="rId4"/>
    <p:sldLayoutId id="2147483713" r:id="rId5"/>
    <p:sldLayoutId id="2147483714" r:id="rId6"/>
    <p:sldLayoutId id="2147483715" r:id="rId7"/>
    <p:sldLayoutId id="2147483716" r:id="rId8"/>
    <p:sldLayoutId id="2147483717" r:id="rId9"/>
    <p:sldLayoutId id="2147483718" r:id="rId10"/>
    <p:sldLayoutId id="2147483719" r:id="rId11"/>
    <p:sldLayoutId id="2147483720" r:id="rId12"/>
    <p:sldLayoutId id="2147483721" r:id="rId13"/>
    <p:sldLayoutId id="2147483722" r:id="rId14"/>
  </p:sldLayoutIdLst>
  <p:hf sldNum="0" hdr="0" ftr="0" dt="0"/>
  <p:txStyles>
    <p:titleStyle>
      <a:lvl1pPr algn="l" rtl="0" eaLnBrk="0" fontAlgn="base" hangingPunct="0">
        <a:spcBef>
          <a:spcPct val="0"/>
        </a:spcBef>
        <a:spcAft>
          <a:spcPct val="0"/>
        </a:spcAft>
        <a:defRPr sz="3200" b="1">
          <a:solidFill>
            <a:schemeClr val="bg1"/>
          </a:solidFill>
          <a:latin typeface="+mj-lt"/>
          <a:ea typeface="+mj-ea"/>
          <a:cs typeface="+mj-cs"/>
        </a:defRPr>
      </a:lvl1pPr>
      <a:lvl2pPr algn="l" rtl="0" eaLnBrk="0" fontAlgn="base" hangingPunct="0">
        <a:spcBef>
          <a:spcPct val="0"/>
        </a:spcBef>
        <a:spcAft>
          <a:spcPct val="0"/>
        </a:spcAft>
        <a:defRPr sz="3200" b="1">
          <a:solidFill>
            <a:schemeClr val="bg1"/>
          </a:solidFill>
          <a:latin typeface="黑体" panose="02010609060101010101" pitchFamily="49" charset="-122"/>
          <a:ea typeface="黑体" panose="02010609060101010101" pitchFamily="49" charset="-122"/>
        </a:defRPr>
      </a:lvl2pPr>
      <a:lvl3pPr algn="l" rtl="0" eaLnBrk="0" fontAlgn="base" hangingPunct="0">
        <a:spcBef>
          <a:spcPct val="0"/>
        </a:spcBef>
        <a:spcAft>
          <a:spcPct val="0"/>
        </a:spcAft>
        <a:defRPr sz="3200" b="1">
          <a:solidFill>
            <a:schemeClr val="bg1"/>
          </a:solidFill>
          <a:latin typeface="黑体" panose="02010609060101010101" pitchFamily="49" charset="-122"/>
          <a:ea typeface="黑体" panose="02010609060101010101" pitchFamily="49" charset="-122"/>
        </a:defRPr>
      </a:lvl3pPr>
      <a:lvl4pPr algn="l" rtl="0" eaLnBrk="0" fontAlgn="base" hangingPunct="0">
        <a:spcBef>
          <a:spcPct val="0"/>
        </a:spcBef>
        <a:spcAft>
          <a:spcPct val="0"/>
        </a:spcAft>
        <a:defRPr sz="3200" b="1">
          <a:solidFill>
            <a:schemeClr val="bg1"/>
          </a:solidFill>
          <a:latin typeface="黑体" panose="02010609060101010101" pitchFamily="49" charset="-122"/>
          <a:ea typeface="黑体" panose="02010609060101010101" pitchFamily="49" charset="-122"/>
        </a:defRPr>
      </a:lvl4pPr>
      <a:lvl5pPr algn="l" rtl="0" eaLnBrk="0" fontAlgn="base" hangingPunct="0">
        <a:spcBef>
          <a:spcPct val="0"/>
        </a:spcBef>
        <a:spcAft>
          <a:spcPct val="0"/>
        </a:spcAft>
        <a:defRPr sz="3200" b="1">
          <a:solidFill>
            <a:schemeClr val="bg1"/>
          </a:solidFill>
          <a:latin typeface="黑体" panose="02010609060101010101" pitchFamily="49" charset="-122"/>
          <a:ea typeface="黑体" panose="02010609060101010101" pitchFamily="49" charset="-122"/>
        </a:defRPr>
      </a:lvl5pPr>
      <a:lvl6pPr marL="457200" algn="l" rtl="0" eaLnBrk="0" fontAlgn="base" hangingPunct="0">
        <a:spcBef>
          <a:spcPct val="0"/>
        </a:spcBef>
        <a:spcAft>
          <a:spcPct val="0"/>
        </a:spcAft>
        <a:defRPr sz="3200" b="1">
          <a:solidFill>
            <a:schemeClr val="bg1"/>
          </a:solidFill>
          <a:latin typeface="黑体" panose="02010609060101010101" pitchFamily="49" charset="-122"/>
          <a:ea typeface="黑体" panose="02010609060101010101" pitchFamily="49" charset="-122"/>
        </a:defRPr>
      </a:lvl6pPr>
      <a:lvl7pPr marL="914400" algn="l" rtl="0" eaLnBrk="0" fontAlgn="base" hangingPunct="0">
        <a:spcBef>
          <a:spcPct val="0"/>
        </a:spcBef>
        <a:spcAft>
          <a:spcPct val="0"/>
        </a:spcAft>
        <a:defRPr sz="3200" b="1">
          <a:solidFill>
            <a:schemeClr val="bg1"/>
          </a:solidFill>
          <a:latin typeface="黑体" panose="02010609060101010101" pitchFamily="49" charset="-122"/>
          <a:ea typeface="黑体" panose="02010609060101010101" pitchFamily="49" charset="-122"/>
        </a:defRPr>
      </a:lvl7pPr>
      <a:lvl8pPr marL="1371600" algn="l" rtl="0" eaLnBrk="0" fontAlgn="base" hangingPunct="0">
        <a:spcBef>
          <a:spcPct val="0"/>
        </a:spcBef>
        <a:spcAft>
          <a:spcPct val="0"/>
        </a:spcAft>
        <a:defRPr sz="3200" b="1">
          <a:solidFill>
            <a:schemeClr val="bg1"/>
          </a:solidFill>
          <a:latin typeface="黑体" panose="02010609060101010101" pitchFamily="49" charset="-122"/>
          <a:ea typeface="黑体" panose="02010609060101010101" pitchFamily="49" charset="-122"/>
        </a:defRPr>
      </a:lvl8pPr>
      <a:lvl9pPr marL="1828800" algn="l" rtl="0" eaLnBrk="0" fontAlgn="base" hangingPunct="0">
        <a:spcBef>
          <a:spcPct val="0"/>
        </a:spcBef>
        <a:spcAft>
          <a:spcPct val="0"/>
        </a:spcAft>
        <a:defRPr sz="3200" b="1">
          <a:solidFill>
            <a:schemeClr val="bg1"/>
          </a:solidFill>
          <a:latin typeface="黑体" panose="02010609060101010101" pitchFamily="49" charset="-122"/>
          <a:ea typeface="黑体" panose="02010609060101010101" pitchFamily="49" charset="-122"/>
        </a:defRPr>
      </a:lvl9pPr>
    </p:titleStyle>
    <p:bodyStyle>
      <a:lvl1pPr marL="342900" indent="-342900" algn="l" rtl="0" eaLnBrk="0" fontAlgn="base" hangingPunct="0">
        <a:lnSpc>
          <a:spcPct val="120000"/>
        </a:lnSpc>
        <a:spcBef>
          <a:spcPct val="20000"/>
        </a:spcBef>
        <a:spcAft>
          <a:spcPct val="0"/>
        </a:spcAft>
        <a:buClr>
          <a:schemeClr val="hlink"/>
        </a:buClr>
        <a:buFont typeface="Wingdings" panose="05000000000000000000" pitchFamily="2" charset="2"/>
        <a:buChar char="v"/>
        <a:defRPr sz="3200" b="1">
          <a:solidFill>
            <a:srgbClr val="0033CC"/>
          </a:solidFill>
          <a:latin typeface="+mn-lt"/>
          <a:ea typeface="+mn-ea"/>
          <a:cs typeface="+mn-cs"/>
        </a:defRPr>
      </a:lvl1pPr>
      <a:lvl2pPr marL="742950" indent="-285750" algn="l" rtl="0" eaLnBrk="0" fontAlgn="base" hangingPunct="0">
        <a:lnSpc>
          <a:spcPct val="120000"/>
        </a:lnSpc>
        <a:spcBef>
          <a:spcPct val="20000"/>
        </a:spcBef>
        <a:spcAft>
          <a:spcPct val="0"/>
        </a:spcAft>
        <a:buClr>
          <a:schemeClr val="accent2"/>
        </a:buClr>
        <a:buFont typeface="Wingdings" panose="05000000000000000000" pitchFamily="2" charset="2"/>
        <a:buChar char="n"/>
        <a:defRPr sz="2800" b="1">
          <a:solidFill>
            <a:schemeClr val="tx1"/>
          </a:solidFill>
          <a:latin typeface="+mn-lt"/>
          <a:ea typeface="+mn-ea"/>
        </a:defRPr>
      </a:lvl2pPr>
      <a:lvl3pPr marL="1143000" indent="-228600" algn="l" rtl="0" eaLnBrk="0" fontAlgn="base" hangingPunct="0">
        <a:lnSpc>
          <a:spcPct val="120000"/>
        </a:lnSpc>
        <a:spcBef>
          <a:spcPct val="20000"/>
        </a:spcBef>
        <a:spcAft>
          <a:spcPct val="0"/>
        </a:spcAft>
        <a:buClr>
          <a:schemeClr val="accent2"/>
        </a:buClr>
        <a:buSzPct val="85000"/>
        <a:buFont typeface="Wingdings" panose="05000000000000000000" pitchFamily="2" charset="2"/>
        <a:buChar char="p"/>
        <a:defRPr sz="2400" b="1">
          <a:solidFill>
            <a:schemeClr val="tx1"/>
          </a:solidFill>
          <a:latin typeface="+mn-lt"/>
          <a:ea typeface="+mn-ea"/>
        </a:defRPr>
      </a:lvl3pPr>
      <a:lvl4pPr marL="1600200" indent="-228600" algn="l" rtl="0" eaLnBrk="0" fontAlgn="base" hangingPunct="0">
        <a:lnSpc>
          <a:spcPct val="120000"/>
        </a:lnSpc>
        <a:spcBef>
          <a:spcPct val="20000"/>
        </a:spcBef>
        <a:spcAft>
          <a:spcPct val="0"/>
        </a:spcAft>
        <a:buClr>
          <a:schemeClr val="accent2"/>
        </a:buClr>
        <a:buSzPct val="80000"/>
        <a:buFont typeface="Wingdings" panose="05000000000000000000" pitchFamily="2" charset="2"/>
        <a:buChar char="l"/>
        <a:defRPr sz="2400">
          <a:solidFill>
            <a:schemeClr val="tx1"/>
          </a:solidFill>
          <a:latin typeface="+mn-lt"/>
          <a:ea typeface="+mn-ea"/>
        </a:defRPr>
      </a:lvl4pPr>
      <a:lvl5pPr marL="2057400" indent="-228600" algn="l" rtl="0" eaLnBrk="0" fontAlgn="base" hangingPunct="0">
        <a:lnSpc>
          <a:spcPct val="120000"/>
        </a:lnSpc>
        <a:spcBef>
          <a:spcPct val="20000"/>
        </a:spcBef>
        <a:spcAft>
          <a:spcPct val="0"/>
        </a:spcAft>
        <a:buChar char="»"/>
        <a:defRPr sz="2400">
          <a:solidFill>
            <a:schemeClr val="tx1"/>
          </a:solidFill>
          <a:latin typeface="+mn-lt"/>
          <a:ea typeface="+mn-ea"/>
        </a:defRPr>
      </a:lvl5pPr>
      <a:lvl6pPr marL="2514600" indent="-228600" algn="l" rtl="0" eaLnBrk="0" fontAlgn="base" hangingPunct="0">
        <a:lnSpc>
          <a:spcPct val="120000"/>
        </a:lnSpc>
        <a:spcBef>
          <a:spcPct val="20000"/>
        </a:spcBef>
        <a:spcAft>
          <a:spcPct val="0"/>
        </a:spcAft>
        <a:buChar char="»"/>
        <a:defRPr sz="2400">
          <a:solidFill>
            <a:schemeClr val="tx1"/>
          </a:solidFill>
          <a:latin typeface="+mn-lt"/>
          <a:ea typeface="+mn-ea"/>
        </a:defRPr>
      </a:lvl6pPr>
      <a:lvl7pPr marL="2971800" indent="-228600" algn="l" rtl="0" eaLnBrk="0" fontAlgn="base" hangingPunct="0">
        <a:lnSpc>
          <a:spcPct val="120000"/>
        </a:lnSpc>
        <a:spcBef>
          <a:spcPct val="20000"/>
        </a:spcBef>
        <a:spcAft>
          <a:spcPct val="0"/>
        </a:spcAft>
        <a:buChar char="»"/>
        <a:defRPr sz="2400">
          <a:solidFill>
            <a:schemeClr val="tx1"/>
          </a:solidFill>
          <a:latin typeface="+mn-lt"/>
          <a:ea typeface="+mn-ea"/>
        </a:defRPr>
      </a:lvl7pPr>
      <a:lvl8pPr marL="3429000" indent="-228600" algn="l" rtl="0" eaLnBrk="0" fontAlgn="base" hangingPunct="0">
        <a:lnSpc>
          <a:spcPct val="120000"/>
        </a:lnSpc>
        <a:spcBef>
          <a:spcPct val="20000"/>
        </a:spcBef>
        <a:spcAft>
          <a:spcPct val="0"/>
        </a:spcAft>
        <a:buChar char="»"/>
        <a:defRPr sz="2400">
          <a:solidFill>
            <a:schemeClr val="tx1"/>
          </a:solidFill>
          <a:latin typeface="+mn-lt"/>
          <a:ea typeface="+mn-ea"/>
        </a:defRPr>
      </a:lvl8pPr>
      <a:lvl9pPr marL="3886200" indent="-228600" algn="l" rtl="0" eaLnBrk="0" fontAlgn="base" hangingPunct="0">
        <a:lnSpc>
          <a:spcPct val="120000"/>
        </a:lnSpc>
        <a:spcBef>
          <a:spcPct val="20000"/>
        </a:spcBef>
        <a:spcAft>
          <a:spcPct val="0"/>
        </a:spcAft>
        <a:buChar char="»"/>
        <a:defRPr sz="24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8.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8.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8.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8.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8.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8.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8.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7.xml"/><Relationship Id="rId1" Type="http://schemas.openxmlformats.org/officeDocument/2006/relationships/image" Target="../media/image2.png"/></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notesSlide" Target="../notesSlides/notesSlide19.xml"/><Relationship Id="rId2" Type="http://schemas.openxmlformats.org/officeDocument/2006/relationships/slideLayout" Target="../slideLayouts/slideLayout7.xml"/><Relationship Id="rId1" Type="http://schemas.openxmlformats.org/officeDocument/2006/relationships/image" Target="../media/image3.png"/></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5" Type="http://schemas.openxmlformats.org/officeDocument/2006/relationships/notesSlide" Target="../notesSlides/notesSlide22.xml"/><Relationship Id="rId4" Type="http://schemas.openxmlformats.org/officeDocument/2006/relationships/vmlDrawing" Target="../drawings/vmlDrawing7.vml"/><Relationship Id="rId3" Type="http://schemas.openxmlformats.org/officeDocument/2006/relationships/slideLayout" Target="../slideLayouts/slideLayout7.xml"/><Relationship Id="rId2" Type="http://schemas.openxmlformats.org/officeDocument/2006/relationships/image" Target="../media/image4.emf"/><Relationship Id="rId1" Type="http://schemas.openxmlformats.org/officeDocument/2006/relationships/oleObject" Target="../embeddings/oleObject7.bin"/></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9.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9.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9.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9.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9.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9.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9.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9.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9.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9.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9.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9.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9.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9.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9.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9.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9.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3" Type="http://schemas.openxmlformats.org/officeDocument/2006/relationships/notesSlide" Target="../notesSlides/notesSlide42.xml"/><Relationship Id="rId2" Type="http://schemas.openxmlformats.org/officeDocument/2006/relationships/slideLayout" Target="../slideLayouts/slideLayout40.xml"/><Relationship Id="rId1" Type="http://schemas.openxmlformats.org/officeDocument/2006/relationships/image" Target="../media/image5.png"/></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40.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40.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40.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40.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40.xml"/></Relationships>
</file>

<file path=ppt/slides/_rels/slide48.xml.rels><?xml version="1.0" encoding="UTF-8" standalone="yes"?>
<Relationships xmlns="http://schemas.openxmlformats.org/package/2006/relationships"><Relationship Id="rId3" Type="http://schemas.openxmlformats.org/officeDocument/2006/relationships/notesSlide" Target="../notesSlides/notesSlide48.xml"/><Relationship Id="rId2" Type="http://schemas.openxmlformats.org/officeDocument/2006/relationships/slideLayout" Target="../slideLayouts/slideLayout57.xml"/><Relationship Id="rId1" Type="http://schemas.openxmlformats.org/officeDocument/2006/relationships/audio" Target="../media/audio1.wav"/></Relationships>
</file>

<file path=ppt/slides/_rels/slide49.xml.rels><?xml version="1.0" encoding="UTF-8" standalone="yes"?>
<Relationships xmlns="http://schemas.openxmlformats.org/package/2006/relationships"><Relationship Id="rId3" Type="http://schemas.openxmlformats.org/officeDocument/2006/relationships/notesSlide" Target="../notesSlides/notesSlide49.xml"/><Relationship Id="rId2" Type="http://schemas.openxmlformats.org/officeDocument/2006/relationships/slideLayout" Target="../slideLayouts/slideLayout57.xml"/><Relationship Id="rId1" Type="http://schemas.openxmlformats.org/officeDocument/2006/relationships/audio" Target="../media/audio1.wav"/></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46.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46.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46.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46.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46.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46.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46.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57.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67.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68.xml"/></Relationships>
</file>

<file path=ppt/slides/_rels/slide60.xml.rels><?xml version="1.0" encoding="UTF-8" standalone="yes"?>
<Relationships xmlns="http://schemas.openxmlformats.org/package/2006/relationships"><Relationship Id="rId3" Type="http://schemas.openxmlformats.org/officeDocument/2006/relationships/notesSlide" Target="../notesSlides/notesSlide60.xml"/><Relationship Id="rId2" Type="http://schemas.openxmlformats.org/officeDocument/2006/relationships/slideLayout" Target="../slideLayouts/slideLayout68.xml"/><Relationship Id="rId1" Type="http://schemas.openxmlformats.org/officeDocument/2006/relationships/image" Target="../media/image6.png"/></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57.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69.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67.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67.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57.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57.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57.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68.xml"/><Relationship Id="rId1" Type="http://schemas.openxmlformats.org/officeDocument/2006/relationships/slideLayout" Target="../slideLayouts/slideLayout57.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69.xml"/><Relationship Id="rId1" Type="http://schemas.openxmlformats.org/officeDocument/2006/relationships/slideLayout" Target="../slideLayouts/slideLayout57.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70.xml"/><Relationship Id="rId1" Type="http://schemas.openxmlformats.org/officeDocument/2006/relationships/slideLayout" Target="../slideLayouts/slideLayout57.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71.xml"/><Relationship Id="rId1" Type="http://schemas.openxmlformats.org/officeDocument/2006/relationships/slideLayout" Target="../slideLayouts/slideLayout57.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72.xml"/><Relationship Id="rId1" Type="http://schemas.openxmlformats.org/officeDocument/2006/relationships/slideLayout" Target="../slideLayouts/slideLayout57.xml"/></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73.xml"/><Relationship Id="rId1" Type="http://schemas.openxmlformats.org/officeDocument/2006/relationships/slideLayout" Target="../slideLayouts/slideLayout57.xml"/></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74.xml"/><Relationship Id="rId1" Type="http://schemas.openxmlformats.org/officeDocument/2006/relationships/slideLayout" Target="../slideLayouts/slideLayout57.xml"/></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75.xml"/><Relationship Id="rId1" Type="http://schemas.openxmlformats.org/officeDocument/2006/relationships/slideLayout" Target="../slideLayouts/slideLayout57.xml"/></Relationships>
</file>

<file path=ppt/slides/_rels/slide76.xml.rels><?xml version="1.0" encoding="UTF-8" standalone="yes"?>
<Relationships xmlns="http://schemas.openxmlformats.org/package/2006/relationships"><Relationship Id="rId3" Type="http://schemas.openxmlformats.org/officeDocument/2006/relationships/notesSlide" Target="../notesSlides/notesSlide76.xml"/><Relationship Id="rId2" Type="http://schemas.openxmlformats.org/officeDocument/2006/relationships/slideLayout" Target="../slideLayouts/slideLayout57.xml"/><Relationship Id="rId1" Type="http://schemas.openxmlformats.org/officeDocument/2006/relationships/image" Target="../media/image7.png"/></Relationships>
</file>

<file path=ppt/slides/_rels/slide77.xml.rels><?xml version="1.0" encoding="UTF-8" standalone="yes"?>
<Relationships xmlns="http://schemas.openxmlformats.org/package/2006/relationships"><Relationship Id="rId2" Type="http://schemas.openxmlformats.org/officeDocument/2006/relationships/notesSlide" Target="../notesSlides/notesSlide77.xml"/><Relationship Id="rId1" Type="http://schemas.openxmlformats.org/officeDocument/2006/relationships/slideLayout" Target="../slideLayouts/slideLayout7.xml"/></Relationships>
</file>

<file path=ppt/slides/_rels/slide78.xml.rels><?xml version="1.0" encoding="UTF-8" standalone="yes"?>
<Relationships xmlns="http://schemas.openxmlformats.org/package/2006/relationships"><Relationship Id="rId2" Type="http://schemas.openxmlformats.org/officeDocument/2006/relationships/notesSlide" Target="../notesSlides/notesSlide78.xml"/><Relationship Id="rId1" Type="http://schemas.openxmlformats.org/officeDocument/2006/relationships/slideLayout" Target="../slideLayouts/slideLayout7.xml"/></Relationships>
</file>

<file path=ppt/slides/_rels/slide79.xml.rels><?xml version="1.0" encoding="UTF-8" standalone="yes"?>
<Relationships xmlns="http://schemas.openxmlformats.org/package/2006/relationships"><Relationship Id="rId2" Type="http://schemas.openxmlformats.org/officeDocument/2006/relationships/notesSlide" Target="../notesSlides/notesSlide79.xml"/><Relationship Id="rId1" Type="http://schemas.openxmlformats.org/officeDocument/2006/relationships/slideLayout" Target="../slideLayouts/slideLayout7.xml"/></Relationships>
</file>

<file path=ppt/slides/_rels/slide80.xml.rels><?xml version="1.0" encoding="UTF-8" standalone="yes"?>
<Relationships xmlns="http://schemas.openxmlformats.org/package/2006/relationships"><Relationship Id="rId2" Type="http://schemas.openxmlformats.org/officeDocument/2006/relationships/notesSlide" Target="../notesSlides/notesSlide80.xml"/><Relationship Id="rId1" Type="http://schemas.openxmlformats.org/officeDocument/2006/relationships/slideLayout" Target="../slideLayouts/slideLayout7.xml"/></Relationships>
</file>

<file path=ppt/slides/_rels/slide81.xml.rels><?xml version="1.0" encoding="UTF-8" standalone="yes"?>
<Relationships xmlns="http://schemas.openxmlformats.org/package/2006/relationships"><Relationship Id="rId2" Type="http://schemas.openxmlformats.org/officeDocument/2006/relationships/notesSlide" Target="../notesSlides/notesSlide81.xml"/><Relationship Id="rId1" Type="http://schemas.openxmlformats.org/officeDocument/2006/relationships/slideLayout" Target="../slideLayouts/slideLayout7.xml"/></Relationships>
</file>

<file path=ppt/slides/_rels/slide82.xml.rels><?xml version="1.0" encoding="UTF-8" standalone="yes"?>
<Relationships xmlns="http://schemas.openxmlformats.org/package/2006/relationships"><Relationship Id="rId2" Type="http://schemas.openxmlformats.org/officeDocument/2006/relationships/notesSlide" Target="../notesSlides/notesSlide82.xml"/><Relationship Id="rId1" Type="http://schemas.openxmlformats.org/officeDocument/2006/relationships/slideLayout" Target="../slideLayouts/slideLayout7.xml"/></Relationships>
</file>

<file path=ppt/slides/_rels/slide83.xml.rels><?xml version="1.0" encoding="UTF-8" standalone="yes"?>
<Relationships xmlns="http://schemas.openxmlformats.org/package/2006/relationships"><Relationship Id="rId2" Type="http://schemas.openxmlformats.org/officeDocument/2006/relationships/notesSlide" Target="../notesSlides/notesSlide83.xml"/><Relationship Id="rId1" Type="http://schemas.openxmlformats.org/officeDocument/2006/relationships/slideLayout" Target="../slideLayouts/slideLayout7.xml"/></Relationships>
</file>

<file path=ppt/slides/_rels/slide84.xml.rels><?xml version="1.0" encoding="UTF-8" standalone="yes"?>
<Relationships xmlns="http://schemas.openxmlformats.org/package/2006/relationships"><Relationship Id="rId2" Type="http://schemas.openxmlformats.org/officeDocument/2006/relationships/notesSlide" Target="../notesSlides/notesSlide84.xml"/><Relationship Id="rId1" Type="http://schemas.openxmlformats.org/officeDocument/2006/relationships/slideLayout" Target="../slideLayouts/slideLayout7.xml"/></Relationships>
</file>

<file path=ppt/slides/_rels/slide85.xml.rels><?xml version="1.0" encoding="UTF-8" standalone="yes"?>
<Relationships xmlns="http://schemas.openxmlformats.org/package/2006/relationships"><Relationship Id="rId2" Type="http://schemas.openxmlformats.org/officeDocument/2006/relationships/notesSlide" Target="../notesSlides/notesSlide85.xml"/><Relationship Id="rId1" Type="http://schemas.openxmlformats.org/officeDocument/2006/relationships/slideLayout" Target="../slideLayouts/slideLayout7.xml"/></Relationships>
</file>

<file path=ppt/slides/_rels/slide86.xml.rels><?xml version="1.0" encoding="UTF-8" standalone="yes"?>
<Relationships xmlns="http://schemas.openxmlformats.org/package/2006/relationships"><Relationship Id="rId2" Type="http://schemas.openxmlformats.org/officeDocument/2006/relationships/notesSlide" Target="../notesSlides/notesSlide86.xml"/><Relationship Id="rId1" Type="http://schemas.openxmlformats.org/officeDocument/2006/relationships/slideLayout" Target="../slideLayouts/slideLayout7.xml"/></Relationships>
</file>

<file path=ppt/slides/_rels/slide87.xml.rels><?xml version="1.0" encoding="UTF-8" standalone="yes"?>
<Relationships xmlns="http://schemas.openxmlformats.org/package/2006/relationships"><Relationship Id="rId2" Type="http://schemas.openxmlformats.org/officeDocument/2006/relationships/notesSlide" Target="../notesSlides/notesSlide87.xml"/><Relationship Id="rId1" Type="http://schemas.openxmlformats.org/officeDocument/2006/relationships/slideLayout" Target="../slideLayouts/slideLayout7.xml"/></Relationships>
</file>

<file path=ppt/slides/_rels/slide88.xml.rels><?xml version="1.0" encoding="UTF-8" standalone="yes"?>
<Relationships xmlns="http://schemas.openxmlformats.org/package/2006/relationships"><Relationship Id="rId2" Type="http://schemas.openxmlformats.org/officeDocument/2006/relationships/notesSlide" Target="../notesSlides/notesSlide88.xml"/><Relationship Id="rId1" Type="http://schemas.openxmlformats.org/officeDocument/2006/relationships/slideLayout" Target="../slideLayouts/slideLayout7.xml"/></Relationships>
</file>

<file path=ppt/slides/_rels/slide89.xml.rels><?xml version="1.0" encoding="UTF-8" standalone="yes"?>
<Relationships xmlns="http://schemas.openxmlformats.org/package/2006/relationships"><Relationship Id="rId2" Type="http://schemas.openxmlformats.org/officeDocument/2006/relationships/notesSlide" Target="../notesSlides/notesSlide89.xml"/><Relationship Id="rId1" Type="http://schemas.openxmlformats.org/officeDocument/2006/relationships/slideLayout" Target="../slideLayouts/slideLayout7.xml"/></Relationships>
</file>

<file path=ppt/slides/_rels/slide90.xml.rels><?xml version="1.0" encoding="UTF-8" standalone="yes"?>
<Relationships xmlns="http://schemas.openxmlformats.org/package/2006/relationships"><Relationship Id="rId2" Type="http://schemas.openxmlformats.org/officeDocument/2006/relationships/notesSlide" Target="../notesSlides/notesSlide90.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170" name="Rectangle 2"/>
          <p:cNvSpPr>
            <a:spLocks noGrp="1"/>
          </p:cNvSpPr>
          <p:nvPr>
            <p:ph type="title" idx="4294967295"/>
          </p:nvPr>
        </p:nvSpPr>
        <p:spPr>
          <a:ln/>
        </p:spPr>
        <p:txBody>
          <a:bodyPr vert="horz" wrap="square" lIns="100776" tIns="50388" rIns="100776" bIns="50388" anchor="ctr" anchorCtr="0"/>
          <a:p>
            <a:pPr algn="r"/>
            <a:r>
              <a:rPr lang="zh-CN" altLang="en-US" sz="3600" dirty="0"/>
              <a:t>主要内容</a:t>
            </a:r>
            <a:endParaRPr lang="zh-CN" altLang="en-US" sz="3600" dirty="0"/>
          </a:p>
        </p:txBody>
      </p:sp>
      <p:sp>
        <p:nvSpPr>
          <p:cNvPr id="7171" name="Rectangle 3"/>
          <p:cNvSpPr>
            <a:spLocks noGrp="1"/>
          </p:cNvSpPr>
          <p:nvPr>
            <p:ph type="body" idx="4294967295"/>
          </p:nvPr>
        </p:nvSpPr>
        <p:spPr>
          <a:xfrm>
            <a:off x="1754188" y="1370013"/>
            <a:ext cx="7086600" cy="4724400"/>
          </a:xfrm>
          <a:ln/>
        </p:spPr>
        <p:txBody>
          <a:bodyPr vert="horz" wrap="square" lIns="100776" tIns="50388" rIns="100776" bIns="50388" anchor="t" anchorCtr="0"/>
          <a:p>
            <a:pPr>
              <a:lnSpc>
                <a:spcPct val="140000"/>
              </a:lnSpc>
            </a:pPr>
            <a:r>
              <a:rPr lang="zh-CN" altLang="en-US" sz="3600" dirty="0">
                <a:sym typeface="Arial" panose="020B0604020202020204" pitchFamily="34" charset="0"/>
              </a:rPr>
              <a:t>操作系统的安全问题</a:t>
            </a:r>
            <a:endParaRPr lang="zh-CN" altLang="en-US" sz="3600" dirty="0">
              <a:sym typeface="Arial" panose="020B0604020202020204" pitchFamily="34" charset="0"/>
            </a:endParaRPr>
          </a:p>
          <a:p>
            <a:pPr>
              <a:lnSpc>
                <a:spcPct val="140000"/>
              </a:lnSpc>
            </a:pPr>
            <a:r>
              <a:rPr lang="zh-CN" altLang="en-US" sz="3600" dirty="0"/>
              <a:t>操作系统身份认证</a:t>
            </a:r>
            <a:endParaRPr lang="en-US" altLang="zh-CN" sz="3600" dirty="0"/>
          </a:p>
          <a:p>
            <a:pPr>
              <a:lnSpc>
                <a:spcPct val="140000"/>
              </a:lnSpc>
            </a:pPr>
            <a:r>
              <a:rPr lang="zh-CN" altLang="en-US" sz="3600" dirty="0"/>
              <a:t>操作系统访问控制</a:t>
            </a:r>
            <a:endParaRPr lang="zh-CN" altLang="en-US" sz="3600" dirty="0"/>
          </a:p>
          <a:p>
            <a:pPr>
              <a:lnSpc>
                <a:spcPct val="140000"/>
              </a:lnSpc>
            </a:pPr>
            <a:r>
              <a:rPr lang="zh-CN" altLang="en-US" sz="3600" dirty="0"/>
              <a:t>操作系统存储保护</a:t>
            </a:r>
            <a:endParaRPr lang="zh-CN" altLang="en-US" sz="3600" dirty="0"/>
          </a:p>
          <a:p>
            <a:pPr>
              <a:lnSpc>
                <a:spcPct val="140000"/>
              </a:lnSpc>
            </a:pPr>
            <a:r>
              <a:rPr lang="zh-CN" altLang="en-US" sz="3600" dirty="0"/>
              <a:t>其他安全机制</a:t>
            </a:r>
            <a:endParaRPr lang="zh-CN" altLang="en-US" sz="3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194" name="Rectangle 2"/>
          <p:cNvSpPr>
            <a:spLocks noGrp="1"/>
          </p:cNvSpPr>
          <p:nvPr>
            <p:ph type="title" idx="4294967295"/>
          </p:nvPr>
        </p:nvSpPr>
        <p:spPr>
          <a:ln/>
        </p:spPr>
        <p:txBody>
          <a:bodyPr vert="horz" wrap="square" lIns="100776" tIns="50388" rIns="100776" bIns="50388" anchor="ctr" anchorCtr="0"/>
          <a:p>
            <a:pPr algn="r"/>
            <a:r>
              <a:rPr lang="zh-CN" altLang="en-US" sz="3600" dirty="0"/>
              <a:t>主要内容</a:t>
            </a:r>
            <a:endParaRPr lang="zh-CN" altLang="en-US" sz="3600" dirty="0"/>
          </a:p>
        </p:txBody>
      </p:sp>
      <p:sp>
        <p:nvSpPr>
          <p:cNvPr id="8195" name="Rectangle 3"/>
          <p:cNvSpPr>
            <a:spLocks noGrp="1"/>
          </p:cNvSpPr>
          <p:nvPr>
            <p:ph type="body" idx="4294967295"/>
          </p:nvPr>
        </p:nvSpPr>
        <p:spPr>
          <a:xfrm>
            <a:off x="1754188" y="1370013"/>
            <a:ext cx="7086600" cy="3883025"/>
          </a:xfrm>
          <a:ln/>
        </p:spPr>
        <p:txBody>
          <a:bodyPr vert="horz" wrap="square" lIns="100776" tIns="50388" rIns="100776" bIns="50388" anchor="t" anchorCtr="0"/>
          <a:p>
            <a:r>
              <a:rPr lang="zh-CN" altLang="en-US" sz="3600" dirty="0">
                <a:solidFill>
                  <a:srgbClr val="FF0000"/>
                </a:solidFill>
                <a:sym typeface="Arial" panose="020B0604020202020204" pitchFamily="34" charset="0"/>
              </a:rPr>
              <a:t>操作系统的安全问题</a:t>
            </a:r>
            <a:endParaRPr lang="zh-CN" altLang="en-US" sz="3600" dirty="0">
              <a:solidFill>
                <a:srgbClr val="FF0000"/>
              </a:solidFill>
              <a:sym typeface="Arial" panose="020B0604020202020204" pitchFamily="34" charset="0"/>
            </a:endParaRPr>
          </a:p>
          <a:p>
            <a:r>
              <a:rPr lang="zh-CN" altLang="en-US" sz="3600" dirty="0"/>
              <a:t>操作系统身份认证</a:t>
            </a:r>
            <a:endParaRPr lang="en-US" altLang="zh-CN" sz="3600" dirty="0"/>
          </a:p>
          <a:p>
            <a:r>
              <a:rPr lang="zh-CN" altLang="en-US" sz="3600" dirty="0"/>
              <a:t>操作系统访问控制</a:t>
            </a:r>
            <a:endParaRPr lang="zh-CN" altLang="en-US" sz="3600" dirty="0"/>
          </a:p>
          <a:p>
            <a:r>
              <a:rPr lang="zh-CN" altLang="en-US" sz="3600" dirty="0"/>
              <a:t>操作系统存储保护</a:t>
            </a:r>
            <a:endParaRPr lang="zh-CN" altLang="en-US" sz="3600" dirty="0"/>
          </a:p>
          <a:p>
            <a:r>
              <a:rPr lang="zh-CN" altLang="en-US" sz="3600" dirty="0"/>
              <a:t>其他安全机制</a:t>
            </a:r>
            <a:endParaRPr lang="zh-CN" altLang="en-US" sz="3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218" name="Rectangle 3"/>
          <p:cNvSpPr>
            <a:spLocks noGrp="1"/>
          </p:cNvSpPr>
          <p:nvPr>
            <p:ph type="body" idx="4294967295"/>
          </p:nvPr>
        </p:nvSpPr>
        <p:spPr>
          <a:xfrm>
            <a:off x="1116013" y="1341438"/>
            <a:ext cx="7419975" cy="1019175"/>
          </a:xfrm>
          <a:ln/>
        </p:spPr>
        <p:txBody>
          <a:bodyPr vert="horz" wrap="square" lIns="91440" tIns="45720" rIns="91440" bIns="45720" anchor="t" anchorCtr="0"/>
          <a:p>
            <a:pPr eaLnBrk="1" hangingPunct="1"/>
            <a:r>
              <a:rPr lang="zh-CN" altLang="en-US" dirty="0">
                <a:latin typeface="黑体" panose="02010609060101010101" pitchFamily="49" charset="-122"/>
              </a:rPr>
              <a:t>典型信息系统的结构</a:t>
            </a:r>
            <a:endParaRPr lang="en-US" altLang="zh-CN" dirty="0">
              <a:latin typeface="黑体" panose="02010609060101010101" pitchFamily="49" charset="-122"/>
            </a:endParaRPr>
          </a:p>
        </p:txBody>
      </p:sp>
      <p:sp>
        <p:nvSpPr>
          <p:cNvPr id="9219" name="标题 1"/>
          <p:cNvSpPr txBox="1"/>
          <p:nvPr/>
        </p:nvSpPr>
        <p:spPr>
          <a:xfrm>
            <a:off x="1403350" y="476250"/>
            <a:ext cx="7240588" cy="563563"/>
          </a:xfrm>
          <a:prstGeom prst="rect">
            <a:avLst/>
          </a:prstGeom>
          <a:noFill/>
          <a:ln w="9525">
            <a:noFill/>
          </a:ln>
        </p:spPr>
        <p:txBody>
          <a:bodyPr anchor="ctr" anchorCtr="0"/>
          <a:p>
            <a:pPr eaLnBrk="0" hangingPunct="0"/>
            <a:r>
              <a:rPr lang="zh-CN" altLang="en-US" sz="2800" b="0" i="1" dirty="0">
                <a:solidFill>
                  <a:schemeClr val="bg1"/>
                </a:solidFill>
                <a:latin typeface="黑体" panose="02010609060101010101" pitchFamily="49" charset="-122"/>
                <a:ea typeface="黑体" panose="02010609060101010101" pitchFamily="49" charset="-122"/>
              </a:rPr>
              <a:t>操作系统的定义</a:t>
            </a:r>
            <a:endParaRPr lang="zh-CN" altLang="en-US" sz="2800" b="0" i="1" dirty="0">
              <a:solidFill>
                <a:schemeClr val="bg1"/>
              </a:solidFill>
              <a:latin typeface="黑体" panose="02010609060101010101" pitchFamily="49" charset="-122"/>
              <a:ea typeface="黑体" panose="02010609060101010101" pitchFamily="49" charset="-122"/>
            </a:endParaRPr>
          </a:p>
        </p:txBody>
      </p:sp>
      <p:grpSp>
        <p:nvGrpSpPr>
          <p:cNvPr id="9220" name="组合 1"/>
          <p:cNvGrpSpPr/>
          <p:nvPr/>
        </p:nvGrpSpPr>
        <p:grpSpPr>
          <a:xfrm>
            <a:off x="534988" y="2208213"/>
            <a:ext cx="8108950" cy="4038600"/>
            <a:chOff x="1260475" y="2894013"/>
            <a:chExt cx="6985000" cy="2805112"/>
          </a:xfrm>
        </p:grpSpPr>
        <p:sp>
          <p:nvSpPr>
            <p:cNvPr id="9221" name="AutoShape 5"/>
            <p:cNvSpPr/>
            <p:nvPr/>
          </p:nvSpPr>
          <p:spPr>
            <a:xfrm>
              <a:off x="1260475" y="4835525"/>
              <a:ext cx="6985000" cy="863600"/>
            </a:xfrm>
            <a:prstGeom prst="cube">
              <a:avLst>
                <a:gd name="adj" fmla="val 25000"/>
              </a:avLst>
            </a:prstGeom>
            <a:solidFill>
              <a:schemeClr val="accent1"/>
            </a:solidFill>
            <a:ln w="9525" cap="flat" cmpd="sng">
              <a:solidFill>
                <a:schemeClr val="tx1"/>
              </a:solidFill>
              <a:prstDash val="solid"/>
              <a:miter/>
              <a:headEnd type="none" w="med" len="med"/>
              <a:tailEnd type="none" w="med" len="med"/>
            </a:ln>
          </p:spPr>
          <p:txBody>
            <a:bodyPr wrap="none" anchor="ctr" anchorCtr="0"/>
            <a:p>
              <a:r>
                <a:rPr lang="zh-CN" altLang="en-US" sz="2800" dirty="0">
                  <a:latin typeface="Times New Roman" panose="02020603050405020304" pitchFamily="18" charset="0"/>
                </a:rPr>
                <a:t>计算机硬件</a:t>
              </a:r>
              <a:endParaRPr lang="zh-CN" altLang="en-US" sz="2800" dirty="0">
                <a:latin typeface="Times New Roman" panose="02020603050405020304" pitchFamily="18" charset="0"/>
              </a:endParaRPr>
            </a:p>
          </p:txBody>
        </p:sp>
        <p:sp>
          <p:nvSpPr>
            <p:cNvPr id="9222" name="AutoShape 6"/>
            <p:cNvSpPr/>
            <p:nvPr/>
          </p:nvSpPr>
          <p:spPr>
            <a:xfrm>
              <a:off x="1260475" y="4260850"/>
              <a:ext cx="5761038" cy="790575"/>
            </a:xfrm>
            <a:prstGeom prst="cube">
              <a:avLst>
                <a:gd name="adj" fmla="val 25000"/>
              </a:avLst>
            </a:prstGeom>
            <a:solidFill>
              <a:srgbClr val="993366"/>
            </a:solidFill>
            <a:ln w="9525" cap="flat" cmpd="sng">
              <a:solidFill>
                <a:schemeClr val="tx1"/>
              </a:solidFill>
              <a:prstDash val="solid"/>
              <a:miter/>
              <a:headEnd type="none" w="med" len="med"/>
              <a:tailEnd type="none" w="med" len="med"/>
            </a:ln>
          </p:spPr>
          <p:txBody>
            <a:bodyPr wrap="none" anchor="ctr" anchorCtr="0"/>
            <a:p>
              <a:r>
                <a:rPr lang="zh-CN" altLang="en-US" sz="2800" dirty="0">
                  <a:solidFill>
                    <a:srgbClr val="66FF33"/>
                  </a:solidFill>
                  <a:latin typeface="Times New Roman" panose="02020603050405020304" pitchFamily="18" charset="0"/>
                </a:rPr>
                <a:t>操作系统</a:t>
              </a:r>
              <a:endParaRPr lang="zh-CN" altLang="en-US" sz="2800" dirty="0">
                <a:solidFill>
                  <a:srgbClr val="66FF33"/>
                </a:solidFill>
                <a:latin typeface="Times New Roman" panose="02020603050405020304" pitchFamily="18" charset="0"/>
              </a:endParaRPr>
            </a:p>
          </p:txBody>
        </p:sp>
        <p:sp>
          <p:nvSpPr>
            <p:cNvPr id="9223" name="AutoShape 7"/>
            <p:cNvSpPr/>
            <p:nvPr/>
          </p:nvSpPr>
          <p:spPr>
            <a:xfrm>
              <a:off x="1260475" y="3613150"/>
              <a:ext cx="4249738" cy="865188"/>
            </a:xfrm>
            <a:prstGeom prst="cube">
              <a:avLst>
                <a:gd name="adj" fmla="val 25000"/>
              </a:avLst>
            </a:prstGeom>
            <a:solidFill>
              <a:schemeClr val="accent1"/>
            </a:solidFill>
            <a:ln w="9525" cap="flat" cmpd="sng">
              <a:solidFill>
                <a:schemeClr val="tx1"/>
              </a:solidFill>
              <a:prstDash val="solid"/>
              <a:miter/>
              <a:headEnd type="none" w="med" len="med"/>
              <a:tailEnd type="none" w="med" len="med"/>
            </a:ln>
          </p:spPr>
          <p:txBody>
            <a:bodyPr wrap="none" anchor="ctr" anchorCtr="0"/>
            <a:p>
              <a:r>
                <a:rPr lang="zh-CN" altLang="en-US" sz="2800" dirty="0">
                  <a:latin typeface="Times New Roman" panose="02020603050405020304" pitchFamily="18" charset="0"/>
                </a:rPr>
                <a:t>数据库系统等平台软件</a:t>
              </a:r>
              <a:endParaRPr lang="zh-CN" altLang="en-US" sz="2800" dirty="0">
                <a:latin typeface="Times New Roman" panose="02020603050405020304" pitchFamily="18" charset="0"/>
              </a:endParaRPr>
            </a:p>
          </p:txBody>
        </p:sp>
        <p:sp>
          <p:nvSpPr>
            <p:cNvPr id="9224" name="AutoShape 8"/>
            <p:cNvSpPr/>
            <p:nvPr/>
          </p:nvSpPr>
          <p:spPr>
            <a:xfrm>
              <a:off x="1260475" y="2894013"/>
              <a:ext cx="3241675" cy="935037"/>
            </a:xfrm>
            <a:prstGeom prst="cube">
              <a:avLst>
                <a:gd name="adj" fmla="val 25000"/>
              </a:avLst>
            </a:prstGeom>
            <a:solidFill>
              <a:srgbClr val="DF8309"/>
            </a:solidFill>
            <a:ln w="9525" cap="flat" cmpd="sng">
              <a:solidFill>
                <a:schemeClr val="tx1"/>
              </a:solidFill>
              <a:prstDash val="solid"/>
              <a:miter/>
              <a:headEnd type="none" w="med" len="med"/>
              <a:tailEnd type="none" w="med" len="med"/>
            </a:ln>
          </p:spPr>
          <p:txBody>
            <a:bodyPr wrap="none" anchor="ctr" anchorCtr="0"/>
            <a:p>
              <a:r>
                <a:rPr lang="zh-CN" altLang="en-US" sz="2800" dirty="0">
                  <a:solidFill>
                    <a:schemeClr val="bg1"/>
                  </a:solidFill>
                  <a:latin typeface="Times New Roman" panose="02020603050405020304" pitchFamily="18" charset="0"/>
                </a:rPr>
                <a:t>应用程序及实用程序</a:t>
              </a:r>
              <a:endParaRPr lang="zh-CN" altLang="en-US" sz="2800" dirty="0">
                <a:solidFill>
                  <a:schemeClr val="bg1"/>
                </a:solidFill>
                <a:latin typeface="Times New Roman" panose="02020603050405020304" pitchFamily="18" charset="0"/>
              </a:endParaRPr>
            </a:p>
          </p:txBody>
        </p:sp>
      </p:grpSp>
    </p:spTree>
  </p:cSld>
  <p:clrMapOvr>
    <a:masterClrMapping/>
  </p:clrMapOvr>
  <p:transition>
    <p:zoom/>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243" name="Rectangle 3"/>
          <p:cNvSpPr>
            <a:spLocks noGrp="1" noChangeArrowheads="1"/>
          </p:cNvSpPr>
          <p:nvPr>
            <p:ph idx="1"/>
          </p:nvPr>
        </p:nvSpPr>
        <p:spPr>
          <a:xfrm>
            <a:off x="1116013" y="1341438"/>
            <a:ext cx="7419975" cy="4979988"/>
          </a:xfrm>
        </p:spPr>
        <p:txBody>
          <a:bodyPr vert="horz" wrap="square" lIns="91440" tIns="45720" rIns="91440" bIns="45720" numCol="1" anchor="t" anchorCtr="0" compatLnSpc="1"/>
          <a:lstStyle/>
          <a:p>
            <a:pPr marL="342900" marR="0" lvl="0" indent="-342900" algn="l" defTabSz="914400" rtl="0" eaLnBrk="0" fontAlgn="base" latinLnBrk="0" hangingPunct="0">
              <a:lnSpc>
                <a:spcPct val="140000"/>
              </a:lnSpc>
              <a:spcBef>
                <a:spcPct val="20000"/>
              </a:spcBef>
              <a:spcAft>
                <a:spcPct val="0"/>
              </a:spcAft>
              <a:buClr>
                <a:schemeClr val="hlink"/>
              </a:buClr>
              <a:buSzTx/>
              <a:buFont typeface="Wingdings" panose="05000000000000000000" pitchFamily="2" charset="2"/>
              <a:buChar char="v"/>
              <a:defRPr/>
            </a:pPr>
            <a:r>
              <a:rPr kumimoji="0" lang="zh-CN" altLang="en-US" sz="3200" b="1" i="0" u="none" strike="noStrike" kern="0" cap="none" spc="0" normalizeH="0" baseline="0" noProof="0" dirty="0" smtClean="0">
                <a:ln>
                  <a:noFill/>
                </a:ln>
                <a:solidFill>
                  <a:srgbClr val="0033CC"/>
                </a:solidFill>
                <a:effectLst/>
                <a:uLnTx/>
                <a:uFillTx/>
                <a:latin typeface="+mj-ea"/>
                <a:ea typeface="+mj-ea"/>
                <a:cs typeface="+mn-cs"/>
              </a:rPr>
              <a:t>对下：与硬件交互</a:t>
            </a:r>
            <a:endParaRPr kumimoji="0" lang="en-US" altLang="zh-CN" sz="3200" b="1" i="0" u="none" strike="noStrike" kern="0" cap="none" spc="0" normalizeH="0" baseline="0" noProof="0" dirty="0" smtClean="0">
              <a:ln>
                <a:noFill/>
              </a:ln>
              <a:solidFill>
                <a:srgbClr val="0033CC"/>
              </a:solidFill>
              <a:effectLst/>
              <a:uLnTx/>
              <a:uFillTx/>
              <a:latin typeface="+mj-ea"/>
              <a:ea typeface="+mj-ea"/>
              <a:cs typeface="+mn-cs"/>
            </a:endParaRPr>
          </a:p>
          <a:p>
            <a:pPr marL="742950" marR="0" lvl="1" indent="-285750" algn="l" defTabSz="914400" rtl="0" eaLnBrk="0" fontAlgn="base" latinLnBrk="0" hangingPunct="0">
              <a:lnSpc>
                <a:spcPct val="140000"/>
              </a:lnSpc>
              <a:spcBef>
                <a:spcPct val="20000"/>
              </a:spcBef>
              <a:spcAft>
                <a:spcPct val="0"/>
              </a:spcAft>
              <a:buClr>
                <a:schemeClr val="accent2"/>
              </a:buClr>
              <a:buSzTx/>
              <a:buFont typeface="Wingdings" panose="05000000000000000000" pitchFamily="2" charset="2"/>
              <a:buChar char="n"/>
              <a:defRPr/>
            </a:pPr>
            <a:r>
              <a:rPr kumimoji="0" lang="zh-CN" altLang="en-US" sz="2800" b="0" i="0" u="none" strike="noStrike" kern="0" cap="none" spc="0" normalizeH="0" baseline="0" noProof="0" dirty="0" smtClean="0">
                <a:ln>
                  <a:noFill/>
                </a:ln>
                <a:solidFill>
                  <a:schemeClr val="tx1"/>
                </a:solidFill>
                <a:effectLst/>
                <a:uLnTx/>
                <a:uFillTx/>
                <a:latin typeface="+mj-ea"/>
                <a:ea typeface="+mj-ea"/>
              </a:rPr>
              <a:t>负责管理</a:t>
            </a:r>
            <a:r>
              <a:rPr kumimoji="0" lang="en-US" altLang="zh-CN" sz="2800" b="0" i="0" u="none" strike="noStrike" kern="0" cap="none" spc="0" normalizeH="0" baseline="0" noProof="0" dirty="0" smtClean="0">
                <a:ln>
                  <a:noFill/>
                </a:ln>
                <a:solidFill>
                  <a:schemeClr val="tx1"/>
                </a:solidFill>
                <a:effectLst/>
                <a:uLnTx/>
                <a:uFillTx/>
                <a:latin typeface="+mj-ea"/>
                <a:ea typeface="+mj-ea"/>
              </a:rPr>
              <a:t>CPU</a:t>
            </a:r>
            <a:r>
              <a:rPr kumimoji="0" lang="zh-CN" altLang="en-US" sz="2800" b="0" i="0" u="none" strike="noStrike" kern="0" cap="none" spc="0" normalizeH="0" baseline="0" noProof="0" dirty="0" smtClean="0">
                <a:ln>
                  <a:noFill/>
                </a:ln>
                <a:solidFill>
                  <a:schemeClr val="tx1"/>
                </a:solidFill>
                <a:effectLst/>
                <a:uLnTx/>
                <a:uFillTx/>
                <a:latin typeface="+mj-ea"/>
                <a:ea typeface="+mj-ea"/>
              </a:rPr>
              <a:t>的工作、访问存储器、设备驱动及中断处理等；</a:t>
            </a:r>
            <a:endParaRPr kumimoji="0" lang="en-US" altLang="zh-CN" sz="2800" b="0" i="0" u="none" strike="noStrike" kern="0" cap="none" spc="0" normalizeH="0" baseline="0" noProof="0" dirty="0" smtClean="0">
              <a:ln>
                <a:noFill/>
              </a:ln>
              <a:solidFill>
                <a:schemeClr val="tx1"/>
              </a:solidFill>
              <a:effectLst/>
              <a:uLnTx/>
              <a:uFillTx/>
              <a:latin typeface="+mj-ea"/>
              <a:ea typeface="+mj-ea"/>
            </a:endParaRPr>
          </a:p>
          <a:p>
            <a:pPr marL="342900" marR="0" lvl="0" indent="-342900" algn="l" defTabSz="914400" rtl="0" eaLnBrk="0" fontAlgn="base" latinLnBrk="0" hangingPunct="0">
              <a:lnSpc>
                <a:spcPct val="140000"/>
              </a:lnSpc>
              <a:spcBef>
                <a:spcPct val="20000"/>
              </a:spcBef>
              <a:spcAft>
                <a:spcPct val="0"/>
              </a:spcAft>
              <a:buClr>
                <a:schemeClr val="hlink"/>
              </a:buClr>
              <a:buSzTx/>
              <a:buFont typeface="Wingdings" panose="05000000000000000000" pitchFamily="2" charset="2"/>
              <a:buChar char="v"/>
              <a:defRPr/>
            </a:pPr>
            <a:r>
              <a:rPr kumimoji="0" lang="zh-CN" altLang="en-US" sz="3200" b="1" i="0" u="none" strike="noStrike" kern="0" cap="none" spc="0" normalizeH="0" baseline="0" noProof="0" dirty="0" smtClean="0">
                <a:ln>
                  <a:noFill/>
                </a:ln>
                <a:solidFill>
                  <a:srgbClr val="0033CC"/>
                </a:solidFill>
                <a:effectLst/>
                <a:uLnTx/>
                <a:uFillTx/>
                <a:latin typeface="+mj-ea"/>
                <a:ea typeface="+mj-ea"/>
                <a:cs typeface="+mn-cs"/>
              </a:rPr>
              <a:t>对上：与用户及应用程序交互</a:t>
            </a:r>
            <a:endParaRPr kumimoji="0" lang="en-US" altLang="zh-CN" sz="3200" b="1" i="0" u="none" strike="noStrike" kern="0" cap="none" spc="0" normalizeH="0" baseline="0" noProof="0" dirty="0" smtClean="0">
              <a:ln>
                <a:noFill/>
              </a:ln>
              <a:solidFill>
                <a:srgbClr val="0033CC"/>
              </a:solidFill>
              <a:effectLst/>
              <a:uLnTx/>
              <a:uFillTx/>
              <a:latin typeface="+mj-ea"/>
              <a:ea typeface="+mj-ea"/>
              <a:cs typeface="+mn-cs"/>
            </a:endParaRPr>
          </a:p>
          <a:p>
            <a:pPr marL="742950" marR="0" lvl="1" indent="-285750" algn="l" defTabSz="914400" rtl="0" eaLnBrk="0" fontAlgn="base" latinLnBrk="0" hangingPunct="0">
              <a:lnSpc>
                <a:spcPct val="140000"/>
              </a:lnSpc>
              <a:spcBef>
                <a:spcPct val="20000"/>
              </a:spcBef>
              <a:spcAft>
                <a:spcPct val="0"/>
              </a:spcAft>
              <a:buClr>
                <a:schemeClr val="accent2"/>
              </a:buClr>
              <a:buSzTx/>
              <a:buFont typeface="Wingdings" panose="05000000000000000000" pitchFamily="2" charset="2"/>
              <a:buChar char="n"/>
              <a:defRPr/>
            </a:pPr>
            <a:r>
              <a:rPr kumimoji="0" lang="zh-CN" altLang="en-US" sz="2800" b="0" i="0" u="none" strike="noStrike" kern="0" cap="none" spc="0" normalizeH="0" baseline="0" noProof="0" dirty="0" smtClean="0">
                <a:ln>
                  <a:noFill/>
                </a:ln>
                <a:solidFill>
                  <a:schemeClr val="tx1"/>
                </a:solidFill>
                <a:effectLst/>
                <a:uLnTx/>
                <a:uFillTx/>
                <a:latin typeface="+mj-ea"/>
                <a:ea typeface="+mj-ea"/>
              </a:rPr>
              <a:t>提供</a:t>
            </a:r>
            <a:r>
              <a:rPr kumimoji="0" lang="zh-CN" altLang="en-US" sz="2800" b="0" i="0" u="none" strike="noStrike" kern="0" cap="none" spc="0" normalizeH="0" baseline="0" noProof="0" dirty="0" smtClean="0">
                <a:ln>
                  <a:noFill/>
                </a:ln>
                <a:solidFill>
                  <a:srgbClr val="FF0000"/>
                </a:solidFill>
                <a:effectLst/>
                <a:uLnTx/>
                <a:uFillTx/>
                <a:latin typeface="+mj-ea"/>
                <a:ea typeface="+mj-ea"/>
              </a:rPr>
              <a:t>用户使用</a:t>
            </a:r>
            <a:r>
              <a:rPr kumimoji="0" lang="zh-CN" altLang="en-US" sz="2800" b="0" i="0" u="none" strike="noStrike" kern="0" cap="none" spc="0" normalizeH="0" baseline="0" noProof="0" dirty="0" smtClean="0">
                <a:ln>
                  <a:noFill/>
                </a:ln>
                <a:solidFill>
                  <a:schemeClr val="tx1"/>
                </a:solidFill>
                <a:effectLst/>
                <a:uLnTx/>
                <a:uFillTx/>
                <a:latin typeface="+mj-ea"/>
                <a:ea typeface="+mj-ea"/>
              </a:rPr>
              <a:t>和</a:t>
            </a:r>
            <a:r>
              <a:rPr kumimoji="0" lang="zh-CN" altLang="en-US" sz="2800" b="0" i="0" u="none" strike="noStrike" kern="0" cap="none" spc="0" normalizeH="0" baseline="0" noProof="0" dirty="0" smtClean="0">
                <a:ln>
                  <a:noFill/>
                </a:ln>
                <a:solidFill>
                  <a:srgbClr val="FF0000"/>
                </a:solidFill>
                <a:effectLst/>
                <a:uLnTx/>
                <a:uFillTx/>
                <a:latin typeface="+mj-ea"/>
                <a:ea typeface="+mj-ea"/>
              </a:rPr>
              <a:t>程序执行</a:t>
            </a:r>
            <a:r>
              <a:rPr kumimoji="0" lang="zh-CN" altLang="en-US" sz="2800" b="0" i="0" u="none" strike="noStrike" kern="0" cap="none" spc="0" normalizeH="0" baseline="0" noProof="0" dirty="0" smtClean="0">
                <a:ln>
                  <a:noFill/>
                </a:ln>
                <a:solidFill>
                  <a:schemeClr val="tx1"/>
                </a:solidFill>
                <a:effectLst/>
                <a:uLnTx/>
                <a:uFillTx/>
                <a:latin typeface="+mj-ea"/>
                <a:ea typeface="+mj-ea"/>
              </a:rPr>
              <a:t>的服务</a:t>
            </a:r>
            <a:endParaRPr kumimoji="0" lang="en-US" altLang="zh-CN" sz="2800" b="0" i="0" u="none" strike="noStrike" kern="0" cap="none" spc="0" normalizeH="0" baseline="0" noProof="0" dirty="0" smtClean="0">
              <a:ln>
                <a:noFill/>
              </a:ln>
              <a:solidFill>
                <a:schemeClr val="tx1"/>
              </a:solidFill>
              <a:effectLst/>
              <a:uLnTx/>
              <a:uFillTx/>
              <a:latin typeface="+mj-ea"/>
              <a:ea typeface="+mj-ea"/>
            </a:endParaRPr>
          </a:p>
          <a:p>
            <a:pPr marL="342900" marR="0" lvl="0" indent="-342900" algn="l" defTabSz="914400" rtl="0" eaLnBrk="0" fontAlgn="base" latinLnBrk="0" hangingPunct="0">
              <a:lnSpc>
                <a:spcPct val="140000"/>
              </a:lnSpc>
              <a:spcBef>
                <a:spcPct val="20000"/>
              </a:spcBef>
              <a:spcAft>
                <a:spcPct val="0"/>
              </a:spcAft>
              <a:buClr>
                <a:schemeClr val="hlink"/>
              </a:buClr>
              <a:buSzTx/>
              <a:buFont typeface="Wingdings" panose="05000000000000000000" pitchFamily="2" charset="2"/>
              <a:buChar char="v"/>
              <a:defRPr/>
            </a:pPr>
            <a:r>
              <a:rPr kumimoji="0" lang="zh-CN" altLang="en-US" sz="3200" b="1" i="0" u="none" strike="noStrike" kern="0" cap="none" spc="0" normalizeH="0" baseline="0" noProof="0" dirty="0" smtClean="0">
                <a:ln>
                  <a:noFill/>
                </a:ln>
                <a:solidFill>
                  <a:srgbClr val="0033CC"/>
                </a:solidFill>
                <a:effectLst/>
                <a:uLnTx/>
                <a:uFillTx/>
                <a:latin typeface="+mj-ea"/>
                <a:ea typeface="+mj-ea"/>
                <a:cs typeface="+mn-cs"/>
              </a:rPr>
              <a:t>存在的价值：管理高效、用户满意</a:t>
            </a:r>
            <a:endParaRPr kumimoji="0" lang="en-US" altLang="zh-CN" sz="3200" b="1" i="0" u="none" strike="noStrike" kern="0" cap="none" spc="0" normalizeH="0" baseline="0" noProof="0" dirty="0" smtClean="0">
              <a:ln>
                <a:noFill/>
              </a:ln>
              <a:solidFill>
                <a:srgbClr val="0033CC"/>
              </a:solidFill>
              <a:effectLst/>
              <a:uLnTx/>
              <a:uFillTx/>
              <a:latin typeface="+mj-ea"/>
              <a:ea typeface="+mj-ea"/>
              <a:cs typeface="+mn-cs"/>
            </a:endParaRPr>
          </a:p>
        </p:txBody>
      </p:sp>
      <p:sp>
        <p:nvSpPr>
          <p:cNvPr id="2" name="标题 1"/>
          <p:cNvSpPr txBox="1"/>
          <p:nvPr/>
        </p:nvSpPr>
        <p:spPr>
          <a:xfrm>
            <a:off x="1403350" y="476250"/>
            <a:ext cx="7240588" cy="563563"/>
          </a:xfrm>
          <a:prstGeom prst="rect">
            <a:avLst/>
          </a:prstGeom>
          <a:noFill/>
          <a:ln w="9525">
            <a:noFill/>
          </a:ln>
        </p:spPr>
        <p:txBody>
          <a:bodyPr anchor="ctr" anchorCtr="0"/>
          <a:p>
            <a:pPr eaLnBrk="0" hangingPunct="0"/>
            <a:r>
              <a:rPr lang="zh-CN" altLang="en-US" sz="2800" b="0" i="1" dirty="0">
                <a:solidFill>
                  <a:schemeClr val="bg1"/>
                </a:solidFill>
                <a:latin typeface="黑体" panose="02010609060101010101" pitchFamily="49" charset="-122"/>
                <a:ea typeface="黑体" panose="02010609060101010101" pitchFamily="49" charset="-122"/>
              </a:rPr>
              <a:t>操作系统的定义</a:t>
            </a:r>
            <a:endParaRPr lang="zh-CN" altLang="en-US" sz="2800" b="0" i="1" dirty="0">
              <a:solidFill>
                <a:schemeClr val="bg1"/>
              </a:solidFill>
              <a:latin typeface="黑体" panose="02010609060101010101" pitchFamily="49" charset="-122"/>
              <a:ea typeface="黑体" panose="02010609060101010101" pitchFamily="49" charset="-122"/>
            </a:endParaRPr>
          </a:p>
        </p:txBody>
      </p:sp>
    </p:spTree>
  </p:cSld>
  <p:clrMapOvr>
    <a:masterClrMapping/>
  </p:clrMapOvr>
  <p:transition>
    <p:zoom/>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266" name="Rectangle 3"/>
          <p:cNvSpPr>
            <a:spLocks noGrp="1"/>
          </p:cNvSpPr>
          <p:nvPr>
            <p:ph type="body" idx="4294967295"/>
          </p:nvPr>
        </p:nvSpPr>
        <p:spPr>
          <a:xfrm>
            <a:off x="763588" y="1341438"/>
            <a:ext cx="7772400" cy="4067175"/>
          </a:xfrm>
          <a:ln/>
        </p:spPr>
        <p:txBody>
          <a:bodyPr vert="horz" wrap="square" lIns="91440" tIns="45720" rIns="91440" bIns="45720" anchor="t" anchorCtr="0"/>
          <a:p>
            <a:pPr eaLnBrk="1" hangingPunct="1">
              <a:lnSpc>
                <a:spcPct val="150000"/>
              </a:lnSpc>
            </a:pPr>
            <a:r>
              <a:rPr lang="zh-CN" altLang="en-US" dirty="0">
                <a:latin typeface="黑体" panose="02010609060101010101" pitchFamily="49" charset="-122"/>
              </a:rPr>
              <a:t>操作系统</a:t>
            </a:r>
            <a:endParaRPr lang="en-US" altLang="zh-CN" dirty="0">
              <a:latin typeface="黑体" panose="02010609060101010101" pitchFamily="49" charset="-122"/>
            </a:endParaRPr>
          </a:p>
          <a:p>
            <a:pPr lvl="1" eaLnBrk="1" hangingPunct="1">
              <a:lnSpc>
                <a:spcPct val="150000"/>
              </a:lnSpc>
            </a:pPr>
            <a:r>
              <a:rPr lang="zh-CN" altLang="en-US" sz="3000" b="0" dirty="0">
                <a:solidFill>
                  <a:srgbClr val="FF0000"/>
                </a:solidFill>
              </a:rPr>
              <a:t>是一种</a:t>
            </a:r>
            <a:r>
              <a:rPr lang="zh-CN" altLang="en-US" sz="3000" b="0" dirty="0"/>
              <a:t>管理系统资源、控制程序执行，改善人机界面，提供各种服务，合理组织计算机工作流程和为用户有效使用计算机提供良好</a:t>
            </a:r>
            <a:r>
              <a:rPr lang="zh-CN" altLang="en-US" sz="3000" b="0" dirty="0">
                <a:latin typeface="黑体" panose="02010609060101010101" pitchFamily="49" charset="-122"/>
              </a:rPr>
              <a:t>运行环境的</a:t>
            </a:r>
            <a:r>
              <a:rPr lang="zh-CN" altLang="en-US" sz="3000" b="0" dirty="0">
                <a:solidFill>
                  <a:srgbClr val="FF0000"/>
                </a:solidFill>
                <a:latin typeface="黑体" panose="02010609060101010101" pitchFamily="49" charset="-122"/>
              </a:rPr>
              <a:t>系统软件。</a:t>
            </a:r>
            <a:endParaRPr lang="en-US" altLang="zh-CN" sz="3000" dirty="0">
              <a:latin typeface="黑体" panose="02010609060101010101" pitchFamily="49" charset="-122"/>
            </a:endParaRPr>
          </a:p>
        </p:txBody>
      </p:sp>
      <p:sp>
        <p:nvSpPr>
          <p:cNvPr id="11267" name="标题 1"/>
          <p:cNvSpPr txBox="1"/>
          <p:nvPr/>
        </p:nvSpPr>
        <p:spPr>
          <a:xfrm>
            <a:off x="1403350" y="476250"/>
            <a:ext cx="7240588" cy="563563"/>
          </a:xfrm>
          <a:prstGeom prst="rect">
            <a:avLst/>
          </a:prstGeom>
          <a:noFill/>
          <a:ln w="9525">
            <a:noFill/>
          </a:ln>
        </p:spPr>
        <p:txBody>
          <a:bodyPr anchor="ctr" anchorCtr="0"/>
          <a:p>
            <a:pPr eaLnBrk="0" hangingPunct="0"/>
            <a:r>
              <a:rPr lang="zh-CN" altLang="en-US" sz="2800" b="0" i="1" dirty="0">
                <a:solidFill>
                  <a:schemeClr val="bg1"/>
                </a:solidFill>
                <a:latin typeface="黑体" panose="02010609060101010101" pitchFamily="49" charset="-122"/>
                <a:ea typeface="黑体" panose="02010609060101010101" pitchFamily="49" charset="-122"/>
              </a:rPr>
              <a:t>操作系统的定义</a:t>
            </a:r>
            <a:endParaRPr lang="zh-CN" altLang="en-US" sz="2800" b="0" i="1" dirty="0">
              <a:solidFill>
                <a:schemeClr val="bg1"/>
              </a:solidFill>
              <a:latin typeface="黑体" panose="02010609060101010101" pitchFamily="49" charset="-122"/>
              <a:ea typeface="黑体" panose="02010609060101010101" pitchFamily="49" charset="-122"/>
            </a:endParaRPr>
          </a:p>
        </p:txBody>
      </p:sp>
    </p:spTree>
  </p:cSld>
  <p:clrMapOvr>
    <a:masterClrMapping/>
  </p:clrMapOvr>
  <p:transition>
    <p:zoom/>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2290" name="Rectangle 3"/>
          <p:cNvSpPr>
            <a:spLocks noGrp="1"/>
          </p:cNvSpPr>
          <p:nvPr>
            <p:ph type="body" idx="4294967295"/>
          </p:nvPr>
        </p:nvSpPr>
        <p:spPr>
          <a:xfrm>
            <a:off x="1116013" y="1341438"/>
            <a:ext cx="7419975" cy="5057775"/>
          </a:xfrm>
          <a:ln/>
        </p:spPr>
        <p:txBody>
          <a:bodyPr vert="horz" wrap="square" lIns="91440" tIns="45720" rIns="91440" bIns="45720" anchor="t" anchorCtr="0"/>
          <a:p>
            <a:pPr eaLnBrk="1" hangingPunct="1">
              <a:lnSpc>
                <a:spcPct val="130000"/>
              </a:lnSpc>
            </a:pPr>
            <a:r>
              <a:rPr lang="zh-CN" altLang="en-US" dirty="0">
                <a:latin typeface="黑体" panose="02010609060101010101" pitchFamily="49" charset="-122"/>
              </a:rPr>
              <a:t>操作系统的主要功能</a:t>
            </a:r>
            <a:endParaRPr lang="en-US" altLang="zh-CN" dirty="0">
              <a:latin typeface="黑体" panose="02010609060101010101" pitchFamily="49" charset="-122"/>
            </a:endParaRPr>
          </a:p>
          <a:p>
            <a:pPr lvl="1" eaLnBrk="1" hangingPunct="1">
              <a:lnSpc>
                <a:spcPct val="130000"/>
              </a:lnSpc>
            </a:pPr>
            <a:r>
              <a:rPr lang="zh-CN" altLang="en-US" dirty="0">
                <a:latin typeface="黑体" panose="02010609060101010101" pitchFamily="49" charset="-122"/>
              </a:rPr>
              <a:t>处理器管理</a:t>
            </a:r>
            <a:endParaRPr lang="en-US" altLang="zh-CN" dirty="0">
              <a:latin typeface="黑体" panose="02010609060101010101" pitchFamily="49" charset="-122"/>
            </a:endParaRPr>
          </a:p>
          <a:p>
            <a:pPr lvl="1" eaLnBrk="1" hangingPunct="1">
              <a:lnSpc>
                <a:spcPct val="130000"/>
              </a:lnSpc>
            </a:pPr>
            <a:r>
              <a:rPr lang="zh-CN" altLang="en-US" dirty="0">
                <a:latin typeface="黑体" panose="02010609060101010101" pitchFamily="49" charset="-122"/>
              </a:rPr>
              <a:t>存储管理</a:t>
            </a:r>
            <a:endParaRPr lang="en-US" altLang="zh-CN" dirty="0">
              <a:latin typeface="黑体" panose="02010609060101010101" pitchFamily="49" charset="-122"/>
            </a:endParaRPr>
          </a:p>
          <a:p>
            <a:pPr lvl="1" eaLnBrk="1" hangingPunct="1">
              <a:lnSpc>
                <a:spcPct val="130000"/>
              </a:lnSpc>
            </a:pPr>
            <a:r>
              <a:rPr lang="zh-CN" altLang="en-US" dirty="0">
                <a:latin typeface="黑体" panose="02010609060101010101" pitchFamily="49" charset="-122"/>
              </a:rPr>
              <a:t>设备管理</a:t>
            </a:r>
            <a:endParaRPr lang="en-US" altLang="zh-CN" dirty="0">
              <a:latin typeface="黑体" panose="02010609060101010101" pitchFamily="49" charset="-122"/>
            </a:endParaRPr>
          </a:p>
          <a:p>
            <a:pPr lvl="1" eaLnBrk="1" hangingPunct="1">
              <a:lnSpc>
                <a:spcPct val="130000"/>
              </a:lnSpc>
            </a:pPr>
            <a:r>
              <a:rPr lang="zh-CN" altLang="en-US" dirty="0">
                <a:latin typeface="黑体" panose="02010609060101010101" pitchFamily="49" charset="-122"/>
              </a:rPr>
              <a:t>文件管理</a:t>
            </a:r>
            <a:endParaRPr lang="en-US" altLang="zh-CN" dirty="0">
              <a:latin typeface="黑体" panose="02010609060101010101" pitchFamily="49" charset="-122"/>
            </a:endParaRPr>
          </a:p>
          <a:p>
            <a:pPr lvl="1" eaLnBrk="1" hangingPunct="1">
              <a:lnSpc>
                <a:spcPct val="130000"/>
              </a:lnSpc>
            </a:pPr>
            <a:r>
              <a:rPr lang="zh-CN" altLang="en-US" dirty="0">
                <a:latin typeface="黑体" panose="02010609060101010101" pitchFamily="49" charset="-122"/>
              </a:rPr>
              <a:t>网络与通信管理</a:t>
            </a:r>
            <a:endParaRPr lang="en-US" altLang="zh-CN" dirty="0">
              <a:latin typeface="黑体" panose="02010609060101010101" pitchFamily="49" charset="-122"/>
            </a:endParaRPr>
          </a:p>
          <a:p>
            <a:pPr lvl="1" eaLnBrk="1" hangingPunct="1">
              <a:lnSpc>
                <a:spcPct val="130000"/>
              </a:lnSpc>
            </a:pPr>
            <a:r>
              <a:rPr lang="zh-CN" altLang="en-US" dirty="0">
                <a:latin typeface="黑体" panose="02010609060101010101" pitchFamily="49" charset="-122"/>
              </a:rPr>
              <a:t>用户接口</a:t>
            </a:r>
            <a:endParaRPr lang="en-US" altLang="zh-CN" sz="3600" dirty="0">
              <a:latin typeface="黑体" panose="02010609060101010101" pitchFamily="49" charset="-122"/>
            </a:endParaRPr>
          </a:p>
        </p:txBody>
      </p:sp>
      <p:sp>
        <p:nvSpPr>
          <p:cNvPr id="12291" name="标题 1"/>
          <p:cNvSpPr txBox="1"/>
          <p:nvPr/>
        </p:nvSpPr>
        <p:spPr>
          <a:xfrm>
            <a:off x="1403350" y="476250"/>
            <a:ext cx="7240588" cy="563563"/>
          </a:xfrm>
          <a:prstGeom prst="rect">
            <a:avLst/>
          </a:prstGeom>
          <a:noFill/>
          <a:ln w="9525">
            <a:noFill/>
          </a:ln>
        </p:spPr>
        <p:txBody>
          <a:bodyPr anchor="ctr" anchorCtr="0"/>
          <a:p>
            <a:pPr eaLnBrk="0" hangingPunct="0"/>
            <a:r>
              <a:rPr lang="zh-CN" altLang="en-US" sz="2800" b="0" i="1" dirty="0">
                <a:solidFill>
                  <a:schemeClr val="bg1"/>
                </a:solidFill>
                <a:latin typeface="黑体" panose="02010609060101010101" pitchFamily="49" charset="-122"/>
                <a:ea typeface="黑体" panose="02010609060101010101" pitchFamily="49" charset="-122"/>
              </a:rPr>
              <a:t>操作系统的主要功能</a:t>
            </a:r>
            <a:endParaRPr lang="zh-CN" altLang="en-US" sz="2800" b="0" i="1" dirty="0">
              <a:solidFill>
                <a:schemeClr val="bg1"/>
              </a:solidFill>
              <a:latin typeface="黑体" panose="02010609060101010101" pitchFamily="49" charset="-122"/>
              <a:ea typeface="黑体" panose="02010609060101010101" pitchFamily="49" charset="-122"/>
            </a:endParaRPr>
          </a:p>
        </p:txBody>
      </p:sp>
    </p:spTree>
  </p:cSld>
  <p:clrMapOvr>
    <a:masterClrMapping/>
  </p:clrMapOvr>
  <p:transition>
    <p:zoom/>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16386" name="Group 2"/>
          <p:cNvGrpSpPr/>
          <p:nvPr/>
        </p:nvGrpSpPr>
        <p:grpSpPr>
          <a:xfrm>
            <a:off x="0" y="1022350"/>
            <a:ext cx="9145588" cy="5832475"/>
            <a:chOff x="0" y="0"/>
            <a:chExt cx="4989" cy="3110"/>
          </a:xfrm>
        </p:grpSpPr>
        <p:sp>
          <p:nvSpPr>
            <p:cNvPr id="13316" name="Rectangle 56"/>
            <p:cNvSpPr/>
            <p:nvPr/>
          </p:nvSpPr>
          <p:spPr>
            <a:xfrm>
              <a:off x="3472" y="2655"/>
              <a:ext cx="1517" cy="225"/>
            </a:xfrm>
            <a:prstGeom prst="rect">
              <a:avLst/>
            </a:prstGeom>
            <a:noFill/>
            <a:ln w="9525">
              <a:noFill/>
            </a:ln>
          </p:spPr>
          <p:txBody>
            <a:bodyPr lIns="108000" tIns="36000" rIns="108000" bIns="36000" anchor="ctr" anchorCtr="0"/>
            <a:p>
              <a:pPr>
                <a:spcBef>
                  <a:spcPct val="20000"/>
                </a:spcBef>
                <a:buClr>
                  <a:schemeClr val="tx1"/>
                </a:buClr>
                <a:buFont typeface="Wingdings" panose="05000000000000000000" pitchFamily="2" charset="2"/>
              </a:pPr>
              <a:r>
                <a:rPr lang="en-US" altLang="zh-CN" b="0" dirty="0">
                  <a:latin typeface="Times New Roman" panose="02020603050405020304" pitchFamily="18" charset="0"/>
                </a:rPr>
                <a:t>0.4%</a:t>
              </a:r>
              <a:endParaRPr lang="en-US" altLang="zh-CN" b="0" dirty="0">
                <a:latin typeface="Times New Roman" panose="02020603050405020304" pitchFamily="18" charset="0"/>
              </a:endParaRPr>
            </a:p>
          </p:txBody>
        </p:sp>
        <p:sp>
          <p:nvSpPr>
            <p:cNvPr id="13317" name="Rectangle 55"/>
            <p:cNvSpPr/>
            <p:nvPr/>
          </p:nvSpPr>
          <p:spPr>
            <a:xfrm>
              <a:off x="1970" y="2655"/>
              <a:ext cx="1502" cy="225"/>
            </a:xfrm>
            <a:prstGeom prst="rect">
              <a:avLst/>
            </a:prstGeom>
            <a:noFill/>
            <a:ln w="9525">
              <a:noFill/>
            </a:ln>
          </p:spPr>
          <p:txBody>
            <a:bodyPr lIns="108000" tIns="36000" rIns="108000" bIns="36000" anchor="ctr" anchorCtr="0"/>
            <a:p>
              <a:pPr>
                <a:spcBef>
                  <a:spcPct val="20000"/>
                </a:spcBef>
                <a:buClr>
                  <a:schemeClr val="tx1"/>
                </a:buClr>
                <a:buFont typeface="Wingdings" panose="05000000000000000000" pitchFamily="2" charset="2"/>
              </a:pPr>
              <a:r>
                <a:rPr lang="en-US" altLang="zh-CN" b="0" dirty="0">
                  <a:latin typeface="Times New Roman" panose="02020603050405020304" pitchFamily="18" charset="0"/>
                </a:rPr>
                <a:t>2,285</a:t>
              </a:r>
              <a:endParaRPr lang="en-US" altLang="zh-CN" b="0" dirty="0">
                <a:latin typeface="Times New Roman" panose="02020603050405020304" pitchFamily="18" charset="0"/>
              </a:endParaRPr>
            </a:p>
          </p:txBody>
        </p:sp>
        <p:sp>
          <p:nvSpPr>
            <p:cNvPr id="13318" name="Rectangle 54"/>
            <p:cNvSpPr/>
            <p:nvPr/>
          </p:nvSpPr>
          <p:spPr>
            <a:xfrm>
              <a:off x="334" y="2655"/>
              <a:ext cx="1636" cy="225"/>
            </a:xfrm>
            <a:prstGeom prst="rect">
              <a:avLst/>
            </a:prstGeom>
            <a:noFill/>
            <a:ln w="9525">
              <a:noFill/>
            </a:ln>
          </p:spPr>
          <p:txBody>
            <a:bodyPr lIns="108000" tIns="36000" rIns="108000" bIns="36000" anchor="ctr" anchorCtr="0"/>
            <a:p>
              <a:pPr>
                <a:spcBef>
                  <a:spcPct val="20000"/>
                </a:spcBef>
                <a:buClr>
                  <a:schemeClr val="tx1"/>
                </a:buClr>
                <a:buFont typeface="Wingdings" panose="05000000000000000000" pitchFamily="2" charset="2"/>
              </a:pPr>
              <a:r>
                <a:rPr lang="en-US" altLang="zh-CN" b="0" dirty="0">
                  <a:latin typeface="Times New Roman" panose="02020603050405020304" pitchFamily="18" charset="0"/>
                </a:rPr>
                <a:t>Novell Netware</a:t>
              </a:r>
              <a:endParaRPr lang="en-US" altLang="zh-CN" b="0" dirty="0">
                <a:latin typeface="Times New Roman" panose="02020603050405020304" pitchFamily="18" charset="0"/>
              </a:endParaRPr>
            </a:p>
          </p:txBody>
        </p:sp>
        <p:sp>
          <p:nvSpPr>
            <p:cNvPr id="13319" name="Rectangle 53"/>
            <p:cNvSpPr/>
            <p:nvPr/>
          </p:nvSpPr>
          <p:spPr>
            <a:xfrm>
              <a:off x="0" y="2655"/>
              <a:ext cx="334" cy="225"/>
            </a:xfrm>
            <a:prstGeom prst="rect">
              <a:avLst/>
            </a:prstGeom>
            <a:solidFill>
              <a:srgbClr val="99CCFF"/>
            </a:solidFill>
            <a:ln w="9525">
              <a:noFill/>
            </a:ln>
          </p:spPr>
          <p:txBody>
            <a:bodyPr lIns="108000" tIns="36000" rIns="108000" bIns="36000" anchor="ctr" anchorCtr="1"/>
            <a:p>
              <a:pPr>
                <a:spcBef>
                  <a:spcPct val="20000"/>
                </a:spcBef>
                <a:buClr>
                  <a:schemeClr val="tx1"/>
                </a:buClr>
                <a:buFont typeface="Wingdings" panose="05000000000000000000" pitchFamily="2" charset="2"/>
              </a:pPr>
              <a:r>
                <a:rPr lang="en-US" altLang="zh-CN" b="0" dirty="0">
                  <a:latin typeface="Times New Roman" panose="02020603050405020304" pitchFamily="18" charset="0"/>
                </a:rPr>
                <a:t>12</a:t>
              </a:r>
              <a:endParaRPr lang="en-US" altLang="zh-CN" b="0" dirty="0">
                <a:latin typeface="Times New Roman" panose="02020603050405020304" pitchFamily="18" charset="0"/>
              </a:endParaRPr>
            </a:p>
          </p:txBody>
        </p:sp>
        <p:sp>
          <p:nvSpPr>
            <p:cNvPr id="13320" name="Rectangle 52"/>
            <p:cNvSpPr/>
            <p:nvPr/>
          </p:nvSpPr>
          <p:spPr>
            <a:xfrm>
              <a:off x="3472" y="2430"/>
              <a:ext cx="1517" cy="225"/>
            </a:xfrm>
            <a:prstGeom prst="rect">
              <a:avLst/>
            </a:prstGeom>
            <a:noFill/>
            <a:ln w="9525">
              <a:noFill/>
            </a:ln>
          </p:spPr>
          <p:txBody>
            <a:bodyPr lIns="108000" tIns="36000" rIns="108000" bIns="36000" anchor="ctr" anchorCtr="0"/>
            <a:p>
              <a:pPr>
                <a:spcBef>
                  <a:spcPct val="20000"/>
                </a:spcBef>
                <a:buClr>
                  <a:schemeClr val="tx1"/>
                </a:buClr>
                <a:buFont typeface="Wingdings" panose="05000000000000000000" pitchFamily="2" charset="2"/>
              </a:pPr>
              <a:r>
                <a:rPr lang="en-US" altLang="zh-CN" b="0" dirty="0">
                  <a:latin typeface="Times New Roman" panose="02020603050405020304" pitchFamily="18" charset="0"/>
                </a:rPr>
                <a:t>0.4%</a:t>
              </a:r>
              <a:endParaRPr lang="en-US" altLang="zh-CN" b="0" dirty="0">
                <a:latin typeface="Times New Roman" panose="02020603050405020304" pitchFamily="18" charset="0"/>
              </a:endParaRPr>
            </a:p>
          </p:txBody>
        </p:sp>
        <p:sp>
          <p:nvSpPr>
            <p:cNvPr id="13321" name="Rectangle 51"/>
            <p:cNvSpPr/>
            <p:nvPr/>
          </p:nvSpPr>
          <p:spPr>
            <a:xfrm>
              <a:off x="1970" y="2430"/>
              <a:ext cx="1502" cy="225"/>
            </a:xfrm>
            <a:prstGeom prst="rect">
              <a:avLst/>
            </a:prstGeom>
            <a:noFill/>
            <a:ln w="9525">
              <a:noFill/>
            </a:ln>
          </p:spPr>
          <p:txBody>
            <a:bodyPr lIns="108000" tIns="36000" rIns="108000" bIns="36000" anchor="ctr" anchorCtr="0"/>
            <a:p>
              <a:pPr>
                <a:spcBef>
                  <a:spcPct val="20000"/>
                </a:spcBef>
                <a:buClr>
                  <a:schemeClr val="tx1"/>
                </a:buClr>
                <a:buFont typeface="Wingdings" panose="05000000000000000000" pitchFamily="2" charset="2"/>
              </a:pPr>
              <a:r>
                <a:rPr lang="en-US" altLang="zh-CN" b="0" dirty="0">
                  <a:latin typeface="Times New Roman" panose="02020603050405020304" pitchFamily="18" charset="0"/>
                </a:rPr>
                <a:t>2,507</a:t>
              </a:r>
              <a:endParaRPr lang="en-US" altLang="zh-CN" b="0" dirty="0">
                <a:latin typeface="Times New Roman" panose="02020603050405020304" pitchFamily="18" charset="0"/>
              </a:endParaRPr>
            </a:p>
          </p:txBody>
        </p:sp>
        <p:sp>
          <p:nvSpPr>
            <p:cNvPr id="13322" name="Rectangle 50"/>
            <p:cNvSpPr/>
            <p:nvPr/>
          </p:nvSpPr>
          <p:spPr>
            <a:xfrm>
              <a:off x="334" y="2430"/>
              <a:ext cx="1636" cy="225"/>
            </a:xfrm>
            <a:prstGeom prst="rect">
              <a:avLst/>
            </a:prstGeom>
            <a:noFill/>
            <a:ln w="9525">
              <a:noFill/>
            </a:ln>
          </p:spPr>
          <p:txBody>
            <a:bodyPr lIns="108000" tIns="36000" rIns="108000" bIns="36000" anchor="ctr" anchorCtr="0"/>
            <a:p>
              <a:pPr>
                <a:spcBef>
                  <a:spcPct val="20000"/>
                </a:spcBef>
                <a:buClr>
                  <a:schemeClr val="tx1"/>
                </a:buClr>
                <a:buFont typeface="Wingdings" panose="05000000000000000000" pitchFamily="2" charset="2"/>
              </a:pPr>
              <a:r>
                <a:rPr lang="en-US" altLang="zh-CN" b="0" dirty="0">
                  <a:latin typeface="Times New Roman" panose="02020603050405020304" pitchFamily="18" charset="0"/>
                </a:rPr>
                <a:t>SCO Unix</a:t>
              </a:r>
              <a:endParaRPr lang="en-US" altLang="zh-CN" b="0" dirty="0">
                <a:latin typeface="Times New Roman" panose="02020603050405020304" pitchFamily="18" charset="0"/>
              </a:endParaRPr>
            </a:p>
          </p:txBody>
        </p:sp>
        <p:sp>
          <p:nvSpPr>
            <p:cNvPr id="13323" name="Rectangle 49"/>
            <p:cNvSpPr/>
            <p:nvPr/>
          </p:nvSpPr>
          <p:spPr>
            <a:xfrm>
              <a:off x="0" y="2430"/>
              <a:ext cx="334" cy="225"/>
            </a:xfrm>
            <a:prstGeom prst="rect">
              <a:avLst/>
            </a:prstGeom>
            <a:solidFill>
              <a:srgbClr val="99CCFF"/>
            </a:solidFill>
            <a:ln w="9525">
              <a:noFill/>
            </a:ln>
          </p:spPr>
          <p:txBody>
            <a:bodyPr lIns="108000" tIns="36000" rIns="108000" bIns="36000" anchor="ctr" anchorCtr="1"/>
            <a:p>
              <a:pPr>
                <a:spcBef>
                  <a:spcPct val="20000"/>
                </a:spcBef>
                <a:buClr>
                  <a:schemeClr val="tx1"/>
                </a:buClr>
                <a:buFont typeface="Wingdings" panose="05000000000000000000" pitchFamily="2" charset="2"/>
              </a:pPr>
              <a:r>
                <a:rPr lang="en-US" altLang="zh-CN" b="0" dirty="0">
                  <a:latin typeface="Times New Roman" panose="02020603050405020304" pitchFamily="18" charset="0"/>
                </a:rPr>
                <a:t>11</a:t>
              </a:r>
              <a:endParaRPr lang="en-US" altLang="zh-CN" b="0" dirty="0">
                <a:latin typeface="Times New Roman" panose="02020603050405020304" pitchFamily="18" charset="0"/>
              </a:endParaRPr>
            </a:p>
          </p:txBody>
        </p:sp>
        <p:sp>
          <p:nvSpPr>
            <p:cNvPr id="13324" name="Rectangle 48"/>
            <p:cNvSpPr/>
            <p:nvPr/>
          </p:nvSpPr>
          <p:spPr>
            <a:xfrm>
              <a:off x="3472" y="2224"/>
              <a:ext cx="1517" cy="206"/>
            </a:xfrm>
            <a:prstGeom prst="rect">
              <a:avLst/>
            </a:prstGeom>
            <a:noFill/>
            <a:ln w="9525">
              <a:noFill/>
            </a:ln>
          </p:spPr>
          <p:txBody>
            <a:bodyPr lIns="108000" tIns="36000" rIns="108000" bIns="36000" anchor="ctr" anchorCtr="0"/>
            <a:p>
              <a:pPr>
                <a:spcBef>
                  <a:spcPct val="20000"/>
                </a:spcBef>
                <a:buClr>
                  <a:schemeClr val="tx1"/>
                </a:buClr>
                <a:buFont typeface="Wingdings" panose="05000000000000000000" pitchFamily="2" charset="2"/>
              </a:pPr>
              <a:r>
                <a:rPr lang="en-US" altLang="zh-CN" b="0" dirty="0">
                  <a:latin typeface="Times New Roman" panose="02020603050405020304" pitchFamily="18" charset="0"/>
                </a:rPr>
                <a:t>0.6%</a:t>
              </a:r>
              <a:endParaRPr lang="en-US" altLang="zh-CN" b="0" dirty="0">
                <a:latin typeface="Times New Roman" panose="02020603050405020304" pitchFamily="18" charset="0"/>
              </a:endParaRPr>
            </a:p>
          </p:txBody>
        </p:sp>
        <p:sp>
          <p:nvSpPr>
            <p:cNvPr id="13325" name="Rectangle 47"/>
            <p:cNvSpPr/>
            <p:nvPr/>
          </p:nvSpPr>
          <p:spPr>
            <a:xfrm>
              <a:off x="1970" y="2224"/>
              <a:ext cx="1502" cy="206"/>
            </a:xfrm>
            <a:prstGeom prst="rect">
              <a:avLst/>
            </a:prstGeom>
            <a:noFill/>
            <a:ln w="9525">
              <a:noFill/>
            </a:ln>
          </p:spPr>
          <p:txBody>
            <a:bodyPr lIns="108000" tIns="36000" rIns="108000" bIns="36000" anchor="ctr" anchorCtr="0"/>
            <a:p>
              <a:pPr>
                <a:spcBef>
                  <a:spcPct val="20000"/>
                </a:spcBef>
                <a:buClr>
                  <a:schemeClr val="tx1"/>
                </a:buClr>
                <a:buFont typeface="Wingdings" panose="05000000000000000000" pitchFamily="2" charset="2"/>
              </a:pPr>
              <a:r>
                <a:rPr lang="en-US" altLang="zh-CN" b="0" dirty="0">
                  <a:latin typeface="Times New Roman" panose="02020603050405020304" pitchFamily="18" charset="0"/>
                </a:rPr>
                <a:t>3,775</a:t>
              </a:r>
              <a:endParaRPr lang="en-US" altLang="zh-CN" b="0" dirty="0">
                <a:latin typeface="Times New Roman" panose="02020603050405020304" pitchFamily="18" charset="0"/>
              </a:endParaRPr>
            </a:p>
          </p:txBody>
        </p:sp>
        <p:sp>
          <p:nvSpPr>
            <p:cNvPr id="13326" name="Rectangle 46"/>
            <p:cNvSpPr/>
            <p:nvPr/>
          </p:nvSpPr>
          <p:spPr>
            <a:xfrm>
              <a:off x="334" y="2224"/>
              <a:ext cx="1636" cy="206"/>
            </a:xfrm>
            <a:prstGeom prst="rect">
              <a:avLst/>
            </a:prstGeom>
            <a:noFill/>
            <a:ln w="9525">
              <a:noFill/>
            </a:ln>
          </p:spPr>
          <p:txBody>
            <a:bodyPr lIns="108000" tIns="36000" rIns="108000" bIns="36000" anchor="ctr" anchorCtr="0"/>
            <a:p>
              <a:pPr>
                <a:spcBef>
                  <a:spcPct val="20000"/>
                </a:spcBef>
                <a:buClr>
                  <a:schemeClr val="tx1"/>
                </a:buClr>
                <a:buFont typeface="Wingdings" panose="05000000000000000000" pitchFamily="2" charset="2"/>
              </a:pPr>
              <a:r>
                <a:rPr lang="en-US" altLang="zh-CN" b="0" dirty="0">
                  <a:latin typeface="Times New Roman" panose="02020603050405020304" pitchFamily="18" charset="0"/>
                  <a:ea typeface="Verdana,Arial,"/>
                </a:rPr>
                <a:t>Digital Unix    </a:t>
              </a:r>
              <a:endParaRPr lang="en-US" altLang="zh-CN" b="0" dirty="0">
                <a:latin typeface="Times New Roman" panose="02020603050405020304" pitchFamily="18" charset="0"/>
                <a:ea typeface="Verdana,Arial,"/>
              </a:endParaRPr>
            </a:p>
          </p:txBody>
        </p:sp>
        <p:sp>
          <p:nvSpPr>
            <p:cNvPr id="13327" name="Rectangle 45"/>
            <p:cNvSpPr/>
            <p:nvPr/>
          </p:nvSpPr>
          <p:spPr>
            <a:xfrm>
              <a:off x="0" y="2224"/>
              <a:ext cx="334" cy="206"/>
            </a:xfrm>
            <a:prstGeom prst="rect">
              <a:avLst/>
            </a:prstGeom>
            <a:solidFill>
              <a:srgbClr val="99CCFF"/>
            </a:solidFill>
            <a:ln w="9525">
              <a:noFill/>
            </a:ln>
          </p:spPr>
          <p:txBody>
            <a:bodyPr lIns="108000" tIns="36000" rIns="108000" bIns="36000" anchor="ctr" anchorCtr="1"/>
            <a:p>
              <a:pPr>
                <a:spcBef>
                  <a:spcPct val="20000"/>
                </a:spcBef>
                <a:buClr>
                  <a:schemeClr val="tx1"/>
                </a:buClr>
                <a:buFont typeface="Wingdings" panose="05000000000000000000" pitchFamily="2" charset="2"/>
              </a:pPr>
              <a:r>
                <a:rPr lang="en-US" altLang="zh-CN" b="0" dirty="0">
                  <a:latin typeface="Times New Roman" panose="02020603050405020304" pitchFamily="18" charset="0"/>
                </a:rPr>
                <a:t>10</a:t>
              </a:r>
              <a:endParaRPr lang="en-US" altLang="zh-CN" b="0" dirty="0">
                <a:latin typeface="Times New Roman" panose="02020603050405020304" pitchFamily="18" charset="0"/>
              </a:endParaRPr>
            </a:p>
          </p:txBody>
        </p:sp>
        <p:sp>
          <p:nvSpPr>
            <p:cNvPr id="13328" name="Rectangle 44"/>
            <p:cNvSpPr/>
            <p:nvPr/>
          </p:nvSpPr>
          <p:spPr>
            <a:xfrm>
              <a:off x="3472" y="1999"/>
              <a:ext cx="1517" cy="225"/>
            </a:xfrm>
            <a:prstGeom prst="rect">
              <a:avLst/>
            </a:prstGeom>
            <a:noFill/>
            <a:ln w="9525">
              <a:noFill/>
            </a:ln>
          </p:spPr>
          <p:txBody>
            <a:bodyPr lIns="108000" tIns="36000" rIns="108000" bIns="36000" anchor="ctr" anchorCtr="0"/>
            <a:p>
              <a:pPr>
                <a:spcBef>
                  <a:spcPct val="20000"/>
                </a:spcBef>
                <a:buClr>
                  <a:schemeClr val="tx1"/>
                </a:buClr>
                <a:buFont typeface="Wingdings" panose="05000000000000000000" pitchFamily="2" charset="2"/>
              </a:pPr>
              <a:r>
                <a:rPr lang="en-US" altLang="zh-CN" b="0" dirty="0">
                  <a:latin typeface="Times New Roman" panose="02020603050405020304" pitchFamily="18" charset="0"/>
                </a:rPr>
                <a:t>0.6%</a:t>
              </a:r>
              <a:endParaRPr lang="en-US" altLang="zh-CN" b="0" dirty="0">
                <a:latin typeface="Times New Roman" panose="02020603050405020304" pitchFamily="18" charset="0"/>
              </a:endParaRPr>
            </a:p>
          </p:txBody>
        </p:sp>
        <p:sp>
          <p:nvSpPr>
            <p:cNvPr id="13329" name="Rectangle 43"/>
            <p:cNvSpPr/>
            <p:nvPr/>
          </p:nvSpPr>
          <p:spPr>
            <a:xfrm>
              <a:off x="1970" y="1999"/>
              <a:ext cx="1502" cy="225"/>
            </a:xfrm>
            <a:prstGeom prst="rect">
              <a:avLst/>
            </a:prstGeom>
            <a:noFill/>
            <a:ln w="9525">
              <a:noFill/>
            </a:ln>
          </p:spPr>
          <p:txBody>
            <a:bodyPr lIns="108000" tIns="36000" rIns="108000" bIns="36000" anchor="ctr" anchorCtr="0"/>
            <a:p>
              <a:pPr>
                <a:spcBef>
                  <a:spcPct val="20000"/>
                </a:spcBef>
                <a:buClr>
                  <a:schemeClr val="tx1"/>
                </a:buClr>
                <a:buFont typeface="Wingdings" panose="05000000000000000000" pitchFamily="2" charset="2"/>
              </a:pPr>
              <a:r>
                <a:rPr lang="en-US" altLang="zh-CN" b="0" dirty="0">
                  <a:latin typeface="Times New Roman" panose="02020603050405020304" pitchFamily="18" charset="0"/>
                </a:rPr>
                <a:t>3,971</a:t>
              </a:r>
              <a:endParaRPr lang="en-US" altLang="zh-CN" b="0" dirty="0">
                <a:latin typeface="Times New Roman" panose="02020603050405020304" pitchFamily="18" charset="0"/>
              </a:endParaRPr>
            </a:p>
          </p:txBody>
        </p:sp>
        <p:sp>
          <p:nvSpPr>
            <p:cNvPr id="13330" name="Rectangle 42"/>
            <p:cNvSpPr/>
            <p:nvPr/>
          </p:nvSpPr>
          <p:spPr>
            <a:xfrm>
              <a:off x="334" y="1999"/>
              <a:ext cx="1636" cy="225"/>
            </a:xfrm>
            <a:prstGeom prst="rect">
              <a:avLst/>
            </a:prstGeom>
            <a:noFill/>
            <a:ln w="9525">
              <a:noFill/>
            </a:ln>
          </p:spPr>
          <p:txBody>
            <a:bodyPr lIns="108000" tIns="36000" rIns="108000" bIns="36000" anchor="ctr" anchorCtr="0"/>
            <a:p>
              <a:pPr>
                <a:spcBef>
                  <a:spcPct val="20000"/>
                </a:spcBef>
                <a:buClr>
                  <a:schemeClr val="tx1"/>
                </a:buClr>
                <a:buFont typeface="Wingdings" panose="05000000000000000000" pitchFamily="2" charset="2"/>
              </a:pPr>
              <a:r>
                <a:rPr lang="en-US" altLang="zh-CN" b="0" dirty="0">
                  <a:latin typeface="Times New Roman" panose="02020603050405020304" pitchFamily="18" charset="0"/>
                </a:rPr>
                <a:t>Reliant </a:t>
              </a:r>
              <a:r>
                <a:rPr lang="en-US" altLang="zh-CN" b="0" dirty="0">
                  <a:latin typeface="Times New Roman" panose="02020603050405020304" pitchFamily="18" charset="0"/>
                  <a:ea typeface="Verdana,Arial,"/>
                </a:rPr>
                <a:t>Unix/Sinix</a:t>
              </a:r>
              <a:endParaRPr lang="en-US" altLang="zh-CN" b="0" dirty="0">
                <a:latin typeface="Times New Roman" panose="02020603050405020304" pitchFamily="18" charset="0"/>
                <a:ea typeface="Verdana,Arial,"/>
              </a:endParaRPr>
            </a:p>
          </p:txBody>
        </p:sp>
        <p:sp>
          <p:nvSpPr>
            <p:cNvPr id="13331" name="Rectangle 41"/>
            <p:cNvSpPr/>
            <p:nvPr/>
          </p:nvSpPr>
          <p:spPr>
            <a:xfrm>
              <a:off x="0" y="1999"/>
              <a:ext cx="334" cy="225"/>
            </a:xfrm>
            <a:prstGeom prst="rect">
              <a:avLst/>
            </a:prstGeom>
            <a:solidFill>
              <a:srgbClr val="99CCFF"/>
            </a:solidFill>
            <a:ln w="9525">
              <a:noFill/>
            </a:ln>
          </p:spPr>
          <p:txBody>
            <a:bodyPr lIns="108000" tIns="36000" rIns="108000" bIns="36000" anchor="ctr" anchorCtr="1"/>
            <a:p>
              <a:pPr>
                <a:spcBef>
                  <a:spcPct val="20000"/>
                </a:spcBef>
                <a:buClr>
                  <a:schemeClr val="tx1"/>
                </a:buClr>
                <a:buFont typeface="Wingdings" panose="05000000000000000000" pitchFamily="2" charset="2"/>
              </a:pPr>
              <a:r>
                <a:rPr lang="en-US" altLang="zh-CN" b="0" dirty="0">
                  <a:latin typeface="Times New Roman" panose="02020603050405020304" pitchFamily="18" charset="0"/>
                </a:rPr>
                <a:t>9</a:t>
              </a:r>
              <a:endParaRPr lang="en-US" altLang="zh-CN" b="0" dirty="0">
                <a:latin typeface="Times New Roman" panose="02020603050405020304" pitchFamily="18" charset="0"/>
              </a:endParaRPr>
            </a:p>
          </p:txBody>
        </p:sp>
        <p:sp>
          <p:nvSpPr>
            <p:cNvPr id="13332" name="Rectangle 40"/>
            <p:cNvSpPr/>
            <p:nvPr/>
          </p:nvSpPr>
          <p:spPr>
            <a:xfrm>
              <a:off x="3472" y="1774"/>
              <a:ext cx="1517" cy="225"/>
            </a:xfrm>
            <a:prstGeom prst="rect">
              <a:avLst/>
            </a:prstGeom>
            <a:noFill/>
            <a:ln w="9525">
              <a:noFill/>
            </a:ln>
          </p:spPr>
          <p:txBody>
            <a:bodyPr lIns="108000" tIns="36000" rIns="108000" bIns="36000" anchor="ctr" anchorCtr="0"/>
            <a:p>
              <a:pPr>
                <a:spcBef>
                  <a:spcPct val="20000"/>
                </a:spcBef>
                <a:buClr>
                  <a:schemeClr val="tx1"/>
                </a:buClr>
                <a:buFont typeface="Wingdings" panose="05000000000000000000" pitchFamily="2" charset="2"/>
              </a:pPr>
              <a:r>
                <a:rPr lang="en-US" altLang="zh-CN" b="0" dirty="0">
                  <a:latin typeface="Times New Roman" panose="02020603050405020304" pitchFamily="18" charset="0"/>
                </a:rPr>
                <a:t>1.6%</a:t>
              </a:r>
              <a:endParaRPr lang="en-US" altLang="zh-CN" b="0" dirty="0">
                <a:latin typeface="Times New Roman" panose="02020603050405020304" pitchFamily="18" charset="0"/>
              </a:endParaRPr>
            </a:p>
          </p:txBody>
        </p:sp>
        <p:sp>
          <p:nvSpPr>
            <p:cNvPr id="13333" name="Rectangle 39"/>
            <p:cNvSpPr/>
            <p:nvPr/>
          </p:nvSpPr>
          <p:spPr>
            <a:xfrm>
              <a:off x="1970" y="1774"/>
              <a:ext cx="1502" cy="225"/>
            </a:xfrm>
            <a:prstGeom prst="rect">
              <a:avLst/>
            </a:prstGeom>
            <a:noFill/>
            <a:ln w="9525">
              <a:noFill/>
            </a:ln>
          </p:spPr>
          <p:txBody>
            <a:bodyPr lIns="108000" tIns="36000" rIns="108000" bIns="36000" anchor="ctr" anchorCtr="0"/>
            <a:p>
              <a:pPr>
                <a:spcBef>
                  <a:spcPct val="20000"/>
                </a:spcBef>
                <a:buClr>
                  <a:schemeClr val="tx1"/>
                </a:buClr>
                <a:buFont typeface="Wingdings" panose="05000000000000000000" pitchFamily="2" charset="2"/>
              </a:pPr>
              <a:r>
                <a:rPr lang="en-US" altLang="zh-CN" b="0" dirty="0">
                  <a:latin typeface="Times New Roman" panose="02020603050405020304" pitchFamily="18" charset="0"/>
                </a:rPr>
                <a:t>10,237</a:t>
              </a:r>
              <a:endParaRPr lang="en-US" altLang="zh-CN" b="0" dirty="0">
                <a:latin typeface="Times New Roman" panose="02020603050405020304" pitchFamily="18" charset="0"/>
              </a:endParaRPr>
            </a:p>
          </p:txBody>
        </p:sp>
        <p:sp>
          <p:nvSpPr>
            <p:cNvPr id="13334" name="Rectangle 38"/>
            <p:cNvSpPr/>
            <p:nvPr/>
          </p:nvSpPr>
          <p:spPr>
            <a:xfrm>
              <a:off x="334" y="1774"/>
              <a:ext cx="1636" cy="225"/>
            </a:xfrm>
            <a:prstGeom prst="rect">
              <a:avLst/>
            </a:prstGeom>
            <a:noFill/>
            <a:ln w="9525">
              <a:noFill/>
            </a:ln>
          </p:spPr>
          <p:txBody>
            <a:bodyPr lIns="108000" tIns="36000" rIns="108000" bIns="36000" anchor="ctr" anchorCtr="0"/>
            <a:p>
              <a:pPr>
                <a:spcBef>
                  <a:spcPct val="20000"/>
                </a:spcBef>
                <a:buClr>
                  <a:schemeClr val="tx1"/>
                </a:buClr>
                <a:buFont typeface="Wingdings" panose="05000000000000000000" pitchFamily="2" charset="2"/>
              </a:pPr>
              <a:r>
                <a:rPr lang="en-US" altLang="zh-CN" b="0" dirty="0">
                  <a:latin typeface="Times New Roman" panose="02020603050405020304" pitchFamily="18" charset="0"/>
                </a:rPr>
                <a:t>HP/UX</a:t>
              </a:r>
              <a:endParaRPr lang="en-US" altLang="zh-CN" b="0" dirty="0">
                <a:latin typeface="Times New Roman" panose="02020603050405020304" pitchFamily="18" charset="0"/>
              </a:endParaRPr>
            </a:p>
          </p:txBody>
        </p:sp>
        <p:sp>
          <p:nvSpPr>
            <p:cNvPr id="13335" name="Rectangle 37"/>
            <p:cNvSpPr/>
            <p:nvPr/>
          </p:nvSpPr>
          <p:spPr>
            <a:xfrm>
              <a:off x="0" y="1774"/>
              <a:ext cx="334" cy="225"/>
            </a:xfrm>
            <a:prstGeom prst="rect">
              <a:avLst/>
            </a:prstGeom>
            <a:solidFill>
              <a:srgbClr val="99CCFF"/>
            </a:solidFill>
            <a:ln w="9525">
              <a:noFill/>
            </a:ln>
          </p:spPr>
          <p:txBody>
            <a:bodyPr lIns="108000" tIns="36000" rIns="108000" bIns="36000" anchor="ctr" anchorCtr="1"/>
            <a:p>
              <a:pPr>
                <a:spcBef>
                  <a:spcPct val="20000"/>
                </a:spcBef>
                <a:buClr>
                  <a:schemeClr val="tx1"/>
                </a:buClr>
                <a:buFont typeface="Wingdings" panose="05000000000000000000" pitchFamily="2" charset="2"/>
              </a:pPr>
              <a:r>
                <a:rPr lang="en-US" altLang="zh-CN" b="0" dirty="0">
                  <a:latin typeface="Times New Roman" panose="02020603050405020304" pitchFamily="18" charset="0"/>
                </a:rPr>
                <a:t>8</a:t>
              </a:r>
              <a:endParaRPr lang="en-US" altLang="zh-CN" b="0" dirty="0">
                <a:latin typeface="Times New Roman" panose="02020603050405020304" pitchFamily="18" charset="0"/>
              </a:endParaRPr>
            </a:p>
          </p:txBody>
        </p:sp>
        <p:sp>
          <p:nvSpPr>
            <p:cNvPr id="13336" name="Rectangle 36"/>
            <p:cNvSpPr/>
            <p:nvPr/>
          </p:nvSpPr>
          <p:spPr>
            <a:xfrm>
              <a:off x="3472" y="1549"/>
              <a:ext cx="1517" cy="225"/>
            </a:xfrm>
            <a:prstGeom prst="rect">
              <a:avLst/>
            </a:prstGeom>
            <a:noFill/>
            <a:ln w="9525">
              <a:noFill/>
            </a:ln>
          </p:spPr>
          <p:txBody>
            <a:bodyPr lIns="108000" tIns="36000" rIns="108000" bIns="36000" anchor="ctr" anchorCtr="0"/>
            <a:p>
              <a:pPr>
                <a:spcBef>
                  <a:spcPct val="20000"/>
                </a:spcBef>
                <a:buClr>
                  <a:schemeClr val="tx1"/>
                </a:buClr>
                <a:buFont typeface="Wingdings" panose="05000000000000000000" pitchFamily="2" charset="2"/>
              </a:pPr>
              <a:r>
                <a:rPr lang="en-US" altLang="zh-CN" b="0" dirty="0">
                  <a:latin typeface="Times New Roman" panose="02020603050405020304" pitchFamily="18" charset="0"/>
                </a:rPr>
                <a:t>1.7%</a:t>
              </a:r>
              <a:endParaRPr lang="en-US" altLang="zh-CN" b="0" dirty="0">
                <a:latin typeface="Times New Roman" panose="02020603050405020304" pitchFamily="18" charset="0"/>
              </a:endParaRPr>
            </a:p>
          </p:txBody>
        </p:sp>
        <p:sp>
          <p:nvSpPr>
            <p:cNvPr id="13337" name="Rectangle 35"/>
            <p:cNvSpPr/>
            <p:nvPr/>
          </p:nvSpPr>
          <p:spPr>
            <a:xfrm>
              <a:off x="1970" y="1549"/>
              <a:ext cx="1502" cy="225"/>
            </a:xfrm>
            <a:prstGeom prst="rect">
              <a:avLst/>
            </a:prstGeom>
            <a:noFill/>
            <a:ln w="9525">
              <a:noFill/>
            </a:ln>
          </p:spPr>
          <p:txBody>
            <a:bodyPr lIns="108000" tIns="36000" rIns="108000" bIns="36000" anchor="ctr" anchorCtr="0"/>
            <a:p>
              <a:pPr>
                <a:spcBef>
                  <a:spcPct val="20000"/>
                </a:spcBef>
                <a:buClr>
                  <a:schemeClr val="tx1"/>
                </a:buClr>
                <a:buFont typeface="Wingdings" panose="05000000000000000000" pitchFamily="2" charset="2"/>
              </a:pPr>
              <a:r>
                <a:rPr lang="en-US" altLang="zh-CN" b="0" dirty="0">
                  <a:latin typeface="Times New Roman" panose="02020603050405020304" pitchFamily="18" charset="0"/>
                </a:rPr>
                <a:t>10,865</a:t>
              </a:r>
              <a:endParaRPr lang="en-US" altLang="zh-CN" b="0" dirty="0">
                <a:latin typeface="Times New Roman" panose="02020603050405020304" pitchFamily="18" charset="0"/>
              </a:endParaRPr>
            </a:p>
          </p:txBody>
        </p:sp>
        <p:sp>
          <p:nvSpPr>
            <p:cNvPr id="13338" name="Rectangle 34"/>
            <p:cNvSpPr/>
            <p:nvPr/>
          </p:nvSpPr>
          <p:spPr>
            <a:xfrm>
              <a:off x="334" y="1549"/>
              <a:ext cx="1636" cy="225"/>
            </a:xfrm>
            <a:prstGeom prst="rect">
              <a:avLst/>
            </a:prstGeom>
            <a:noFill/>
            <a:ln w="9525">
              <a:noFill/>
            </a:ln>
          </p:spPr>
          <p:txBody>
            <a:bodyPr lIns="108000" tIns="36000" rIns="108000" bIns="36000" anchor="ctr" anchorCtr="0"/>
            <a:p>
              <a:pPr>
                <a:spcBef>
                  <a:spcPct val="20000"/>
                </a:spcBef>
                <a:buClr>
                  <a:schemeClr val="tx1"/>
                </a:buClr>
                <a:buFont typeface="Wingdings" panose="05000000000000000000" pitchFamily="2" charset="2"/>
              </a:pPr>
              <a:r>
                <a:rPr lang="en-US" altLang="zh-CN" b="0" dirty="0">
                  <a:latin typeface="Times New Roman" panose="02020603050405020304" pitchFamily="18" charset="0"/>
                </a:rPr>
                <a:t>AIX</a:t>
              </a:r>
              <a:endParaRPr lang="en-US" altLang="zh-CN" b="0" dirty="0">
                <a:latin typeface="Times New Roman" panose="02020603050405020304" pitchFamily="18" charset="0"/>
              </a:endParaRPr>
            </a:p>
          </p:txBody>
        </p:sp>
        <p:sp>
          <p:nvSpPr>
            <p:cNvPr id="13339" name="Rectangle 33"/>
            <p:cNvSpPr/>
            <p:nvPr/>
          </p:nvSpPr>
          <p:spPr>
            <a:xfrm>
              <a:off x="0" y="1549"/>
              <a:ext cx="334" cy="225"/>
            </a:xfrm>
            <a:prstGeom prst="rect">
              <a:avLst/>
            </a:prstGeom>
            <a:solidFill>
              <a:srgbClr val="99CCFF"/>
            </a:solidFill>
            <a:ln w="9525">
              <a:noFill/>
            </a:ln>
          </p:spPr>
          <p:txBody>
            <a:bodyPr lIns="108000" tIns="36000" rIns="108000" bIns="36000" anchor="ctr" anchorCtr="1"/>
            <a:p>
              <a:pPr>
                <a:spcBef>
                  <a:spcPct val="20000"/>
                </a:spcBef>
                <a:buClr>
                  <a:schemeClr val="tx1"/>
                </a:buClr>
                <a:buFont typeface="Wingdings" panose="05000000000000000000" pitchFamily="2" charset="2"/>
              </a:pPr>
              <a:r>
                <a:rPr lang="en-US" altLang="zh-CN" b="0" dirty="0">
                  <a:latin typeface="Times New Roman" panose="02020603050405020304" pitchFamily="18" charset="0"/>
                </a:rPr>
                <a:t>7</a:t>
              </a:r>
              <a:endParaRPr lang="en-US" altLang="zh-CN" b="0" dirty="0">
                <a:latin typeface="Times New Roman" panose="02020603050405020304" pitchFamily="18" charset="0"/>
              </a:endParaRPr>
            </a:p>
          </p:txBody>
        </p:sp>
        <p:sp>
          <p:nvSpPr>
            <p:cNvPr id="13340" name="Rectangle 32"/>
            <p:cNvSpPr/>
            <p:nvPr/>
          </p:nvSpPr>
          <p:spPr>
            <a:xfrm>
              <a:off x="3472" y="1324"/>
              <a:ext cx="1517" cy="225"/>
            </a:xfrm>
            <a:prstGeom prst="rect">
              <a:avLst/>
            </a:prstGeom>
            <a:noFill/>
            <a:ln w="9525">
              <a:noFill/>
            </a:ln>
          </p:spPr>
          <p:txBody>
            <a:bodyPr lIns="108000" tIns="36000" rIns="108000" bIns="36000" anchor="ctr" anchorCtr="0"/>
            <a:p>
              <a:pPr>
                <a:spcBef>
                  <a:spcPct val="20000"/>
                </a:spcBef>
                <a:buClr>
                  <a:schemeClr val="tx1"/>
                </a:buClr>
                <a:buFont typeface="Wingdings" panose="05000000000000000000" pitchFamily="2" charset="2"/>
              </a:pPr>
              <a:r>
                <a:rPr lang="en-US" altLang="zh-CN" b="0" dirty="0">
                  <a:latin typeface="Times New Roman" panose="02020603050405020304" pitchFamily="18" charset="0"/>
                </a:rPr>
                <a:t>2.1%</a:t>
              </a:r>
              <a:endParaRPr lang="en-US" altLang="zh-CN" b="0" dirty="0">
                <a:latin typeface="Times New Roman" panose="02020603050405020304" pitchFamily="18" charset="0"/>
              </a:endParaRPr>
            </a:p>
          </p:txBody>
        </p:sp>
        <p:sp>
          <p:nvSpPr>
            <p:cNvPr id="13341" name="Rectangle 31"/>
            <p:cNvSpPr/>
            <p:nvPr/>
          </p:nvSpPr>
          <p:spPr>
            <a:xfrm>
              <a:off x="1970" y="1324"/>
              <a:ext cx="1502" cy="225"/>
            </a:xfrm>
            <a:prstGeom prst="rect">
              <a:avLst/>
            </a:prstGeom>
            <a:noFill/>
            <a:ln w="9525">
              <a:noFill/>
            </a:ln>
          </p:spPr>
          <p:txBody>
            <a:bodyPr lIns="108000" tIns="36000" rIns="108000" bIns="36000" anchor="ctr" anchorCtr="0"/>
            <a:p>
              <a:pPr>
                <a:spcBef>
                  <a:spcPct val="20000"/>
                </a:spcBef>
                <a:buClr>
                  <a:schemeClr val="tx1"/>
                </a:buClr>
                <a:buFont typeface="Wingdings" panose="05000000000000000000" pitchFamily="2" charset="2"/>
              </a:pPr>
              <a:r>
                <a:rPr lang="en-US" altLang="zh-CN" b="0" dirty="0">
                  <a:latin typeface="Times New Roman" panose="02020603050405020304" pitchFamily="18" charset="0"/>
                </a:rPr>
                <a:t>13,736</a:t>
              </a:r>
              <a:endParaRPr lang="en-US" altLang="zh-CN" b="0" dirty="0">
                <a:latin typeface="Times New Roman" panose="02020603050405020304" pitchFamily="18" charset="0"/>
              </a:endParaRPr>
            </a:p>
          </p:txBody>
        </p:sp>
        <p:sp>
          <p:nvSpPr>
            <p:cNvPr id="13342" name="Rectangle 30"/>
            <p:cNvSpPr/>
            <p:nvPr/>
          </p:nvSpPr>
          <p:spPr>
            <a:xfrm>
              <a:off x="334" y="1324"/>
              <a:ext cx="1636" cy="225"/>
            </a:xfrm>
            <a:prstGeom prst="rect">
              <a:avLst/>
            </a:prstGeom>
            <a:noFill/>
            <a:ln w="9525">
              <a:noFill/>
            </a:ln>
          </p:spPr>
          <p:txBody>
            <a:bodyPr lIns="108000" tIns="36000" rIns="108000" bIns="36000" anchor="ctr" anchorCtr="0"/>
            <a:p>
              <a:pPr>
                <a:spcBef>
                  <a:spcPct val="20000"/>
                </a:spcBef>
                <a:buClr>
                  <a:schemeClr val="tx1"/>
                </a:buClr>
                <a:buFont typeface="Wingdings" panose="05000000000000000000" pitchFamily="2" charset="2"/>
              </a:pPr>
              <a:r>
                <a:rPr lang="en-US" altLang="zh-CN" b="0" dirty="0">
                  <a:latin typeface="Times New Roman" panose="02020603050405020304" pitchFamily="18" charset="0"/>
                </a:rPr>
                <a:t>Apple/MAC</a:t>
              </a:r>
              <a:endParaRPr lang="en-US" altLang="zh-CN" b="0" dirty="0">
                <a:latin typeface="Times New Roman" panose="02020603050405020304" pitchFamily="18" charset="0"/>
              </a:endParaRPr>
            </a:p>
          </p:txBody>
        </p:sp>
        <p:sp>
          <p:nvSpPr>
            <p:cNvPr id="13343" name="Rectangle 29"/>
            <p:cNvSpPr/>
            <p:nvPr/>
          </p:nvSpPr>
          <p:spPr>
            <a:xfrm>
              <a:off x="0" y="1324"/>
              <a:ext cx="334" cy="225"/>
            </a:xfrm>
            <a:prstGeom prst="rect">
              <a:avLst/>
            </a:prstGeom>
            <a:solidFill>
              <a:srgbClr val="99CCFF"/>
            </a:solidFill>
            <a:ln w="9525">
              <a:noFill/>
            </a:ln>
          </p:spPr>
          <p:txBody>
            <a:bodyPr lIns="108000" tIns="36000" rIns="108000" bIns="36000" anchor="ctr" anchorCtr="1"/>
            <a:p>
              <a:pPr>
                <a:spcBef>
                  <a:spcPct val="20000"/>
                </a:spcBef>
                <a:buClr>
                  <a:schemeClr val="tx1"/>
                </a:buClr>
                <a:buFont typeface="Wingdings" panose="05000000000000000000" pitchFamily="2" charset="2"/>
              </a:pPr>
              <a:r>
                <a:rPr lang="en-US" altLang="zh-CN" b="0" dirty="0">
                  <a:latin typeface="Times New Roman" panose="02020603050405020304" pitchFamily="18" charset="0"/>
                </a:rPr>
                <a:t>6</a:t>
              </a:r>
              <a:endParaRPr lang="en-US" altLang="zh-CN" b="0" dirty="0">
                <a:latin typeface="Times New Roman" panose="02020603050405020304" pitchFamily="18" charset="0"/>
              </a:endParaRPr>
            </a:p>
          </p:txBody>
        </p:sp>
        <p:sp>
          <p:nvSpPr>
            <p:cNvPr id="13344" name="Rectangle 28"/>
            <p:cNvSpPr/>
            <p:nvPr/>
          </p:nvSpPr>
          <p:spPr>
            <a:xfrm>
              <a:off x="3472" y="1099"/>
              <a:ext cx="1517" cy="225"/>
            </a:xfrm>
            <a:prstGeom prst="rect">
              <a:avLst/>
            </a:prstGeom>
            <a:noFill/>
            <a:ln w="9525">
              <a:noFill/>
            </a:ln>
          </p:spPr>
          <p:txBody>
            <a:bodyPr lIns="108000" tIns="36000" rIns="108000" bIns="36000" anchor="ctr" anchorCtr="0"/>
            <a:p>
              <a:pPr>
                <a:spcBef>
                  <a:spcPct val="20000"/>
                </a:spcBef>
                <a:buClr>
                  <a:schemeClr val="tx1"/>
                </a:buClr>
                <a:buFont typeface="Wingdings" panose="05000000000000000000" pitchFamily="2" charset="2"/>
              </a:pPr>
              <a:r>
                <a:rPr lang="en-US" altLang="zh-CN" b="0" dirty="0">
                  <a:latin typeface="Times New Roman" panose="02020603050405020304" pitchFamily="18" charset="0"/>
                </a:rPr>
                <a:t>4.5%</a:t>
              </a:r>
              <a:endParaRPr lang="en-US" altLang="zh-CN" b="0" dirty="0">
                <a:latin typeface="Times New Roman" panose="02020603050405020304" pitchFamily="18" charset="0"/>
              </a:endParaRPr>
            </a:p>
          </p:txBody>
        </p:sp>
        <p:sp>
          <p:nvSpPr>
            <p:cNvPr id="13345" name="Rectangle 27"/>
            <p:cNvSpPr/>
            <p:nvPr/>
          </p:nvSpPr>
          <p:spPr>
            <a:xfrm>
              <a:off x="1970" y="1099"/>
              <a:ext cx="1502" cy="225"/>
            </a:xfrm>
            <a:prstGeom prst="rect">
              <a:avLst/>
            </a:prstGeom>
            <a:noFill/>
            <a:ln w="9525">
              <a:noFill/>
            </a:ln>
          </p:spPr>
          <p:txBody>
            <a:bodyPr lIns="108000" tIns="36000" rIns="108000" bIns="36000" anchor="ctr" anchorCtr="0"/>
            <a:p>
              <a:pPr>
                <a:spcBef>
                  <a:spcPct val="20000"/>
                </a:spcBef>
                <a:buClr>
                  <a:schemeClr val="tx1"/>
                </a:buClr>
                <a:buFont typeface="Wingdings" panose="05000000000000000000" pitchFamily="2" charset="2"/>
              </a:pPr>
              <a:r>
                <a:rPr lang="en-US" altLang="zh-CN" b="0" dirty="0">
                  <a:latin typeface="Times New Roman" panose="02020603050405020304" pitchFamily="18" charset="0"/>
                </a:rPr>
                <a:t>29,384</a:t>
              </a:r>
              <a:endParaRPr lang="en-US" altLang="zh-CN" b="0" dirty="0">
                <a:latin typeface="Times New Roman" panose="02020603050405020304" pitchFamily="18" charset="0"/>
              </a:endParaRPr>
            </a:p>
          </p:txBody>
        </p:sp>
        <p:sp>
          <p:nvSpPr>
            <p:cNvPr id="13346" name="Rectangle 26"/>
            <p:cNvSpPr/>
            <p:nvPr/>
          </p:nvSpPr>
          <p:spPr>
            <a:xfrm>
              <a:off x="334" y="1099"/>
              <a:ext cx="1636" cy="225"/>
            </a:xfrm>
            <a:prstGeom prst="rect">
              <a:avLst/>
            </a:prstGeom>
            <a:noFill/>
            <a:ln w="9525">
              <a:noFill/>
            </a:ln>
          </p:spPr>
          <p:txBody>
            <a:bodyPr lIns="108000" tIns="36000" rIns="108000" bIns="36000" anchor="ctr" anchorCtr="0"/>
            <a:p>
              <a:pPr>
                <a:spcBef>
                  <a:spcPct val="20000"/>
                </a:spcBef>
                <a:buClr>
                  <a:schemeClr val="tx1"/>
                </a:buClr>
                <a:buFont typeface="Wingdings" panose="05000000000000000000" pitchFamily="2" charset="2"/>
              </a:pPr>
              <a:r>
                <a:rPr lang="en-US" altLang="zh-CN" b="0" dirty="0">
                  <a:latin typeface="Times New Roman" panose="02020603050405020304" pitchFamily="18" charset="0"/>
                </a:rPr>
                <a:t>IRIX</a:t>
              </a:r>
              <a:endParaRPr lang="en-US" altLang="zh-CN" b="0" dirty="0">
                <a:latin typeface="Times New Roman" panose="02020603050405020304" pitchFamily="18" charset="0"/>
              </a:endParaRPr>
            </a:p>
          </p:txBody>
        </p:sp>
        <p:sp>
          <p:nvSpPr>
            <p:cNvPr id="13347" name="Rectangle 25"/>
            <p:cNvSpPr/>
            <p:nvPr/>
          </p:nvSpPr>
          <p:spPr>
            <a:xfrm>
              <a:off x="0" y="1099"/>
              <a:ext cx="334" cy="225"/>
            </a:xfrm>
            <a:prstGeom prst="rect">
              <a:avLst/>
            </a:prstGeom>
            <a:solidFill>
              <a:srgbClr val="99CCFF"/>
            </a:solidFill>
            <a:ln w="9525">
              <a:noFill/>
            </a:ln>
          </p:spPr>
          <p:txBody>
            <a:bodyPr lIns="108000" tIns="36000" rIns="108000" bIns="36000" anchor="ctr" anchorCtr="1"/>
            <a:p>
              <a:pPr>
                <a:spcBef>
                  <a:spcPct val="20000"/>
                </a:spcBef>
                <a:buClr>
                  <a:schemeClr val="tx1"/>
                </a:buClr>
                <a:buFont typeface="Wingdings" panose="05000000000000000000" pitchFamily="2" charset="2"/>
              </a:pPr>
              <a:r>
                <a:rPr lang="en-US" altLang="zh-CN" b="0" dirty="0">
                  <a:latin typeface="Times New Roman" panose="02020603050405020304" pitchFamily="18" charset="0"/>
                </a:rPr>
                <a:t>5</a:t>
              </a:r>
              <a:endParaRPr lang="en-US" altLang="zh-CN" b="0" dirty="0">
                <a:latin typeface="Times New Roman" panose="02020603050405020304" pitchFamily="18" charset="0"/>
              </a:endParaRPr>
            </a:p>
          </p:txBody>
        </p:sp>
        <p:sp>
          <p:nvSpPr>
            <p:cNvPr id="13348" name="Rectangle 24"/>
            <p:cNvSpPr/>
            <p:nvPr/>
          </p:nvSpPr>
          <p:spPr>
            <a:xfrm>
              <a:off x="3472" y="874"/>
              <a:ext cx="1517" cy="225"/>
            </a:xfrm>
            <a:prstGeom prst="rect">
              <a:avLst/>
            </a:prstGeom>
            <a:noFill/>
            <a:ln w="9525">
              <a:noFill/>
            </a:ln>
          </p:spPr>
          <p:txBody>
            <a:bodyPr lIns="108000" tIns="36000" rIns="108000" bIns="36000" anchor="ctr" anchorCtr="0"/>
            <a:p>
              <a:pPr>
                <a:spcBef>
                  <a:spcPct val="20000"/>
                </a:spcBef>
                <a:buClr>
                  <a:schemeClr val="tx1"/>
                </a:buClr>
                <a:buFont typeface="Wingdings" panose="05000000000000000000" pitchFamily="2" charset="2"/>
              </a:pPr>
              <a:r>
                <a:rPr lang="en-US" altLang="zh-CN" b="0" dirty="0">
                  <a:latin typeface="Times New Roman" panose="02020603050405020304" pitchFamily="18" charset="0"/>
                </a:rPr>
                <a:t>14.4%</a:t>
              </a:r>
              <a:endParaRPr lang="en-US" altLang="zh-CN" b="0" dirty="0">
                <a:latin typeface="Times New Roman" panose="02020603050405020304" pitchFamily="18" charset="0"/>
              </a:endParaRPr>
            </a:p>
          </p:txBody>
        </p:sp>
        <p:sp>
          <p:nvSpPr>
            <p:cNvPr id="13349" name="Rectangle 23"/>
            <p:cNvSpPr/>
            <p:nvPr/>
          </p:nvSpPr>
          <p:spPr>
            <a:xfrm>
              <a:off x="1970" y="874"/>
              <a:ext cx="1502" cy="225"/>
            </a:xfrm>
            <a:prstGeom prst="rect">
              <a:avLst/>
            </a:prstGeom>
            <a:noFill/>
            <a:ln w="9525">
              <a:noFill/>
            </a:ln>
          </p:spPr>
          <p:txBody>
            <a:bodyPr lIns="108000" tIns="36000" rIns="108000" bIns="36000" anchor="ctr" anchorCtr="0"/>
            <a:p>
              <a:pPr>
                <a:spcBef>
                  <a:spcPct val="20000"/>
                </a:spcBef>
                <a:buClr>
                  <a:schemeClr val="tx1"/>
                </a:buClr>
                <a:buFont typeface="Wingdings" panose="05000000000000000000" pitchFamily="2" charset="2"/>
              </a:pPr>
              <a:r>
                <a:rPr lang="en-US" altLang="zh-CN" b="0" dirty="0">
                  <a:latin typeface="Times New Roman" panose="02020603050405020304" pitchFamily="18" charset="0"/>
                </a:rPr>
                <a:t>94,230</a:t>
              </a:r>
              <a:endParaRPr lang="en-US" altLang="zh-CN" b="0" dirty="0">
                <a:latin typeface="Times New Roman" panose="02020603050405020304" pitchFamily="18" charset="0"/>
              </a:endParaRPr>
            </a:p>
          </p:txBody>
        </p:sp>
        <p:sp>
          <p:nvSpPr>
            <p:cNvPr id="13350" name="Rectangle 22"/>
            <p:cNvSpPr/>
            <p:nvPr/>
          </p:nvSpPr>
          <p:spPr>
            <a:xfrm>
              <a:off x="334" y="874"/>
              <a:ext cx="1636" cy="225"/>
            </a:xfrm>
            <a:prstGeom prst="rect">
              <a:avLst/>
            </a:prstGeom>
            <a:noFill/>
            <a:ln w="9525">
              <a:noFill/>
            </a:ln>
          </p:spPr>
          <p:txBody>
            <a:bodyPr lIns="108000" tIns="36000" rIns="108000" bIns="36000" anchor="ctr" anchorCtr="0"/>
            <a:p>
              <a:pPr>
                <a:spcBef>
                  <a:spcPct val="20000"/>
                </a:spcBef>
                <a:buClr>
                  <a:schemeClr val="tx1"/>
                </a:buClr>
                <a:buFont typeface="Wingdings" panose="05000000000000000000" pitchFamily="2" charset="2"/>
              </a:pPr>
              <a:r>
                <a:rPr lang="en-US" altLang="zh-CN" b="0" dirty="0">
                  <a:latin typeface="Times New Roman" panose="02020603050405020304" pitchFamily="18" charset="0"/>
                </a:rPr>
                <a:t>Solaris/SunOS</a:t>
              </a:r>
              <a:endParaRPr lang="en-US" altLang="zh-CN" b="0" dirty="0">
                <a:latin typeface="Times New Roman" panose="02020603050405020304" pitchFamily="18" charset="0"/>
              </a:endParaRPr>
            </a:p>
          </p:txBody>
        </p:sp>
        <p:sp>
          <p:nvSpPr>
            <p:cNvPr id="13351" name="Rectangle 21"/>
            <p:cNvSpPr/>
            <p:nvPr/>
          </p:nvSpPr>
          <p:spPr>
            <a:xfrm>
              <a:off x="0" y="874"/>
              <a:ext cx="334" cy="225"/>
            </a:xfrm>
            <a:prstGeom prst="rect">
              <a:avLst/>
            </a:prstGeom>
            <a:solidFill>
              <a:srgbClr val="99CCFF"/>
            </a:solidFill>
            <a:ln w="9525">
              <a:noFill/>
            </a:ln>
          </p:spPr>
          <p:txBody>
            <a:bodyPr lIns="108000" tIns="36000" rIns="108000" bIns="36000" anchor="ctr" anchorCtr="1"/>
            <a:p>
              <a:pPr>
                <a:spcBef>
                  <a:spcPct val="20000"/>
                </a:spcBef>
                <a:buClr>
                  <a:schemeClr val="tx1"/>
                </a:buClr>
                <a:buFont typeface="Wingdings" panose="05000000000000000000" pitchFamily="2" charset="2"/>
              </a:pPr>
              <a:r>
                <a:rPr lang="en-US" altLang="zh-CN" b="0" dirty="0">
                  <a:latin typeface="Times New Roman" panose="02020603050405020304" pitchFamily="18" charset="0"/>
                </a:rPr>
                <a:t>4</a:t>
              </a:r>
              <a:endParaRPr lang="en-US" altLang="zh-CN" b="0" dirty="0">
                <a:latin typeface="Times New Roman" panose="02020603050405020304" pitchFamily="18" charset="0"/>
              </a:endParaRPr>
            </a:p>
          </p:txBody>
        </p:sp>
        <p:sp>
          <p:nvSpPr>
            <p:cNvPr id="13352" name="Rectangle 20"/>
            <p:cNvSpPr/>
            <p:nvPr/>
          </p:nvSpPr>
          <p:spPr>
            <a:xfrm>
              <a:off x="3472" y="649"/>
              <a:ext cx="1517" cy="225"/>
            </a:xfrm>
            <a:prstGeom prst="rect">
              <a:avLst/>
            </a:prstGeom>
            <a:noFill/>
            <a:ln w="9525">
              <a:noFill/>
            </a:ln>
          </p:spPr>
          <p:txBody>
            <a:bodyPr lIns="108000" tIns="36000" rIns="108000" bIns="36000" anchor="ctr" anchorCtr="0"/>
            <a:p>
              <a:pPr>
                <a:spcBef>
                  <a:spcPct val="20000"/>
                </a:spcBef>
                <a:buClr>
                  <a:schemeClr val="tx1"/>
                </a:buClr>
                <a:buFont typeface="Wingdings" panose="05000000000000000000" pitchFamily="2" charset="2"/>
              </a:pPr>
              <a:r>
                <a:rPr lang="en-US" altLang="zh-CN" b="0" dirty="0">
                  <a:latin typeface="Times New Roman" panose="02020603050405020304" pitchFamily="18" charset="0"/>
                </a:rPr>
                <a:t>22.6%</a:t>
              </a:r>
              <a:endParaRPr lang="en-US" altLang="zh-CN" b="0" dirty="0">
                <a:latin typeface="Times New Roman" panose="02020603050405020304" pitchFamily="18" charset="0"/>
              </a:endParaRPr>
            </a:p>
          </p:txBody>
        </p:sp>
        <p:sp>
          <p:nvSpPr>
            <p:cNvPr id="13353" name="Rectangle 19"/>
            <p:cNvSpPr/>
            <p:nvPr/>
          </p:nvSpPr>
          <p:spPr>
            <a:xfrm>
              <a:off x="1970" y="649"/>
              <a:ext cx="1502" cy="225"/>
            </a:xfrm>
            <a:prstGeom prst="rect">
              <a:avLst/>
            </a:prstGeom>
            <a:noFill/>
            <a:ln w="9525">
              <a:noFill/>
            </a:ln>
          </p:spPr>
          <p:txBody>
            <a:bodyPr lIns="108000" tIns="36000" rIns="108000" bIns="36000" anchor="ctr" anchorCtr="0"/>
            <a:p>
              <a:pPr>
                <a:spcBef>
                  <a:spcPct val="20000"/>
                </a:spcBef>
                <a:buClr>
                  <a:schemeClr val="tx1"/>
                </a:buClr>
                <a:buFont typeface="Wingdings" panose="05000000000000000000" pitchFamily="2" charset="2"/>
              </a:pPr>
              <a:r>
                <a:rPr lang="en-US" altLang="zh-CN" b="0" dirty="0">
                  <a:latin typeface="Times New Roman" panose="02020603050405020304" pitchFamily="18" charset="0"/>
                </a:rPr>
                <a:t>147,602</a:t>
              </a:r>
              <a:endParaRPr lang="en-US" altLang="zh-CN" b="0" dirty="0">
                <a:latin typeface="Times New Roman" panose="02020603050405020304" pitchFamily="18" charset="0"/>
              </a:endParaRPr>
            </a:p>
          </p:txBody>
        </p:sp>
        <p:sp>
          <p:nvSpPr>
            <p:cNvPr id="13354" name="Rectangle 18"/>
            <p:cNvSpPr/>
            <p:nvPr/>
          </p:nvSpPr>
          <p:spPr>
            <a:xfrm>
              <a:off x="334" y="649"/>
              <a:ext cx="1636" cy="225"/>
            </a:xfrm>
            <a:prstGeom prst="rect">
              <a:avLst/>
            </a:prstGeom>
            <a:noFill/>
            <a:ln w="9525">
              <a:noFill/>
            </a:ln>
          </p:spPr>
          <p:txBody>
            <a:bodyPr lIns="108000" tIns="36000" rIns="108000" bIns="36000" anchor="ctr" anchorCtr="0"/>
            <a:p>
              <a:pPr>
                <a:spcBef>
                  <a:spcPct val="20000"/>
                </a:spcBef>
                <a:buClr>
                  <a:schemeClr val="tx1"/>
                </a:buClr>
                <a:buFont typeface="Wingdings" panose="05000000000000000000" pitchFamily="2" charset="2"/>
              </a:pPr>
              <a:r>
                <a:rPr lang="en-US" altLang="zh-CN" b="0" dirty="0">
                  <a:latin typeface="Times New Roman" panose="02020603050405020304" pitchFamily="18" charset="0"/>
                </a:rPr>
                <a:t>BSD Family</a:t>
              </a:r>
              <a:endParaRPr lang="en-US" altLang="zh-CN" b="0" dirty="0">
                <a:latin typeface="Times New Roman" panose="02020603050405020304" pitchFamily="18" charset="0"/>
              </a:endParaRPr>
            </a:p>
          </p:txBody>
        </p:sp>
        <p:sp>
          <p:nvSpPr>
            <p:cNvPr id="13355" name="Rectangle 17"/>
            <p:cNvSpPr/>
            <p:nvPr/>
          </p:nvSpPr>
          <p:spPr>
            <a:xfrm>
              <a:off x="0" y="649"/>
              <a:ext cx="334" cy="225"/>
            </a:xfrm>
            <a:prstGeom prst="rect">
              <a:avLst/>
            </a:prstGeom>
            <a:solidFill>
              <a:srgbClr val="99CCFF"/>
            </a:solidFill>
            <a:ln w="9525">
              <a:noFill/>
            </a:ln>
          </p:spPr>
          <p:txBody>
            <a:bodyPr lIns="108000" tIns="36000" rIns="108000" bIns="36000" anchor="ctr" anchorCtr="1"/>
            <a:p>
              <a:pPr>
                <a:spcBef>
                  <a:spcPct val="20000"/>
                </a:spcBef>
                <a:buClr>
                  <a:schemeClr val="tx1"/>
                </a:buClr>
                <a:buFont typeface="Wingdings" panose="05000000000000000000" pitchFamily="2" charset="2"/>
              </a:pPr>
              <a:r>
                <a:rPr lang="en-US" altLang="zh-CN" b="0" dirty="0">
                  <a:latin typeface="Times New Roman" panose="02020603050405020304" pitchFamily="18" charset="0"/>
                </a:rPr>
                <a:t>3</a:t>
              </a:r>
              <a:endParaRPr lang="en-US" altLang="zh-CN" b="0" dirty="0">
                <a:latin typeface="Times New Roman" panose="02020603050405020304" pitchFamily="18" charset="0"/>
              </a:endParaRPr>
            </a:p>
          </p:txBody>
        </p:sp>
        <p:sp>
          <p:nvSpPr>
            <p:cNvPr id="13356" name="Rectangle 16"/>
            <p:cNvSpPr/>
            <p:nvPr/>
          </p:nvSpPr>
          <p:spPr>
            <a:xfrm>
              <a:off x="3472" y="424"/>
              <a:ext cx="1517" cy="225"/>
            </a:xfrm>
            <a:prstGeom prst="rect">
              <a:avLst/>
            </a:prstGeom>
            <a:noFill/>
            <a:ln w="9525">
              <a:noFill/>
            </a:ln>
          </p:spPr>
          <p:txBody>
            <a:bodyPr lIns="108000" tIns="36000" rIns="108000" bIns="36000" anchor="ctr" anchorCtr="0"/>
            <a:p>
              <a:pPr>
                <a:spcBef>
                  <a:spcPct val="20000"/>
                </a:spcBef>
                <a:buClr>
                  <a:schemeClr val="tx1"/>
                </a:buClr>
                <a:buFont typeface="Wingdings" panose="05000000000000000000" pitchFamily="2" charset="2"/>
              </a:pPr>
              <a:r>
                <a:rPr lang="en-US" altLang="zh-CN" b="0" dirty="0">
                  <a:latin typeface="Times New Roman" panose="02020603050405020304" pitchFamily="18" charset="0"/>
                </a:rPr>
                <a:t>23.4%</a:t>
              </a:r>
              <a:endParaRPr lang="en-US" altLang="zh-CN" b="0" dirty="0">
                <a:latin typeface="Times New Roman" panose="02020603050405020304" pitchFamily="18" charset="0"/>
              </a:endParaRPr>
            </a:p>
          </p:txBody>
        </p:sp>
        <p:sp>
          <p:nvSpPr>
            <p:cNvPr id="13357" name="Rectangle 15"/>
            <p:cNvSpPr/>
            <p:nvPr/>
          </p:nvSpPr>
          <p:spPr>
            <a:xfrm>
              <a:off x="1970" y="424"/>
              <a:ext cx="1502" cy="225"/>
            </a:xfrm>
            <a:prstGeom prst="rect">
              <a:avLst/>
            </a:prstGeom>
            <a:noFill/>
            <a:ln w="9525">
              <a:noFill/>
            </a:ln>
          </p:spPr>
          <p:txBody>
            <a:bodyPr lIns="108000" tIns="36000" rIns="108000" bIns="36000" anchor="ctr" anchorCtr="0"/>
            <a:p>
              <a:pPr>
                <a:spcBef>
                  <a:spcPct val="20000"/>
                </a:spcBef>
                <a:buClr>
                  <a:schemeClr val="tx1"/>
                </a:buClr>
                <a:buFont typeface="Wingdings" panose="05000000000000000000" pitchFamily="2" charset="2"/>
              </a:pPr>
              <a:r>
                <a:rPr lang="en-US" altLang="zh-CN" b="0" dirty="0">
                  <a:latin typeface="Times New Roman" panose="02020603050405020304" pitchFamily="18" charset="0"/>
                </a:rPr>
                <a:t>152,682</a:t>
              </a:r>
              <a:endParaRPr lang="en-US" altLang="zh-CN" b="0" dirty="0">
                <a:latin typeface="Times New Roman" panose="02020603050405020304" pitchFamily="18" charset="0"/>
              </a:endParaRPr>
            </a:p>
          </p:txBody>
        </p:sp>
        <p:sp>
          <p:nvSpPr>
            <p:cNvPr id="13358" name="Rectangle 14"/>
            <p:cNvSpPr/>
            <p:nvPr/>
          </p:nvSpPr>
          <p:spPr>
            <a:xfrm>
              <a:off x="334" y="424"/>
              <a:ext cx="1636" cy="225"/>
            </a:xfrm>
            <a:prstGeom prst="rect">
              <a:avLst/>
            </a:prstGeom>
            <a:noFill/>
            <a:ln w="9525">
              <a:noFill/>
            </a:ln>
          </p:spPr>
          <p:txBody>
            <a:bodyPr lIns="108000" tIns="36000" rIns="108000" bIns="36000" anchor="ctr" anchorCtr="0"/>
            <a:p>
              <a:pPr>
                <a:spcBef>
                  <a:spcPct val="20000"/>
                </a:spcBef>
                <a:buClr>
                  <a:schemeClr val="tx1"/>
                </a:buClr>
                <a:buFont typeface="Wingdings" panose="05000000000000000000" pitchFamily="2" charset="2"/>
              </a:pPr>
              <a:r>
                <a:rPr lang="en-US" altLang="zh-CN" b="0" dirty="0">
                  <a:latin typeface="Times New Roman" panose="02020603050405020304" pitchFamily="18" charset="0"/>
                </a:rPr>
                <a:t>MS Windows</a:t>
              </a:r>
              <a:endParaRPr lang="en-US" altLang="zh-CN" b="0" dirty="0">
                <a:latin typeface="Times New Roman" panose="02020603050405020304" pitchFamily="18" charset="0"/>
              </a:endParaRPr>
            </a:p>
          </p:txBody>
        </p:sp>
        <p:sp>
          <p:nvSpPr>
            <p:cNvPr id="13359" name="Rectangle 13"/>
            <p:cNvSpPr/>
            <p:nvPr/>
          </p:nvSpPr>
          <p:spPr>
            <a:xfrm>
              <a:off x="0" y="424"/>
              <a:ext cx="334" cy="225"/>
            </a:xfrm>
            <a:prstGeom prst="rect">
              <a:avLst/>
            </a:prstGeom>
            <a:solidFill>
              <a:srgbClr val="99CCFF"/>
            </a:solidFill>
            <a:ln w="9525">
              <a:noFill/>
            </a:ln>
          </p:spPr>
          <p:txBody>
            <a:bodyPr lIns="108000" tIns="36000" rIns="108000" bIns="36000" anchor="ctr" anchorCtr="1"/>
            <a:p>
              <a:pPr>
                <a:spcBef>
                  <a:spcPct val="20000"/>
                </a:spcBef>
                <a:buClr>
                  <a:schemeClr val="tx1"/>
                </a:buClr>
                <a:buFont typeface="Wingdings" panose="05000000000000000000" pitchFamily="2" charset="2"/>
              </a:pPr>
              <a:r>
                <a:rPr lang="en-US" altLang="zh-CN" b="0" dirty="0">
                  <a:latin typeface="Times New Roman" panose="02020603050405020304" pitchFamily="18" charset="0"/>
                </a:rPr>
                <a:t>2</a:t>
              </a:r>
              <a:endParaRPr lang="en-US" altLang="zh-CN" b="0" dirty="0">
                <a:latin typeface="Times New Roman" panose="02020603050405020304" pitchFamily="18" charset="0"/>
              </a:endParaRPr>
            </a:p>
          </p:txBody>
        </p:sp>
        <p:sp>
          <p:nvSpPr>
            <p:cNvPr id="13360" name="Rectangle 12"/>
            <p:cNvSpPr/>
            <p:nvPr/>
          </p:nvSpPr>
          <p:spPr>
            <a:xfrm>
              <a:off x="3472" y="199"/>
              <a:ext cx="1517" cy="225"/>
            </a:xfrm>
            <a:prstGeom prst="rect">
              <a:avLst/>
            </a:prstGeom>
            <a:noFill/>
            <a:ln w="9525">
              <a:noFill/>
            </a:ln>
          </p:spPr>
          <p:txBody>
            <a:bodyPr lIns="108000" tIns="36000" rIns="108000" bIns="36000" anchor="ctr" anchorCtr="0"/>
            <a:p>
              <a:pPr>
                <a:spcBef>
                  <a:spcPct val="20000"/>
                </a:spcBef>
                <a:buClr>
                  <a:schemeClr val="tx1"/>
                </a:buClr>
                <a:buFont typeface="Wingdings" panose="05000000000000000000" pitchFamily="2" charset="2"/>
              </a:pPr>
              <a:r>
                <a:rPr lang="en-US" altLang="zh-CN" b="0" dirty="0">
                  <a:latin typeface="Times New Roman" panose="02020603050405020304" pitchFamily="18" charset="0"/>
                </a:rPr>
                <a:t>26.3%</a:t>
              </a:r>
              <a:endParaRPr lang="en-US" altLang="zh-CN" b="0" dirty="0">
                <a:latin typeface="Times New Roman" panose="02020603050405020304" pitchFamily="18" charset="0"/>
              </a:endParaRPr>
            </a:p>
          </p:txBody>
        </p:sp>
        <p:sp>
          <p:nvSpPr>
            <p:cNvPr id="13361" name="Rectangle 11"/>
            <p:cNvSpPr/>
            <p:nvPr/>
          </p:nvSpPr>
          <p:spPr>
            <a:xfrm>
              <a:off x="1970" y="199"/>
              <a:ext cx="1502" cy="225"/>
            </a:xfrm>
            <a:prstGeom prst="rect">
              <a:avLst/>
            </a:prstGeom>
            <a:noFill/>
            <a:ln w="9525">
              <a:noFill/>
            </a:ln>
          </p:spPr>
          <p:txBody>
            <a:bodyPr lIns="108000" tIns="36000" rIns="108000" bIns="36000" anchor="ctr" anchorCtr="0"/>
            <a:p>
              <a:pPr>
                <a:spcBef>
                  <a:spcPct val="20000"/>
                </a:spcBef>
                <a:buClr>
                  <a:schemeClr val="tx1"/>
                </a:buClr>
                <a:buFont typeface="Wingdings" panose="05000000000000000000" pitchFamily="2" charset="2"/>
              </a:pPr>
              <a:r>
                <a:rPr lang="en-US" altLang="zh-CN" b="0" dirty="0">
                  <a:latin typeface="Times New Roman" panose="02020603050405020304" pitchFamily="18" charset="0"/>
                </a:rPr>
                <a:t>171,623</a:t>
              </a:r>
              <a:endParaRPr lang="en-US" altLang="zh-CN" b="0" dirty="0">
                <a:latin typeface="Times New Roman" panose="02020603050405020304" pitchFamily="18" charset="0"/>
              </a:endParaRPr>
            </a:p>
          </p:txBody>
        </p:sp>
        <p:sp>
          <p:nvSpPr>
            <p:cNvPr id="13362" name="Rectangle 10"/>
            <p:cNvSpPr/>
            <p:nvPr/>
          </p:nvSpPr>
          <p:spPr>
            <a:xfrm>
              <a:off x="334" y="199"/>
              <a:ext cx="1636" cy="225"/>
            </a:xfrm>
            <a:prstGeom prst="rect">
              <a:avLst/>
            </a:prstGeom>
            <a:noFill/>
            <a:ln w="9525">
              <a:noFill/>
            </a:ln>
          </p:spPr>
          <p:txBody>
            <a:bodyPr lIns="108000" tIns="36000" rIns="108000" bIns="36000" anchor="ctr" anchorCtr="0"/>
            <a:p>
              <a:pPr>
                <a:spcBef>
                  <a:spcPct val="20000"/>
                </a:spcBef>
                <a:buClr>
                  <a:schemeClr val="tx1"/>
                </a:buClr>
                <a:buFont typeface="Wingdings" panose="05000000000000000000" pitchFamily="2" charset="2"/>
              </a:pPr>
              <a:r>
                <a:rPr lang="en-US" altLang="zh-CN" b="0" dirty="0">
                  <a:latin typeface="Times New Roman" panose="02020603050405020304" pitchFamily="18" charset="0"/>
                </a:rPr>
                <a:t>Linux</a:t>
              </a:r>
              <a:endParaRPr lang="en-US" altLang="zh-CN" b="0" dirty="0">
                <a:latin typeface="Times New Roman" panose="02020603050405020304" pitchFamily="18" charset="0"/>
              </a:endParaRPr>
            </a:p>
          </p:txBody>
        </p:sp>
        <p:sp>
          <p:nvSpPr>
            <p:cNvPr id="13363" name="Rectangle 9"/>
            <p:cNvSpPr/>
            <p:nvPr/>
          </p:nvSpPr>
          <p:spPr>
            <a:xfrm>
              <a:off x="0" y="199"/>
              <a:ext cx="334" cy="225"/>
            </a:xfrm>
            <a:prstGeom prst="rect">
              <a:avLst/>
            </a:prstGeom>
            <a:solidFill>
              <a:srgbClr val="99CCFF"/>
            </a:solidFill>
            <a:ln w="9525">
              <a:noFill/>
            </a:ln>
          </p:spPr>
          <p:txBody>
            <a:bodyPr lIns="108000" tIns="36000" rIns="108000" bIns="36000" anchor="ctr" anchorCtr="1"/>
            <a:p>
              <a:pPr>
                <a:spcBef>
                  <a:spcPct val="20000"/>
                </a:spcBef>
                <a:buClr>
                  <a:schemeClr val="tx1"/>
                </a:buClr>
                <a:buFont typeface="Wingdings" panose="05000000000000000000" pitchFamily="2" charset="2"/>
              </a:pPr>
              <a:r>
                <a:rPr lang="en-US" altLang="zh-CN" b="0" dirty="0">
                  <a:latin typeface="Times New Roman" panose="02020603050405020304" pitchFamily="18" charset="0"/>
                </a:rPr>
                <a:t>1</a:t>
              </a:r>
              <a:endParaRPr lang="en-US" altLang="zh-CN" b="0" dirty="0">
                <a:latin typeface="Times New Roman" panose="02020603050405020304" pitchFamily="18" charset="0"/>
              </a:endParaRPr>
            </a:p>
          </p:txBody>
        </p:sp>
        <p:sp>
          <p:nvSpPr>
            <p:cNvPr id="13364" name="Rectangle 8"/>
            <p:cNvSpPr/>
            <p:nvPr/>
          </p:nvSpPr>
          <p:spPr>
            <a:xfrm>
              <a:off x="3472" y="0"/>
              <a:ext cx="1517" cy="199"/>
            </a:xfrm>
            <a:prstGeom prst="rect">
              <a:avLst/>
            </a:prstGeom>
            <a:solidFill>
              <a:srgbClr val="99CCFF"/>
            </a:solidFill>
            <a:ln w="9525">
              <a:noFill/>
            </a:ln>
          </p:spPr>
          <p:txBody>
            <a:bodyPr lIns="108000" tIns="36000" rIns="108000" bIns="36000" anchor="ctr" anchorCtr="1"/>
            <a:p>
              <a:pPr>
                <a:spcBef>
                  <a:spcPct val="20000"/>
                </a:spcBef>
                <a:buClr>
                  <a:schemeClr val="tx1"/>
                </a:buClr>
                <a:buFont typeface="Wingdings" panose="05000000000000000000" pitchFamily="2" charset="2"/>
              </a:pPr>
              <a:r>
                <a:rPr lang="zh-CN" altLang="en-US" b="0" dirty="0">
                  <a:latin typeface="Times New Roman" panose="02020603050405020304" pitchFamily="18" charset="0"/>
                </a:rPr>
                <a:t>占有率</a:t>
              </a:r>
              <a:endParaRPr lang="zh-CN" altLang="en-US" b="0" dirty="0">
                <a:latin typeface="Times New Roman" panose="02020603050405020304" pitchFamily="18" charset="0"/>
              </a:endParaRPr>
            </a:p>
          </p:txBody>
        </p:sp>
        <p:sp>
          <p:nvSpPr>
            <p:cNvPr id="13365" name="Rectangle 7"/>
            <p:cNvSpPr/>
            <p:nvPr/>
          </p:nvSpPr>
          <p:spPr>
            <a:xfrm>
              <a:off x="1970" y="0"/>
              <a:ext cx="1502" cy="199"/>
            </a:xfrm>
            <a:prstGeom prst="rect">
              <a:avLst/>
            </a:prstGeom>
            <a:solidFill>
              <a:srgbClr val="99CCFF"/>
            </a:solidFill>
            <a:ln w="9525">
              <a:noFill/>
            </a:ln>
          </p:spPr>
          <p:txBody>
            <a:bodyPr lIns="108000" tIns="36000" rIns="108000" bIns="36000" anchor="ctr" anchorCtr="1"/>
            <a:p>
              <a:pPr>
                <a:spcBef>
                  <a:spcPct val="20000"/>
                </a:spcBef>
                <a:buClr>
                  <a:schemeClr val="tx1"/>
                </a:buClr>
                <a:buFont typeface="Wingdings" panose="05000000000000000000" pitchFamily="2" charset="2"/>
              </a:pPr>
              <a:r>
                <a:rPr lang="zh-CN" altLang="en-US" b="0" dirty="0">
                  <a:latin typeface="Times New Roman" panose="02020603050405020304" pitchFamily="18" charset="0"/>
                </a:rPr>
                <a:t>主机数量</a:t>
              </a:r>
              <a:endParaRPr lang="zh-CN" altLang="en-US" b="0" dirty="0">
                <a:latin typeface="Times New Roman" panose="02020603050405020304" pitchFamily="18" charset="0"/>
              </a:endParaRPr>
            </a:p>
          </p:txBody>
        </p:sp>
        <p:sp>
          <p:nvSpPr>
            <p:cNvPr id="13366" name="Rectangle 6"/>
            <p:cNvSpPr/>
            <p:nvPr/>
          </p:nvSpPr>
          <p:spPr>
            <a:xfrm>
              <a:off x="334" y="0"/>
              <a:ext cx="1636" cy="199"/>
            </a:xfrm>
            <a:prstGeom prst="rect">
              <a:avLst/>
            </a:prstGeom>
            <a:solidFill>
              <a:srgbClr val="99CCFF"/>
            </a:solidFill>
            <a:ln w="9525">
              <a:noFill/>
            </a:ln>
          </p:spPr>
          <p:txBody>
            <a:bodyPr lIns="108000" tIns="36000" rIns="108000" bIns="36000" anchor="ctr" anchorCtr="1"/>
            <a:p>
              <a:pPr>
                <a:spcBef>
                  <a:spcPct val="20000"/>
                </a:spcBef>
                <a:buClr>
                  <a:schemeClr val="tx1"/>
                </a:buClr>
                <a:buFont typeface="Wingdings" panose="05000000000000000000" pitchFamily="2" charset="2"/>
              </a:pPr>
              <a:r>
                <a:rPr lang="zh-CN" altLang="en-US" b="0" dirty="0">
                  <a:latin typeface="Times New Roman" panose="02020603050405020304" pitchFamily="18" charset="0"/>
                </a:rPr>
                <a:t>操作系统</a:t>
              </a:r>
              <a:endParaRPr lang="zh-CN" altLang="en-US" b="0" dirty="0">
                <a:latin typeface="Times New Roman" panose="02020603050405020304" pitchFamily="18" charset="0"/>
              </a:endParaRPr>
            </a:p>
          </p:txBody>
        </p:sp>
        <p:sp>
          <p:nvSpPr>
            <p:cNvPr id="13367" name="Rectangle 5"/>
            <p:cNvSpPr/>
            <p:nvPr/>
          </p:nvSpPr>
          <p:spPr>
            <a:xfrm>
              <a:off x="0" y="0"/>
              <a:ext cx="334" cy="199"/>
            </a:xfrm>
            <a:prstGeom prst="rect">
              <a:avLst/>
            </a:prstGeom>
            <a:solidFill>
              <a:srgbClr val="99CCFF"/>
            </a:solidFill>
            <a:ln w="9525">
              <a:noFill/>
            </a:ln>
          </p:spPr>
          <p:txBody>
            <a:bodyPr lIns="108000" tIns="36000" rIns="108000" bIns="36000" anchor="ctr" anchorCtr="1"/>
            <a:p>
              <a:pPr>
                <a:spcBef>
                  <a:spcPct val="20000"/>
                </a:spcBef>
                <a:buClr>
                  <a:schemeClr val="tx1"/>
                </a:buClr>
                <a:buFont typeface="Wingdings" panose="05000000000000000000" pitchFamily="2" charset="2"/>
              </a:pPr>
              <a:endParaRPr lang="zh-CN" altLang="en-US" b="0" dirty="0">
                <a:latin typeface="Times New Roman" panose="02020603050405020304" pitchFamily="18" charset="0"/>
              </a:endParaRPr>
            </a:p>
          </p:txBody>
        </p:sp>
        <p:sp>
          <p:nvSpPr>
            <p:cNvPr id="13368" name="Line 57"/>
            <p:cNvSpPr/>
            <p:nvPr/>
          </p:nvSpPr>
          <p:spPr>
            <a:xfrm>
              <a:off x="0" y="0"/>
              <a:ext cx="4989" cy="0"/>
            </a:xfrm>
            <a:prstGeom prst="line">
              <a:avLst/>
            </a:prstGeom>
            <a:ln w="19050" cap="flat" cmpd="sng">
              <a:solidFill>
                <a:schemeClr val="tx1"/>
              </a:solidFill>
              <a:prstDash val="solid"/>
              <a:headEnd type="none" w="med" len="med"/>
              <a:tailEnd type="none" w="med" len="med"/>
            </a:ln>
          </p:spPr>
        </p:sp>
        <p:sp>
          <p:nvSpPr>
            <p:cNvPr id="13369" name="Line 70"/>
            <p:cNvSpPr/>
            <p:nvPr/>
          </p:nvSpPr>
          <p:spPr>
            <a:xfrm>
              <a:off x="0" y="2880"/>
              <a:ext cx="334" cy="0"/>
            </a:xfrm>
            <a:prstGeom prst="line">
              <a:avLst/>
            </a:prstGeom>
            <a:ln w="28575" cap="flat" cmpd="sng">
              <a:solidFill>
                <a:schemeClr val="tx1"/>
              </a:solidFill>
              <a:prstDash val="solid"/>
              <a:headEnd type="none" w="med" len="med"/>
              <a:tailEnd type="none" w="med" len="med"/>
            </a:ln>
          </p:spPr>
        </p:sp>
        <p:sp>
          <p:nvSpPr>
            <p:cNvPr id="13370" name="Line 71"/>
            <p:cNvSpPr/>
            <p:nvPr/>
          </p:nvSpPr>
          <p:spPr>
            <a:xfrm>
              <a:off x="0" y="0"/>
              <a:ext cx="0" cy="2880"/>
            </a:xfrm>
            <a:prstGeom prst="line">
              <a:avLst/>
            </a:prstGeom>
            <a:ln w="19050" cap="flat" cmpd="sng">
              <a:solidFill>
                <a:schemeClr val="tx1"/>
              </a:solidFill>
              <a:prstDash val="solid"/>
              <a:headEnd type="none" w="med" len="med"/>
              <a:tailEnd type="none" w="med" len="med"/>
            </a:ln>
          </p:spPr>
        </p:sp>
        <p:sp>
          <p:nvSpPr>
            <p:cNvPr id="13371" name="Line 73"/>
            <p:cNvSpPr/>
            <p:nvPr/>
          </p:nvSpPr>
          <p:spPr>
            <a:xfrm>
              <a:off x="1970" y="206"/>
              <a:ext cx="0" cy="2652"/>
            </a:xfrm>
            <a:prstGeom prst="line">
              <a:avLst/>
            </a:prstGeom>
            <a:ln w="12700" cap="rnd" cmpd="sng">
              <a:solidFill>
                <a:schemeClr val="tx1"/>
              </a:solidFill>
              <a:prstDash val="sysDot"/>
              <a:headEnd type="none" w="med" len="med"/>
              <a:tailEnd type="none" w="med" len="med"/>
            </a:ln>
          </p:spPr>
        </p:sp>
        <p:sp>
          <p:nvSpPr>
            <p:cNvPr id="13372" name="Line 74"/>
            <p:cNvSpPr/>
            <p:nvPr/>
          </p:nvSpPr>
          <p:spPr>
            <a:xfrm>
              <a:off x="3472" y="206"/>
              <a:ext cx="0" cy="2652"/>
            </a:xfrm>
            <a:prstGeom prst="line">
              <a:avLst/>
            </a:prstGeom>
            <a:ln w="12700" cap="rnd" cmpd="sng">
              <a:solidFill>
                <a:schemeClr val="tx1"/>
              </a:solidFill>
              <a:prstDash val="sysDot"/>
              <a:headEnd type="none" w="med" len="med"/>
              <a:tailEnd type="none" w="med" len="med"/>
            </a:ln>
          </p:spPr>
        </p:sp>
        <p:sp>
          <p:nvSpPr>
            <p:cNvPr id="13373" name="Line 75"/>
            <p:cNvSpPr/>
            <p:nvPr/>
          </p:nvSpPr>
          <p:spPr>
            <a:xfrm>
              <a:off x="4989" y="0"/>
              <a:ext cx="0" cy="199"/>
            </a:xfrm>
            <a:prstGeom prst="line">
              <a:avLst/>
            </a:prstGeom>
            <a:ln w="12700" cap="flat" cmpd="sng">
              <a:solidFill>
                <a:schemeClr val="tx1"/>
              </a:solidFill>
              <a:prstDash val="solid"/>
              <a:headEnd type="none" w="med" len="med"/>
              <a:tailEnd type="none" w="med" len="med"/>
            </a:ln>
          </p:spPr>
        </p:sp>
        <p:sp>
          <p:nvSpPr>
            <p:cNvPr id="13374" name="Line 158"/>
            <p:cNvSpPr/>
            <p:nvPr/>
          </p:nvSpPr>
          <p:spPr>
            <a:xfrm>
              <a:off x="334" y="199"/>
              <a:ext cx="4655" cy="0"/>
            </a:xfrm>
            <a:prstGeom prst="line">
              <a:avLst/>
            </a:prstGeom>
            <a:ln w="12700" cap="flat" cmpd="sng">
              <a:solidFill>
                <a:schemeClr val="tx1"/>
              </a:solidFill>
              <a:prstDash val="solid"/>
              <a:headEnd type="none" w="med" len="med"/>
              <a:tailEnd type="none" w="med" len="med"/>
            </a:ln>
          </p:spPr>
        </p:sp>
        <p:sp>
          <p:nvSpPr>
            <p:cNvPr id="13375" name="Line 162"/>
            <p:cNvSpPr/>
            <p:nvPr/>
          </p:nvSpPr>
          <p:spPr>
            <a:xfrm>
              <a:off x="334" y="424"/>
              <a:ext cx="4655" cy="0"/>
            </a:xfrm>
            <a:prstGeom prst="line">
              <a:avLst/>
            </a:prstGeom>
            <a:ln w="12700" cap="rnd" cmpd="sng">
              <a:solidFill>
                <a:schemeClr val="tx1"/>
              </a:solidFill>
              <a:prstDash val="sysDot"/>
              <a:headEnd type="none" w="med" len="med"/>
              <a:tailEnd type="none" w="med" len="med"/>
            </a:ln>
          </p:spPr>
        </p:sp>
        <p:sp>
          <p:nvSpPr>
            <p:cNvPr id="13376" name="Line 166"/>
            <p:cNvSpPr/>
            <p:nvPr/>
          </p:nvSpPr>
          <p:spPr>
            <a:xfrm>
              <a:off x="334" y="649"/>
              <a:ext cx="4655" cy="0"/>
            </a:xfrm>
            <a:prstGeom prst="line">
              <a:avLst/>
            </a:prstGeom>
            <a:ln w="12700" cap="rnd" cmpd="sng">
              <a:solidFill>
                <a:schemeClr val="tx1"/>
              </a:solidFill>
              <a:prstDash val="sysDot"/>
              <a:headEnd type="none" w="med" len="med"/>
              <a:tailEnd type="none" w="med" len="med"/>
            </a:ln>
          </p:spPr>
        </p:sp>
        <p:sp>
          <p:nvSpPr>
            <p:cNvPr id="13377" name="Line 170"/>
            <p:cNvSpPr/>
            <p:nvPr/>
          </p:nvSpPr>
          <p:spPr>
            <a:xfrm>
              <a:off x="334" y="874"/>
              <a:ext cx="4655" cy="0"/>
            </a:xfrm>
            <a:prstGeom prst="line">
              <a:avLst/>
            </a:prstGeom>
            <a:ln w="12700" cap="rnd" cmpd="sng">
              <a:solidFill>
                <a:schemeClr val="tx1"/>
              </a:solidFill>
              <a:prstDash val="sysDot"/>
              <a:headEnd type="none" w="med" len="med"/>
              <a:tailEnd type="none" w="med" len="med"/>
            </a:ln>
          </p:spPr>
        </p:sp>
        <p:sp>
          <p:nvSpPr>
            <p:cNvPr id="13378" name="Line 174"/>
            <p:cNvSpPr/>
            <p:nvPr/>
          </p:nvSpPr>
          <p:spPr>
            <a:xfrm>
              <a:off x="334" y="1099"/>
              <a:ext cx="4655" cy="0"/>
            </a:xfrm>
            <a:prstGeom prst="line">
              <a:avLst/>
            </a:prstGeom>
            <a:ln w="12700" cap="rnd" cmpd="sng">
              <a:solidFill>
                <a:schemeClr val="tx1"/>
              </a:solidFill>
              <a:prstDash val="sysDot"/>
              <a:headEnd type="none" w="med" len="med"/>
              <a:tailEnd type="none" w="med" len="med"/>
            </a:ln>
          </p:spPr>
        </p:sp>
        <p:sp>
          <p:nvSpPr>
            <p:cNvPr id="13379" name="Line 178"/>
            <p:cNvSpPr/>
            <p:nvPr/>
          </p:nvSpPr>
          <p:spPr>
            <a:xfrm>
              <a:off x="334" y="1324"/>
              <a:ext cx="4655" cy="0"/>
            </a:xfrm>
            <a:prstGeom prst="line">
              <a:avLst/>
            </a:prstGeom>
            <a:ln w="12700" cap="rnd" cmpd="sng">
              <a:solidFill>
                <a:schemeClr val="tx1"/>
              </a:solidFill>
              <a:prstDash val="sysDot"/>
              <a:headEnd type="none" w="med" len="med"/>
              <a:tailEnd type="none" w="med" len="med"/>
            </a:ln>
          </p:spPr>
        </p:sp>
        <p:sp>
          <p:nvSpPr>
            <p:cNvPr id="13380" name="Line 182"/>
            <p:cNvSpPr/>
            <p:nvPr/>
          </p:nvSpPr>
          <p:spPr>
            <a:xfrm>
              <a:off x="334" y="1549"/>
              <a:ext cx="4655" cy="0"/>
            </a:xfrm>
            <a:prstGeom prst="line">
              <a:avLst/>
            </a:prstGeom>
            <a:ln w="12700" cap="rnd" cmpd="sng">
              <a:solidFill>
                <a:schemeClr val="tx1"/>
              </a:solidFill>
              <a:prstDash val="sysDot"/>
              <a:headEnd type="none" w="med" len="med"/>
              <a:tailEnd type="none" w="med" len="med"/>
            </a:ln>
          </p:spPr>
        </p:sp>
        <p:sp>
          <p:nvSpPr>
            <p:cNvPr id="13381" name="Line 186"/>
            <p:cNvSpPr/>
            <p:nvPr/>
          </p:nvSpPr>
          <p:spPr>
            <a:xfrm>
              <a:off x="334" y="1774"/>
              <a:ext cx="4655" cy="0"/>
            </a:xfrm>
            <a:prstGeom prst="line">
              <a:avLst/>
            </a:prstGeom>
            <a:ln w="12700" cap="rnd" cmpd="sng">
              <a:solidFill>
                <a:schemeClr val="tx1"/>
              </a:solidFill>
              <a:prstDash val="sysDot"/>
              <a:headEnd type="none" w="med" len="med"/>
              <a:tailEnd type="none" w="med" len="med"/>
            </a:ln>
          </p:spPr>
        </p:sp>
        <p:sp>
          <p:nvSpPr>
            <p:cNvPr id="13382" name="Line 190"/>
            <p:cNvSpPr/>
            <p:nvPr/>
          </p:nvSpPr>
          <p:spPr>
            <a:xfrm>
              <a:off x="334" y="1999"/>
              <a:ext cx="4655" cy="0"/>
            </a:xfrm>
            <a:prstGeom prst="line">
              <a:avLst/>
            </a:prstGeom>
            <a:ln w="12700" cap="rnd" cmpd="sng">
              <a:solidFill>
                <a:schemeClr val="tx1"/>
              </a:solidFill>
              <a:prstDash val="sysDot"/>
              <a:headEnd type="none" w="med" len="med"/>
              <a:tailEnd type="none" w="med" len="med"/>
            </a:ln>
          </p:spPr>
        </p:sp>
        <p:sp>
          <p:nvSpPr>
            <p:cNvPr id="13383" name="Line 194"/>
            <p:cNvSpPr/>
            <p:nvPr/>
          </p:nvSpPr>
          <p:spPr>
            <a:xfrm>
              <a:off x="334" y="2224"/>
              <a:ext cx="4655" cy="0"/>
            </a:xfrm>
            <a:prstGeom prst="line">
              <a:avLst/>
            </a:prstGeom>
            <a:ln w="12700" cap="rnd" cmpd="sng">
              <a:solidFill>
                <a:schemeClr val="tx1"/>
              </a:solidFill>
              <a:prstDash val="sysDot"/>
              <a:headEnd type="none" w="med" len="med"/>
              <a:tailEnd type="none" w="med" len="med"/>
            </a:ln>
          </p:spPr>
        </p:sp>
        <p:sp>
          <p:nvSpPr>
            <p:cNvPr id="13384" name="Line 198"/>
            <p:cNvSpPr/>
            <p:nvPr/>
          </p:nvSpPr>
          <p:spPr>
            <a:xfrm>
              <a:off x="334" y="2430"/>
              <a:ext cx="4655" cy="0"/>
            </a:xfrm>
            <a:prstGeom prst="line">
              <a:avLst/>
            </a:prstGeom>
            <a:ln w="12700" cap="rnd" cmpd="sng">
              <a:solidFill>
                <a:schemeClr val="tx1"/>
              </a:solidFill>
              <a:prstDash val="sysDot"/>
              <a:headEnd type="none" w="med" len="med"/>
              <a:tailEnd type="none" w="med" len="med"/>
            </a:ln>
          </p:spPr>
        </p:sp>
        <p:sp>
          <p:nvSpPr>
            <p:cNvPr id="13385" name="Line 202"/>
            <p:cNvSpPr/>
            <p:nvPr/>
          </p:nvSpPr>
          <p:spPr>
            <a:xfrm>
              <a:off x="334" y="2655"/>
              <a:ext cx="4655" cy="0"/>
            </a:xfrm>
            <a:prstGeom prst="line">
              <a:avLst/>
            </a:prstGeom>
            <a:ln w="12700" cap="rnd" cmpd="sng">
              <a:solidFill>
                <a:schemeClr val="tx1"/>
              </a:solidFill>
              <a:prstDash val="sysDot"/>
              <a:headEnd type="none" w="med" len="med"/>
              <a:tailEnd type="none" w="med" len="med"/>
            </a:ln>
          </p:spPr>
        </p:sp>
        <p:sp>
          <p:nvSpPr>
            <p:cNvPr id="13386" name="Line 203"/>
            <p:cNvSpPr/>
            <p:nvPr/>
          </p:nvSpPr>
          <p:spPr>
            <a:xfrm>
              <a:off x="334" y="2880"/>
              <a:ext cx="4655" cy="0"/>
            </a:xfrm>
            <a:prstGeom prst="line">
              <a:avLst/>
            </a:prstGeom>
            <a:ln w="28575" cap="sq" cmpd="sng">
              <a:solidFill>
                <a:schemeClr val="tx1"/>
              </a:solidFill>
              <a:prstDash val="solid"/>
              <a:headEnd type="none" w="med" len="med"/>
              <a:tailEnd type="none" w="med" len="med"/>
            </a:ln>
          </p:spPr>
        </p:sp>
        <p:sp>
          <p:nvSpPr>
            <p:cNvPr id="13387" name="Line 225"/>
            <p:cNvSpPr/>
            <p:nvPr/>
          </p:nvSpPr>
          <p:spPr>
            <a:xfrm>
              <a:off x="334" y="199"/>
              <a:ext cx="0" cy="2681"/>
            </a:xfrm>
            <a:prstGeom prst="line">
              <a:avLst/>
            </a:prstGeom>
            <a:ln w="12700" cap="flat" cmpd="sng">
              <a:solidFill>
                <a:schemeClr val="tx1"/>
              </a:solidFill>
              <a:prstDash val="solid"/>
              <a:headEnd type="none" w="med" len="med"/>
              <a:tailEnd type="none" w="med" len="med"/>
            </a:ln>
          </p:spPr>
        </p:sp>
        <p:sp>
          <p:nvSpPr>
            <p:cNvPr id="13388" name="Line 229"/>
            <p:cNvSpPr/>
            <p:nvPr/>
          </p:nvSpPr>
          <p:spPr>
            <a:xfrm>
              <a:off x="4989" y="6"/>
              <a:ext cx="0" cy="2909"/>
            </a:xfrm>
            <a:prstGeom prst="line">
              <a:avLst/>
            </a:prstGeom>
            <a:ln w="19050" cap="sq" cmpd="sng">
              <a:solidFill>
                <a:schemeClr val="tx1"/>
              </a:solidFill>
              <a:prstDash val="solid"/>
              <a:headEnd type="none" w="med" len="med"/>
              <a:tailEnd type="none" w="med" len="med"/>
            </a:ln>
          </p:spPr>
        </p:sp>
        <p:sp>
          <p:nvSpPr>
            <p:cNvPr id="13389" name="Rectangle 127"/>
            <p:cNvSpPr/>
            <p:nvPr/>
          </p:nvSpPr>
          <p:spPr>
            <a:xfrm>
              <a:off x="3469" y="2858"/>
              <a:ext cx="1520" cy="252"/>
            </a:xfrm>
            <a:prstGeom prst="rect">
              <a:avLst/>
            </a:prstGeom>
            <a:solidFill>
              <a:srgbClr val="99CCFF"/>
            </a:solidFill>
            <a:ln w="9525">
              <a:noFill/>
            </a:ln>
          </p:spPr>
          <p:txBody>
            <a:bodyPr lIns="90000" tIns="46800" rIns="90000" bIns="46800" anchor="ctr" anchorCtr="1"/>
            <a:p>
              <a:pPr>
                <a:spcBef>
                  <a:spcPct val="20000"/>
                </a:spcBef>
                <a:buClr>
                  <a:schemeClr val="tx1"/>
                </a:buClr>
                <a:buFont typeface="Wingdings" panose="05000000000000000000" pitchFamily="2" charset="2"/>
              </a:pPr>
              <a:r>
                <a:rPr lang="en-US" altLang="zh-CN" b="0" dirty="0">
                  <a:latin typeface="Times New Roman" panose="02020603050405020304" pitchFamily="18" charset="0"/>
                </a:rPr>
                <a:t>98.6%</a:t>
              </a:r>
              <a:endParaRPr lang="en-US" altLang="zh-CN" b="0" dirty="0">
                <a:latin typeface="Times New Roman" panose="02020603050405020304" pitchFamily="18" charset="0"/>
              </a:endParaRPr>
            </a:p>
          </p:txBody>
        </p:sp>
        <p:sp>
          <p:nvSpPr>
            <p:cNvPr id="13390" name="Rectangle 126"/>
            <p:cNvSpPr/>
            <p:nvPr/>
          </p:nvSpPr>
          <p:spPr>
            <a:xfrm>
              <a:off x="1969" y="2858"/>
              <a:ext cx="1500" cy="252"/>
            </a:xfrm>
            <a:prstGeom prst="rect">
              <a:avLst/>
            </a:prstGeom>
            <a:solidFill>
              <a:srgbClr val="99CCFF"/>
            </a:solidFill>
            <a:ln w="9525">
              <a:noFill/>
            </a:ln>
          </p:spPr>
          <p:txBody>
            <a:bodyPr lIns="90000" tIns="46800" rIns="90000" bIns="46800" anchor="ctr" anchorCtr="1"/>
            <a:p>
              <a:pPr>
                <a:spcBef>
                  <a:spcPct val="20000"/>
                </a:spcBef>
                <a:buClr>
                  <a:schemeClr val="tx1"/>
                </a:buClr>
                <a:buFont typeface="Wingdings" panose="05000000000000000000" pitchFamily="2" charset="2"/>
              </a:pPr>
              <a:r>
                <a:rPr lang="en-US" altLang="zh-CN" b="0" dirty="0">
                  <a:latin typeface="Times New Roman" panose="02020603050405020304" pitchFamily="18" charset="0"/>
                </a:rPr>
                <a:t>642,899</a:t>
              </a:r>
              <a:endParaRPr lang="en-US" altLang="zh-CN" b="0" dirty="0">
                <a:latin typeface="Times New Roman" panose="02020603050405020304" pitchFamily="18" charset="0"/>
              </a:endParaRPr>
            </a:p>
          </p:txBody>
        </p:sp>
        <p:sp>
          <p:nvSpPr>
            <p:cNvPr id="13391" name="Rectangle 125"/>
            <p:cNvSpPr/>
            <p:nvPr/>
          </p:nvSpPr>
          <p:spPr>
            <a:xfrm>
              <a:off x="0" y="2858"/>
              <a:ext cx="1969" cy="252"/>
            </a:xfrm>
            <a:prstGeom prst="rect">
              <a:avLst/>
            </a:prstGeom>
            <a:solidFill>
              <a:srgbClr val="99CCFF"/>
            </a:solidFill>
            <a:ln w="9525">
              <a:noFill/>
            </a:ln>
          </p:spPr>
          <p:txBody>
            <a:bodyPr lIns="90000" tIns="46800" rIns="90000" bIns="46800" anchor="ctr" anchorCtr="1"/>
            <a:p>
              <a:pPr>
                <a:spcBef>
                  <a:spcPct val="20000"/>
                </a:spcBef>
                <a:buClr>
                  <a:schemeClr val="tx1"/>
                </a:buClr>
                <a:buFont typeface="Wingdings" panose="05000000000000000000" pitchFamily="2" charset="2"/>
              </a:pPr>
              <a:r>
                <a:rPr lang="zh-CN" altLang="en-US" b="0" dirty="0">
                  <a:latin typeface="Times New Roman" panose="02020603050405020304" pitchFamily="18" charset="0"/>
                </a:rPr>
                <a:t>总数</a:t>
              </a:r>
              <a:endParaRPr lang="zh-CN" altLang="en-US" b="0" dirty="0">
                <a:latin typeface="Times New Roman" panose="02020603050405020304" pitchFamily="18" charset="0"/>
              </a:endParaRPr>
            </a:p>
          </p:txBody>
        </p:sp>
        <p:sp>
          <p:nvSpPr>
            <p:cNvPr id="13392" name="Line 128"/>
            <p:cNvSpPr/>
            <p:nvPr/>
          </p:nvSpPr>
          <p:spPr>
            <a:xfrm>
              <a:off x="0" y="2858"/>
              <a:ext cx="1969" cy="0"/>
            </a:xfrm>
            <a:prstGeom prst="line">
              <a:avLst/>
            </a:prstGeom>
            <a:ln w="9525">
              <a:noFill/>
            </a:ln>
          </p:spPr>
        </p:sp>
        <p:sp>
          <p:nvSpPr>
            <p:cNvPr id="13393" name="Line 129"/>
            <p:cNvSpPr/>
            <p:nvPr/>
          </p:nvSpPr>
          <p:spPr>
            <a:xfrm>
              <a:off x="0" y="3110"/>
              <a:ext cx="4989" cy="0"/>
            </a:xfrm>
            <a:prstGeom prst="line">
              <a:avLst/>
            </a:prstGeom>
            <a:ln w="19050" cap="flat" cmpd="sng">
              <a:solidFill>
                <a:schemeClr val="tx1"/>
              </a:solidFill>
              <a:prstDash val="solid"/>
              <a:headEnd type="none" w="med" len="med"/>
              <a:tailEnd type="none" w="med" len="med"/>
            </a:ln>
          </p:spPr>
        </p:sp>
        <p:sp>
          <p:nvSpPr>
            <p:cNvPr id="13394" name="Line 130"/>
            <p:cNvSpPr/>
            <p:nvPr/>
          </p:nvSpPr>
          <p:spPr>
            <a:xfrm>
              <a:off x="0" y="2858"/>
              <a:ext cx="0" cy="252"/>
            </a:xfrm>
            <a:prstGeom prst="line">
              <a:avLst/>
            </a:prstGeom>
            <a:ln w="19050" cap="flat" cmpd="sng">
              <a:solidFill>
                <a:schemeClr val="tx1"/>
              </a:solidFill>
              <a:prstDash val="solid"/>
              <a:headEnd type="none" w="med" len="med"/>
              <a:tailEnd type="none" w="med" len="med"/>
            </a:ln>
          </p:spPr>
        </p:sp>
        <p:sp>
          <p:nvSpPr>
            <p:cNvPr id="13395" name="Line 133"/>
            <p:cNvSpPr/>
            <p:nvPr/>
          </p:nvSpPr>
          <p:spPr>
            <a:xfrm>
              <a:off x="4989" y="2858"/>
              <a:ext cx="0" cy="252"/>
            </a:xfrm>
            <a:prstGeom prst="line">
              <a:avLst/>
            </a:prstGeom>
            <a:ln w="19050" cap="flat" cmpd="sng">
              <a:solidFill>
                <a:schemeClr val="tx1"/>
              </a:solidFill>
              <a:prstDash val="solid"/>
              <a:headEnd type="none" w="med" len="med"/>
              <a:tailEnd type="none" w="med" len="med"/>
            </a:ln>
          </p:spPr>
        </p:sp>
        <p:sp>
          <p:nvSpPr>
            <p:cNvPr id="13396" name="Line 236"/>
            <p:cNvSpPr/>
            <p:nvPr/>
          </p:nvSpPr>
          <p:spPr>
            <a:xfrm>
              <a:off x="1969" y="2858"/>
              <a:ext cx="1500" cy="0"/>
            </a:xfrm>
            <a:prstGeom prst="line">
              <a:avLst/>
            </a:prstGeom>
            <a:ln w="9525">
              <a:noFill/>
            </a:ln>
          </p:spPr>
        </p:sp>
        <p:sp>
          <p:nvSpPr>
            <p:cNvPr id="13397" name="Line 238"/>
            <p:cNvSpPr/>
            <p:nvPr/>
          </p:nvSpPr>
          <p:spPr>
            <a:xfrm>
              <a:off x="3469" y="2858"/>
              <a:ext cx="1520" cy="0"/>
            </a:xfrm>
            <a:prstGeom prst="line">
              <a:avLst/>
            </a:prstGeom>
            <a:ln w="9525">
              <a:noFill/>
            </a:ln>
          </p:spPr>
        </p:sp>
      </p:grpSp>
      <p:sp>
        <p:nvSpPr>
          <p:cNvPr id="13315" name="Rectangle 248"/>
          <p:cNvSpPr/>
          <p:nvPr>
            <p:ph type="title" idx="4294967295"/>
          </p:nvPr>
        </p:nvSpPr>
        <p:spPr>
          <a:xfrm>
            <a:off x="76200" y="150813"/>
            <a:ext cx="8612188" cy="1143000"/>
          </a:xfrm>
          <a:ln/>
        </p:spPr>
        <p:txBody>
          <a:bodyPr vert="horz" wrap="square" lIns="92075" tIns="46038" rIns="92075" bIns="46038" anchor="ctr" anchorCtr="0"/>
          <a:p>
            <a:r>
              <a:rPr lang="zh-CN" altLang="en-US" sz="2400" dirty="0">
                <a:latin typeface="楷体_GB2312" pitchFamily="49" charset="-122"/>
                <a:ea typeface="楷体_GB2312" pitchFamily="49" charset="-122"/>
              </a:rPr>
              <a:t>全球操作系统分布统计列表</a:t>
            </a:r>
            <a:endParaRPr lang="zh-CN" altLang="en-US" sz="2400" dirty="0">
              <a:latin typeface="楷体_GB2312" pitchFamily="49" charset="-122"/>
              <a:ea typeface="楷体_GB2312" pitchFamily="49"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8" presetClass="entr" presetSubtype="6" fill="hold" nodeType="afterEffect">
                                  <p:stCondLst>
                                    <p:cond delay="0"/>
                                  </p:stCondLst>
                                  <p:childTnLst>
                                    <p:set>
                                      <p:cBhvr>
                                        <p:cTn id="6" dur="1" fill="hold">
                                          <p:stCondLst>
                                            <p:cond delay="0"/>
                                          </p:stCondLst>
                                        </p:cTn>
                                        <p:tgtEl>
                                          <p:spTgt spid="16386"/>
                                        </p:tgtEl>
                                        <p:attrNameLst>
                                          <p:attrName>style.visibility</p:attrName>
                                        </p:attrNameLst>
                                      </p:cBhvr>
                                      <p:to>
                                        <p:strVal val="visible"/>
                                      </p:to>
                                    </p:set>
                                    <p:animEffect transition="in" filter="strips(downRight)">
                                      <p:cBhvr>
                                        <p:cTn id="7" dur="500"/>
                                        <p:tgtEl>
                                          <p:spTgt spid="1638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4338" name="标题 1"/>
          <p:cNvSpPr txBox="1"/>
          <p:nvPr/>
        </p:nvSpPr>
        <p:spPr>
          <a:xfrm>
            <a:off x="1403350" y="476250"/>
            <a:ext cx="7240588" cy="563563"/>
          </a:xfrm>
          <a:prstGeom prst="rect">
            <a:avLst/>
          </a:prstGeom>
          <a:noFill/>
          <a:ln w="9525">
            <a:noFill/>
          </a:ln>
        </p:spPr>
        <p:txBody>
          <a:bodyPr anchor="ctr" anchorCtr="0"/>
          <a:p>
            <a:pPr eaLnBrk="0" hangingPunct="0"/>
            <a:r>
              <a:rPr lang="zh-CN" altLang="en-US" sz="2800" b="0" i="1" dirty="0">
                <a:solidFill>
                  <a:schemeClr val="bg1"/>
                </a:solidFill>
                <a:latin typeface="黑体" panose="02010609060101010101" pitchFamily="49" charset="-122"/>
                <a:ea typeface="黑体" panose="02010609060101010101" pitchFamily="49" charset="-122"/>
              </a:rPr>
              <a:t>操作系统的定义</a:t>
            </a:r>
            <a:endParaRPr lang="zh-CN" altLang="en-US" sz="2800" b="0" i="1" dirty="0">
              <a:solidFill>
                <a:schemeClr val="bg1"/>
              </a:solidFill>
              <a:latin typeface="黑体" panose="02010609060101010101" pitchFamily="49" charset="-122"/>
              <a:ea typeface="黑体" panose="02010609060101010101" pitchFamily="49" charset="-122"/>
            </a:endParaRPr>
          </a:p>
        </p:txBody>
      </p:sp>
      <p:sp>
        <p:nvSpPr>
          <p:cNvPr id="17411" name="Rectangle 3"/>
          <p:cNvSpPr txBox="1">
            <a:spLocks noChangeArrowheads="1"/>
          </p:cNvSpPr>
          <p:nvPr/>
        </p:nvSpPr>
        <p:spPr bwMode="auto">
          <a:xfrm>
            <a:off x="836613" y="1446213"/>
            <a:ext cx="7773988" cy="3733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eaLnBrk="0" hangingPunct="0">
              <a:defRPr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000" b="1">
                <a:solidFill>
                  <a:schemeClr val="tx1"/>
                </a:solidFill>
                <a:latin typeface="Times New Roman" panose="02020603050405020304" pitchFamily="18" charset="0"/>
                <a:ea typeface="宋体" panose="02010600030101010101" pitchFamily="2" charset="-122"/>
              </a:defRPr>
            </a:lvl9pPr>
          </a:lstStyle>
          <a:p>
            <a:pPr marL="342900" marR="0" lvl="0" indent="-342900" algn="l" defTabSz="914400" rtl="0" eaLnBrk="1" fontAlgn="base" latinLnBrk="0" hangingPunct="1">
              <a:lnSpc>
                <a:spcPct val="140000"/>
              </a:lnSpc>
              <a:spcBef>
                <a:spcPct val="20000"/>
              </a:spcBef>
              <a:spcAft>
                <a:spcPct val="0"/>
              </a:spcAft>
              <a:buClr>
                <a:schemeClr val="hlink"/>
              </a:buClr>
              <a:buSzTx/>
              <a:buFont typeface="Wingdings" panose="05000000000000000000" pitchFamily="2" charset="2"/>
              <a:buChar char="v"/>
              <a:defRPr/>
            </a:pPr>
            <a:r>
              <a:rPr kumimoji="0" lang="en-US" sz="3200" b="1" i="0" u="none" strike="noStrike" kern="1200" cap="none" spc="0" normalizeH="0" baseline="0" noProof="0" dirty="0" smtClean="0">
                <a:ln>
                  <a:noFill/>
                </a:ln>
                <a:solidFill>
                  <a:srgbClr val="FF0000"/>
                </a:solidFill>
                <a:effectLst/>
                <a:uLnTx/>
                <a:uFillTx/>
                <a:latin typeface="Times New Roman" panose="02020603050405020304" pitchFamily="18" charset="0"/>
                <a:ea typeface="黑体" panose="02010609060101010101" pitchFamily="49" charset="-122"/>
                <a:cs typeface="+mn-cs"/>
              </a:rPr>
              <a:t> </a:t>
            </a:r>
            <a:r>
              <a:rPr kumimoji="0" lang="zh-CN" altLang="en-US" sz="3200" b="1" i="0" u="none" strike="noStrike" kern="1200" cap="none" spc="0" normalizeH="0" baseline="0" noProof="0" dirty="0" smtClean="0">
                <a:ln>
                  <a:noFill/>
                </a:ln>
                <a:solidFill>
                  <a:srgbClr val="FF0000"/>
                </a:solidFill>
                <a:effectLst/>
                <a:uLnTx/>
                <a:uFillTx/>
                <a:latin typeface="Times New Roman" panose="02020603050405020304" pitchFamily="18" charset="0"/>
                <a:ea typeface="黑体" panose="02010609060101010101" pitchFamily="49" charset="-122"/>
                <a:cs typeface="+mn-cs"/>
              </a:rPr>
              <a:t>操作系统安全的重要性 </a:t>
            </a:r>
            <a:endParaRPr kumimoji="0" lang="zh-CN" altLang="en-US" sz="3200" b="1" i="0" u="none" strike="noStrike" kern="1200" cap="none" spc="0" normalizeH="0" baseline="0" noProof="0" dirty="0" smtClean="0">
              <a:ln>
                <a:noFill/>
              </a:ln>
              <a:solidFill>
                <a:srgbClr val="FF0000"/>
              </a:solidFill>
              <a:effectLst/>
              <a:uLnTx/>
              <a:uFillTx/>
              <a:latin typeface="Times New Roman" panose="02020603050405020304" pitchFamily="18" charset="0"/>
              <a:ea typeface="黑体" panose="02010609060101010101" pitchFamily="49" charset="-122"/>
              <a:cs typeface="+mn-cs"/>
            </a:endParaRPr>
          </a:p>
          <a:p>
            <a:pPr marL="742950" marR="0" lvl="1" indent="-285750" algn="l" defTabSz="914400" rtl="0" eaLnBrk="1" fontAlgn="base" latinLnBrk="0" hangingPunct="1">
              <a:lnSpc>
                <a:spcPct val="150000"/>
              </a:lnSpc>
              <a:spcBef>
                <a:spcPct val="20000"/>
              </a:spcBef>
              <a:spcAft>
                <a:spcPct val="0"/>
              </a:spcAft>
              <a:buClr>
                <a:schemeClr val="accent2"/>
              </a:buClr>
              <a:buSzTx/>
              <a:buFont typeface="Wingdings" panose="05000000000000000000" pitchFamily="2" charset="2"/>
              <a:buChar char="n"/>
              <a:defRPr/>
            </a:pPr>
            <a:r>
              <a:rPr kumimoji="0" lang="zh-CN" altLang="en-US" sz="3000" b="0" i="0" u="none" strike="noStrike" kern="1200" cap="none" spc="0" normalizeH="0" baseline="0" noProof="0" dirty="0" smtClean="0">
                <a:ln>
                  <a:noFill/>
                </a:ln>
                <a:solidFill>
                  <a:srgbClr val="020202"/>
                </a:solidFill>
                <a:effectLst/>
                <a:uLnTx/>
                <a:uFillTx/>
                <a:latin typeface="Times New Roman" panose="02020603050405020304" pitchFamily="18" charset="0"/>
                <a:ea typeface="黑体" panose="02010609060101010101" pitchFamily="49" charset="-122"/>
                <a:cs typeface="+mn-cs"/>
              </a:rPr>
              <a:t>操作系统的安全是整个计算机系统安全的基础，没有操作系统安全，就不可能真正解决数据库安全、网络安全和其他应用软件的安全问题。</a:t>
            </a:r>
            <a:endParaRPr kumimoji="0" lang="en-US" sz="3000" b="0" i="0" u="none" strike="noStrike" kern="1200" cap="none" spc="0" normalizeH="0" baseline="0" noProof="0" dirty="0" smtClean="0">
              <a:ln>
                <a:noFill/>
              </a:ln>
              <a:solidFill>
                <a:srgbClr val="020202"/>
              </a:solidFill>
              <a:effectLst>
                <a:outerShdw blurRad="38100" dist="38100" dir="2700000" algn="tl">
                  <a:srgbClr val="C0C0C0"/>
                </a:outerShdw>
              </a:effectLst>
              <a:uLnTx/>
              <a:uFillTx/>
              <a:latin typeface="Times New Roman" panose="02020603050405020304" pitchFamily="18" charset="0"/>
              <a:ea typeface="黑体" panose="02010609060101010101" pitchFamily="49" charset="-122"/>
              <a:cs typeface="+mn-cs"/>
            </a:endParaRPr>
          </a:p>
        </p:txBody>
      </p:sp>
    </p:spTree>
  </p:cSld>
  <p:clrMapOvr>
    <a:masterClrMapping/>
  </p:clrMapOvr>
  <p:transition>
    <p:zoom/>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2" name="Rectangle 2"/>
          <p:cNvSpPr>
            <a:spLocks noGrp="1"/>
          </p:cNvSpPr>
          <p:nvPr>
            <p:ph type="title" idx="4294967295"/>
          </p:nvPr>
        </p:nvSpPr>
        <p:spPr>
          <a:ln/>
        </p:spPr>
        <p:txBody>
          <a:bodyPr vert="horz" wrap="square" lIns="100776" tIns="50388" rIns="100776" bIns="50388" anchor="ctr" anchorCtr="0"/>
          <a:p>
            <a:r>
              <a:rPr lang="en-US" altLang="zh-CN" sz="3600" dirty="0"/>
              <a:t>          </a:t>
            </a:r>
            <a:r>
              <a:rPr lang="zh-CN" altLang="en-US" sz="3600" dirty="0"/>
              <a:t>操作系统安全机制</a:t>
            </a:r>
            <a:endParaRPr lang="zh-CN" altLang="en-US" sz="3600" dirty="0"/>
          </a:p>
        </p:txBody>
      </p:sp>
      <p:sp>
        <p:nvSpPr>
          <p:cNvPr id="18435" name="Rectangle 3"/>
          <p:cNvSpPr>
            <a:spLocks noGrp="1" noChangeArrowheads="1"/>
          </p:cNvSpPr>
          <p:nvPr>
            <p:ph type="body" idx="1"/>
          </p:nvPr>
        </p:nvSpPr>
        <p:spPr>
          <a:xfrm>
            <a:off x="382588" y="1293813"/>
            <a:ext cx="8458200" cy="5334000"/>
          </a:xfrm>
        </p:spPr>
        <p:txBody>
          <a:bodyPr vert="horz" wrap="square" lIns="100776" tIns="50388" rIns="100776" bIns="50388" numCol="1" anchor="t" anchorCtr="0" compatLnSpc="1"/>
          <a:lstStyle/>
          <a:p>
            <a:pPr marL="377825" marR="0" lvl="0" indent="-377825" algn="l" defTabSz="1008380" rtl="0" eaLnBrk="0" fontAlgn="base" latinLnBrk="0" hangingPunct="0">
              <a:lnSpc>
                <a:spcPct val="140000"/>
              </a:lnSpc>
              <a:spcBef>
                <a:spcPct val="20000"/>
              </a:spcBef>
              <a:spcAft>
                <a:spcPct val="0"/>
              </a:spcAft>
              <a:buClr>
                <a:schemeClr val="hlink"/>
              </a:buClr>
              <a:buSzTx/>
              <a:buFont typeface="Wingdings" panose="05000000000000000000" pitchFamily="2" charset="2"/>
              <a:buChar char="v"/>
              <a:defRPr/>
            </a:pPr>
            <a:r>
              <a:rPr kumimoji="0" lang="zh-CN" altLang="en-US" sz="3500" b="1" i="0" u="none" strike="noStrike" kern="0" cap="none" spc="0" normalizeH="0" baseline="0" noProof="0" dirty="0" smtClean="0">
                <a:ln>
                  <a:noFill/>
                </a:ln>
                <a:solidFill>
                  <a:srgbClr val="0033CC"/>
                </a:solidFill>
                <a:effectLst/>
                <a:uLnTx/>
                <a:uFillTx/>
                <a:latin typeface="+mn-lt"/>
                <a:ea typeface="+mn-ea"/>
                <a:cs typeface="+mn-cs"/>
              </a:rPr>
              <a:t>操作系统安全目标</a:t>
            </a:r>
            <a:endParaRPr kumimoji="0" lang="en-US" sz="3500" b="1" i="0" u="none" strike="noStrike" kern="0" cap="none" spc="0" normalizeH="0" baseline="0" noProof="0" dirty="0" smtClean="0">
              <a:ln>
                <a:noFill/>
              </a:ln>
              <a:solidFill>
                <a:srgbClr val="0033CC"/>
              </a:solidFill>
              <a:effectLst/>
              <a:uLnTx/>
              <a:uFillTx/>
              <a:latin typeface="+mn-lt"/>
              <a:ea typeface="+mn-ea"/>
              <a:cs typeface="+mn-cs"/>
            </a:endParaRPr>
          </a:p>
          <a:p>
            <a:pPr marL="819150" marR="0" lvl="1" indent="-314325" algn="l" defTabSz="1008380" rtl="0" eaLnBrk="0" fontAlgn="base" latinLnBrk="0" hangingPunct="0">
              <a:lnSpc>
                <a:spcPct val="140000"/>
              </a:lnSpc>
              <a:spcBef>
                <a:spcPct val="20000"/>
              </a:spcBef>
              <a:spcAft>
                <a:spcPct val="0"/>
              </a:spcAft>
              <a:buClr>
                <a:schemeClr val="accent2"/>
              </a:buClr>
              <a:buSzTx/>
              <a:buFont typeface="Wingdings" panose="05000000000000000000" pitchFamily="2" charset="2"/>
              <a:buChar char="n"/>
              <a:defRPr/>
            </a:pPr>
            <a:r>
              <a:rPr kumimoji="0" lang="zh-CN" altLang="zh-CN" sz="3100" b="0" i="0" u="none" strike="noStrike" kern="0" cap="none" spc="0" normalizeH="0" baseline="0" noProof="0" dirty="0" smtClean="0">
                <a:ln>
                  <a:noFill/>
                </a:ln>
                <a:solidFill>
                  <a:schemeClr val="tx1"/>
                </a:solidFill>
                <a:effectLst/>
                <a:uLnTx/>
                <a:uFillTx/>
                <a:latin typeface="+mn-lt"/>
                <a:ea typeface="+mn-ea"/>
              </a:rPr>
              <a:t>标识系统中的用户和进行身份鉴别</a:t>
            </a:r>
            <a:endParaRPr kumimoji="0" lang="en-US" altLang="zh-CN" sz="3100" b="0" i="0" u="none" strike="noStrike" kern="0" cap="none" spc="0" normalizeH="0" baseline="0" noProof="0" dirty="0" smtClean="0">
              <a:ln>
                <a:noFill/>
              </a:ln>
              <a:solidFill>
                <a:schemeClr val="tx1"/>
              </a:solidFill>
              <a:effectLst/>
              <a:uLnTx/>
              <a:uFillTx/>
              <a:latin typeface="+mn-lt"/>
              <a:ea typeface="+mn-ea"/>
            </a:endParaRPr>
          </a:p>
          <a:p>
            <a:pPr marL="819150" marR="0" lvl="1" indent="-314325" algn="l" defTabSz="1008380" rtl="0" eaLnBrk="0" fontAlgn="base" latinLnBrk="0" hangingPunct="0">
              <a:lnSpc>
                <a:spcPct val="140000"/>
              </a:lnSpc>
              <a:spcBef>
                <a:spcPct val="20000"/>
              </a:spcBef>
              <a:spcAft>
                <a:spcPct val="0"/>
              </a:spcAft>
              <a:buClr>
                <a:schemeClr val="accent2"/>
              </a:buClr>
              <a:buSzTx/>
              <a:buFont typeface="Wingdings" panose="05000000000000000000" pitchFamily="2" charset="2"/>
              <a:buChar char="n"/>
              <a:defRPr/>
            </a:pPr>
            <a:r>
              <a:rPr kumimoji="0" lang="zh-CN" altLang="zh-CN" sz="3100" b="0" i="0" u="none" strike="noStrike" kern="0" cap="none" spc="0" normalizeH="0" baseline="0" noProof="0" dirty="0" smtClean="0">
                <a:ln>
                  <a:noFill/>
                </a:ln>
                <a:solidFill>
                  <a:schemeClr val="tx1"/>
                </a:solidFill>
                <a:effectLst/>
                <a:uLnTx/>
                <a:uFillTx/>
                <a:latin typeface="+mn-lt"/>
                <a:ea typeface="+mn-ea"/>
              </a:rPr>
              <a:t>依据系统安全策略对用户的操作进行</a:t>
            </a:r>
            <a:r>
              <a:rPr kumimoji="0" lang="zh-CN" altLang="zh-CN" sz="3100" b="0" i="0" u="none" strike="noStrike" kern="0" cap="none" spc="0" normalizeH="0" baseline="0" noProof="0" dirty="0" smtClean="0">
                <a:ln>
                  <a:noFill/>
                </a:ln>
                <a:solidFill>
                  <a:srgbClr val="FF0000"/>
                </a:solidFill>
                <a:effectLst/>
                <a:uLnTx/>
                <a:uFillTx/>
                <a:latin typeface="+mn-lt"/>
                <a:ea typeface="+mn-ea"/>
              </a:rPr>
              <a:t>访问控制</a:t>
            </a:r>
            <a:r>
              <a:rPr kumimoji="0" lang="zh-CN" altLang="zh-CN" sz="3100" b="0" i="0" u="none" strike="noStrike" kern="0" cap="none" spc="0" normalizeH="0" baseline="0" noProof="0" dirty="0" smtClean="0">
                <a:ln>
                  <a:noFill/>
                </a:ln>
                <a:solidFill>
                  <a:schemeClr val="tx1"/>
                </a:solidFill>
                <a:effectLst/>
                <a:uLnTx/>
                <a:uFillTx/>
                <a:latin typeface="+mn-lt"/>
                <a:ea typeface="+mn-ea"/>
              </a:rPr>
              <a:t>，防止用户和外来入侵者对计算机资源的</a:t>
            </a:r>
            <a:r>
              <a:rPr kumimoji="0" lang="zh-CN" altLang="zh-CN" sz="3100" b="0" i="0" u="none" strike="noStrike" kern="0" cap="none" spc="0" normalizeH="0" baseline="0" noProof="0" dirty="0" smtClean="0">
                <a:ln>
                  <a:noFill/>
                </a:ln>
                <a:solidFill>
                  <a:srgbClr val="FF0000"/>
                </a:solidFill>
                <a:effectLst/>
                <a:uLnTx/>
                <a:uFillTx/>
                <a:latin typeface="+mn-lt"/>
                <a:ea typeface="+mn-ea"/>
              </a:rPr>
              <a:t>非法访问</a:t>
            </a:r>
            <a:endParaRPr kumimoji="0" lang="en-US" altLang="zh-CN" sz="3100" b="0" i="0" u="none" strike="noStrike" kern="0" cap="none" spc="0" normalizeH="0" baseline="0" noProof="0" dirty="0" smtClean="0">
              <a:ln>
                <a:noFill/>
              </a:ln>
              <a:solidFill>
                <a:srgbClr val="FF0000"/>
              </a:solidFill>
              <a:effectLst/>
              <a:uLnTx/>
              <a:uFillTx/>
              <a:latin typeface="+mn-lt"/>
              <a:ea typeface="+mn-ea"/>
            </a:endParaRPr>
          </a:p>
          <a:p>
            <a:pPr marL="819150" marR="0" lvl="1" indent="-314325" algn="l" defTabSz="1008380" rtl="0" eaLnBrk="0" fontAlgn="base" latinLnBrk="0" hangingPunct="0">
              <a:lnSpc>
                <a:spcPct val="140000"/>
              </a:lnSpc>
              <a:spcBef>
                <a:spcPct val="20000"/>
              </a:spcBef>
              <a:spcAft>
                <a:spcPct val="0"/>
              </a:spcAft>
              <a:buClr>
                <a:schemeClr val="accent2"/>
              </a:buClr>
              <a:buSzTx/>
              <a:buFont typeface="Wingdings" panose="05000000000000000000" pitchFamily="2" charset="2"/>
              <a:buChar char="n"/>
              <a:defRPr/>
            </a:pPr>
            <a:r>
              <a:rPr kumimoji="0" lang="zh-CN" altLang="zh-CN" sz="3100" b="0" i="0" u="none" strike="noStrike" kern="0" cap="none" spc="0" normalizeH="0" baseline="0" noProof="0" dirty="0" smtClean="0">
                <a:ln>
                  <a:noFill/>
                </a:ln>
                <a:solidFill>
                  <a:srgbClr val="FF0000"/>
                </a:solidFill>
                <a:effectLst/>
                <a:uLnTx/>
                <a:uFillTx/>
                <a:latin typeface="+mn-lt"/>
                <a:ea typeface="+mn-ea"/>
              </a:rPr>
              <a:t>监督</a:t>
            </a:r>
            <a:r>
              <a:rPr kumimoji="0" lang="zh-CN" altLang="zh-CN" sz="3100" b="0" i="0" u="none" strike="noStrike" kern="0" cap="none" spc="0" normalizeH="0" baseline="0" noProof="0" dirty="0" smtClean="0">
                <a:ln>
                  <a:noFill/>
                </a:ln>
                <a:solidFill>
                  <a:schemeClr val="tx1"/>
                </a:solidFill>
                <a:effectLst/>
                <a:uLnTx/>
                <a:uFillTx/>
                <a:latin typeface="+mn-lt"/>
                <a:ea typeface="+mn-ea"/>
              </a:rPr>
              <a:t>系统运行的安全性</a:t>
            </a:r>
            <a:endParaRPr kumimoji="0" lang="en-US" altLang="zh-CN" sz="3100" b="0" i="0" u="none" strike="noStrike" kern="0" cap="none" spc="0" normalizeH="0" baseline="0" noProof="0" dirty="0" smtClean="0">
              <a:ln>
                <a:noFill/>
              </a:ln>
              <a:solidFill>
                <a:schemeClr val="tx1"/>
              </a:solidFill>
              <a:effectLst/>
              <a:uLnTx/>
              <a:uFillTx/>
              <a:latin typeface="+mn-lt"/>
              <a:ea typeface="+mn-ea"/>
            </a:endParaRPr>
          </a:p>
          <a:p>
            <a:pPr marL="819150" marR="0" lvl="1" indent="-314325" algn="l" defTabSz="1008380" rtl="0" eaLnBrk="0" fontAlgn="base" latinLnBrk="0" hangingPunct="0">
              <a:lnSpc>
                <a:spcPct val="140000"/>
              </a:lnSpc>
              <a:spcBef>
                <a:spcPct val="20000"/>
              </a:spcBef>
              <a:spcAft>
                <a:spcPct val="0"/>
              </a:spcAft>
              <a:buClr>
                <a:schemeClr val="accent2"/>
              </a:buClr>
              <a:buSzTx/>
              <a:buFont typeface="Wingdings" panose="05000000000000000000" pitchFamily="2" charset="2"/>
              <a:buChar char="n"/>
              <a:defRPr/>
            </a:pPr>
            <a:r>
              <a:rPr kumimoji="0" lang="zh-CN" altLang="zh-CN" sz="3100" b="0" i="0" u="none" strike="noStrike" kern="0" cap="none" spc="0" normalizeH="0" baseline="0" noProof="0" dirty="0" smtClean="0">
                <a:ln>
                  <a:noFill/>
                </a:ln>
                <a:solidFill>
                  <a:schemeClr val="tx1"/>
                </a:solidFill>
                <a:effectLst/>
                <a:uLnTx/>
                <a:uFillTx/>
                <a:latin typeface="+mn-lt"/>
                <a:ea typeface="+mn-ea"/>
              </a:rPr>
              <a:t>保证系统自身的</a:t>
            </a:r>
            <a:r>
              <a:rPr kumimoji="0" lang="zh-CN" altLang="zh-CN" sz="3100" b="0" i="0" u="none" strike="noStrike" kern="0" cap="none" spc="0" normalizeH="0" baseline="0" noProof="0" dirty="0" smtClean="0">
                <a:ln>
                  <a:noFill/>
                </a:ln>
                <a:solidFill>
                  <a:srgbClr val="FF0000"/>
                </a:solidFill>
                <a:effectLst/>
                <a:uLnTx/>
                <a:uFillTx/>
                <a:latin typeface="+mn-lt"/>
                <a:ea typeface="+mn-ea"/>
              </a:rPr>
              <a:t>安全和完整性</a:t>
            </a:r>
            <a:endParaRPr kumimoji="0" lang="en-US" sz="3100" b="1" i="0" u="none" strike="noStrike" kern="0" cap="none" spc="0" normalizeH="0" baseline="0" noProof="0" dirty="0" smtClean="0">
              <a:ln>
                <a:noFill/>
              </a:ln>
              <a:solidFill>
                <a:srgbClr val="020202"/>
              </a:solidFill>
              <a:effectLst>
                <a:outerShdw blurRad="38100" dist="38100" dir="2700000" algn="tl">
                  <a:srgbClr val="C0C0C0"/>
                </a:outerShdw>
              </a:effectLst>
              <a:uLnTx/>
              <a:uFillTx/>
              <a:latin typeface="+mn-lt"/>
              <a:ea typeface="+mn-ea"/>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6386" name="Rectangle 2"/>
          <p:cNvSpPr>
            <a:spLocks noGrp="1"/>
          </p:cNvSpPr>
          <p:nvPr>
            <p:ph type="title" idx="4294967295"/>
          </p:nvPr>
        </p:nvSpPr>
        <p:spPr>
          <a:ln/>
        </p:spPr>
        <p:txBody>
          <a:bodyPr vert="horz" wrap="square" lIns="100776" tIns="50388" rIns="100776" bIns="50388" anchor="ctr" anchorCtr="0"/>
          <a:p>
            <a:r>
              <a:rPr lang="en-US" altLang="zh-CN" sz="3600" dirty="0"/>
              <a:t>          </a:t>
            </a:r>
            <a:r>
              <a:rPr lang="zh-CN" altLang="en-US" sz="3600" dirty="0"/>
              <a:t>操作系统安全威机制</a:t>
            </a:r>
            <a:endParaRPr lang="zh-CN" altLang="en-US" sz="3600" dirty="0"/>
          </a:p>
        </p:txBody>
      </p:sp>
      <p:sp>
        <p:nvSpPr>
          <p:cNvPr id="20483" name="Rectangle 3"/>
          <p:cNvSpPr>
            <a:spLocks noGrp="1" noChangeArrowheads="1"/>
          </p:cNvSpPr>
          <p:nvPr>
            <p:ph type="body" idx="1"/>
          </p:nvPr>
        </p:nvSpPr>
        <p:spPr>
          <a:xfrm>
            <a:off x="1068388" y="1293813"/>
            <a:ext cx="7772400" cy="4900613"/>
          </a:xfrm>
        </p:spPr>
        <p:txBody>
          <a:bodyPr vert="horz" wrap="square" lIns="100776" tIns="50388" rIns="100776" bIns="50388" numCol="1" anchor="t" anchorCtr="0" compatLnSpc="1"/>
          <a:lstStyle/>
          <a:p>
            <a:pPr marL="377825" marR="0" lvl="0" indent="-377825" algn="l" defTabSz="1008380" rtl="0" eaLnBrk="0" fontAlgn="base" latinLnBrk="0" hangingPunct="0">
              <a:lnSpc>
                <a:spcPct val="130000"/>
              </a:lnSpc>
              <a:spcBef>
                <a:spcPct val="20000"/>
              </a:spcBef>
              <a:spcAft>
                <a:spcPct val="0"/>
              </a:spcAft>
              <a:buClr>
                <a:schemeClr val="hlink"/>
              </a:buClr>
              <a:buSzTx/>
              <a:buFont typeface="Wingdings" panose="05000000000000000000" pitchFamily="2" charset="2"/>
              <a:buChar char="v"/>
              <a:defRPr/>
            </a:pPr>
            <a:r>
              <a:rPr kumimoji="0" lang="zh-CN" altLang="en-US" sz="3500" b="1" i="0" u="none" strike="noStrike" kern="0" cap="none" spc="0" normalizeH="0" baseline="0" noProof="0" dirty="0" smtClean="0">
                <a:ln>
                  <a:noFill/>
                </a:ln>
                <a:solidFill>
                  <a:srgbClr val="0033CC"/>
                </a:solidFill>
                <a:effectLst/>
                <a:uLnTx/>
                <a:uFillTx/>
                <a:latin typeface="+mn-lt"/>
                <a:ea typeface="+mn-ea"/>
                <a:cs typeface="+mn-cs"/>
              </a:rPr>
              <a:t>操作系统安全机制</a:t>
            </a:r>
            <a:endParaRPr kumimoji="0" lang="zh-CN" altLang="en-US" sz="3500" b="1" i="0" u="none" strike="noStrike" kern="0" cap="none" spc="0" normalizeH="0" baseline="0" noProof="0" dirty="0" smtClean="0">
              <a:ln>
                <a:noFill/>
              </a:ln>
              <a:solidFill>
                <a:srgbClr val="0033CC"/>
              </a:solidFill>
              <a:effectLst/>
              <a:uLnTx/>
              <a:uFillTx/>
              <a:latin typeface="+mn-lt"/>
              <a:ea typeface="+mn-ea"/>
              <a:cs typeface="+mn-cs"/>
            </a:endParaRPr>
          </a:p>
          <a:p>
            <a:pPr marL="819150" marR="0" lvl="1" indent="-314325" algn="l" defTabSz="1008380" rtl="0" eaLnBrk="0" fontAlgn="base" latinLnBrk="0" hangingPunct="0">
              <a:lnSpc>
                <a:spcPct val="130000"/>
              </a:lnSpc>
              <a:spcBef>
                <a:spcPct val="20000"/>
              </a:spcBef>
              <a:spcAft>
                <a:spcPct val="0"/>
              </a:spcAft>
              <a:buClr>
                <a:schemeClr val="accent2"/>
              </a:buClr>
              <a:buSzTx/>
              <a:buFont typeface="Wingdings" panose="05000000000000000000" pitchFamily="2" charset="2"/>
              <a:buChar char="n"/>
              <a:defRPr/>
            </a:pPr>
            <a:r>
              <a:rPr kumimoji="0" lang="zh-CN" altLang="en-US" sz="3100" b="1" i="0" u="none" strike="noStrike" kern="0" cap="none" spc="0" normalizeH="0" baseline="0" noProof="0" dirty="0">
                <a:ln>
                  <a:noFill/>
                </a:ln>
                <a:solidFill>
                  <a:schemeClr val="tx1"/>
                </a:solidFill>
                <a:effectLst/>
                <a:uLnTx/>
                <a:uFillTx/>
                <a:latin typeface="+mn-lt"/>
                <a:ea typeface="+mn-ea"/>
              </a:rPr>
              <a:t>身份认证</a:t>
            </a:r>
            <a:endParaRPr kumimoji="0" lang="zh-CN" altLang="en-US" sz="3100" b="1" i="0" u="none" strike="noStrike" kern="0" cap="none" spc="0" normalizeH="0" baseline="0" noProof="0" dirty="0">
              <a:ln>
                <a:noFill/>
              </a:ln>
              <a:solidFill>
                <a:schemeClr val="tx1"/>
              </a:solidFill>
              <a:effectLst/>
              <a:uLnTx/>
              <a:uFillTx/>
              <a:latin typeface="+mn-lt"/>
              <a:ea typeface="+mn-ea"/>
            </a:endParaRPr>
          </a:p>
          <a:p>
            <a:pPr marL="819150" marR="0" lvl="1" indent="-314325" algn="l" defTabSz="1008380" rtl="0" eaLnBrk="0" fontAlgn="base" latinLnBrk="0" hangingPunct="0">
              <a:lnSpc>
                <a:spcPct val="130000"/>
              </a:lnSpc>
              <a:spcBef>
                <a:spcPct val="20000"/>
              </a:spcBef>
              <a:spcAft>
                <a:spcPct val="0"/>
              </a:spcAft>
              <a:buClr>
                <a:schemeClr val="accent2"/>
              </a:buClr>
              <a:buSzTx/>
              <a:buFont typeface="Wingdings" panose="05000000000000000000" pitchFamily="2" charset="2"/>
              <a:buChar char="n"/>
              <a:defRPr/>
            </a:pPr>
            <a:r>
              <a:rPr kumimoji="0" lang="zh-CN" altLang="en-US" sz="3100" b="1" i="0" u="none" strike="noStrike" kern="0" cap="none" spc="0" normalizeH="0" baseline="0" noProof="0" dirty="0">
                <a:ln>
                  <a:noFill/>
                </a:ln>
                <a:solidFill>
                  <a:srgbClr val="020202"/>
                </a:solidFill>
                <a:effectLst/>
                <a:uLnTx/>
                <a:uFillTx/>
                <a:latin typeface="+mn-lt"/>
                <a:ea typeface="+mn-ea"/>
              </a:rPr>
              <a:t>访问控制</a:t>
            </a:r>
            <a:endParaRPr kumimoji="0" lang="zh-CN" altLang="en-US" sz="3100" b="1" i="0" u="none" strike="noStrike" kern="0" cap="none" spc="0" normalizeH="0" baseline="0" noProof="0" dirty="0">
              <a:ln>
                <a:noFill/>
              </a:ln>
              <a:solidFill>
                <a:srgbClr val="020202"/>
              </a:solidFill>
              <a:effectLst/>
              <a:uLnTx/>
              <a:uFillTx/>
              <a:latin typeface="+mn-lt"/>
              <a:ea typeface="+mn-ea"/>
            </a:endParaRPr>
          </a:p>
          <a:p>
            <a:pPr marL="819150" marR="0" lvl="1" indent="-314325" algn="l" defTabSz="1008380" rtl="0" eaLnBrk="0" fontAlgn="base" latinLnBrk="0" hangingPunct="0">
              <a:lnSpc>
                <a:spcPct val="130000"/>
              </a:lnSpc>
              <a:spcBef>
                <a:spcPct val="20000"/>
              </a:spcBef>
              <a:spcAft>
                <a:spcPct val="0"/>
              </a:spcAft>
              <a:buClr>
                <a:schemeClr val="accent2"/>
              </a:buClr>
              <a:buSzTx/>
              <a:buFont typeface="Wingdings" panose="05000000000000000000" pitchFamily="2" charset="2"/>
              <a:buChar char="n"/>
              <a:defRPr/>
            </a:pPr>
            <a:r>
              <a:rPr kumimoji="0" lang="zh-CN" altLang="en-US" sz="3100" b="1" i="0" u="none" strike="noStrike" kern="0" cap="none" spc="0" normalizeH="0" baseline="0" noProof="0" dirty="0" smtClean="0">
                <a:ln>
                  <a:noFill/>
                </a:ln>
                <a:solidFill>
                  <a:schemeClr val="tx1"/>
                </a:solidFill>
                <a:effectLst/>
                <a:uLnTx/>
                <a:uFillTx/>
                <a:latin typeface="+mn-lt"/>
                <a:ea typeface="+mn-ea"/>
              </a:rPr>
              <a:t>存储保护</a:t>
            </a:r>
            <a:endParaRPr kumimoji="0" lang="zh-CN" altLang="en-US" sz="3100" b="1" i="0" u="none" strike="noStrike" kern="0" cap="none" spc="0" normalizeH="0" baseline="0" noProof="0" dirty="0" smtClean="0">
              <a:ln>
                <a:noFill/>
              </a:ln>
              <a:solidFill>
                <a:schemeClr val="tx1"/>
              </a:solidFill>
              <a:effectLst/>
              <a:uLnTx/>
              <a:uFillTx/>
              <a:latin typeface="+mn-lt"/>
              <a:ea typeface="+mn-ea"/>
            </a:endParaRPr>
          </a:p>
          <a:p>
            <a:pPr marL="819150" marR="0" lvl="1" indent="-314325" algn="l" defTabSz="1008380" rtl="0" eaLnBrk="0" fontAlgn="base" latinLnBrk="0" hangingPunct="0">
              <a:lnSpc>
                <a:spcPct val="130000"/>
              </a:lnSpc>
              <a:spcBef>
                <a:spcPct val="20000"/>
              </a:spcBef>
              <a:spcAft>
                <a:spcPct val="0"/>
              </a:spcAft>
              <a:buClr>
                <a:schemeClr val="accent2"/>
              </a:buClr>
              <a:buSzTx/>
              <a:buFont typeface="Wingdings" panose="05000000000000000000" pitchFamily="2" charset="2"/>
              <a:buChar char="n"/>
              <a:defRPr/>
            </a:pPr>
            <a:r>
              <a:rPr kumimoji="0" lang="zh-CN" altLang="en-US" sz="3100" b="1" i="0" u="none" strike="noStrike" kern="0" cap="none" spc="0" normalizeH="0" baseline="0" noProof="0" dirty="0" smtClean="0">
                <a:ln>
                  <a:noFill/>
                </a:ln>
                <a:solidFill>
                  <a:srgbClr val="020202"/>
                </a:solidFill>
                <a:effectLst/>
                <a:uLnTx/>
                <a:uFillTx/>
                <a:latin typeface="+mn-lt"/>
                <a:ea typeface="+mn-ea"/>
              </a:rPr>
              <a:t>文件保护</a:t>
            </a:r>
            <a:endParaRPr kumimoji="0" lang="zh-CN" altLang="en-US" sz="3100" b="1" i="0" u="none" strike="noStrike" kern="0" cap="none" spc="0" normalizeH="0" baseline="0" noProof="0" dirty="0" smtClean="0">
              <a:ln>
                <a:noFill/>
              </a:ln>
              <a:solidFill>
                <a:srgbClr val="020202"/>
              </a:solidFill>
              <a:effectLst/>
              <a:uLnTx/>
              <a:uFillTx/>
              <a:latin typeface="+mn-lt"/>
              <a:ea typeface="+mn-ea"/>
            </a:endParaRPr>
          </a:p>
          <a:p>
            <a:pPr marL="819150" marR="0" lvl="1" indent="-314325" algn="l" defTabSz="1008380" rtl="0" eaLnBrk="0" fontAlgn="base" latinLnBrk="0" hangingPunct="0">
              <a:lnSpc>
                <a:spcPct val="130000"/>
              </a:lnSpc>
              <a:spcBef>
                <a:spcPct val="20000"/>
              </a:spcBef>
              <a:spcAft>
                <a:spcPct val="0"/>
              </a:spcAft>
              <a:buClr>
                <a:schemeClr val="accent2"/>
              </a:buClr>
              <a:buSzTx/>
              <a:buFont typeface="Wingdings" panose="05000000000000000000" pitchFamily="2" charset="2"/>
              <a:buChar char="n"/>
              <a:defRPr/>
            </a:pPr>
            <a:r>
              <a:rPr kumimoji="0" lang="zh-CN" altLang="en-US" sz="3100" b="1" i="0" u="none" strike="noStrike" kern="0" cap="none" spc="0" normalizeH="0" baseline="0" noProof="0" dirty="0" smtClean="0">
                <a:ln>
                  <a:noFill/>
                </a:ln>
                <a:solidFill>
                  <a:srgbClr val="020202"/>
                </a:solidFill>
                <a:effectLst/>
                <a:uLnTx/>
                <a:uFillTx/>
                <a:latin typeface="+mn-lt"/>
                <a:ea typeface="+mn-ea"/>
              </a:rPr>
              <a:t>审计</a:t>
            </a:r>
            <a:endParaRPr kumimoji="0" lang="en-US" altLang="zh-CN" sz="3100" b="1" i="0" u="none" strike="noStrike" kern="0" cap="none" spc="0" normalizeH="0" baseline="0" noProof="0" dirty="0" smtClean="0">
              <a:ln>
                <a:noFill/>
              </a:ln>
              <a:solidFill>
                <a:srgbClr val="020202"/>
              </a:solidFill>
              <a:effectLst/>
              <a:uLnTx/>
              <a:uFillTx/>
              <a:latin typeface="+mn-lt"/>
              <a:ea typeface="+mn-ea"/>
            </a:endParaRPr>
          </a:p>
          <a:p>
            <a:pPr marL="819150" marR="0" lvl="1" indent="-314325" algn="l" defTabSz="1008380" rtl="0" eaLnBrk="0" fontAlgn="base" latinLnBrk="0" hangingPunct="0">
              <a:lnSpc>
                <a:spcPct val="130000"/>
              </a:lnSpc>
              <a:spcBef>
                <a:spcPct val="20000"/>
              </a:spcBef>
              <a:spcAft>
                <a:spcPct val="0"/>
              </a:spcAft>
              <a:buClr>
                <a:schemeClr val="accent2"/>
              </a:buClr>
              <a:buSzTx/>
              <a:buFont typeface="Wingdings" panose="05000000000000000000" pitchFamily="2" charset="2"/>
              <a:buChar char="n"/>
              <a:defRPr/>
            </a:pPr>
            <a:r>
              <a:rPr kumimoji="0" lang="zh-CN" altLang="en-US" sz="3100" b="1" i="0" u="none" strike="noStrike" kern="0" cap="none" spc="0" normalizeH="0" baseline="0" noProof="0" dirty="0">
                <a:ln>
                  <a:noFill/>
                </a:ln>
                <a:solidFill>
                  <a:srgbClr val="020202"/>
                </a:solidFill>
                <a:effectLst/>
                <a:uLnTx/>
                <a:uFillTx/>
                <a:latin typeface="+mn-lt"/>
                <a:ea typeface="+mn-ea"/>
              </a:rPr>
              <a:t>最小特</a:t>
            </a:r>
            <a:r>
              <a:rPr kumimoji="0" lang="zh-CN" altLang="en-US" sz="3100" b="1" i="0" u="none" strike="noStrike" kern="0" cap="none" spc="0" normalizeH="0" baseline="0" noProof="0" dirty="0" smtClean="0">
                <a:ln>
                  <a:noFill/>
                </a:ln>
                <a:solidFill>
                  <a:srgbClr val="020202"/>
                </a:solidFill>
                <a:effectLst/>
                <a:uLnTx/>
                <a:uFillTx/>
                <a:latin typeface="+mn-lt"/>
                <a:ea typeface="+mn-ea"/>
              </a:rPr>
              <a:t>权</a:t>
            </a:r>
            <a:endParaRPr kumimoji="0" lang="en-US" sz="3100" b="1" i="0" u="none" strike="noStrike" kern="0" cap="none" spc="0" normalizeH="0" baseline="0" noProof="0" dirty="0" smtClean="0">
              <a:ln>
                <a:noFill/>
              </a:ln>
              <a:solidFill>
                <a:srgbClr val="020202"/>
              </a:solidFill>
              <a:effectLst>
                <a:outerShdw blurRad="38100" dist="38100" dir="2700000" algn="tl">
                  <a:srgbClr val="C0C0C0"/>
                </a:outerShdw>
              </a:effectLst>
              <a:uLnTx/>
              <a:uFillTx/>
              <a:latin typeface="+mn-lt"/>
              <a:ea typeface="+mn-ea"/>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7410" name="Rectangle 3"/>
          <p:cNvSpPr>
            <a:spLocks noGrp="1"/>
          </p:cNvSpPr>
          <p:nvPr>
            <p:ph type="body" idx="4294967295"/>
          </p:nvPr>
        </p:nvSpPr>
        <p:spPr>
          <a:xfrm>
            <a:off x="839788" y="1141413"/>
            <a:ext cx="8077200" cy="5586412"/>
          </a:xfrm>
          <a:ln/>
        </p:spPr>
        <p:txBody>
          <a:bodyPr vert="horz" wrap="square" lIns="91440" tIns="45720" rIns="91440" bIns="45720" anchor="t" anchorCtr="0"/>
          <a:p>
            <a:pPr eaLnBrk="1" hangingPunct="1">
              <a:lnSpc>
                <a:spcPct val="130000"/>
              </a:lnSpc>
            </a:pPr>
            <a:r>
              <a:rPr lang="zh-CN" altLang="en-US" dirty="0">
                <a:solidFill>
                  <a:srgbClr val="020202"/>
                </a:solidFill>
              </a:rPr>
              <a:t>国内安全操作系统发展：</a:t>
            </a:r>
            <a:endParaRPr lang="zh-CN" altLang="en-US" dirty="0">
              <a:solidFill>
                <a:srgbClr val="020202"/>
              </a:solidFill>
            </a:endParaRPr>
          </a:p>
          <a:p>
            <a:pPr lvl="1" eaLnBrk="1" hangingPunct="1">
              <a:lnSpc>
                <a:spcPct val="110000"/>
              </a:lnSpc>
            </a:pPr>
            <a:r>
              <a:rPr lang="zh-CN" altLang="en-US" b="0" dirty="0"/>
              <a:t>国防科大，</a:t>
            </a:r>
            <a:r>
              <a:rPr lang="en-US" altLang="zh-CN" b="0" dirty="0"/>
              <a:t>1993</a:t>
            </a:r>
            <a:endParaRPr lang="zh-CN" altLang="en-US" b="0" dirty="0"/>
          </a:p>
          <a:p>
            <a:pPr lvl="2" eaLnBrk="1" hangingPunct="1">
              <a:lnSpc>
                <a:spcPct val="110000"/>
              </a:lnSpc>
            </a:pPr>
            <a:r>
              <a:rPr lang="zh-CN" altLang="en-US" b="0" dirty="0"/>
              <a:t>改造</a:t>
            </a:r>
            <a:r>
              <a:rPr lang="en-US" altLang="zh-CN" b="0" dirty="0"/>
              <a:t>UnixSystemV3.2</a:t>
            </a:r>
            <a:r>
              <a:rPr lang="zh-CN" altLang="en-US" b="0" dirty="0"/>
              <a:t>的</a:t>
            </a:r>
            <a:r>
              <a:rPr lang="en-US" altLang="zh-CN" b="0" dirty="0"/>
              <a:t>Sunix</a:t>
            </a:r>
            <a:endParaRPr lang="en-US" altLang="zh-CN" b="0" dirty="0"/>
          </a:p>
          <a:p>
            <a:pPr lvl="2" eaLnBrk="1" hangingPunct="1">
              <a:lnSpc>
                <a:spcPct val="110000"/>
              </a:lnSpc>
            </a:pPr>
            <a:r>
              <a:rPr lang="zh-CN" altLang="en-US" b="0" dirty="0"/>
              <a:t>改进</a:t>
            </a:r>
            <a:r>
              <a:rPr lang="en-US" altLang="zh-CN" b="0" dirty="0"/>
              <a:t>BLP</a:t>
            </a:r>
            <a:r>
              <a:rPr lang="zh-CN" altLang="en-US" b="0" dirty="0"/>
              <a:t>模型；病毒防御模型</a:t>
            </a:r>
            <a:endParaRPr lang="zh-CN" altLang="en-US" b="0" dirty="0"/>
          </a:p>
          <a:p>
            <a:pPr lvl="1" eaLnBrk="1" hangingPunct="1">
              <a:lnSpc>
                <a:spcPct val="130000"/>
              </a:lnSpc>
            </a:pPr>
            <a:r>
              <a:rPr lang="zh-CN" altLang="en-US" dirty="0"/>
              <a:t>海军计算技术研究所</a:t>
            </a:r>
            <a:endParaRPr lang="zh-CN" altLang="en-US" dirty="0"/>
          </a:p>
          <a:p>
            <a:pPr lvl="2" eaLnBrk="1" hangingPunct="1">
              <a:lnSpc>
                <a:spcPct val="110000"/>
              </a:lnSpc>
            </a:pPr>
            <a:r>
              <a:rPr lang="zh-CN" altLang="en-US" b="0" dirty="0"/>
              <a:t>改进</a:t>
            </a:r>
            <a:r>
              <a:rPr lang="en-US" altLang="zh-CN" b="0" dirty="0"/>
              <a:t>UnixSystemV4.2</a:t>
            </a:r>
            <a:r>
              <a:rPr lang="zh-CN" altLang="en-US" b="0" dirty="0"/>
              <a:t>的</a:t>
            </a:r>
            <a:r>
              <a:rPr lang="en-US" altLang="zh-CN" b="0" dirty="0"/>
              <a:t>UnixSVR4.2/SE</a:t>
            </a:r>
            <a:endParaRPr lang="en-US" altLang="zh-CN" b="0" dirty="0"/>
          </a:p>
          <a:p>
            <a:pPr lvl="1" eaLnBrk="1" hangingPunct="1">
              <a:lnSpc>
                <a:spcPct val="130000"/>
              </a:lnSpc>
            </a:pPr>
            <a:r>
              <a:rPr lang="zh-CN" altLang="en-US" dirty="0"/>
              <a:t>中国计算机软件与技术服务总公司</a:t>
            </a:r>
            <a:endParaRPr lang="zh-CN" altLang="en-US" dirty="0"/>
          </a:p>
          <a:p>
            <a:pPr lvl="2" eaLnBrk="1" hangingPunct="1">
              <a:lnSpc>
                <a:spcPct val="110000"/>
              </a:lnSpc>
            </a:pPr>
            <a:r>
              <a:rPr lang="zh-CN" altLang="en-US" b="0" dirty="0"/>
              <a:t>八五科技攻关项目</a:t>
            </a:r>
            <a:r>
              <a:rPr lang="zh-CN" altLang="en-US" b="0" dirty="0">
                <a:latin typeface="Arial" panose="020B0604020202020204" pitchFamily="34" charset="0"/>
              </a:rPr>
              <a:t>“</a:t>
            </a:r>
            <a:r>
              <a:rPr lang="en-US" altLang="zh-CN" b="0" dirty="0"/>
              <a:t>COSA</a:t>
            </a:r>
            <a:r>
              <a:rPr lang="zh-CN" altLang="en-US" b="0" dirty="0"/>
              <a:t>国产系统软件平台</a:t>
            </a:r>
            <a:r>
              <a:rPr lang="zh-CN" altLang="en-US" b="0" dirty="0">
                <a:latin typeface="Arial" panose="020B0604020202020204" pitchFamily="34" charset="0"/>
              </a:rPr>
              <a:t>”</a:t>
            </a:r>
            <a:endParaRPr lang="zh-CN" altLang="en-US" b="0" dirty="0"/>
          </a:p>
          <a:p>
            <a:pPr lvl="1" eaLnBrk="1" hangingPunct="1">
              <a:lnSpc>
                <a:spcPct val="130000"/>
              </a:lnSpc>
            </a:pPr>
            <a:r>
              <a:rPr lang="zh-CN" altLang="en-US" dirty="0"/>
              <a:t>中电第</a:t>
            </a:r>
            <a:r>
              <a:rPr lang="en-US" altLang="zh-CN" dirty="0"/>
              <a:t>15</a:t>
            </a:r>
            <a:r>
              <a:rPr lang="zh-CN" altLang="en-US" dirty="0"/>
              <a:t>所</a:t>
            </a:r>
            <a:endParaRPr lang="zh-CN" altLang="en-US" dirty="0"/>
          </a:p>
          <a:p>
            <a:pPr lvl="2" eaLnBrk="1" hangingPunct="1">
              <a:lnSpc>
                <a:spcPct val="110000"/>
              </a:lnSpc>
            </a:pPr>
            <a:r>
              <a:rPr lang="zh-CN" altLang="en-US" b="0" dirty="0"/>
              <a:t>九五项目</a:t>
            </a:r>
            <a:r>
              <a:rPr lang="en-US" altLang="zh-CN" b="0" dirty="0"/>
              <a:t>Unix</a:t>
            </a:r>
            <a:r>
              <a:rPr lang="zh-CN" altLang="en-US" b="0" dirty="0"/>
              <a:t>改造</a:t>
            </a:r>
            <a:endParaRPr lang="zh-CN" altLang="en-US" dirty="0">
              <a:solidFill>
                <a:srgbClr val="020202"/>
              </a:solidFill>
            </a:endParaRPr>
          </a:p>
        </p:txBody>
      </p:sp>
      <p:sp>
        <p:nvSpPr>
          <p:cNvPr id="17411" name="Rectangle 2"/>
          <p:cNvSpPr>
            <a:spLocks noGrp="1"/>
          </p:cNvSpPr>
          <p:nvPr>
            <p:ph type="title" idx="4294967295"/>
          </p:nvPr>
        </p:nvSpPr>
        <p:spPr>
          <a:xfrm>
            <a:off x="1600200" y="457200"/>
            <a:ext cx="7240588" cy="563563"/>
          </a:xfrm>
          <a:ln/>
        </p:spPr>
        <p:txBody>
          <a:bodyPr vert="horz" wrap="square" lIns="91440" tIns="45720" rIns="91440" bIns="45720" anchor="ctr" anchorCtr="0"/>
          <a:p>
            <a:pPr eaLnBrk="1" hangingPunct="1"/>
            <a:r>
              <a:rPr lang="zh-CN" altLang="en-US" dirty="0">
                <a:solidFill>
                  <a:srgbClr val="020202"/>
                </a:solidFill>
              </a:rPr>
              <a:t>国内安全操作系统发展</a:t>
            </a:r>
            <a:endParaRPr lang="zh-CN" altLang="en-US" dirty="0">
              <a:solidFill>
                <a:srgbClr val="020202"/>
              </a:solidFill>
            </a:endParaRPr>
          </a:p>
        </p:txBody>
      </p:sp>
      <p:sp>
        <p:nvSpPr>
          <p:cNvPr id="17412" name="Rectangle 2"/>
          <p:cNvSpPr/>
          <p:nvPr/>
        </p:nvSpPr>
        <p:spPr>
          <a:xfrm>
            <a:off x="1403350" y="476250"/>
            <a:ext cx="7240588" cy="563563"/>
          </a:xfrm>
          <a:prstGeom prst="rect">
            <a:avLst/>
          </a:prstGeom>
          <a:noFill/>
          <a:ln w="9525">
            <a:noFill/>
          </a:ln>
        </p:spPr>
        <p:txBody>
          <a:bodyPr anchor="ctr" anchorCtr="0"/>
          <a:p>
            <a:pPr algn="r"/>
            <a:r>
              <a:rPr lang="en-US" altLang="zh-CN" sz="3600" i="1" dirty="0">
                <a:solidFill>
                  <a:schemeClr val="bg1"/>
                </a:solidFill>
                <a:latin typeface="黑体" panose="02010609060101010101" pitchFamily="49" charset="-122"/>
                <a:ea typeface="黑体" panose="02010609060101010101" pitchFamily="49" charset="-122"/>
              </a:rPr>
              <a:t> </a:t>
            </a:r>
            <a:r>
              <a:rPr lang="zh-CN" altLang="en-US" sz="3600" i="1" dirty="0">
                <a:solidFill>
                  <a:schemeClr val="bg1"/>
                </a:solidFill>
                <a:latin typeface="黑体" panose="02010609060101010101" pitchFamily="49" charset="-122"/>
                <a:ea typeface="黑体" panose="02010609060101010101" pitchFamily="49" charset="-122"/>
              </a:rPr>
              <a:t>国内安全操作系统</a:t>
            </a:r>
            <a:endParaRPr lang="zh-CN" altLang="en-US" sz="3600" i="1" dirty="0">
              <a:solidFill>
                <a:schemeClr val="bg1"/>
              </a:solidFill>
              <a:latin typeface="黑体" panose="02010609060101010101" pitchFamily="49" charset="-122"/>
              <a:ea typeface="黑体" panose="02010609060101010101" pitchFamily="49" charset="-122"/>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8434" name="Rectangle 3"/>
          <p:cNvSpPr>
            <a:spLocks noGrp="1"/>
          </p:cNvSpPr>
          <p:nvPr>
            <p:ph type="body" idx="4294967295"/>
          </p:nvPr>
        </p:nvSpPr>
        <p:spPr>
          <a:xfrm>
            <a:off x="839788" y="1106488"/>
            <a:ext cx="7542212" cy="4900612"/>
          </a:xfrm>
          <a:ln/>
        </p:spPr>
        <p:txBody>
          <a:bodyPr vert="horz" wrap="square" lIns="91440" tIns="45720" rIns="91440" bIns="45720" anchor="t" anchorCtr="0"/>
          <a:p>
            <a:pPr eaLnBrk="1" hangingPunct="1">
              <a:lnSpc>
                <a:spcPct val="140000"/>
              </a:lnSpc>
            </a:pPr>
            <a:r>
              <a:rPr lang="zh-CN" altLang="en-US" dirty="0">
                <a:solidFill>
                  <a:srgbClr val="020202"/>
                </a:solidFill>
              </a:rPr>
              <a:t>国内安全操作系统发展：</a:t>
            </a:r>
            <a:endParaRPr lang="zh-CN" altLang="en-US" dirty="0">
              <a:solidFill>
                <a:srgbClr val="020202"/>
              </a:solidFill>
            </a:endParaRPr>
          </a:p>
          <a:p>
            <a:pPr lvl="1" eaLnBrk="1" hangingPunct="1"/>
            <a:r>
              <a:rPr lang="zh-CN" altLang="en-US" b="0" dirty="0"/>
              <a:t>中科院</a:t>
            </a:r>
            <a:endParaRPr lang="zh-CN" altLang="en-US" b="0" dirty="0"/>
          </a:p>
          <a:p>
            <a:pPr lvl="2" eaLnBrk="1" hangingPunct="1"/>
            <a:r>
              <a:rPr lang="en-US" altLang="zh-CN" b="0" dirty="0"/>
              <a:t>1998</a:t>
            </a:r>
            <a:r>
              <a:rPr lang="zh-CN" altLang="en-US" b="0" dirty="0"/>
              <a:t>年，</a:t>
            </a:r>
            <a:r>
              <a:rPr lang="en-US" altLang="zh-CN" b="0" dirty="0"/>
              <a:t>SecLinux</a:t>
            </a:r>
            <a:endParaRPr lang="en-US" altLang="zh-CN" b="0" dirty="0"/>
          </a:p>
          <a:p>
            <a:pPr lvl="2" eaLnBrk="1" hangingPunct="1"/>
            <a:r>
              <a:rPr lang="en-US" altLang="zh-CN" b="0" dirty="0"/>
              <a:t>1999</a:t>
            </a:r>
            <a:r>
              <a:rPr lang="zh-CN" altLang="en-US" b="0" dirty="0"/>
              <a:t>年，红旗</a:t>
            </a:r>
            <a:r>
              <a:rPr lang="en-US" altLang="zh-CN" b="0" dirty="0"/>
              <a:t>Linux</a:t>
            </a:r>
            <a:r>
              <a:rPr lang="zh-CN" altLang="en-US" b="0" dirty="0"/>
              <a:t>中文版</a:t>
            </a:r>
            <a:endParaRPr lang="zh-CN" altLang="en-US" b="0" dirty="0"/>
          </a:p>
          <a:p>
            <a:pPr lvl="2" eaLnBrk="1" hangingPunct="1"/>
            <a:r>
              <a:rPr lang="en-US" altLang="zh-CN" b="0" dirty="0"/>
              <a:t>LIDS</a:t>
            </a:r>
            <a:endParaRPr lang="en-US" altLang="zh-CN" b="0" dirty="0"/>
          </a:p>
          <a:p>
            <a:pPr lvl="1" eaLnBrk="1" hangingPunct="1"/>
            <a:r>
              <a:rPr lang="zh-CN" altLang="en-US" sz="2700" b="0" dirty="0"/>
              <a:t>南京大学</a:t>
            </a:r>
            <a:endParaRPr lang="zh-CN" altLang="en-US" sz="2700" b="0" dirty="0"/>
          </a:p>
          <a:p>
            <a:pPr lvl="2" eaLnBrk="1" hangingPunct="1"/>
            <a:r>
              <a:rPr lang="en-US" altLang="zh-CN" b="0" dirty="0"/>
              <a:t>SoftOS</a:t>
            </a:r>
            <a:endParaRPr lang="en-US" altLang="zh-CN" b="0" dirty="0"/>
          </a:p>
          <a:p>
            <a:pPr lvl="1" eaLnBrk="1" hangingPunct="1"/>
            <a:r>
              <a:rPr lang="zh-CN" altLang="en-US" sz="2700" b="0" dirty="0"/>
              <a:t>国防科大</a:t>
            </a:r>
            <a:endParaRPr lang="zh-CN" altLang="en-US" sz="2700" b="0" dirty="0"/>
          </a:p>
          <a:p>
            <a:pPr lvl="2" eaLnBrk="1" hangingPunct="1"/>
            <a:r>
              <a:rPr lang="en-US" altLang="zh-CN" b="0" dirty="0"/>
              <a:t>Kylin, NeoKylin</a:t>
            </a:r>
            <a:endParaRPr lang="zh-CN" altLang="en-US" b="0" dirty="0">
              <a:solidFill>
                <a:srgbClr val="020202"/>
              </a:solidFill>
            </a:endParaRPr>
          </a:p>
        </p:txBody>
      </p:sp>
      <p:sp>
        <p:nvSpPr>
          <p:cNvPr id="18435" name="Rectangle 2"/>
          <p:cNvSpPr>
            <a:spLocks noGrp="1"/>
          </p:cNvSpPr>
          <p:nvPr>
            <p:ph type="title" idx="4294967295"/>
          </p:nvPr>
        </p:nvSpPr>
        <p:spPr>
          <a:ln/>
        </p:spPr>
        <p:txBody>
          <a:bodyPr vert="horz" wrap="square" lIns="91440" tIns="45720" rIns="91440" bIns="45720" anchor="ctr" anchorCtr="0"/>
          <a:p>
            <a:pPr eaLnBrk="1" hangingPunct="1"/>
            <a:r>
              <a:rPr lang="en-US" altLang="zh-CN" sz="3600" dirty="0"/>
              <a:t> </a:t>
            </a:r>
            <a:r>
              <a:rPr lang="zh-CN" altLang="en-US" sz="3600" dirty="0"/>
              <a:t>国内安全操作系统</a:t>
            </a:r>
            <a:endParaRPr lang="zh-CN" altLang="en-US" sz="36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9458" name="Rectangle 3"/>
          <p:cNvSpPr>
            <a:spLocks noGrp="1"/>
          </p:cNvSpPr>
          <p:nvPr>
            <p:ph type="body" idx="4294967295"/>
          </p:nvPr>
        </p:nvSpPr>
        <p:spPr>
          <a:xfrm>
            <a:off x="1754188" y="1370013"/>
            <a:ext cx="7086600" cy="4876800"/>
          </a:xfrm>
          <a:ln/>
        </p:spPr>
        <p:txBody>
          <a:bodyPr vert="horz" wrap="square" lIns="100776" tIns="50388" rIns="100776" bIns="50388" anchor="t" anchorCtr="0"/>
          <a:p>
            <a:pPr>
              <a:lnSpc>
                <a:spcPct val="140000"/>
              </a:lnSpc>
            </a:pPr>
            <a:r>
              <a:rPr lang="zh-CN" altLang="en-US" sz="3600" dirty="0">
                <a:sym typeface="Arial" panose="020B0604020202020204" pitchFamily="34" charset="0"/>
              </a:rPr>
              <a:t>操作系统的安全问题</a:t>
            </a:r>
            <a:endParaRPr lang="zh-CN" altLang="en-US" sz="3600" dirty="0">
              <a:sym typeface="Arial" panose="020B0604020202020204" pitchFamily="34" charset="0"/>
            </a:endParaRPr>
          </a:p>
          <a:p>
            <a:pPr>
              <a:lnSpc>
                <a:spcPct val="140000"/>
              </a:lnSpc>
            </a:pPr>
            <a:r>
              <a:rPr lang="zh-CN" altLang="en-US" sz="3600" dirty="0">
                <a:solidFill>
                  <a:srgbClr val="FF0000"/>
                </a:solidFill>
              </a:rPr>
              <a:t>操作系统身份认证</a:t>
            </a:r>
            <a:endParaRPr lang="en-US" altLang="zh-CN" sz="3600" dirty="0">
              <a:solidFill>
                <a:srgbClr val="FF0000"/>
              </a:solidFill>
            </a:endParaRPr>
          </a:p>
          <a:p>
            <a:pPr>
              <a:lnSpc>
                <a:spcPct val="140000"/>
              </a:lnSpc>
            </a:pPr>
            <a:r>
              <a:rPr lang="zh-CN" altLang="en-US" sz="3600" dirty="0"/>
              <a:t>操作系统访问控制</a:t>
            </a:r>
            <a:endParaRPr lang="en-US" altLang="zh-CN" sz="3600" dirty="0"/>
          </a:p>
          <a:p>
            <a:pPr>
              <a:lnSpc>
                <a:spcPct val="140000"/>
              </a:lnSpc>
            </a:pPr>
            <a:r>
              <a:rPr lang="zh-CN" altLang="en-US" sz="3600" dirty="0"/>
              <a:t>操作系统存储保护</a:t>
            </a:r>
            <a:endParaRPr lang="zh-CN" altLang="en-US" sz="3600" dirty="0"/>
          </a:p>
          <a:p>
            <a:pPr>
              <a:lnSpc>
                <a:spcPct val="140000"/>
              </a:lnSpc>
            </a:pPr>
            <a:r>
              <a:rPr lang="zh-CN" altLang="en-US" sz="3600" dirty="0"/>
              <a:t>安全操作其他安全机制</a:t>
            </a:r>
            <a:endParaRPr lang="zh-CN" altLang="en-US" sz="3600" dirty="0"/>
          </a:p>
        </p:txBody>
      </p:sp>
      <p:sp>
        <p:nvSpPr>
          <p:cNvPr id="19459" name="Rectangle 2"/>
          <p:cNvSpPr>
            <a:spLocks noGrp="1"/>
          </p:cNvSpPr>
          <p:nvPr/>
        </p:nvSpPr>
        <p:spPr>
          <a:xfrm>
            <a:off x="1828800" y="477838"/>
            <a:ext cx="7240588" cy="561975"/>
          </a:xfrm>
          <a:prstGeom prst="rect">
            <a:avLst/>
          </a:prstGeom>
          <a:noFill/>
          <a:ln w="9525">
            <a:noFill/>
          </a:ln>
        </p:spPr>
        <p:txBody>
          <a:bodyPr lIns="100776" tIns="50388" rIns="100776" bIns="50388" anchor="ctr" anchorCtr="0"/>
          <a:p>
            <a:pPr algn="r" defTabSz="1008380" eaLnBrk="0" hangingPunct="0"/>
            <a:r>
              <a:rPr lang="zh-CN" altLang="en-US" sz="3600" dirty="0">
                <a:solidFill>
                  <a:schemeClr val="bg1"/>
                </a:solidFill>
                <a:latin typeface="黑体" panose="02010609060101010101" pitchFamily="49" charset="-122"/>
                <a:ea typeface="黑体" panose="02010609060101010101" pitchFamily="49" charset="-122"/>
              </a:rPr>
              <a:t>主要内容</a:t>
            </a:r>
            <a:endParaRPr lang="zh-CN" altLang="en-US" sz="3600" dirty="0">
              <a:solidFill>
                <a:schemeClr val="bg1"/>
              </a:solidFill>
              <a:latin typeface="黑体" panose="02010609060101010101" pitchFamily="49" charset="-122"/>
              <a:ea typeface="黑体" panose="02010609060101010101" pitchFamily="49" charset="-122"/>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0482" name="Rectangle 3"/>
          <p:cNvSpPr>
            <a:spLocks noGrp="1"/>
          </p:cNvSpPr>
          <p:nvPr>
            <p:ph type="body" idx="4294967295"/>
          </p:nvPr>
        </p:nvSpPr>
        <p:spPr>
          <a:xfrm>
            <a:off x="382588" y="1293813"/>
            <a:ext cx="8532812" cy="5334000"/>
          </a:xfrm>
          <a:ln/>
        </p:spPr>
        <p:txBody>
          <a:bodyPr vert="horz" wrap="square" lIns="100776" tIns="50388" rIns="100776" bIns="50388" anchor="t" anchorCtr="0"/>
          <a:p>
            <a:r>
              <a:rPr lang="zh-CN" altLang="en-US" sz="3600" dirty="0">
                <a:sym typeface="Arial" panose="020B0604020202020204" pitchFamily="34" charset="0"/>
              </a:rPr>
              <a:t>操作系统的身份认证</a:t>
            </a:r>
            <a:endParaRPr lang="en-US" altLang="zh-CN" sz="3600" dirty="0">
              <a:sym typeface="Arial" panose="020B0604020202020204" pitchFamily="34" charset="0"/>
            </a:endParaRPr>
          </a:p>
          <a:p>
            <a:pPr lvl="1"/>
            <a:r>
              <a:rPr lang="zh-CN" altLang="en-US" sz="2800" b="0" dirty="0">
                <a:sym typeface="Arial" panose="020B0604020202020204" pitchFamily="34" charset="0"/>
              </a:rPr>
              <a:t>验证用户的身份与其所声明的身份是否一致的过程</a:t>
            </a:r>
            <a:endParaRPr lang="en-US" altLang="zh-CN" sz="2800" b="0" dirty="0">
              <a:sym typeface="Arial" panose="020B0604020202020204" pitchFamily="34" charset="0"/>
            </a:endParaRPr>
          </a:p>
          <a:p>
            <a:pPr lvl="1"/>
            <a:r>
              <a:rPr lang="zh-CN" altLang="en-US" sz="2800" b="0" dirty="0">
                <a:sym typeface="Arial" panose="020B0604020202020204" pitchFamily="34" charset="0"/>
              </a:rPr>
              <a:t>方法：</a:t>
            </a:r>
            <a:endParaRPr lang="en-US" altLang="zh-CN" sz="2800" b="0" dirty="0">
              <a:sym typeface="Arial" panose="020B0604020202020204" pitchFamily="34" charset="0"/>
            </a:endParaRPr>
          </a:p>
          <a:p>
            <a:pPr lvl="2">
              <a:lnSpc>
                <a:spcPct val="110000"/>
              </a:lnSpc>
            </a:pPr>
            <a:r>
              <a:rPr lang="zh-CN" altLang="en-US" sz="2800" b="0" dirty="0">
                <a:sym typeface="Arial" panose="020B0604020202020204" pitchFamily="34" charset="0"/>
              </a:rPr>
              <a:t>用户名</a:t>
            </a:r>
            <a:r>
              <a:rPr lang="en-US" altLang="zh-CN" sz="2800" b="0" dirty="0">
                <a:sym typeface="Arial" panose="020B0604020202020204" pitchFamily="34" charset="0"/>
              </a:rPr>
              <a:t>+</a:t>
            </a:r>
            <a:r>
              <a:rPr lang="zh-CN" altLang="en-US" sz="2800" b="0" dirty="0">
                <a:sym typeface="Arial" panose="020B0604020202020204" pitchFamily="34" charset="0"/>
              </a:rPr>
              <a:t>口令</a:t>
            </a:r>
            <a:endParaRPr lang="en-US" altLang="zh-CN" sz="2800" b="0" dirty="0">
              <a:sym typeface="Arial" panose="020B0604020202020204" pitchFamily="34" charset="0"/>
            </a:endParaRPr>
          </a:p>
          <a:p>
            <a:pPr lvl="3">
              <a:lnSpc>
                <a:spcPct val="110000"/>
              </a:lnSpc>
            </a:pPr>
            <a:r>
              <a:rPr lang="en-US" altLang="zh-CN" sz="2400" dirty="0">
                <a:sym typeface="Arial" panose="020B0604020202020204" pitchFamily="34" charset="0"/>
              </a:rPr>
              <a:t>SAM</a:t>
            </a:r>
            <a:r>
              <a:rPr lang="zh-CN" altLang="en-US" sz="2400" dirty="0">
                <a:sym typeface="Arial" panose="020B0604020202020204" pitchFamily="34" charset="0"/>
              </a:rPr>
              <a:t>、</a:t>
            </a:r>
            <a:r>
              <a:rPr lang="en-US" altLang="zh-CN" sz="2400" dirty="0">
                <a:sym typeface="Arial" panose="020B0604020202020204" pitchFamily="34" charset="0"/>
              </a:rPr>
              <a:t>/etc/passwd</a:t>
            </a:r>
            <a:r>
              <a:rPr lang="zh-CN" altLang="en-US" sz="2400" dirty="0">
                <a:sym typeface="Arial" panose="020B0604020202020204" pitchFamily="34" charset="0"/>
              </a:rPr>
              <a:t>、</a:t>
            </a:r>
            <a:r>
              <a:rPr lang="en-US" altLang="zh-CN" sz="2400" dirty="0">
                <a:sym typeface="Arial" panose="020B0604020202020204" pitchFamily="34" charset="0"/>
              </a:rPr>
              <a:t>/etc/shadow</a:t>
            </a:r>
            <a:endParaRPr lang="en-US" altLang="zh-CN" sz="2400" dirty="0">
              <a:sym typeface="Arial" panose="020B0604020202020204" pitchFamily="34" charset="0"/>
            </a:endParaRPr>
          </a:p>
          <a:p>
            <a:pPr lvl="3">
              <a:lnSpc>
                <a:spcPct val="110000"/>
              </a:lnSpc>
            </a:pPr>
            <a:r>
              <a:rPr lang="en-US" altLang="zh-CN" sz="2400" dirty="0">
                <a:sym typeface="Arial" panose="020B0604020202020204" pitchFamily="34" charset="0"/>
              </a:rPr>
              <a:t>kerberos</a:t>
            </a:r>
            <a:r>
              <a:rPr lang="zh-CN" altLang="en-US" sz="2400" dirty="0">
                <a:sym typeface="Arial" panose="020B0604020202020204" pitchFamily="34" charset="0"/>
              </a:rPr>
              <a:t>、</a:t>
            </a:r>
            <a:r>
              <a:rPr lang="en-US" altLang="zh-CN" sz="2400" dirty="0"/>
              <a:t>LM</a:t>
            </a:r>
            <a:r>
              <a:rPr lang="zh-CN" altLang="en-US" sz="2400" dirty="0"/>
              <a:t>（</a:t>
            </a:r>
            <a:r>
              <a:rPr lang="en-US" altLang="zh-CN" sz="2400" dirty="0"/>
              <a:t>LAN Manager</a:t>
            </a:r>
            <a:r>
              <a:rPr lang="zh-CN" altLang="en-US" sz="2400" dirty="0"/>
              <a:t>）、</a:t>
            </a:r>
            <a:r>
              <a:rPr lang="en-US" altLang="zh-CN" sz="2400" dirty="0"/>
              <a:t>NTLM</a:t>
            </a:r>
            <a:r>
              <a:rPr lang="zh-CN" altLang="en-US" sz="2400" dirty="0"/>
              <a:t>（</a:t>
            </a:r>
            <a:r>
              <a:rPr lang="en-US" altLang="zh-CN" sz="2400" dirty="0"/>
              <a:t>NT LAN Manager</a:t>
            </a:r>
            <a:r>
              <a:rPr lang="zh-CN" altLang="en-US" sz="2400" dirty="0"/>
              <a:t>）</a:t>
            </a:r>
            <a:endParaRPr lang="en-US" altLang="zh-CN" sz="2400" dirty="0">
              <a:sym typeface="Arial" panose="020B0604020202020204" pitchFamily="34" charset="0"/>
            </a:endParaRPr>
          </a:p>
          <a:p>
            <a:pPr lvl="2">
              <a:lnSpc>
                <a:spcPct val="110000"/>
              </a:lnSpc>
            </a:pPr>
            <a:r>
              <a:rPr lang="zh-CN" altLang="en-US" sz="2800" b="0" dirty="0">
                <a:sym typeface="Arial" panose="020B0604020202020204" pitchFamily="34" charset="0"/>
              </a:rPr>
              <a:t>指纹</a:t>
            </a:r>
            <a:endParaRPr lang="zh-CN" altLang="en-US" sz="3200" b="0" dirty="0"/>
          </a:p>
        </p:txBody>
      </p:sp>
      <p:sp>
        <p:nvSpPr>
          <p:cNvPr id="20483" name="Rectangle 2"/>
          <p:cNvSpPr>
            <a:spLocks noGrp="1"/>
          </p:cNvSpPr>
          <p:nvPr/>
        </p:nvSpPr>
        <p:spPr>
          <a:xfrm>
            <a:off x="1828800" y="477838"/>
            <a:ext cx="7240588" cy="561975"/>
          </a:xfrm>
          <a:prstGeom prst="rect">
            <a:avLst/>
          </a:prstGeom>
          <a:noFill/>
          <a:ln w="9525">
            <a:noFill/>
          </a:ln>
        </p:spPr>
        <p:txBody>
          <a:bodyPr lIns="100776" tIns="50388" rIns="100776" bIns="50388" anchor="ctr" anchorCtr="0"/>
          <a:p>
            <a:pPr algn="r" defTabSz="1008380" eaLnBrk="0" hangingPunct="0"/>
            <a:r>
              <a:rPr lang="zh-CN" altLang="en-US" sz="3600" dirty="0">
                <a:solidFill>
                  <a:schemeClr val="bg1"/>
                </a:solidFill>
                <a:latin typeface="黑体" panose="02010609060101010101" pitchFamily="49" charset="-122"/>
                <a:ea typeface="黑体" panose="02010609060101010101" pitchFamily="49" charset="-122"/>
              </a:rPr>
              <a:t>身份认证</a:t>
            </a:r>
            <a:endParaRPr lang="zh-CN" altLang="en-US" sz="3600" dirty="0">
              <a:solidFill>
                <a:schemeClr val="bg1"/>
              </a:solidFill>
              <a:latin typeface="黑体" panose="02010609060101010101" pitchFamily="49" charset="-122"/>
              <a:ea typeface="黑体" panose="02010609060101010101" pitchFamily="49" charset="-122"/>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1506" name="Rectangle 3"/>
          <p:cNvSpPr>
            <a:spLocks noGrp="1"/>
          </p:cNvSpPr>
          <p:nvPr>
            <p:ph type="body" idx="4294967295"/>
          </p:nvPr>
        </p:nvSpPr>
        <p:spPr>
          <a:xfrm>
            <a:off x="382588" y="1293813"/>
            <a:ext cx="8456612" cy="3883025"/>
          </a:xfrm>
          <a:ln/>
        </p:spPr>
        <p:txBody>
          <a:bodyPr vert="horz" wrap="square" lIns="100776" tIns="50388" rIns="100776" bIns="50388" anchor="t" anchorCtr="0"/>
          <a:p>
            <a:r>
              <a:rPr lang="zh-CN" altLang="en-US" sz="3600" dirty="0">
                <a:sym typeface="Arial" panose="020B0604020202020204" pitchFamily="34" charset="0"/>
              </a:rPr>
              <a:t>操作系统的身份认证</a:t>
            </a:r>
            <a:endParaRPr lang="en-US" altLang="zh-CN" sz="3600" dirty="0">
              <a:sym typeface="Arial" panose="020B0604020202020204" pitchFamily="34" charset="0"/>
            </a:endParaRPr>
          </a:p>
          <a:p>
            <a:pPr lvl="1"/>
            <a:r>
              <a:rPr lang="zh-CN" altLang="en-US" sz="2800" b="0" dirty="0">
                <a:sym typeface="Arial" panose="020B0604020202020204" pitchFamily="34" charset="0"/>
              </a:rPr>
              <a:t>用户一旦完成身份鉴别，操作系统利用内部标识符唯一标识用户</a:t>
            </a:r>
            <a:endParaRPr lang="en-US" altLang="zh-CN" sz="2800" b="0" dirty="0">
              <a:sym typeface="Arial" panose="020B0604020202020204" pitchFamily="34" charset="0"/>
            </a:endParaRPr>
          </a:p>
          <a:p>
            <a:pPr lvl="2"/>
            <a:r>
              <a:rPr lang="en-US" altLang="zh-CN" sz="2400" b="0" dirty="0">
                <a:sym typeface="Arial" panose="020B0604020202020204" pitchFamily="34" charset="0"/>
              </a:rPr>
              <a:t>Sid</a:t>
            </a:r>
            <a:r>
              <a:rPr lang="zh-CN" altLang="en-US" sz="2400" b="0" dirty="0">
                <a:sym typeface="Arial" panose="020B0604020202020204" pitchFamily="34" charset="0"/>
              </a:rPr>
              <a:t>（</a:t>
            </a:r>
            <a:r>
              <a:rPr lang="en-US" altLang="zh-CN" sz="2400" b="0" dirty="0"/>
              <a:t> Security identifier </a:t>
            </a:r>
            <a:r>
              <a:rPr lang="zh-CN" altLang="en-US" sz="2400" b="0" dirty="0">
                <a:sym typeface="Arial" panose="020B0604020202020204" pitchFamily="34" charset="0"/>
              </a:rPr>
              <a:t>）、</a:t>
            </a:r>
            <a:r>
              <a:rPr lang="en-US" altLang="zh-CN" sz="2400" b="0" dirty="0">
                <a:sym typeface="Arial" panose="020B0604020202020204" pitchFamily="34" charset="0"/>
              </a:rPr>
              <a:t>uid</a:t>
            </a:r>
            <a:r>
              <a:rPr lang="zh-CN" altLang="en-US" sz="2400" b="0" dirty="0">
                <a:sym typeface="Arial" panose="020B0604020202020204" pitchFamily="34" charset="0"/>
              </a:rPr>
              <a:t>（</a:t>
            </a:r>
            <a:r>
              <a:rPr lang="en-US" altLang="zh-CN" sz="2400" b="0" dirty="0">
                <a:sym typeface="Arial" panose="020B0604020202020204" pitchFamily="34" charset="0"/>
              </a:rPr>
              <a:t>user</a:t>
            </a:r>
            <a:r>
              <a:rPr lang="en-US" altLang="zh-CN" sz="2400" b="0" dirty="0"/>
              <a:t> Identifier </a:t>
            </a:r>
            <a:r>
              <a:rPr lang="zh-CN" altLang="en-US" sz="2400" b="0" dirty="0">
                <a:sym typeface="Arial" panose="020B0604020202020204" pitchFamily="34" charset="0"/>
              </a:rPr>
              <a:t>）</a:t>
            </a:r>
            <a:endParaRPr lang="zh-CN" altLang="en-US" sz="3200" dirty="0"/>
          </a:p>
        </p:txBody>
      </p:sp>
      <p:sp>
        <p:nvSpPr>
          <p:cNvPr id="21507" name="Rectangle 2"/>
          <p:cNvSpPr>
            <a:spLocks noGrp="1"/>
          </p:cNvSpPr>
          <p:nvPr/>
        </p:nvSpPr>
        <p:spPr>
          <a:xfrm>
            <a:off x="1828800" y="477838"/>
            <a:ext cx="7240588" cy="561975"/>
          </a:xfrm>
          <a:prstGeom prst="rect">
            <a:avLst/>
          </a:prstGeom>
          <a:noFill/>
          <a:ln w="9525">
            <a:noFill/>
          </a:ln>
        </p:spPr>
        <p:txBody>
          <a:bodyPr lIns="100776" tIns="50388" rIns="100776" bIns="50388" anchor="ctr" anchorCtr="0"/>
          <a:p>
            <a:pPr algn="r" defTabSz="1008380" eaLnBrk="0" hangingPunct="0"/>
            <a:r>
              <a:rPr lang="zh-CN" altLang="en-US" sz="3600" dirty="0">
                <a:solidFill>
                  <a:schemeClr val="bg1"/>
                </a:solidFill>
                <a:latin typeface="黑体" panose="02010609060101010101" pitchFamily="49" charset="-122"/>
                <a:ea typeface="黑体" panose="02010609060101010101" pitchFamily="49" charset="-122"/>
              </a:rPr>
              <a:t>身份认证</a:t>
            </a:r>
            <a:endParaRPr lang="zh-CN" altLang="en-US" sz="3600" dirty="0">
              <a:solidFill>
                <a:schemeClr val="bg1"/>
              </a:solidFill>
              <a:latin typeface="黑体" panose="02010609060101010101" pitchFamily="49" charset="-122"/>
              <a:ea typeface="黑体" panose="02010609060101010101" pitchFamily="49" charset="-122"/>
            </a:endParaRPr>
          </a:p>
        </p:txBody>
      </p:sp>
      <p:pic>
        <p:nvPicPr>
          <p:cNvPr id="21508" name="Picture 13"/>
          <p:cNvPicPr>
            <a:picLocks noChangeAspect="1"/>
          </p:cNvPicPr>
          <p:nvPr/>
        </p:nvPicPr>
        <p:blipFill>
          <a:blip r:embed="rId1"/>
          <a:stretch>
            <a:fillRect/>
          </a:stretch>
        </p:blipFill>
        <p:spPr>
          <a:xfrm>
            <a:off x="1841500" y="3700463"/>
            <a:ext cx="6765925" cy="3003550"/>
          </a:xfrm>
          <a:prstGeom prst="rect">
            <a:avLst/>
          </a:prstGeom>
          <a:noFill/>
          <a:ln w="9525">
            <a:noFill/>
          </a:ln>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2530" name="Rectangle 3"/>
          <p:cNvSpPr>
            <a:spLocks noGrp="1"/>
          </p:cNvSpPr>
          <p:nvPr>
            <p:ph type="body" idx="4294967295"/>
          </p:nvPr>
        </p:nvSpPr>
        <p:spPr>
          <a:xfrm>
            <a:off x="1754188" y="1370013"/>
            <a:ext cx="7086600" cy="4572000"/>
          </a:xfrm>
          <a:ln/>
        </p:spPr>
        <p:txBody>
          <a:bodyPr vert="horz" wrap="square" lIns="100776" tIns="50388" rIns="100776" bIns="50388" anchor="t" anchorCtr="0"/>
          <a:p>
            <a:pPr>
              <a:lnSpc>
                <a:spcPct val="140000"/>
              </a:lnSpc>
            </a:pPr>
            <a:r>
              <a:rPr lang="zh-CN" altLang="en-US" sz="3600" dirty="0">
                <a:sym typeface="Arial" panose="020B0604020202020204" pitchFamily="34" charset="0"/>
              </a:rPr>
              <a:t>操作系统的安全问题</a:t>
            </a:r>
            <a:endParaRPr lang="zh-CN" altLang="en-US" sz="3600" dirty="0">
              <a:sym typeface="Arial" panose="020B0604020202020204" pitchFamily="34" charset="0"/>
            </a:endParaRPr>
          </a:p>
          <a:p>
            <a:pPr>
              <a:lnSpc>
                <a:spcPct val="140000"/>
              </a:lnSpc>
            </a:pPr>
            <a:r>
              <a:rPr lang="zh-CN" altLang="en-US" sz="3600" dirty="0"/>
              <a:t>操作系统身份认证</a:t>
            </a:r>
            <a:endParaRPr lang="en-US" altLang="zh-CN" sz="3600" dirty="0"/>
          </a:p>
          <a:p>
            <a:pPr>
              <a:lnSpc>
                <a:spcPct val="140000"/>
              </a:lnSpc>
            </a:pPr>
            <a:r>
              <a:rPr lang="zh-CN" altLang="en-US" sz="3600" dirty="0">
                <a:solidFill>
                  <a:srgbClr val="FF0000"/>
                </a:solidFill>
              </a:rPr>
              <a:t>操作系统访问控制</a:t>
            </a:r>
            <a:endParaRPr lang="en-US" altLang="zh-CN" sz="3600" dirty="0">
              <a:solidFill>
                <a:srgbClr val="FF0000"/>
              </a:solidFill>
            </a:endParaRPr>
          </a:p>
          <a:p>
            <a:pPr>
              <a:lnSpc>
                <a:spcPct val="140000"/>
              </a:lnSpc>
            </a:pPr>
            <a:r>
              <a:rPr lang="zh-CN" altLang="en-US" sz="3600" dirty="0"/>
              <a:t>操作系统存储保护</a:t>
            </a:r>
            <a:endParaRPr lang="zh-CN" altLang="en-US" sz="3600" dirty="0"/>
          </a:p>
          <a:p>
            <a:pPr>
              <a:lnSpc>
                <a:spcPct val="140000"/>
              </a:lnSpc>
            </a:pPr>
            <a:r>
              <a:rPr lang="zh-CN" altLang="en-US" sz="3600" dirty="0"/>
              <a:t>安全操作其他安全机制</a:t>
            </a:r>
            <a:endParaRPr lang="zh-CN" altLang="en-US" sz="3600" dirty="0"/>
          </a:p>
        </p:txBody>
      </p:sp>
      <p:sp>
        <p:nvSpPr>
          <p:cNvPr id="22531" name="Rectangle 2"/>
          <p:cNvSpPr>
            <a:spLocks noGrp="1"/>
          </p:cNvSpPr>
          <p:nvPr/>
        </p:nvSpPr>
        <p:spPr>
          <a:xfrm>
            <a:off x="1828800" y="477838"/>
            <a:ext cx="7240588" cy="561975"/>
          </a:xfrm>
          <a:prstGeom prst="rect">
            <a:avLst/>
          </a:prstGeom>
          <a:noFill/>
          <a:ln w="9525">
            <a:noFill/>
          </a:ln>
        </p:spPr>
        <p:txBody>
          <a:bodyPr lIns="100776" tIns="50388" rIns="100776" bIns="50388" anchor="ctr" anchorCtr="0"/>
          <a:p>
            <a:pPr algn="r" defTabSz="1008380" eaLnBrk="0" hangingPunct="0"/>
            <a:r>
              <a:rPr lang="zh-CN" altLang="en-US" sz="3600" dirty="0">
                <a:solidFill>
                  <a:schemeClr val="bg1"/>
                </a:solidFill>
                <a:latin typeface="黑体" panose="02010609060101010101" pitchFamily="49" charset="-122"/>
                <a:ea typeface="黑体" panose="02010609060101010101" pitchFamily="49" charset="-122"/>
              </a:rPr>
              <a:t>主要内容</a:t>
            </a:r>
            <a:endParaRPr lang="zh-CN" altLang="en-US" sz="3600" dirty="0">
              <a:solidFill>
                <a:schemeClr val="bg1"/>
              </a:solidFill>
              <a:latin typeface="黑体" panose="02010609060101010101" pitchFamily="49" charset="-122"/>
              <a:ea typeface="黑体" panose="02010609060101010101" pitchFamily="49" charset="-122"/>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3554" name="Rectangle 3"/>
          <p:cNvSpPr>
            <a:spLocks noGrp="1"/>
          </p:cNvSpPr>
          <p:nvPr>
            <p:ph type="body" idx="4294967295"/>
          </p:nvPr>
        </p:nvSpPr>
        <p:spPr>
          <a:xfrm>
            <a:off x="687388" y="1370013"/>
            <a:ext cx="8153400" cy="4343400"/>
          </a:xfrm>
          <a:ln/>
        </p:spPr>
        <p:txBody>
          <a:bodyPr vert="horz" wrap="square" lIns="100776" tIns="50388" rIns="100776" bIns="50388" anchor="t" anchorCtr="0"/>
          <a:p>
            <a:pPr>
              <a:lnSpc>
                <a:spcPct val="140000"/>
              </a:lnSpc>
            </a:pPr>
            <a:r>
              <a:rPr lang="zh-CN" altLang="en-US" sz="3600" dirty="0">
                <a:solidFill>
                  <a:srgbClr val="FE0C34"/>
                </a:solidFill>
              </a:rPr>
              <a:t>访问控制</a:t>
            </a:r>
            <a:r>
              <a:rPr lang="zh-CN" altLang="en-US" sz="3600" dirty="0"/>
              <a:t>目的：</a:t>
            </a:r>
            <a:endParaRPr lang="en-US" altLang="zh-CN" sz="3600" dirty="0"/>
          </a:p>
          <a:p>
            <a:pPr lvl="1">
              <a:lnSpc>
                <a:spcPct val="140000"/>
              </a:lnSpc>
            </a:pPr>
            <a:r>
              <a:rPr lang="zh-CN" altLang="en-US" sz="3200" dirty="0"/>
              <a:t>保护资源不被非法访问的技术</a:t>
            </a:r>
            <a:endParaRPr lang="en-US" altLang="zh-CN" sz="3200" dirty="0"/>
          </a:p>
          <a:p>
            <a:pPr eaLnBrk="1" hangingPunct="1">
              <a:lnSpc>
                <a:spcPct val="140000"/>
              </a:lnSpc>
            </a:pPr>
            <a:r>
              <a:rPr lang="zh-CN" altLang="en-US" dirty="0">
                <a:solidFill>
                  <a:srgbClr val="FE0C34"/>
                </a:solidFill>
              </a:rPr>
              <a:t>访问控制包括两个重要过程：</a:t>
            </a:r>
            <a:endParaRPr lang="en-US" altLang="zh-CN" dirty="0">
              <a:solidFill>
                <a:srgbClr val="FE0C34"/>
              </a:solidFill>
            </a:endParaRPr>
          </a:p>
          <a:p>
            <a:pPr lvl="1" eaLnBrk="1" hangingPunct="1">
              <a:lnSpc>
                <a:spcPct val="140000"/>
              </a:lnSpc>
            </a:pPr>
            <a:r>
              <a:rPr lang="zh-CN" altLang="en-US" dirty="0"/>
              <a:t>授权</a:t>
            </a:r>
            <a:endParaRPr lang="en-US" altLang="zh-CN" dirty="0"/>
          </a:p>
          <a:p>
            <a:pPr lvl="1" eaLnBrk="1" hangingPunct="1">
              <a:lnSpc>
                <a:spcPct val="140000"/>
              </a:lnSpc>
            </a:pPr>
            <a:r>
              <a:rPr lang="zh-CN" altLang="en-US" dirty="0"/>
              <a:t>访问监控</a:t>
            </a:r>
            <a:endParaRPr lang="zh-CN" altLang="en-US" sz="3600" dirty="0"/>
          </a:p>
        </p:txBody>
      </p:sp>
      <p:sp>
        <p:nvSpPr>
          <p:cNvPr id="23555" name="Rectangle 2"/>
          <p:cNvSpPr>
            <a:spLocks noGrp="1"/>
          </p:cNvSpPr>
          <p:nvPr/>
        </p:nvSpPr>
        <p:spPr>
          <a:xfrm>
            <a:off x="1828800" y="477838"/>
            <a:ext cx="7240588" cy="561975"/>
          </a:xfrm>
          <a:prstGeom prst="rect">
            <a:avLst/>
          </a:prstGeom>
          <a:noFill/>
          <a:ln w="9525">
            <a:noFill/>
          </a:ln>
        </p:spPr>
        <p:txBody>
          <a:bodyPr lIns="100776" tIns="50388" rIns="100776" bIns="50388" anchor="ctr" anchorCtr="0"/>
          <a:p>
            <a:pPr algn="r" defTabSz="1008380" eaLnBrk="0" hangingPunct="0"/>
            <a:r>
              <a:rPr lang="zh-CN" altLang="en-US" sz="3600" dirty="0">
                <a:solidFill>
                  <a:schemeClr val="bg1"/>
                </a:solidFill>
                <a:latin typeface="黑体" panose="02010609060101010101" pitchFamily="49" charset="-122"/>
                <a:ea typeface="黑体" panose="02010609060101010101" pitchFamily="49" charset="-122"/>
              </a:rPr>
              <a:t>访问控制</a:t>
            </a:r>
            <a:endParaRPr lang="zh-CN" altLang="en-US" sz="3600" dirty="0">
              <a:solidFill>
                <a:schemeClr val="bg1"/>
              </a:solidFill>
              <a:latin typeface="黑体" panose="02010609060101010101" pitchFamily="49" charset="-122"/>
              <a:ea typeface="黑体" panose="02010609060101010101" pitchFamily="49" charset="-122"/>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4578" name="Rectangle 3"/>
          <p:cNvSpPr>
            <a:spLocks noGrp="1"/>
          </p:cNvSpPr>
          <p:nvPr>
            <p:ph type="body" idx="4294967295"/>
          </p:nvPr>
        </p:nvSpPr>
        <p:spPr>
          <a:xfrm>
            <a:off x="687388" y="1370013"/>
            <a:ext cx="8153400" cy="3883025"/>
          </a:xfrm>
          <a:ln/>
        </p:spPr>
        <p:txBody>
          <a:bodyPr vert="horz" wrap="square" lIns="100776" tIns="50388" rIns="100776" bIns="50388" anchor="t" anchorCtr="0"/>
          <a:p>
            <a:pPr>
              <a:lnSpc>
                <a:spcPct val="140000"/>
              </a:lnSpc>
            </a:pPr>
            <a:r>
              <a:rPr lang="zh-CN" altLang="en-US" sz="3600" dirty="0">
                <a:solidFill>
                  <a:srgbClr val="FE0C34"/>
                </a:solidFill>
              </a:rPr>
              <a:t>访问控制</a:t>
            </a:r>
            <a:r>
              <a:rPr lang="zh-CN" altLang="en-US" sz="3600" dirty="0"/>
              <a:t>方式：</a:t>
            </a:r>
            <a:endParaRPr lang="en-US" altLang="zh-CN" sz="3600" dirty="0"/>
          </a:p>
          <a:p>
            <a:pPr lvl="1">
              <a:lnSpc>
                <a:spcPct val="150000"/>
              </a:lnSpc>
            </a:pPr>
            <a:r>
              <a:rPr lang="zh-CN" altLang="en-US" sz="3200" dirty="0"/>
              <a:t>自主访问控制</a:t>
            </a:r>
            <a:endParaRPr lang="en-US" altLang="zh-CN" sz="3200" dirty="0"/>
          </a:p>
          <a:p>
            <a:pPr lvl="1">
              <a:lnSpc>
                <a:spcPct val="150000"/>
              </a:lnSpc>
            </a:pPr>
            <a:r>
              <a:rPr lang="zh-CN" altLang="en-US" sz="3200" dirty="0"/>
              <a:t>强制访问控制</a:t>
            </a:r>
            <a:endParaRPr lang="en-US" altLang="zh-CN" sz="3200" dirty="0"/>
          </a:p>
          <a:p>
            <a:pPr lvl="1">
              <a:lnSpc>
                <a:spcPct val="150000"/>
              </a:lnSpc>
            </a:pPr>
            <a:r>
              <a:rPr lang="zh-CN" altLang="en-US" sz="3200" dirty="0"/>
              <a:t>基于角色的访问控制</a:t>
            </a:r>
            <a:endParaRPr lang="zh-CN" altLang="en-US" sz="3200" dirty="0"/>
          </a:p>
        </p:txBody>
      </p:sp>
      <p:sp>
        <p:nvSpPr>
          <p:cNvPr id="24579" name="Rectangle 2"/>
          <p:cNvSpPr>
            <a:spLocks noGrp="1"/>
          </p:cNvSpPr>
          <p:nvPr/>
        </p:nvSpPr>
        <p:spPr>
          <a:xfrm>
            <a:off x="1828800" y="477838"/>
            <a:ext cx="7240588" cy="561975"/>
          </a:xfrm>
          <a:prstGeom prst="rect">
            <a:avLst/>
          </a:prstGeom>
          <a:noFill/>
          <a:ln w="9525">
            <a:noFill/>
          </a:ln>
        </p:spPr>
        <p:txBody>
          <a:bodyPr lIns="100776" tIns="50388" rIns="100776" bIns="50388" anchor="ctr" anchorCtr="0"/>
          <a:p>
            <a:pPr algn="r" defTabSz="1008380" eaLnBrk="0" hangingPunct="0"/>
            <a:r>
              <a:rPr lang="zh-CN" altLang="en-US" sz="3600" dirty="0">
                <a:solidFill>
                  <a:schemeClr val="bg1"/>
                </a:solidFill>
                <a:latin typeface="黑体" panose="02010609060101010101" pitchFamily="49" charset="-122"/>
                <a:ea typeface="黑体" panose="02010609060101010101" pitchFamily="49" charset="-122"/>
              </a:rPr>
              <a:t>访问控制</a:t>
            </a:r>
            <a:endParaRPr lang="zh-CN" altLang="en-US" sz="3600" dirty="0">
              <a:solidFill>
                <a:schemeClr val="bg1"/>
              </a:solidFill>
              <a:latin typeface="黑体" panose="02010609060101010101" pitchFamily="49" charset="-122"/>
              <a:ea typeface="黑体" panose="02010609060101010101" pitchFamily="49" charset="-122"/>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5602" name="Rectangle 2"/>
          <p:cNvSpPr>
            <a:spLocks noGrp="1"/>
          </p:cNvSpPr>
          <p:nvPr/>
        </p:nvSpPr>
        <p:spPr>
          <a:xfrm>
            <a:off x="1828800" y="477838"/>
            <a:ext cx="7240588" cy="561975"/>
          </a:xfrm>
          <a:prstGeom prst="rect">
            <a:avLst/>
          </a:prstGeom>
          <a:noFill/>
          <a:ln w="9525">
            <a:noFill/>
          </a:ln>
        </p:spPr>
        <p:txBody>
          <a:bodyPr lIns="100776" tIns="50388" rIns="100776" bIns="50388" anchor="ctr" anchorCtr="0"/>
          <a:p>
            <a:pPr algn="r" defTabSz="1008380" eaLnBrk="0" hangingPunct="0"/>
            <a:r>
              <a:rPr lang="zh-CN" altLang="en-US" sz="3600" dirty="0">
                <a:solidFill>
                  <a:schemeClr val="bg1"/>
                </a:solidFill>
                <a:latin typeface="黑体" panose="02010609060101010101" pitchFamily="49" charset="-122"/>
                <a:ea typeface="黑体" panose="02010609060101010101" pitchFamily="49" charset="-122"/>
              </a:rPr>
              <a:t>访问控制</a:t>
            </a:r>
            <a:endParaRPr lang="zh-CN" altLang="en-US" sz="3600" dirty="0">
              <a:solidFill>
                <a:schemeClr val="bg1"/>
              </a:solidFill>
              <a:latin typeface="黑体" panose="02010609060101010101" pitchFamily="49" charset="-122"/>
              <a:ea typeface="黑体" panose="02010609060101010101" pitchFamily="49" charset="-122"/>
            </a:endParaRPr>
          </a:p>
        </p:txBody>
      </p:sp>
      <p:sp>
        <p:nvSpPr>
          <p:cNvPr id="25603" name="TextBox 1"/>
          <p:cNvSpPr txBox="1"/>
          <p:nvPr/>
        </p:nvSpPr>
        <p:spPr>
          <a:xfrm>
            <a:off x="3735388" y="3427413"/>
            <a:ext cx="1293812" cy="400050"/>
          </a:xfrm>
          <a:prstGeom prst="rect">
            <a:avLst/>
          </a:prstGeom>
          <a:noFill/>
          <a:ln w="9525">
            <a:noFill/>
          </a:ln>
        </p:spPr>
        <p:txBody>
          <a:bodyPr>
            <a:spAutoFit/>
          </a:bodyPr>
          <a:p>
            <a:endParaRPr lang="zh-CN" altLang="en-US" dirty="0">
              <a:latin typeface="Times New Roman" panose="02020603050405020304" pitchFamily="18" charset="0"/>
            </a:endParaRPr>
          </a:p>
        </p:txBody>
      </p:sp>
      <p:pic>
        <p:nvPicPr>
          <p:cNvPr id="25604" name="Picture 2"/>
          <p:cNvPicPr>
            <a:picLocks noChangeAspect="1"/>
          </p:cNvPicPr>
          <p:nvPr/>
        </p:nvPicPr>
        <p:blipFill>
          <a:blip r:embed="rId1"/>
          <a:stretch>
            <a:fillRect/>
          </a:stretch>
        </p:blipFill>
        <p:spPr>
          <a:xfrm>
            <a:off x="1220788" y="3436938"/>
            <a:ext cx="3425825" cy="600075"/>
          </a:xfrm>
          <a:prstGeom prst="rect">
            <a:avLst/>
          </a:prstGeom>
          <a:noFill/>
          <a:ln w="9525">
            <a:noFill/>
          </a:ln>
        </p:spPr>
      </p:pic>
      <p:sp>
        <p:nvSpPr>
          <p:cNvPr id="25605" name="右箭头 3"/>
          <p:cNvSpPr/>
          <p:nvPr/>
        </p:nvSpPr>
        <p:spPr>
          <a:xfrm>
            <a:off x="4887913" y="3627438"/>
            <a:ext cx="762000" cy="242887"/>
          </a:xfrm>
          <a:prstGeom prst="rightArrow">
            <a:avLst>
              <a:gd name="adj1" fmla="val 50000"/>
              <a:gd name="adj2" fmla="val 50021"/>
            </a:avLst>
          </a:prstGeom>
          <a:solidFill>
            <a:schemeClr val="accent1"/>
          </a:solidFill>
          <a:ln w="9525" cap="flat" cmpd="sng">
            <a:solidFill>
              <a:schemeClr val="tx1"/>
            </a:solidFill>
            <a:prstDash val="solid"/>
            <a:round/>
            <a:headEnd type="none" w="med" len="med"/>
            <a:tailEnd type="none" w="med" len="med"/>
          </a:ln>
        </p:spPr>
        <p:txBody>
          <a:bodyPr/>
          <a:p>
            <a:endParaRPr lang="zh-CN" altLang="en-US" dirty="0">
              <a:latin typeface="Times New Roman" panose="02020603050405020304" pitchFamily="18" charset="0"/>
            </a:endParaRPr>
          </a:p>
        </p:txBody>
      </p:sp>
      <p:sp>
        <p:nvSpPr>
          <p:cNvPr id="25606" name="TextBox 4"/>
          <p:cNvSpPr txBox="1"/>
          <p:nvPr/>
        </p:nvSpPr>
        <p:spPr>
          <a:xfrm>
            <a:off x="5867400" y="3513138"/>
            <a:ext cx="2897188" cy="523875"/>
          </a:xfrm>
          <a:prstGeom prst="rect">
            <a:avLst/>
          </a:prstGeom>
          <a:noFill/>
          <a:ln w="9525">
            <a:noFill/>
          </a:ln>
        </p:spPr>
        <p:txBody>
          <a:bodyPr>
            <a:spAutoFit/>
          </a:bodyPr>
          <a:p>
            <a:r>
              <a:rPr lang="en-US" altLang="zh-CN" sz="2800" dirty="0">
                <a:latin typeface="Times New Roman" panose="02020603050405020304" pitchFamily="18" charset="0"/>
              </a:rPr>
              <a:t>Open</a:t>
            </a:r>
            <a:r>
              <a:rPr lang="zh-CN" altLang="en-US" sz="2800" dirty="0">
                <a:latin typeface="Times New Roman" panose="02020603050405020304" pitchFamily="18" charset="0"/>
              </a:rPr>
              <a:t>（文件名）</a:t>
            </a:r>
            <a:endParaRPr lang="zh-CN" altLang="en-US" sz="2800" dirty="0">
              <a:latin typeface="Times New Roman" panose="02020603050405020304" pitchFamily="18" charset="0"/>
            </a:endParaRPr>
          </a:p>
        </p:txBody>
      </p:sp>
      <p:cxnSp>
        <p:nvCxnSpPr>
          <p:cNvPr id="25607" name="直接箭头连接符 6"/>
          <p:cNvCxnSpPr/>
          <p:nvPr/>
        </p:nvCxnSpPr>
        <p:spPr>
          <a:xfrm>
            <a:off x="2668588" y="2132013"/>
            <a:ext cx="1066800" cy="1295400"/>
          </a:xfrm>
          <a:prstGeom prst="straightConnector1">
            <a:avLst/>
          </a:prstGeom>
          <a:ln w="9525" cap="flat" cmpd="sng">
            <a:solidFill>
              <a:schemeClr val="tx1"/>
            </a:solidFill>
            <a:prstDash val="solid"/>
            <a:headEnd type="none" w="med" len="med"/>
            <a:tailEnd type="arrow" w="med" len="med"/>
          </a:ln>
        </p:spPr>
      </p:cxnSp>
      <p:sp>
        <p:nvSpPr>
          <p:cNvPr id="25608" name="TextBox 7"/>
          <p:cNvSpPr txBox="1"/>
          <p:nvPr/>
        </p:nvSpPr>
        <p:spPr>
          <a:xfrm>
            <a:off x="2057400" y="1655763"/>
            <a:ext cx="915988" cy="400050"/>
          </a:xfrm>
          <a:prstGeom prst="rect">
            <a:avLst/>
          </a:prstGeom>
          <a:noFill/>
          <a:ln w="9525">
            <a:noFill/>
          </a:ln>
        </p:spPr>
        <p:txBody>
          <a:bodyPr>
            <a:spAutoFit/>
          </a:bodyPr>
          <a:p>
            <a:r>
              <a:rPr lang="zh-CN" altLang="en-US" dirty="0">
                <a:latin typeface="Times New Roman" panose="02020603050405020304" pitchFamily="18" charset="0"/>
              </a:rPr>
              <a:t>用户</a:t>
            </a:r>
            <a:r>
              <a:rPr lang="en-US" altLang="zh-CN" dirty="0">
                <a:latin typeface="Times New Roman" panose="02020603050405020304" pitchFamily="18" charset="0"/>
              </a:rPr>
              <a:t>1</a:t>
            </a:r>
            <a:endParaRPr lang="zh-CN" altLang="en-US" dirty="0">
              <a:latin typeface="Times New Roman" panose="02020603050405020304" pitchFamily="18" charset="0"/>
            </a:endParaRPr>
          </a:p>
        </p:txBody>
      </p:sp>
      <p:sp>
        <p:nvSpPr>
          <p:cNvPr id="25609" name="TextBox 11"/>
          <p:cNvSpPr txBox="1"/>
          <p:nvPr/>
        </p:nvSpPr>
        <p:spPr>
          <a:xfrm>
            <a:off x="3886200" y="1598613"/>
            <a:ext cx="914400" cy="400050"/>
          </a:xfrm>
          <a:prstGeom prst="rect">
            <a:avLst/>
          </a:prstGeom>
          <a:noFill/>
          <a:ln w="9525">
            <a:noFill/>
          </a:ln>
        </p:spPr>
        <p:txBody>
          <a:bodyPr>
            <a:spAutoFit/>
          </a:bodyPr>
          <a:p>
            <a:r>
              <a:rPr lang="zh-CN" altLang="en-US" dirty="0">
                <a:latin typeface="Times New Roman" panose="02020603050405020304" pitchFamily="18" charset="0"/>
              </a:rPr>
              <a:t>用户</a:t>
            </a:r>
            <a:r>
              <a:rPr lang="en-US" altLang="zh-CN" dirty="0">
                <a:latin typeface="Times New Roman" panose="02020603050405020304" pitchFamily="18" charset="0"/>
              </a:rPr>
              <a:t>2</a:t>
            </a:r>
            <a:endParaRPr lang="zh-CN" altLang="en-US" dirty="0">
              <a:latin typeface="Times New Roman" panose="02020603050405020304" pitchFamily="18" charset="0"/>
            </a:endParaRPr>
          </a:p>
        </p:txBody>
      </p:sp>
      <p:cxnSp>
        <p:nvCxnSpPr>
          <p:cNvPr id="25610" name="直接箭头连接符 9"/>
          <p:cNvCxnSpPr/>
          <p:nvPr/>
        </p:nvCxnSpPr>
        <p:spPr>
          <a:xfrm flipH="1">
            <a:off x="3887788" y="1998663"/>
            <a:ext cx="495300" cy="1428750"/>
          </a:xfrm>
          <a:prstGeom prst="straightConnector1">
            <a:avLst/>
          </a:prstGeom>
          <a:ln w="9525" cap="flat" cmpd="sng">
            <a:solidFill>
              <a:schemeClr val="tx1"/>
            </a:solidFill>
            <a:prstDash val="solid"/>
            <a:headEnd type="none" w="med" len="med"/>
            <a:tailEnd type="arrow" w="med" len="med"/>
          </a:ln>
        </p:spPr>
      </p:cxn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7650" name="Rectangle 3"/>
          <p:cNvSpPr>
            <a:spLocks noGrp="1" noChangeArrowheads="1"/>
          </p:cNvSpPr>
          <p:nvPr>
            <p:ph type="body" idx="1"/>
          </p:nvPr>
        </p:nvSpPr>
        <p:spPr>
          <a:xfrm>
            <a:off x="915988" y="1293813"/>
            <a:ext cx="7924800" cy="4038600"/>
          </a:xfrm>
        </p:spPr>
        <p:txBody>
          <a:bodyPr vert="horz" wrap="square" lIns="100776" tIns="50388" rIns="100776" bIns="50388" numCol="1" anchor="t" anchorCtr="0" compatLnSpc="1"/>
          <a:lstStyle/>
          <a:p>
            <a:pPr marL="342900" marR="0" lvl="0" indent="-342900" algn="l" defTabSz="1008380" rtl="0" eaLnBrk="0" fontAlgn="base" latinLnBrk="0" hangingPunct="0">
              <a:lnSpc>
                <a:spcPct val="140000"/>
              </a:lnSpc>
              <a:spcBef>
                <a:spcPct val="20000"/>
              </a:spcBef>
              <a:spcAft>
                <a:spcPct val="0"/>
              </a:spcAft>
              <a:buClr>
                <a:schemeClr val="hlink"/>
              </a:buClr>
              <a:buSzTx/>
              <a:buFont typeface="Wingdings" panose="05000000000000000000" pitchFamily="2" charset="2"/>
              <a:buChar char="v"/>
              <a:defRPr/>
            </a:pPr>
            <a:r>
              <a:rPr kumimoji="0" lang="zh-CN" altLang="en-US" sz="3200" b="1" i="0" u="none" strike="noStrike" kern="0" cap="none" spc="0" normalizeH="0" baseline="0" noProof="0" dirty="0" smtClean="0">
                <a:ln>
                  <a:noFill/>
                </a:ln>
                <a:solidFill>
                  <a:schemeClr val="tx1"/>
                </a:solidFill>
                <a:effectLst/>
                <a:uLnTx/>
                <a:uFillTx/>
                <a:latin typeface="黑体" panose="02010609060101010101" pitchFamily="49" charset="-122"/>
                <a:ea typeface="+mn-ea"/>
                <a:cs typeface="+mn-cs"/>
                <a:sym typeface="Arial" panose="020B0604020202020204" pitchFamily="34" charset="0"/>
              </a:rPr>
              <a:t>进程是操作系统中最基本、最重要的概念</a:t>
            </a:r>
            <a:endParaRPr kumimoji="0" lang="zh-CN" altLang="en-US" sz="3200" b="1" i="0" u="none" strike="noStrike" kern="0" cap="none" spc="0" normalizeH="0" baseline="0" noProof="0" dirty="0" smtClean="0">
              <a:ln>
                <a:noFill/>
              </a:ln>
              <a:solidFill>
                <a:schemeClr val="tx1"/>
              </a:solidFill>
              <a:effectLst/>
              <a:uLnTx/>
              <a:uFillTx/>
              <a:latin typeface="黑体" panose="02010609060101010101" pitchFamily="49" charset="-122"/>
              <a:ea typeface="+mn-ea"/>
              <a:cs typeface="+mn-cs"/>
              <a:sym typeface="Arial" panose="020B0604020202020204" pitchFamily="34" charset="0"/>
            </a:endParaRPr>
          </a:p>
          <a:p>
            <a:pPr marL="742950" marR="0" lvl="1" indent="-285750" algn="l" defTabSz="1008380" rtl="0" eaLnBrk="0" fontAlgn="base" latinLnBrk="0" hangingPunct="0">
              <a:lnSpc>
                <a:spcPct val="140000"/>
              </a:lnSpc>
              <a:spcBef>
                <a:spcPct val="20000"/>
              </a:spcBef>
              <a:spcAft>
                <a:spcPct val="0"/>
              </a:spcAft>
              <a:buClr>
                <a:schemeClr val="accent2"/>
              </a:buClr>
              <a:buSzTx/>
              <a:buFont typeface="Wingdings" panose="05000000000000000000" pitchFamily="2" charset="2"/>
              <a:buChar char="n"/>
              <a:defRPr/>
            </a:pPr>
            <a:r>
              <a:rPr kumimoji="0" lang="en-US" sz="3100" b="1" i="0" u="none" strike="noStrike" kern="0" cap="none" spc="0" normalizeH="0" baseline="0" noProof="0" dirty="0" err="1" smtClean="0">
                <a:ln>
                  <a:noFill/>
                </a:ln>
                <a:solidFill>
                  <a:srgbClr val="0070C0"/>
                </a:solidFill>
                <a:effectLst/>
                <a:uLnTx/>
                <a:uFillTx/>
                <a:latin typeface="黑体" panose="02010609060101010101" pitchFamily="49" charset="-122"/>
                <a:ea typeface="楷体_GB2312" pitchFamily="49" charset="-122"/>
              </a:rPr>
              <a:t>程序</a:t>
            </a:r>
            <a:r>
              <a:rPr kumimoji="0" lang="zh-CN" altLang="en-US" sz="3100" b="1" i="0" u="none" strike="noStrike" kern="0" cap="none" spc="0" normalizeH="0" baseline="0" noProof="0" dirty="0" smtClean="0">
                <a:ln>
                  <a:noFill/>
                </a:ln>
                <a:solidFill>
                  <a:schemeClr val="tx1"/>
                </a:solidFill>
                <a:effectLst/>
                <a:uLnTx/>
                <a:uFillTx/>
                <a:latin typeface="黑体" panose="02010609060101010101" pitchFamily="49" charset="-122"/>
                <a:ea typeface="楷体_GB2312" pitchFamily="49" charset="-122"/>
              </a:rPr>
              <a:t>在</a:t>
            </a:r>
            <a:r>
              <a:rPr kumimoji="0" lang="en-US" sz="3100" b="1" i="0" u="none" strike="noStrike" kern="0" cap="none" spc="0" normalizeH="0" baseline="0" noProof="0" dirty="0" err="1" smtClean="0">
                <a:ln>
                  <a:noFill/>
                </a:ln>
                <a:solidFill>
                  <a:schemeClr val="tx1"/>
                </a:solidFill>
                <a:effectLst/>
                <a:uLnTx/>
                <a:uFillTx/>
                <a:latin typeface="黑体" panose="02010609060101010101" pitchFamily="49" charset="-122"/>
                <a:ea typeface="楷体_GB2312" pitchFamily="49" charset="-122"/>
              </a:rPr>
              <a:t>某个</a:t>
            </a:r>
            <a:r>
              <a:rPr kumimoji="0" lang="en-US" sz="3100" b="1" i="0" u="none" strike="noStrike" kern="0" cap="none" spc="0" normalizeH="0" baseline="0" noProof="0" dirty="0" err="1" smtClean="0">
                <a:ln>
                  <a:noFill/>
                </a:ln>
                <a:solidFill>
                  <a:srgbClr val="FF0000"/>
                </a:solidFill>
                <a:effectLst/>
                <a:uLnTx/>
                <a:uFillTx/>
                <a:latin typeface="黑体" panose="02010609060101010101" pitchFamily="49" charset="-122"/>
                <a:ea typeface="楷体_GB2312" pitchFamily="49" charset="-122"/>
              </a:rPr>
              <a:t>数据集合</a:t>
            </a:r>
            <a:r>
              <a:rPr kumimoji="0" lang="zh-CN" altLang="en-US" sz="3100" b="1" i="0" u="none" strike="noStrike" kern="0" cap="none" spc="0" normalizeH="0" baseline="0" noProof="0" dirty="0" smtClean="0">
                <a:ln>
                  <a:noFill/>
                </a:ln>
                <a:solidFill>
                  <a:schemeClr val="tx1"/>
                </a:solidFill>
                <a:effectLst/>
                <a:uLnTx/>
                <a:uFillTx/>
                <a:latin typeface="黑体" panose="02010609060101010101" pitchFamily="49" charset="-122"/>
                <a:ea typeface="楷体_GB2312" pitchFamily="49" charset="-122"/>
              </a:rPr>
              <a:t>上的</a:t>
            </a:r>
            <a:r>
              <a:rPr kumimoji="0" lang="en-US" sz="3100" b="1" i="0" u="none" strike="noStrike" kern="0" cap="none" spc="0" normalizeH="0" baseline="0" noProof="0" dirty="0" err="1" smtClean="0">
                <a:ln>
                  <a:noFill/>
                </a:ln>
                <a:solidFill>
                  <a:srgbClr val="FF0000"/>
                </a:solidFill>
                <a:effectLst/>
                <a:uLnTx/>
                <a:uFillTx/>
                <a:latin typeface="黑体" panose="02010609060101010101" pitchFamily="49" charset="-122"/>
                <a:ea typeface="楷体_GB2312" pitchFamily="49" charset="-122"/>
              </a:rPr>
              <a:t>一次</a:t>
            </a:r>
            <a:r>
              <a:rPr kumimoji="0" lang="zh-CN" altLang="en-US" sz="3100" b="1" i="0" u="none" strike="noStrike" kern="0" cap="none" spc="0" normalizeH="0" baseline="0" noProof="0" dirty="0" smtClean="0">
                <a:ln>
                  <a:noFill/>
                </a:ln>
                <a:solidFill>
                  <a:srgbClr val="FF0000"/>
                </a:solidFill>
                <a:effectLst/>
                <a:uLnTx/>
                <a:uFillTx/>
                <a:latin typeface="黑体" panose="02010609060101010101" pitchFamily="49" charset="-122"/>
                <a:ea typeface="楷体_GB2312" pitchFamily="49" charset="-122"/>
              </a:rPr>
              <a:t>计算</a:t>
            </a:r>
            <a:r>
              <a:rPr kumimoji="0" lang="en-US" sz="3100" b="1" i="0" u="none" strike="noStrike" kern="0" cap="none" spc="0" normalizeH="0" baseline="0" noProof="0" dirty="0" err="1" smtClean="0">
                <a:ln>
                  <a:noFill/>
                </a:ln>
                <a:solidFill>
                  <a:srgbClr val="FF0000"/>
                </a:solidFill>
                <a:effectLst/>
                <a:uLnTx/>
                <a:uFillTx/>
                <a:latin typeface="黑体" panose="02010609060101010101" pitchFamily="49" charset="-122"/>
                <a:ea typeface="楷体_GB2312" pitchFamily="49" charset="-122"/>
              </a:rPr>
              <a:t>过程</a:t>
            </a:r>
            <a:endParaRPr kumimoji="0" lang="en-US" sz="3100" b="1" i="0" u="none" strike="noStrike" kern="0" cap="none" spc="0" normalizeH="0" baseline="0" noProof="0" dirty="0" smtClean="0">
              <a:ln>
                <a:noFill/>
              </a:ln>
              <a:solidFill>
                <a:srgbClr val="FF0000"/>
              </a:solidFill>
              <a:effectLst/>
              <a:uLnTx/>
              <a:uFillTx/>
              <a:latin typeface="黑体" panose="02010609060101010101" pitchFamily="49" charset="-122"/>
              <a:ea typeface="楷体_GB2312" pitchFamily="49" charset="-122"/>
            </a:endParaRPr>
          </a:p>
          <a:p>
            <a:pPr marL="301625" marR="0" lvl="0" indent="-285750" algn="l" defTabSz="1008380" rtl="0" eaLnBrk="0" fontAlgn="base" latinLnBrk="0" hangingPunct="0">
              <a:lnSpc>
                <a:spcPct val="140000"/>
              </a:lnSpc>
              <a:spcBef>
                <a:spcPct val="20000"/>
              </a:spcBef>
              <a:spcAft>
                <a:spcPct val="0"/>
              </a:spcAft>
              <a:buClr>
                <a:schemeClr val="hlink"/>
              </a:buClr>
              <a:buSzTx/>
              <a:buFont typeface="Wingdings" panose="05000000000000000000" pitchFamily="2" charset="2"/>
              <a:buChar char="v"/>
              <a:defRPr/>
            </a:pPr>
            <a:r>
              <a:rPr kumimoji="0" lang="zh-CN" altLang="en-US" sz="3200" b="1" i="0" u="none" strike="noStrike" kern="0" cap="none" spc="0" normalizeH="0" baseline="0" noProof="0" dirty="0">
                <a:ln>
                  <a:noFill/>
                </a:ln>
                <a:solidFill>
                  <a:schemeClr val="tx1"/>
                </a:solidFill>
                <a:effectLst/>
                <a:uLnTx/>
                <a:uFillTx/>
                <a:latin typeface="黑体" panose="02010609060101010101" pitchFamily="49" charset="-122"/>
                <a:ea typeface="+mn-ea"/>
                <a:cs typeface="+mn-cs"/>
              </a:rPr>
              <a:t>引入进程的原因</a:t>
            </a:r>
            <a:endParaRPr kumimoji="0" lang="en-US" altLang="zh-CN" sz="3200" b="1" i="0" u="none" strike="noStrike" kern="0" cap="none" spc="0" normalizeH="0" baseline="0" noProof="0" dirty="0">
              <a:ln>
                <a:noFill/>
              </a:ln>
              <a:solidFill>
                <a:schemeClr val="tx1"/>
              </a:solidFill>
              <a:effectLst/>
              <a:uLnTx/>
              <a:uFillTx/>
              <a:latin typeface="黑体" panose="02010609060101010101" pitchFamily="49" charset="-122"/>
              <a:ea typeface="+mn-ea"/>
              <a:cs typeface="+mn-cs"/>
            </a:endParaRPr>
          </a:p>
          <a:p>
            <a:pPr marL="1184275" marR="0" lvl="2" indent="-285750" algn="l" defTabSz="1008380" rtl="0" eaLnBrk="0" fontAlgn="base" latinLnBrk="0" hangingPunct="0">
              <a:lnSpc>
                <a:spcPct val="140000"/>
              </a:lnSpc>
              <a:spcBef>
                <a:spcPct val="20000"/>
              </a:spcBef>
              <a:spcAft>
                <a:spcPct val="0"/>
              </a:spcAft>
              <a:buClr>
                <a:schemeClr val="accent2"/>
              </a:buClr>
              <a:buSzPct val="85000"/>
              <a:buFont typeface="Wingdings" panose="05000000000000000000" pitchFamily="2" charset="2"/>
              <a:buChar char="p"/>
              <a:defRPr/>
            </a:pPr>
            <a:r>
              <a:rPr kumimoji="0" lang="zh-CN" altLang="en-US" sz="2800" b="1" i="0" u="none" strike="noStrike" kern="0" cap="none" spc="0" normalizeH="0" baseline="0" noProof="0" dirty="0">
                <a:ln>
                  <a:noFill/>
                </a:ln>
                <a:solidFill>
                  <a:srgbClr val="FF0000"/>
                </a:solidFill>
                <a:effectLst/>
                <a:uLnTx/>
                <a:uFillTx/>
                <a:latin typeface="黑体" panose="02010609060101010101" pitchFamily="49" charset="-122"/>
                <a:ea typeface="楷体_GB2312" pitchFamily="49" charset="-122"/>
              </a:rPr>
              <a:t>实现访问</a:t>
            </a:r>
            <a:r>
              <a:rPr kumimoji="0" lang="zh-CN" altLang="en-US" sz="2800" b="1" i="0" u="none" strike="noStrike" kern="0" cap="none" spc="0" normalizeH="0" baseline="0" noProof="0" dirty="0" smtClean="0">
                <a:ln>
                  <a:noFill/>
                </a:ln>
                <a:solidFill>
                  <a:srgbClr val="FF0000"/>
                </a:solidFill>
                <a:effectLst/>
                <a:uLnTx/>
                <a:uFillTx/>
                <a:latin typeface="黑体" panose="02010609060101010101" pitchFamily="49" charset="-122"/>
                <a:ea typeface="楷体_GB2312" pitchFamily="49" charset="-122"/>
              </a:rPr>
              <a:t>控制</a:t>
            </a:r>
            <a:endParaRPr kumimoji="0" lang="en-US" altLang="zh-CN" sz="2800" b="1" i="0" u="none" strike="noStrike" kern="0" cap="none" spc="0" normalizeH="0" baseline="0" noProof="0" dirty="0" smtClean="0">
              <a:ln>
                <a:noFill/>
              </a:ln>
              <a:solidFill>
                <a:srgbClr val="FF0000"/>
              </a:solidFill>
              <a:effectLst/>
              <a:uLnTx/>
              <a:uFillTx/>
              <a:latin typeface="黑体" panose="02010609060101010101" pitchFamily="49" charset="-122"/>
              <a:ea typeface="楷体_GB2312" pitchFamily="49" charset="-122"/>
            </a:endParaRPr>
          </a:p>
          <a:p>
            <a:pPr marL="1184275" marR="0" lvl="2" indent="-285750" algn="l" defTabSz="1008380" rtl="0" eaLnBrk="0" fontAlgn="base" latinLnBrk="0" hangingPunct="0">
              <a:lnSpc>
                <a:spcPct val="140000"/>
              </a:lnSpc>
              <a:spcBef>
                <a:spcPct val="20000"/>
              </a:spcBef>
              <a:spcAft>
                <a:spcPct val="0"/>
              </a:spcAft>
              <a:buClr>
                <a:schemeClr val="accent2"/>
              </a:buClr>
              <a:buSzPct val="85000"/>
              <a:buFont typeface="Wingdings" panose="05000000000000000000" pitchFamily="2" charset="2"/>
              <a:buChar char="p"/>
              <a:defRPr/>
            </a:pPr>
            <a:r>
              <a:rPr kumimoji="0" lang="zh-CN" altLang="en-US" sz="2800" b="1" i="0" u="none" strike="noStrike" kern="0" cap="none" spc="0" normalizeH="0" baseline="0" noProof="0" dirty="0" smtClean="0">
                <a:ln>
                  <a:noFill/>
                </a:ln>
                <a:solidFill>
                  <a:schemeClr val="tx1"/>
                </a:solidFill>
                <a:effectLst/>
                <a:uLnTx/>
                <a:uFillTx/>
                <a:latin typeface="黑体" panose="02010609060101010101" pitchFamily="49" charset="-122"/>
                <a:ea typeface="楷体_GB2312" pitchFamily="49" charset="-122"/>
              </a:rPr>
              <a:t>实现程序的并发执行，提高资源利用率</a:t>
            </a:r>
            <a:endParaRPr kumimoji="0" lang="zh-CN" altLang="en-US" sz="3200" b="1" i="0" u="none" strike="noStrike" kern="0" cap="none" spc="0" normalizeH="0" baseline="0" noProof="0" dirty="0" smtClean="0">
              <a:ln>
                <a:noFill/>
              </a:ln>
              <a:solidFill>
                <a:srgbClr val="020202"/>
              </a:solidFill>
              <a:effectLst>
                <a:outerShdw blurRad="38100" dist="38100" dir="2700000" algn="tl">
                  <a:srgbClr val="C0C0C0"/>
                </a:outerShdw>
              </a:effectLst>
              <a:uLnTx/>
              <a:uFillTx/>
              <a:latin typeface="+mn-lt"/>
              <a:ea typeface="宋体" panose="02010600030101010101" pitchFamily="2" charset="-122"/>
            </a:endParaRPr>
          </a:p>
        </p:txBody>
      </p:sp>
      <p:sp>
        <p:nvSpPr>
          <p:cNvPr id="26627" name="Rectangle 2"/>
          <p:cNvSpPr>
            <a:spLocks noGrp="1"/>
          </p:cNvSpPr>
          <p:nvPr>
            <p:ph type="title" idx="4294967295"/>
          </p:nvPr>
        </p:nvSpPr>
        <p:spPr>
          <a:ln/>
        </p:spPr>
        <p:txBody>
          <a:bodyPr vert="horz" wrap="square" lIns="100776" tIns="50388" rIns="100776" bIns="50388" anchor="ctr" anchorCtr="0"/>
          <a:p>
            <a:pPr algn="r"/>
            <a:r>
              <a:rPr lang="en-US" altLang="zh-CN" sz="3600" dirty="0"/>
              <a:t>       </a:t>
            </a:r>
            <a:r>
              <a:rPr lang="zh-CN" altLang="en-US" sz="3600" dirty="0"/>
              <a:t>进程</a:t>
            </a:r>
            <a:endParaRPr lang="zh-CN" altLang="en-US" sz="36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7650" name="Rectangle 3"/>
          <p:cNvSpPr>
            <a:spLocks noGrp="1" noChangeArrowheads="1"/>
          </p:cNvSpPr>
          <p:nvPr>
            <p:ph type="body" idx="1"/>
          </p:nvPr>
        </p:nvSpPr>
        <p:spPr>
          <a:xfrm>
            <a:off x="915988" y="1293813"/>
            <a:ext cx="7924800" cy="2057400"/>
          </a:xfrm>
        </p:spPr>
        <p:txBody>
          <a:bodyPr vert="horz" wrap="square" lIns="100776" tIns="50388" rIns="100776" bIns="50388" numCol="1" anchor="t" anchorCtr="0" compatLnSpc="1"/>
          <a:lstStyle/>
          <a:p>
            <a:pPr marL="301625" marR="0" lvl="0" indent="-285750" algn="l" defTabSz="1008380" rtl="0" eaLnBrk="0" fontAlgn="base" latinLnBrk="0" hangingPunct="0">
              <a:lnSpc>
                <a:spcPct val="120000"/>
              </a:lnSpc>
              <a:spcBef>
                <a:spcPct val="20000"/>
              </a:spcBef>
              <a:spcAft>
                <a:spcPct val="0"/>
              </a:spcAft>
              <a:buClr>
                <a:schemeClr val="hlink"/>
              </a:buClr>
              <a:buSzTx/>
              <a:buFont typeface="Wingdings" panose="05000000000000000000" pitchFamily="2" charset="2"/>
              <a:buChar char="v"/>
              <a:defRPr/>
            </a:pPr>
            <a:r>
              <a:rPr kumimoji="0" lang="zh-CN" altLang="en-US" sz="3200" b="1" i="0" u="none" strike="noStrike" kern="0" cap="none" spc="0" normalizeH="0" baseline="0" noProof="0" dirty="0" smtClean="0">
                <a:ln>
                  <a:noFill/>
                </a:ln>
                <a:solidFill>
                  <a:schemeClr val="tx1"/>
                </a:solidFill>
                <a:effectLst/>
                <a:uLnTx/>
                <a:uFillTx/>
                <a:latin typeface="黑体" panose="02010609060101010101" pitchFamily="49" charset="-122"/>
                <a:ea typeface="+mn-ea"/>
                <a:cs typeface="+mn-cs"/>
              </a:rPr>
              <a:t>引入</a:t>
            </a:r>
            <a:r>
              <a:rPr kumimoji="0" lang="zh-CN" altLang="en-US" sz="3200" b="1" i="0" u="none" strike="noStrike" kern="0" cap="none" spc="0" normalizeH="0" baseline="0" noProof="0" dirty="0">
                <a:ln>
                  <a:noFill/>
                </a:ln>
                <a:solidFill>
                  <a:schemeClr val="tx1"/>
                </a:solidFill>
                <a:effectLst/>
                <a:uLnTx/>
                <a:uFillTx/>
                <a:latin typeface="黑体" panose="02010609060101010101" pitchFamily="49" charset="-122"/>
                <a:ea typeface="+mn-ea"/>
                <a:cs typeface="+mn-cs"/>
              </a:rPr>
              <a:t>进程的原因</a:t>
            </a:r>
            <a:endParaRPr kumimoji="0" lang="en-US" altLang="zh-CN" sz="3200" b="1" i="0" u="none" strike="noStrike" kern="0" cap="none" spc="0" normalizeH="0" baseline="0" noProof="0" dirty="0">
              <a:ln>
                <a:noFill/>
              </a:ln>
              <a:solidFill>
                <a:schemeClr val="tx1"/>
              </a:solidFill>
              <a:effectLst/>
              <a:uLnTx/>
              <a:uFillTx/>
              <a:latin typeface="黑体" panose="02010609060101010101" pitchFamily="49" charset="-122"/>
              <a:ea typeface="+mn-ea"/>
              <a:cs typeface="+mn-cs"/>
            </a:endParaRPr>
          </a:p>
          <a:p>
            <a:pPr marL="1184275" marR="0" lvl="2" indent="-285750" algn="l" defTabSz="1008380" rtl="0" eaLnBrk="0" fontAlgn="base" latinLnBrk="0" hangingPunct="0">
              <a:lnSpc>
                <a:spcPct val="120000"/>
              </a:lnSpc>
              <a:spcBef>
                <a:spcPct val="20000"/>
              </a:spcBef>
              <a:spcAft>
                <a:spcPct val="0"/>
              </a:spcAft>
              <a:buClr>
                <a:schemeClr val="accent2"/>
              </a:buClr>
              <a:buSzPct val="85000"/>
              <a:buFont typeface="Wingdings" panose="05000000000000000000" pitchFamily="2" charset="2"/>
              <a:buChar char="p"/>
              <a:defRPr/>
            </a:pPr>
            <a:r>
              <a:rPr kumimoji="0" lang="zh-CN" altLang="en-US" sz="2700" b="1" i="0" u="none" strike="noStrike" kern="0" cap="none" spc="0" normalizeH="0" baseline="0" noProof="0" dirty="0">
                <a:ln>
                  <a:noFill/>
                </a:ln>
                <a:solidFill>
                  <a:srgbClr val="FF0000"/>
                </a:solidFill>
                <a:effectLst/>
                <a:uLnTx/>
                <a:uFillTx/>
                <a:latin typeface="黑体" panose="02010609060101010101" pitchFamily="49" charset="-122"/>
                <a:ea typeface="楷体_GB2312" pitchFamily="49" charset="-122"/>
              </a:rPr>
              <a:t>实现访问</a:t>
            </a:r>
            <a:r>
              <a:rPr kumimoji="0" lang="zh-CN" altLang="en-US" sz="2700" b="1" i="0" u="none" strike="noStrike" kern="0" cap="none" spc="0" normalizeH="0" baseline="0" noProof="0" dirty="0" smtClean="0">
                <a:ln>
                  <a:noFill/>
                </a:ln>
                <a:solidFill>
                  <a:srgbClr val="FF0000"/>
                </a:solidFill>
                <a:effectLst/>
                <a:uLnTx/>
                <a:uFillTx/>
                <a:latin typeface="黑体" panose="02010609060101010101" pitchFamily="49" charset="-122"/>
                <a:ea typeface="楷体_GB2312" pitchFamily="49" charset="-122"/>
              </a:rPr>
              <a:t>控制</a:t>
            </a:r>
            <a:endParaRPr kumimoji="0" lang="en-US" altLang="zh-CN" sz="2700" b="1" i="0" u="none" strike="noStrike" kern="0" cap="none" spc="0" normalizeH="0" baseline="0" noProof="0" dirty="0" smtClean="0">
              <a:ln>
                <a:noFill/>
              </a:ln>
              <a:solidFill>
                <a:srgbClr val="FF0000"/>
              </a:solidFill>
              <a:effectLst/>
              <a:uLnTx/>
              <a:uFillTx/>
              <a:latin typeface="黑体" panose="02010609060101010101" pitchFamily="49" charset="-122"/>
              <a:ea typeface="楷体_GB2312" pitchFamily="49" charset="-122"/>
            </a:endParaRPr>
          </a:p>
          <a:p>
            <a:pPr marL="1184275" marR="0" lvl="2" indent="-285750" algn="l" defTabSz="1008380" rtl="0" eaLnBrk="0" fontAlgn="base" latinLnBrk="0" hangingPunct="0">
              <a:lnSpc>
                <a:spcPct val="120000"/>
              </a:lnSpc>
              <a:spcBef>
                <a:spcPct val="20000"/>
              </a:spcBef>
              <a:spcAft>
                <a:spcPct val="0"/>
              </a:spcAft>
              <a:buClr>
                <a:schemeClr val="accent2"/>
              </a:buClr>
              <a:buSzPct val="85000"/>
              <a:buFont typeface="Wingdings" panose="05000000000000000000" pitchFamily="2" charset="2"/>
              <a:buChar char="p"/>
              <a:defRPr/>
            </a:pPr>
            <a:r>
              <a:rPr kumimoji="0" lang="zh-CN" altLang="en-US" sz="2700" b="1" i="0" u="none" strike="noStrike" kern="0" cap="none" spc="0" normalizeH="0" baseline="0" noProof="0" dirty="0" smtClean="0">
                <a:ln>
                  <a:noFill/>
                </a:ln>
                <a:solidFill>
                  <a:schemeClr val="tx1"/>
                </a:solidFill>
                <a:effectLst/>
                <a:uLnTx/>
                <a:uFillTx/>
                <a:latin typeface="黑体" panose="02010609060101010101" pitchFamily="49" charset="-122"/>
                <a:ea typeface="楷体_GB2312" pitchFamily="49" charset="-122"/>
              </a:rPr>
              <a:t>实现程序的并发执行，提高资源利用率</a:t>
            </a:r>
            <a:endParaRPr kumimoji="0" lang="en-US" sz="2700" b="1" i="0" u="none" strike="noStrike" kern="0" cap="none" spc="0" normalizeH="0" baseline="0" noProof="0" dirty="0" err="1">
              <a:ln>
                <a:noFill/>
              </a:ln>
              <a:solidFill>
                <a:schemeClr val="tx1"/>
              </a:solidFill>
              <a:effectLst/>
              <a:uLnTx/>
              <a:uFillTx/>
              <a:latin typeface="黑体" panose="02010609060101010101" pitchFamily="49" charset="-122"/>
              <a:ea typeface="楷体_GB2312" pitchFamily="49" charset="-122"/>
            </a:endParaRPr>
          </a:p>
          <a:p>
            <a:pPr marL="342900" marR="0" lvl="0" indent="-342900" algn="l" defTabSz="1008380" rtl="0" eaLnBrk="0" fontAlgn="base" latinLnBrk="0" hangingPunct="0">
              <a:lnSpc>
                <a:spcPct val="120000"/>
              </a:lnSpc>
              <a:spcBef>
                <a:spcPct val="20000"/>
              </a:spcBef>
              <a:spcAft>
                <a:spcPct val="0"/>
              </a:spcAft>
              <a:buClr>
                <a:schemeClr val="hlink"/>
              </a:buClr>
              <a:buSzTx/>
              <a:buFont typeface="Wingdings" panose="05000000000000000000" pitchFamily="2" charset="2"/>
              <a:buChar char="v"/>
              <a:defRPr/>
            </a:pPr>
            <a:endParaRPr kumimoji="0" lang="zh-CN" altLang="en-US" sz="2800" b="1" i="0" u="none" strike="noStrike" kern="0" cap="none" spc="0" normalizeH="0" baseline="0" noProof="0" dirty="0" smtClean="0">
              <a:ln>
                <a:noFill/>
              </a:ln>
              <a:solidFill>
                <a:srgbClr val="020202"/>
              </a:solidFill>
              <a:effectLst>
                <a:outerShdw blurRad="38100" dist="38100" dir="2700000" algn="tl">
                  <a:srgbClr val="C0C0C0"/>
                </a:outerShdw>
              </a:effectLst>
              <a:uLnTx/>
              <a:uFillTx/>
              <a:latin typeface="+mn-lt"/>
              <a:ea typeface="宋体" panose="02010600030101010101" pitchFamily="2" charset="-122"/>
              <a:cs typeface="+mn-cs"/>
            </a:endParaRPr>
          </a:p>
        </p:txBody>
      </p:sp>
      <p:sp>
        <p:nvSpPr>
          <p:cNvPr id="27651" name="Rectangle 2"/>
          <p:cNvSpPr>
            <a:spLocks noGrp="1"/>
          </p:cNvSpPr>
          <p:nvPr>
            <p:ph type="title" idx="4294967295"/>
          </p:nvPr>
        </p:nvSpPr>
        <p:spPr>
          <a:ln/>
        </p:spPr>
        <p:txBody>
          <a:bodyPr vert="horz" wrap="square" lIns="100776" tIns="50388" rIns="100776" bIns="50388" anchor="ctr" anchorCtr="0"/>
          <a:p>
            <a:pPr algn="r"/>
            <a:r>
              <a:rPr lang="en-US" altLang="zh-CN" sz="3600" dirty="0"/>
              <a:t>       </a:t>
            </a:r>
            <a:r>
              <a:rPr lang="zh-CN" altLang="en-US" sz="3600" dirty="0"/>
              <a:t>进程</a:t>
            </a:r>
            <a:endParaRPr lang="zh-CN" altLang="en-US" sz="3600" dirty="0"/>
          </a:p>
        </p:txBody>
      </p:sp>
      <p:sp>
        <p:nvSpPr>
          <p:cNvPr id="2" name="TextBox 1"/>
          <p:cNvSpPr txBox="1"/>
          <p:nvPr/>
        </p:nvSpPr>
        <p:spPr>
          <a:xfrm>
            <a:off x="677863" y="3275013"/>
            <a:ext cx="7999413" cy="2862263"/>
          </a:xfrm>
          <a:prstGeom prst="rect">
            <a:avLst/>
          </a:prstGeom>
          <a:noFill/>
          <a:ln w="34925">
            <a:solidFill>
              <a:schemeClr val="accent6"/>
            </a:solidFill>
          </a:ln>
        </p:spPr>
        <p:txBody>
          <a:bodyPr>
            <a:spAutoFit/>
          </a:bodyPr>
          <a:lstStyle/>
          <a:p>
            <a:pPr marR="0" defTabSz="914400">
              <a:lnSpc>
                <a:spcPct val="150000"/>
              </a:lnSpc>
              <a:buClrTx/>
              <a:buSzTx/>
              <a:buFontTx/>
              <a:buNone/>
              <a:defRPr/>
            </a:pPr>
            <a:r>
              <a:rPr kumimoji="0" lang="zh-CN" altLang="zh-CN" kern="1200" cap="none" spc="0" normalizeH="0" baseline="0" noProof="0" dirty="0">
                <a:latin typeface="Times New Roman" panose="02020603050405020304" pitchFamily="18" charset="0"/>
                <a:ea typeface="宋体" panose="02010600030101010101" pitchFamily="2" charset="-122"/>
                <a:cs typeface="+mn-cs"/>
              </a:rPr>
              <a:t>【例】求解某个数据问题，要求从输入机（运转速度为</a:t>
            </a:r>
            <a:r>
              <a:rPr kumimoji="0" lang="en-US" altLang="zh-CN" kern="1200" cap="none" spc="0" normalizeH="0" baseline="0" noProof="0" dirty="0">
                <a:latin typeface="Times New Roman" panose="02020603050405020304" pitchFamily="18" charset="0"/>
                <a:ea typeface="宋体" panose="02010600030101010101" pitchFamily="2" charset="-122"/>
                <a:cs typeface="+mn-cs"/>
              </a:rPr>
              <a:t>6400</a:t>
            </a:r>
            <a:r>
              <a:rPr kumimoji="0" lang="zh-CN" altLang="zh-CN" kern="1200" cap="none" spc="0" normalizeH="0" baseline="0" noProof="0" dirty="0">
                <a:latin typeface="Times New Roman" panose="02020603050405020304" pitchFamily="18" charset="0"/>
                <a:ea typeface="宋体" panose="02010600030101010101" pitchFamily="2" charset="-122"/>
                <a:cs typeface="+mn-cs"/>
              </a:rPr>
              <a:t>个字符</a:t>
            </a:r>
            <a:r>
              <a:rPr kumimoji="0" lang="en-US" altLang="zh-CN" kern="1200" cap="none" spc="0" normalizeH="0" baseline="0" noProof="0" dirty="0">
                <a:latin typeface="Times New Roman" panose="02020603050405020304" pitchFamily="18" charset="0"/>
                <a:ea typeface="宋体" panose="02010600030101010101" pitchFamily="2" charset="-122"/>
                <a:cs typeface="+mn-cs"/>
              </a:rPr>
              <a:t>/s</a:t>
            </a:r>
            <a:r>
              <a:rPr kumimoji="0" lang="zh-CN" altLang="zh-CN" kern="1200" cap="none" spc="0" normalizeH="0" baseline="0" noProof="0" dirty="0">
                <a:latin typeface="Times New Roman" panose="02020603050405020304" pitchFamily="18" charset="0"/>
                <a:ea typeface="宋体" panose="02010600030101010101" pitchFamily="2" charset="-122"/>
                <a:cs typeface="+mn-cs"/>
              </a:rPr>
              <a:t>）输入</a:t>
            </a:r>
            <a:r>
              <a:rPr kumimoji="0" lang="en-US" altLang="zh-CN" kern="1200" cap="none" spc="0" normalizeH="0" baseline="0" noProof="0" dirty="0">
                <a:latin typeface="Times New Roman" panose="02020603050405020304" pitchFamily="18" charset="0"/>
                <a:ea typeface="宋体" panose="02010600030101010101" pitchFamily="2" charset="-122"/>
                <a:cs typeface="+mn-cs"/>
              </a:rPr>
              <a:t>500</a:t>
            </a:r>
            <a:r>
              <a:rPr kumimoji="0" lang="zh-CN" altLang="zh-CN" kern="1200" cap="none" spc="0" normalizeH="0" baseline="0" noProof="0" dirty="0">
                <a:latin typeface="Times New Roman" panose="02020603050405020304" pitchFamily="18" charset="0"/>
                <a:ea typeface="宋体" panose="02010600030101010101" pitchFamily="2" charset="-122"/>
                <a:cs typeface="+mn-cs"/>
              </a:rPr>
              <a:t>个字符，经处理（费时</a:t>
            </a:r>
            <a:r>
              <a:rPr kumimoji="0" lang="en-US" altLang="zh-CN" kern="1200" cap="none" spc="0" normalizeH="0" baseline="0" noProof="0" dirty="0">
                <a:latin typeface="Times New Roman" panose="02020603050405020304" pitchFamily="18" charset="0"/>
                <a:ea typeface="宋体" panose="02010600030101010101" pitchFamily="2" charset="-122"/>
                <a:cs typeface="+mn-cs"/>
              </a:rPr>
              <a:t>52ms</a:t>
            </a:r>
            <a:r>
              <a:rPr kumimoji="0" lang="zh-CN" altLang="zh-CN" kern="1200" cap="none" spc="0" normalizeH="0" baseline="0" noProof="0" dirty="0">
                <a:latin typeface="Times New Roman" panose="02020603050405020304" pitchFamily="18" charset="0"/>
                <a:ea typeface="宋体" panose="02010600030101010101" pitchFamily="2" charset="-122"/>
                <a:cs typeface="+mn-cs"/>
              </a:rPr>
              <a:t>）之后，将结果（假定为</a:t>
            </a:r>
            <a:r>
              <a:rPr kumimoji="0" lang="en-US" altLang="zh-CN" kern="1200" cap="none" spc="0" normalizeH="0" baseline="0" noProof="0" dirty="0">
                <a:latin typeface="Times New Roman" panose="02020603050405020304" pitchFamily="18" charset="0"/>
                <a:ea typeface="宋体" panose="02010600030101010101" pitchFamily="2" charset="-122"/>
                <a:cs typeface="+mn-cs"/>
              </a:rPr>
              <a:t>2000</a:t>
            </a:r>
            <a:r>
              <a:rPr kumimoji="0" lang="zh-CN" altLang="zh-CN" kern="1200" cap="none" spc="0" normalizeH="0" baseline="0" noProof="0" dirty="0">
                <a:latin typeface="Times New Roman" panose="02020603050405020304" pitchFamily="18" charset="0"/>
                <a:ea typeface="宋体" panose="02010600030101010101" pitchFamily="2" charset="-122"/>
                <a:cs typeface="+mn-cs"/>
              </a:rPr>
              <a:t>个字符）存储到磁带上（磁带机的运转速度为</a:t>
            </a:r>
            <a:r>
              <a:rPr kumimoji="0" lang="en-US" altLang="zh-CN" kern="1200" cap="none" spc="0" normalizeH="0" baseline="0" noProof="0" dirty="0">
                <a:latin typeface="Times New Roman" panose="02020603050405020304" pitchFamily="18" charset="0"/>
                <a:ea typeface="宋体" panose="02010600030101010101" pitchFamily="2" charset="-122"/>
                <a:cs typeface="+mn-cs"/>
              </a:rPr>
              <a:t>105</a:t>
            </a:r>
            <a:r>
              <a:rPr kumimoji="0" lang="zh-CN" altLang="zh-CN" kern="1200" cap="none" spc="0" normalizeH="0" baseline="0" noProof="0" dirty="0">
                <a:latin typeface="Times New Roman" panose="02020603050405020304" pitchFamily="18" charset="0"/>
                <a:ea typeface="宋体" panose="02010600030101010101" pitchFamily="2" charset="-122"/>
                <a:cs typeface="+mn-cs"/>
              </a:rPr>
              <a:t>个字符</a:t>
            </a:r>
            <a:r>
              <a:rPr kumimoji="0" lang="en-US" altLang="zh-CN" kern="1200" cap="none" spc="0" normalizeH="0" baseline="0" noProof="0" dirty="0">
                <a:latin typeface="Times New Roman" panose="02020603050405020304" pitchFamily="18" charset="0"/>
                <a:ea typeface="宋体" panose="02010600030101010101" pitchFamily="2" charset="-122"/>
                <a:cs typeface="+mn-cs"/>
              </a:rPr>
              <a:t>/ms</a:t>
            </a:r>
            <a:r>
              <a:rPr kumimoji="0" lang="zh-CN" altLang="zh-CN" kern="1200" cap="none" spc="0" normalizeH="0" baseline="0" noProof="0" dirty="0">
                <a:latin typeface="Times New Roman" panose="02020603050405020304" pitchFamily="18" charset="0"/>
                <a:ea typeface="宋体" panose="02010600030101010101" pitchFamily="2" charset="-122"/>
                <a:cs typeface="+mn-cs"/>
              </a:rPr>
              <a:t>），然后，再读取</a:t>
            </a:r>
            <a:r>
              <a:rPr kumimoji="0" lang="en-US" altLang="zh-CN" kern="1200" cap="none" spc="0" normalizeH="0" baseline="0" noProof="0" dirty="0">
                <a:latin typeface="Times New Roman" panose="02020603050405020304" pitchFamily="18" charset="0"/>
                <a:ea typeface="宋体" panose="02010600030101010101" pitchFamily="2" charset="-122"/>
                <a:cs typeface="+mn-cs"/>
              </a:rPr>
              <a:t>500</a:t>
            </a:r>
            <a:r>
              <a:rPr kumimoji="0" lang="zh-CN" altLang="zh-CN" kern="1200" cap="none" spc="0" normalizeH="0" baseline="0" noProof="0" dirty="0">
                <a:latin typeface="Times New Roman" panose="02020603050405020304" pitchFamily="18" charset="0"/>
                <a:ea typeface="宋体" panose="02010600030101010101" pitchFamily="2" charset="-122"/>
                <a:cs typeface="+mn-cs"/>
              </a:rPr>
              <a:t>个字符进行处理，直至所有数据处理完毕为止。如果</a:t>
            </a:r>
            <a:r>
              <a:rPr kumimoji="0" lang="en-US" altLang="zh-CN" kern="1200" cap="none" spc="0" normalizeH="0" baseline="0" noProof="0" dirty="0">
                <a:latin typeface="Times New Roman" panose="02020603050405020304" pitchFamily="18" charset="0"/>
                <a:ea typeface="宋体" panose="02010600030101010101" pitchFamily="2" charset="-122"/>
                <a:cs typeface="+mn-cs"/>
              </a:rPr>
              <a:t>CPU</a:t>
            </a:r>
            <a:r>
              <a:rPr kumimoji="0" lang="zh-CN" altLang="zh-CN" kern="1200" cap="none" spc="0" normalizeH="0" baseline="0" noProof="0" dirty="0">
                <a:latin typeface="Times New Roman" panose="02020603050405020304" pitchFamily="18" charset="0"/>
                <a:ea typeface="宋体" panose="02010600030101010101" pitchFamily="2" charset="-122"/>
                <a:cs typeface="+mn-cs"/>
              </a:rPr>
              <a:t>不具备设备并行工作的能力，那么</a:t>
            </a:r>
            <a:r>
              <a:rPr kumimoji="0" lang="en-US" altLang="zh-CN" kern="1200" cap="none" spc="0" normalizeH="0" baseline="0" noProof="0" dirty="0">
                <a:latin typeface="Times New Roman" panose="02020603050405020304" pitchFamily="18" charset="0"/>
                <a:ea typeface="宋体" panose="02010600030101010101" pitchFamily="2" charset="-122"/>
                <a:cs typeface="+mn-cs"/>
              </a:rPr>
              <a:t>CPU</a:t>
            </a:r>
            <a:r>
              <a:rPr kumimoji="0" lang="zh-CN" altLang="zh-CN" kern="1200" cap="none" spc="0" normalizeH="0" baseline="0" noProof="0" dirty="0">
                <a:latin typeface="Times New Roman" panose="02020603050405020304" pitchFamily="18" charset="0"/>
                <a:ea typeface="宋体" panose="02010600030101010101" pitchFamily="2" charset="-122"/>
                <a:cs typeface="+mn-cs"/>
              </a:rPr>
              <a:t>的利用率为：</a:t>
            </a:r>
            <a:endParaRPr kumimoji="0" lang="zh-CN" altLang="zh-CN" kern="1200" cap="none" spc="0" normalizeH="0" baseline="0" noProof="0" dirty="0">
              <a:latin typeface="Times New Roman" panose="02020603050405020304" pitchFamily="18" charset="0"/>
              <a:ea typeface="宋体" panose="02010600030101010101" pitchFamily="2" charset="-122"/>
              <a:cs typeface="+mn-cs"/>
            </a:endParaRPr>
          </a:p>
          <a:p>
            <a:pPr marR="0" defTabSz="914400">
              <a:lnSpc>
                <a:spcPct val="150000"/>
              </a:lnSpc>
              <a:buClrTx/>
              <a:buSzTx/>
              <a:buFontTx/>
              <a:buNone/>
              <a:defRPr/>
            </a:pPr>
            <a:r>
              <a:rPr kumimoji="0" lang="en-US" altLang="zh-CN" kern="1200" cap="none" spc="0" normalizeH="0" baseline="0" noProof="0" dirty="0">
                <a:latin typeface="Times New Roman" panose="02020603050405020304" pitchFamily="18" charset="0"/>
                <a:ea typeface="宋体" panose="02010600030101010101" pitchFamily="2" charset="-122"/>
                <a:cs typeface="+mn-cs"/>
              </a:rPr>
              <a:t>                    52/</a:t>
            </a:r>
            <a:r>
              <a:rPr kumimoji="0" lang="zh-CN" altLang="zh-CN" kern="1200" cap="none" spc="0" normalizeH="0" baseline="0" noProof="0" dirty="0">
                <a:latin typeface="Times New Roman" panose="02020603050405020304" pitchFamily="18" charset="0"/>
                <a:ea typeface="宋体" panose="02010600030101010101" pitchFamily="2" charset="-122"/>
                <a:cs typeface="+mn-cs"/>
              </a:rPr>
              <a:t>（</a:t>
            </a:r>
            <a:r>
              <a:rPr kumimoji="0" lang="en-US" altLang="zh-CN" kern="1200" cap="none" spc="0" normalizeH="0" baseline="0" noProof="0" dirty="0">
                <a:latin typeface="Times New Roman" panose="02020603050405020304" pitchFamily="18" charset="0"/>
                <a:ea typeface="宋体" panose="02010600030101010101" pitchFamily="2" charset="-122"/>
                <a:cs typeface="+mn-cs"/>
              </a:rPr>
              <a:t>78+52+20</a:t>
            </a:r>
            <a:r>
              <a:rPr kumimoji="0" lang="zh-CN" altLang="zh-CN" kern="1200" cap="none" spc="0" normalizeH="0" baseline="0" noProof="0" dirty="0">
                <a:latin typeface="Times New Roman" panose="02020603050405020304" pitchFamily="18" charset="0"/>
                <a:ea typeface="宋体" panose="02010600030101010101" pitchFamily="2" charset="-122"/>
                <a:cs typeface="+mn-cs"/>
              </a:rPr>
              <a:t>）</a:t>
            </a:r>
            <a:r>
              <a:rPr kumimoji="0" lang="en-US" altLang="zh-CN" kern="1200" cap="none" spc="0" normalizeH="0" baseline="0" noProof="0" dirty="0">
                <a:latin typeface="Times New Roman" panose="02020603050405020304" pitchFamily="18" charset="0"/>
                <a:ea typeface="宋体" panose="02010600030101010101" pitchFamily="2" charset="-122"/>
                <a:cs typeface="+mn-cs"/>
              </a:rPr>
              <a:t>≈35%</a:t>
            </a:r>
            <a:endParaRPr kumimoji="0" lang="zh-CN" altLang="en-US" kern="1200" cap="none" spc="0" normalizeH="0" baseline="0" noProof="0" dirty="0">
              <a:latin typeface="Times New Roman" panose="02020603050405020304" pitchFamily="18" charset="0"/>
              <a:ea typeface="宋体" panose="02010600030101010101" pitchFamily="2" charset="-122"/>
              <a:cs typeface="+mn-cs"/>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8674" name="Rectangle 2"/>
          <p:cNvSpPr>
            <a:spLocks noGrp="1"/>
          </p:cNvSpPr>
          <p:nvPr>
            <p:ph type="title" idx="4294967295"/>
          </p:nvPr>
        </p:nvSpPr>
        <p:spPr>
          <a:ln/>
        </p:spPr>
        <p:txBody>
          <a:bodyPr vert="horz" wrap="square" lIns="100776" tIns="50388" rIns="100776" bIns="50388" anchor="ctr" anchorCtr="0"/>
          <a:p>
            <a:pPr algn="r"/>
            <a:r>
              <a:rPr lang="en-US" altLang="zh-CN" sz="3600" dirty="0"/>
              <a:t>       </a:t>
            </a:r>
            <a:r>
              <a:rPr lang="zh-CN" altLang="en-US" sz="3600" dirty="0"/>
              <a:t>进程</a:t>
            </a:r>
            <a:endParaRPr lang="zh-CN" altLang="en-US" sz="3600" dirty="0"/>
          </a:p>
        </p:txBody>
      </p:sp>
      <p:sp>
        <p:nvSpPr>
          <p:cNvPr id="28675" name="Rectangle 2"/>
          <p:cNvSpPr/>
          <p:nvPr/>
        </p:nvSpPr>
        <p:spPr>
          <a:xfrm>
            <a:off x="0" y="0"/>
            <a:ext cx="9145588" cy="0"/>
          </a:xfrm>
          <a:prstGeom prst="rect">
            <a:avLst/>
          </a:prstGeom>
          <a:noFill/>
          <a:ln w="9525">
            <a:noFill/>
          </a:ln>
        </p:spPr>
        <p:txBody>
          <a:bodyPr wrap="none" anchor="ctr" anchorCtr="0">
            <a:spAutoFit/>
          </a:bodyPr>
          <a:p>
            <a:endParaRPr lang="zh-CN" altLang="en-US" dirty="0">
              <a:latin typeface="Times New Roman" panose="02020603050405020304" pitchFamily="18" charset="0"/>
            </a:endParaRPr>
          </a:p>
        </p:txBody>
      </p:sp>
      <p:graphicFrame>
        <p:nvGraphicFramePr>
          <p:cNvPr id="28676" name="对象 3"/>
          <p:cNvGraphicFramePr>
            <a:graphicFrameLocks noChangeAspect="1"/>
          </p:cNvGraphicFramePr>
          <p:nvPr/>
        </p:nvGraphicFramePr>
        <p:xfrm>
          <a:off x="153988" y="1370013"/>
          <a:ext cx="8785225" cy="5146675"/>
        </p:xfrm>
        <a:graphic>
          <a:graphicData uri="http://schemas.openxmlformats.org/presentationml/2006/ole">
            <mc:AlternateContent xmlns:mc="http://schemas.openxmlformats.org/markup-compatibility/2006">
              <mc:Choice xmlns:v="urn:schemas-microsoft-com:vml" Requires="v">
                <p:oleObj spid="_x0000_s3076" name="" r:id="rId1" imgW="4022090" imgH="2358390" progId="Visio.Drawing.11">
                  <p:embed/>
                </p:oleObj>
              </mc:Choice>
              <mc:Fallback>
                <p:oleObj name="" r:id="rId1" imgW="4022090" imgH="2358390" progId="Visio.Drawing.11">
                  <p:embed/>
                  <p:pic>
                    <p:nvPicPr>
                      <p:cNvPr id="0" name="图片 3075"/>
                      <p:cNvPicPr/>
                      <p:nvPr/>
                    </p:nvPicPr>
                    <p:blipFill>
                      <a:blip r:embed="rId2"/>
                      <a:stretch>
                        <a:fillRect/>
                      </a:stretch>
                    </p:blipFill>
                    <p:spPr>
                      <a:xfrm>
                        <a:off x="153988" y="1370013"/>
                        <a:ext cx="8785225" cy="5146675"/>
                      </a:xfrm>
                      <a:prstGeom prst="rect">
                        <a:avLst/>
                      </a:prstGeom>
                      <a:noFill/>
                      <a:ln w="38100">
                        <a:noFill/>
                        <a:miter/>
                      </a:ln>
                    </p:spPr>
                  </p:pic>
                </p:oleObj>
              </mc:Fallback>
            </mc:AlternateContent>
          </a:graphicData>
        </a:graphic>
      </p:graphicFrame>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9698" name="Rectangle 3"/>
          <p:cNvSpPr>
            <a:spLocks noGrp="1"/>
          </p:cNvSpPr>
          <p:nvPr>
            <p:ph type="body" idx="4294967295"/>
          </p:nvPr>
        </p:nvSpPr>
        <p:spPr>
          <a:xfrm>
            <a:off x="762000" y="1295400"/>
            <a:ext cx="8231188" cy="5026025"/>
          </a:xfrm>
          <a:ln/>
        </p:spPr>
        <p:txBody>
          <a:bodyPr vert="horz" wrap="square" lIns="91440" tIns="45720" rIns="91440" bIns="45720" anchor="t" anchorCtr="0"/>
          <a:p>
            <a:pPr>
              <a:lnSpc>
                <a:spcPct val="130000"/>
              </a:lnSpc>
            </a:pPr>
            <a:r>
              <a:rPr lang="zh-CN" altLang="en-US" dirty="0"/>
              <a:t>进程来源于程序，但又有本质区别</a:t>
            </a:r>
            <a:endParaRPr lang="zh-CN" altLang="en-US" dirty="0"/>
          </a:p>
          <a:p>
            <a:pPr lvl="1">
              <a:lnSpc>
                <a:spcPct val="130000"/>
              </a:lnSpc>
            </a:pPr>
            <a:r>
              <a:rPr lang="zh-CN" altLang="en-US" b="0" dirty="0">
                <a:latin typeface="黑体" panose="02010609060101010101" pitchFamily="49" charset="-122"/>
              </a:rPr>
              <a:t>进程是动态的，存在于内存中，而程序是静态的，存在于外存中</a:t>
            </a:r>
            <a:endParaRPr lang="zh-CN" altLang="en-US" b="0" dirty="0">
              <a:latin typeface="黑体" panose="02010609060101010101" pitchFamily="49" charset="-122"/>
            </a:endParaRPr>
          </a:p>
          <a:p>
            <a:pPr lvl="1">
              <a:lnSpc>
                <a:spcPct val="130000"/>
              </a:lnSpc>
            </a:pPr>
            <a:r>
              <a:rPr lang="zh-CN" altLang="en-US" b="0" dirty="0">
                <a:latin typeface="黑体" panose="02010609060101010101" pitchFamily="49" charset="-122"/>
              </a:rPr>
              <a:t>进程更能真实地描述并发，而程序不能</a:t>
            </a:r>
            <a:endParaRPr lang="zh-CN" altLang="en-US" b="0" dirty="0">
              <a:latin typeface="黑体" panose="02010609060101010101" pitchFamily="49" charset="-122"/>
            </a:endParaRPr>
          </a:p>
          <a:p>
            <a:pPr lvl="1">
              <a:lnSpc>
                <a:spcPct val="130000"/>
              </a:lnSpc>
            </a:pPr>
            <a:r>
              <a:rPr lang="zh-CN" altLang="en-US" b="0" dirty="0">
                <a:latin typeface="黑体" panose="02010609060101010101" pitchFamily="49" charset="-122"/>
              </a:rPr>
              <a:t>进程有生命周期，有其诞生和消亡，是暂时存在的，而程序则能持久存在</a:t>
            </a:r>
            <a:endParaRPr lang="zh-CN" altLang="en-US" b="0" dirty="0">
              <a:latin typeface="黑体" panose="02010609060101010101" pitchFamily="49" charset="-122"/>
            </a:endParaRPr>
          </a:p>
          <a:p>
            <a:pPr lvl="1">
              <a:lnSpc>
                <a:spcPct val="130000"/>
              </a:lnSpc>
            </a:pPr>
            <a:r>
              <a:rPr lang="zh-CN" altLang="en-US" b="0" dirty="0">
                <a:latin typeface="黑体" panose="02010609060101010101" pitchFamily="49" charset="-122"/>
              </a:rPr>
              <a:t>进程具有创建其他进程的能力，而程序则不行</a:t>
            </a:r>
            <a:endParaRPr lang="zh-CN" altLang="en-US" b="0" dirty="0">
              <a:latin typeface="黑体" panose="02010609060101010101" pitchFamily="49" charset="-122"/>
            </a:endParaRPr>
          </a:p>
          <a:p>
            <a:pPr lvl="1">
              <a:lnSpc>
                <a:spcPct val="130000"/>
              </a:lnSpc>
            </a:pPr>
            <a:r>
              <a:rPr lang="zh-CN" altLang="en-US" b="0" dirty="0">
                <a:latin typeface="黑体" panose="02010609060101010101" pitchFamily="49" charset="-122"/>
              </a:rPr>
              <a:t>同一个程序可以对应多个不同的进程</a:t>
            </a:r>
            <a:endParaRPr lang="zh-CN" altLang="en-US" b="0" dirty="0">
              <a:latin typeface="黑体" panose="02010609060101010101" pitchFamily="49" charset="-122"/>
            </a:endParaRPr>
          </a:p>
        </p:txBody>
      </p:sp>
      <p:sp>
        <p:nvSpPr>
          <p:cNvPr id="29699" name="Rectangle 2"/>
          <p:cNvSpPr>
            <a:spLocks noGrp="1"/>
          </p:cNvSpPr>
          <p:nvPr/>
        </p:nvSpPr>
        <p:spPr>
          <a:xfrm>
            <a:off x="1828800" y="477838"/>
            <a:ext cx="7240588" cy="561975"/>
          </a:xfrm>
          <a:prstGeom prst="rect">
            <a:avLst/>
          </a:prstGeom>
          <a:noFill/>
          <a:ln w="9525">
            <a:noFill/>
          </a:ln>
        </p:spPr>
        <p:txBody>
          <a:bodyPr lIns="100776" tIns="50388" rIns="100776" bIns="50388" anchor="ctr" anchorCtr="0"/>
          <a:p>
            <a:pPr algn="r" eaLnBrk="0" hangingPunct="0"/>
            <a:r>
              <a:rPr lang="en-US" altLang="zh-CN" sz="3600" dirty="0">
                <a:solidFill>
                  <a:schemeClr val="bg1"/>
                </a:solidFill>
                <a:latin typeface="黑体" panose="02010609060101010101" pitchFamily="49" charset="-122"/>
                <a:ea typeface="黑体" panose="02010609060101010101" pitchFamily="49" charset="-122"/>
              </a:rPr>
              <a:t>       </a:t>
            </a:r>
            <a:r>
              <a:rPr lang="zh-CN" altLang="en-US" sz="3600" dirty="0">
                <a:solidFill>
                  <a:schemeClr val="bg1"/>
                </a:solidFill>
                <a:latin typeface="黑体" panose="02010609060101010101" pitchFamily="49" charset="-122"/>
                <a:ea typeface="黑体" panose="02010609060101010101" pitchFamily="49" charset="-122"/>
              </a:rPr>
              <a:t>进程</a:t>
            </a:r>
            <a:endParaRPr lang="zh-CN" altLang="en-US" sz="3600" dirty="0">
              <a:solidFill>
                <a:schemeClr val="bg1"/>
              </a:solidFill>
              <a:latin typeface="黑体" panose="02010609060101010101" pitchFamily="49" charset="-122"/>
              <a:ea typeface="黑体" panose="02010609060101010101" pitchFamily="49" charset="-122"/>
            </a:endParaRPr>
          </a:p>
        </p:txBody>
      </p:sp>
    </p:spTree>
  </p:cSld>
  <p:clrMapOvr>
    <a:masterClrMapping/>
  </p:clrMapOvr>
  <p:transition>
    <p:zoom/>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0722" name="Rectangle 3"/>
          <p:cNvSpPr>
            <a:spLocks noGrp="1"/>
          </p:cNvSpPr>
          <p:nvPr>
            <p:ph type="body" idx="4294967295"/>
          </p:nvPr>
        </p:nvSpPr>
        <p:spPr>
          <a:xfrm>
            <a:off x="762000" y="1219200"/>
            <a:ext cx="8231188" cy="5026025"/>
          </a:xfrm>
          <a:ln/>
        </p:spPr>
        <p:txBody>
          <a:bodyPr vert="horz" wrap="square" lIns="91440" tIns="45720" rIns="91440" bIns="45720" anchor="t" anchorCtr="0"/>
          <a:p>
            <a:r>
              <a:rPr lang="zh-CN" altLang="en-US" sz="3600" dirty="0"/>
              <a:t>进程三态模型</a:t>
            </a:r>
            <a:endParaRPr lang="zh-CN" altLang="en-US" sz="3600" dirty="0"/>
          </a:p>
        </p:txBody>
      </p:sp>
      <p:sp>
        <p:nvSpPr>
          <p:cNvPr id="30723" name="Rectangle 4"/>
          <p:cNvSpPr/>
          <p:nvPr/>
        </p:nvSpPr>
        <p:spPr>
          <a:xfrm>
            <a:off x="914400" y="2436813"/>
            <a:ext cx="7697788" cy="3656012"/>
          </a:xfrm>
          <a:prstGeom prst="rect">
            <a:avLst/>
          </a:prstGeom>
          <a:noFill/>
          <a:ln w="9525">
            <a:noFill/>
          </a:ln>
        </p:spPr>
        <p:txBody>
          <a:bodyPr/>
          <a:p>
            <a:pPr marL="342900" indent="-342900" eaLnBrk="0" hangingPunct="0">
              <a:lnSpc>
                <a:spcPct val="120000"/>
              </a:lnSpc>
              <a:spcBef>
                <a:spcPct val="20000"/>
              </a:spcBef>
              <a:buClr>
                <a:schemeClr val="hlink"/>
              </a:buClr>
              <a:buFont typeface="Wingdings" panose="05000000000000000000" pitchFamily="2" charset="2"/>
            </a:pPr>
            <a:r>
              <a:rPr lang="zh-CN" altLang="en-US" b="0" dirty="0">
                <a:solidFill>
                  <a:srgbClr val="0033CC"/>
                </a:solidFill>
                <a:latin typeface="仿宋_GB2312" pitchFamily="49" charset="-122"/>
                <a:ea typeface="仿宋_GB2312" pitchFamily="49" charset="-122"/>
              </a:rPr>
              <a:t> </a:t>
            </a:r>
            <a:endParaRPr lang="zh-CN" altLang="en-US" b="0" dirty="0">
              <a:solidFill>
                <a:srgbClr val="0033CC"/>
              </a:solidFill>
              <a:latin typeface="仿宋_GB2312" pitchFamily="49" charset="-122"/>
              <a:ea typeface="仿宋_GB2312" pitchFamily="49" charset="-122"/>
            </a:endParaRPr>
          </a:p>
        </p:txBody>
      </p:sp>
      <p:grpSp>
        <p:nvGrpSpPr>
          <p:cNvPr id="30724" name="Group 4"/>
          <p:cNvGrpSpPr/>
          <p:nvPr/>
        </p:nvGrpSpPr>
        <p:grpSpPr>
          <a:xfrm>
            <a:off x="1552575" y="2057400"/>
            <a:ext cx="5786438" cy="3876675"/>
            <a:chOff x="0" y="0"/>
            <a:chExt cx="9112" cy="6110"/>
          </a:xfrm>
        </p:grpSpPr>
        <p:sp>
          <p:nvSpPr>
            <p:cNvPr id="30729" name="Oval 5"/>
            <p:cNvSpPr/>
            <p:nvPr/>
          </p:nvSpPr>
          <p:spPr>
            <a:xfrm>
              <a:off x="2857" y="0"/>
              <a:ext cx="2718" cy="1833"/>
            </a:xfrm>
            <a:prstGeom prst="ellipse">
              <a:avLst/>
            </a:prstGeom>
            <a:solidFill>
              <a:srgbClr val="EAEAEA"/>
            </a:solidFill>
            <a:ln w="19050" cap="flat" cmpd="sng">
              <a:solidFill>
                <a:srgbClr val="000000"/>
              </a:solidFill>
              <a:prstDash val="solid"/>
              <a:headEnd type="none" w="med" len="med"/>
              <a:tailEnd type="none" w="med" len="med"/>
            </a:ln>
            <a:effectLst>
              <a:outerShdw dist="107763" dir="2699999" algn="ctr" rotWithShape="0">
                <a:srgbClr val="808080"/>
              </a:outerShdw>
            </a:effectLst>
          </p:spPr>
          <p:txBody>
            <a:bodyPr tIns="36000"/>
            <a:p>
              <a:endParaRPr lang="zh-CN" altLang="en-US" dirty="0">
                <a:latin typeface="Times New Roman" panose="02020603050405020304" pitchFamily="18" charset="0"/>
              </a:endParaRPr>
            </a:p>
          </p:txBody>
        </p:sp>
        <p:sp>
          <p:nvSpPr>
            <p:cNvPr id="30730" name="Oval 6"/>
            <p:cNvSpPr/>
            <p:nvPr/>
          </p:nvSpPr>
          <p:spPr>
            <a:xfrm>
              <a:off x="0" y="4278"/>
              <a:ext cx="2720" cy="1832"/>
            </a:xfrm>
            <a:prstGeom prst="ellipse">
              <a:avLst/>
            </a:prstGeom>
            <a:solidFill>
              <a:srgbClr val="EAEAEA"/>
            </a:solidFill>
            <a:ln w="19050" cap="flat" cmpd="sng">
              <a:solidFill>
                <a:srgbClr val="000000"/>
              </a:solidFill>
              <a:prstDash val="solid"/>
              <a:headEnd type="none" w="med" len="med"/>
              <a:tailEnd type="none" w="med" len="med"/>
            </a:ln>
            <a:effectLst>
              <a:outerShdw dist="107763" dir="2699999" algn="ctr" rotWithShape="0">
                <a:srgbClr val="808080"/>
              </a:outerShdw>
            </a:effectLst>
          </p:spPr>
          <p:txBody>
            <a:bodyPr tIns="36000"/>
            <a:p>
              <a:endParaRPr lang="zh-CN" altLang="en-US" dirty="0">
                <a:latin typeface="Times New Roman" panose="02020603050405020304" pitchFamily="18" charset="0"/>
              </a:endParaRPr>
            </a:p>
          </p:txBody>
        </p:sp>
        <p:sp>
          <p:nvSpPr>
            <p:cNvPr id="30731" name="Oval 7"/>
            <p:cNvSpPr/>
            <p:nvPr/>
          </p:nvSpPr>
          <p:spPr>
            <a:xfrm>
              <a:off x="6392" y="4278"/>
              <a:ext cx="2720" cy="1832"/>
            </a:xfrm>
            <a:prstGeom prst="ellipse">
              <a:avLst/>
            </a:prstGeom>
            <a:solidFill>
              <a:srgbClr val="EAEAEA"/>
            </a:solidFill>
            <a:ln w="19050" cap="flat" cmpd="sng">
              <a:solidFill>
                <a:srgbClr val="000000"/>
              </a:solidFill>
              <a:prstDash val="solid"/>
              <a:headEnd type="none" w="med" len="med"/>
              <a:tailEnd type="none" w="med" len="med"/>
            </a:ln>
            <a:effectLst>
              <a:outerShdw dist="107763" dir="2699999" algn="ctr" rotWithShape="0">
                <a:srgbClr val="808080"/>
              </a:outerShdw>
            </a:effectLst>
          </p:spPr>
          <p:txBody>
            <a:bodyPr tIns="36000"/>
            <a:p>
              <a:endParaRPr lang="zh-CN" altLang="en-US" dirty="0">
                <a:latin typeface="Times New Roman" panose="02020603050405020304" pitchFamily="18" charset="0"/>
              </a:endParaRPr>
            </a:p>
          </p:txBody>
        </p:sp>
        <p:sp>
          <p:nvSpPr>
            <p:cNvPr id="30732" name="Line 8"/>
            <p:cNvSpPr/>
            <p:nvPr/>
          </p:nvSpPr>
          <p:spPr>
            <a:xfrm flipV="1">
              <a:off x="1440" y="1225"/>
              <a:ext cx="1495" cy="3053"/>
            </a:xfrm>
            <a:prstGeom prst="line">
              <a:avLst/>
            </a:prstGeom>
            <a:ln w="19050" cap="flat" cmpd="sng">
              <a:solidFill>
                <a:srgbClr val="000000"/>
              </a:solidFill>
              <a:prstDash val="solid"/>
              <a:headEnd type="none" w="med" len="med"/>
              <a:tailEnd type="triangle" w="med" len="med"/>
            </a:ln>
          </p:spPr>
        </p:sp>
        <p:sp>
          <p:nvSpPr>
            <p:cNvPr id="30733" name="Line 9"/>
            <p:cNvSpPr/>
            <p:nvPr/>
          </p:nvSpPr>
          <p:spPr>
            <a:xfrm flipH="1">
              <a:off x="2120" y="1680"/>
              <a:ext cx="1360" cy="2783"/>
            </a:xfrm>
            <a:prstGeom prst="line">
              <a:avLst/>
            </a:prstGeom>
            <a:ln w="19050" cap="flat" cmpd="sng">
              <a:solidFill>
                <a:srgbClr val="000000"/>
              </a:solidFill>
              <a:prstDash val="solid"/>
              <a:headEnd type="none" w="med" len="med"/>
              <a:tailEnd type="triangle" w="med" len="med"/>
            </a:ln>
          </p:spPr>
        </p:sp>
        <p:sp>
          <p:nvSpPr>
            <p:cNvPr id="30734" name="Line 10"/>
            <p:cNvSpPr/>
            <p:nvPr/>
          </p:nvSpPr>
          <p:spPr>
            <a:xfrm>
              <a:off x="5305" y="1530"/>
              <a:ext cx="1902" cy="2748"/>
            </a:xfrm>
            <a:prstGeom prst="line">
              <a:avLst/>
            </a:prstGeom>
            <a:ln w="19050" cap="flat" cmpd="sng">
              <a:solidFill>
                <a:srgbClr val="000000"/>
              </a:solidFill>
              <a:prstDash val="solid"/>
              <a:headEnd type="none" w="med" len="med"/>
              <a:tailEnd type="triangle" w="med" len="med"/>
            </a:ln>
          </p:spPr>
        </p:sp>
        <p:sp>
          <p:nvSpPr>
            <p:cNvPr id="30735" name="Line 11"/>
            <p:cNvSpPr/>
            <p:nvPr/>
          </p:nvSpPr>
          <p:spPr>
            <a:xfrm flipH="1">
              <a:off x="2720" y="5190"/>
              <a:ext cx="3672" cy="0"/>
            </a:xfrm>
            <a:prstGeom prst="line">
              <a:avLst/>
            </a:prstGeom>
            <a:ln w="19050" cap="flat" cmpd="sng">
              <a:solidFill>
                <a:srgbClr val="000000"/>
              </a:solidFill>
              <a:prstDash val="solid"/>
              <a:headEnd type="none" w="med" len="med"/>
              <a:tailEnd type="triangle" w="med" len="med"/>
            </a:ln>
          </p:spPr>
        </p:sp>
        <p:sp>
          <p:nvSpPr>
            <p:cNvPr id="30736" name="Text Box 12"/>
            <p:cNvSpPr txBox="1"/>
            <p:nvPr/>
          </p:nvSpPr>
          <p:spPr>
            <a:xfrm>
              <a:off x="3480" y="600"/>
              <a:ext cx="1630" cy="770"/>
            </a:xfrm>
            <a:prstGeom prst="rect">
              <a:avLst/>
            </a:prstGeom>
            <a:solidFill>
              <a:srgbClr val="EAEAEA"/>
            </a:solidFill>
            <a:ln w="9525">
              <a:noFill/>
            </a:ln>
          </p:spPr>
          <p:txBody>
            <a:bodyPr lIns="0" tIns="36000" rIns="0" bIns="0"/>
            <a:p>
              <a:pPr algn="ctr" eaLnBrk="0" hangingPunct="0"/>
              <a:r>
                <a:rPr lang="zh-CN" altLang="en-US" sz="2400" b="0" dirty="0">
                  <a:solidFill>
                    <a:srgbClr val="FF0000"/>
                  </a:solidFill>
                  <a:latin typeface="黑体" panose="02010609060101010101" pitchFamily="49" charset="-122"/>
                </a:rPr>
                <a:t>运行态</a:t>
              </a:r>
              <a:endParaRPr lang="zh-CN" altLang="en-US" sz="2400" b="0" dirty="0">
                <a:solidFill>
                  <a:srgbClr val="FF0000"/>
                </a:solidFill>
                <a:latin typeface="黑体" panose="02010609060101010101" pitchFamily="49" charset="-122"/>
              </a:endParaRPr>
            </a:p>
          </p:txBody>
        </p:sp>
        <p:sp>
          <p:nvSpPr>
            <p:cNvPr id="30737" name="Text Box 13"/>
            <p:cNvSpPr txBox="1"/>
            <p:nvPr/>
          </p:nvSpPr>
          <p:spPr>
            <a:xfrm>
              <a:off x="622" y="4823"/>
              <a:ext cx="1633" cy="817"/>
            </a:xfrm>
            <a:prstGeom prst="rect">
              <a:avLst/>
            </a:prstGeom>
            <a:solidFill>
              <a:srgbClr val="EAEAEA"/>
            </a:solidFill>
            <a:ln w="9525">
              <a:noFill/>
            </a:ln>
          </p:spPr>
          <p:txBody>
            <a:bodyPr lIns="0" tIns="36000" rIns="0" bIns="0"/>
            <a:p>
              <a:pPr algn="ctr" eaLnBrk="0" hangingPunct="0"/>
              <a:r>
                <a:rPr lang="zh-CN" altLang="en-US" sz="2400" b="0" dirty="0">
                  <a:solidFill>
                    <a:srgbClr val="FF0000"/>
                  </a:solidFill>
                  <a:latin typeface="黑体" panose="02010609060101010101" pitchFamily="49" charset="-122"/>
                </a:rPr>
                <a:t>就绪态</a:t>
              </a:r>
              <a:endParaRPr lang="zh-CN" altLang="en-US" sz="2400" b="0" dirty="0">
                <a:solidFill>
                  <a:srgbClr val="FF0000"/>
                </a:solidFill>
                <a:latin typeface="黑体" panose="02010609060101010101" pitchFamily="49" charset="-122"/>
              </a:endParaRPr>
            </a:p>
          </p:txBody>
        </p:sp>
        <p:sp>
          <p:nvSpPr>
            <p:cNvPr id="30738" name="Text Box 14"/>
            <p:cNvSpPr txBox="1"/>
            <p:nvPr/>
          </p:nvSpPr>
          <p:spPr>
            <a:xfrm>
              <a:off x="7015" y="4823"/>
              <a:ext cx="1632" cy="697"/>
            </a:xfrm>
            <a:prstGeom prst="rect">
              <a:avLst/>
            </a:prstGeom>
            <a:solidFill>
              <a:srgbClr val="EAEAEA"/>
            </a:solidFill>
            <a:ln w="9525">
              <a:noFill/>
            </a:ln>
          </p:spPr>
          <p:txBody>
            <a:bodyPr lIns="0" tIns="36000" rIns="0" bIns="0"/>
            <a:p>
              <a:pPr algn="ctr" eaLnBrk="0" hangingPunct="0"/>
              <a:r>
                <a:rPr lang="zh-CN" altLang="en-US" sz="2400" b="0" dirty="0">
                  <a:solidFill>
                    <a:srgbClr val="FF0000"/>
                  </a:solidFill>
                  <a:latin typeface="黑体" panose="02010609060101010101" pitchFamily="49" charset="-122"/>
                </a:rPr>
                <a:t>等待态</a:t>
              </a:r>
              <a:endParaRPr lang="zh-CN" altLang="en-US" sz="2400" b="0" dirty="0">
                <a:solidFill>
                  <a:srgbClr val="FF0000"/>
                </a:solidFill>
                <a:latin typeface="黑体" panose="02010609060101010101" pitchFamily="49" charset="-122"/>
              </a:endParaRPr>
            </a:p>
          </p:txBody>
        </p:sp>
      </p:grpSp>
      <p:sp>
        <p:nvSpPr>
          <p:cNvPr id="30725" name="Rectangle 2"/>
          <p:cNvSpPr>
            <a:spLocks noGrp="1"/>
          </p:cNvSpPr>
          <p:nvPr/>
        </p:nvSpPr>
        <p:spPr>
          <a:xfrm>
            <a:off x="1828800" y="477838"/>
            <a:ext cx="7240588" cy="561975"/>
          </a:xfrm>
          <a:prstGeom prst="rect">
            <a:avLst/>
          </a:prstGeom>
          <a:noFill/>
          <a:ln w="9525">
            <a:noFill/>
          </a:ln>
        </p:spPr>
        <p:txBody>
          <a:bodyPr lIns="100776" tIns="50388" rIns="100776" bIns="50388" anchor="ctr" anchorCtr="0"/>
          <a:p>
            <a:pPr algn="r" eaLnBrk="0" hangingPunct="0"/>
            <a:r>
              <a:rPr lang="en-US" altLang="zh-CN" sz="3600" dirty="0">
                <a:solidFill>
                  <a:schemeClr val="bg1"/>
                </a:solidFill>
                <a:latin typeface="黑体" panose="02010609060101010101" pitchFamily="49" charset="-122"/>
                <a:ea typeface="黑体" panose="02010609060101010101" pitchFamily="49" charset="-122"/>
              </a:rPr>
              <a:t>       </a:t>
            </a:r>
            <a:r>
              <a:rPr lang="zh-CN" altLang="en-US" sz="3600" dirty="0">
                <a:solidFill>
                  <a:schemeClr val="bg1"/>
                </a:solidFill>
                <a:latin typeface="黑体" panose="02010609060101010101" pitchFamily="49" charset="-122"/>
                <a:ea typeface="黑体" panose="02010609060101010101" pitchFamily="49" charset="-122"/>
              </a:rPr>
              <a:t>进程</a:t>
            </a:r>
            <a:endParaRPr lang="zh-CN" altLang="en-US" sz="3600" dirty="0">
              <a:solidFill>
                <a:schemeClr val="bg1"/>
              </a:solidFill>
              <a:latin typeface="黑体" panose="02010609060101010101" pitchFamily="49" charset="-122"/>
              <a:ea typeface="黑体" panose="02010609060101010101" pitchFamily="49" charset="-122"/>
            </a:endParaRPr>
          </a:p>
        </p:txBody>
      </p:sp>
      <p:sp>
        <p:nvSpPr>
          <p:cNvPr id="30726" name="TextBox 1"/>
          <p:cNvSpPr txBox="1"/>
          <p:nvPr/>
        </p:nvSpPr>
        <p:spPr>
          <a:xfrm>
            <a:off x="5676900" y="3803650"/>
            <a:ext cx="2247900" cy="400050"/>
          </a:xfrm>
          <a:prstGeom prst="rect">
            <a:avLst/>
          </a:prstGeom>
          <a:noFill/>
          <a:ln w="9525">
            <a:noFill/>
          </a:ln>
        </p:spPr>
        <p:txBody>
          <a:bodyPr>
            <a:spAutoFit/>
          </a:bodyPr>
          <a:p>
            <a:r>
              <a:rPr lang="zh-CN" altLang="en-US" dirty="0">
                <a:latin typeface="Times New Roman" panose="02020603050405020304" pitchFamily="18" charset="0"/>
              </a:rPr>
              <a:t>出现等待事件</a:t>
            </a:r>
            <a:endParaRPr lang="zh-CN" altLang="en-US" dirty="0">
              <a:latin typeface="Times New Roman" panose="02020603050405020304" pitchFamily="18" charset="0"/>
            </a:endParaRPr>
          </a:p>
        </p:txBody>
      </p:sp>
      <p:sp>
        <p:nvSpPr>
          <p:cNvPr id="30727" name="TextBox 16"/>
          <p:cNvSpPr txBox="1"/>
          <p:nvPr/>
        </p:nvSpPr>
        <p:spPr>
          <a:xfrm>
            <a:off x="3582988" y="5435600"/>
            <a:ext cx="1751012" cy="400050"/>
          </a:xfrm>
          <a:prstGeom prst="rect">
            <a:avLst/>
          </a:prstGeom>
          <a:noFill/>
          <a:ln w="9525">
            <a:noFill/>
          </a:ln>
        </p:spPr>
        <p:txBody>
          <a:bodyPr>
            <a:spAutoFit/>
          </a:bodyPr>
          <a:p>
            <a:r>
              <a:rPr lang="zh-CN" altLang="en-US" dirty="0">
                <a:latin typeface="Times New Roman" panose="02020603050405020304" pitchFamily="18" charset="0"/>
              </a:rPr>
              <a:t>等待事件完成</a:t>
            </a:r>
            <a:endParaRPr lang="zh-CN" altLang="en-US" dirty="0">
              <a:latin typeface="Times New Roman" panose="02020603050405020304" pitchFamily="18" charset="0"/>
            </a:endParaRPr>
          </a:p>
        </p:txBody>
      </p:sp>
      <p:sp>
        <p:nvSpPr>
          <p:cNvPr id="30728" name="TextBox 2"/>
          <p:cNvSpPr txBox="1"/>
          <p:nvPr/>
        </p:nvSpPr>
        <p:spPr>
          <a:xfrm>
            <a:off x="2263775" y="3579813"/>
            <a:ext cx="709613" cy="400050"/>
          </a:xfrm>
          <a:prstGeom prst="rect">
            <a:avLst/>
          </a:prstGeom>
          <a:noFill/>
          <a:ln w="9525">
            <a:noFill/>
          </a:ln>
        </p:spPr>
        <p:txBody>
          <a:bodyPr>
            <a:spAutoFit/>
          </a:bodyPr>
          <a:p>
            <a:r>
              <a:rPr lang="zh-CN" altLang="en-US" dirty="0">
                <a:latin typeface="Times New Roman" panose="02020603050405020304" pitchFamily="18" charset="0"/>
              </a:rPr>
              <a:t>选中</a:t>
            </a:r>
            <a:endParaRPr lang="zh-CN" altLang="en-US" dirty="0">
              <a:latin typeface="Times New Roman" panose="02020603050405020304" pitchFamily="18" charset="0"/>
            </a:endParaRPr>
          </a:p>
        </p:txBody>
      </p:sp>
    </p:spTree>
  </p:cSld>
  <p:clrMapOvr>
    <a:masterClrMapping/>
  </p:clrMapOvr>
  <p:transition>
    <p:zoom/>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1746" name="Rectangle 2"/>
          <p:cNvSpPr>
            <a:spLocks noGrp="1"/>
          </p:cNvSpPr>
          <p:nvPr>
            <p:ph type="title" idx="4294967295"/>
          </p:nvPr>
        </p:nvSpPr>
        <p:spPr>
          <a:xfrm>
            <a:off x="1295400" y="1219200"/>
            <a:ext cx="7240588" cy="563563"/>
          </a:xfrm>
          <a:ln/>
        </p:spPr>
        <p:txBody>
          <a:bodyPr vert="horz" wrap="square" lIns="91440" tIns="45720" rIns="91440" bIns="45720" anchor="ctr" anchorCtr="0"/>
          <a:p>
            <a:pPr algn="l"/>
            <a:r>
              <a:rPr lang="zh-CN" altLang="en-US" dirty="0"/>
              <a:t>三个基本状态</a:t>
            </a:r>
            <a:endParaRPr lang="zh-CN" altLang="en-US" dirty="0"/>
          </a:p>
        </p:txBody>
      </p:sp>
      <p:sp>
        <p:nvSpPr>
          <p:cNvPr id="31747" name="Rectangle 3"/>
          <p:cNvSpPr>
            <a:spLocks noGrp="1"/>
          </p:cNvSpPr>
          <p:nvPr>
            <p:ph type="body" idx="4294967295"/>
          </p:nvPr>
        </p:nvSpPr>
        <p:spPr>
          <a:xfrm>
            <a:off x="687388" y="1371600"/>
            <a:ext cx="7999412" cy="4949825"/>
          </a:xfrm>
          <a:ln/>
        </p:spPr>
        <p:txBody>
          <a:bodyPr vert="horz" wrap="square" lIns="91440" tIns="45720" rIns="91440" bIns="45720" anchor="t" anchorCtr="0"/>
          <a:p>
            <a:pPr>
              <a:lnSpc>
                <a:spcPct val="140000"/>
              </a:lnSpc>
            </a:pPr>
            <a:r>
              <a:rPr lang="zh-CN" altLang="en-US" sz="2800" dirty="0">
                <a:latin typeface="黑体" panose="02010609060101010101" pitchFamily="49" charset="-122"/>
              </a:rPr>
              <a:t>就绪态：</a:t>
            </a:r>
            <a:r>
              <a:rPr lang="en-US" altLang="zh-CN" sz="2800" dirty="0"/>
              <a:t>ready</a:t>
            </a:r>
            <a:r>
              <a:rPr lang="zh-CN" altLang="en-US" sz="2800" dirty="0">
                <a:solidFill>
                  <a:schemeClr val="tx1"/>
                </a:solidFill>
                <a:latin typeface="黑体" panose="02010609060101010101" pitchFamily="49" charset="-122"/>
              </a:rPr>
              <a:t>，</a:t>
            </a:r>
            <a:r>
              <a:rPr lang="zh-CN" altLang="en-US" sz="2800" b="0" dirty="0">
                <a:latin typeface="黑体" panose="02010609060101010101" pitchFamily="49" charset="-122"/>
              </a:rPr>
              <a:t>当进程已经分配到</a:t>
            </a:r>
            <a:r>
              <a:rPr lang="zh-CN" altLang="en-US" sz="2800" b="0" dirty="0">
                <a:solidFill>
                  <a:srgbClr val="FF0000"/>
                </a:solidFill>
                <a:latin typeface="黑体" panose="02010609060101010101" pitchFamily="49" charset="-122"/>
              </a:rPr>
              <a:t>除</a:t>
            </a:r>
            <a:r>
              <a:rPr lang="en-US" altLang="zh-CN" sz="2800" b="0" dirty="0">
                <a:solidFill>
                  <a:srgbClr val="FF0000"/>
                </a:solidFill>
                <a:latin typeface="黑体" panose="02010609060101010101" pitchFamily="49" charset="-122"/>
              </a:rPr>
              <a:t>CPU</a:t>
            </a:r>
            <a:r>
              <a:rPr lang="zh-CN" altLang="en-US" sz="2800" b="0" dirty="0">
                <a:solidFill>
                  <a:srgbClr val="FF0000"/>
                </a:solidFill>
                <a:latin typeface="黑体" panose="02010609060101010101" pitchFamily="49" charset="-122"/>
              </a:rPr>
              <a:t>以外的所有资源</a:t>
            </a:r>
            <a:r>
              <a:rPr lang="zh-CN" altLang="en-US" sz="2800" b="0" dirty="0">
                <a:latin typeface="黑体" panose="02010609060101010101" pitchFamily="49" charset="-122"/>
              </a:rPr>
              <a:t>；</a:t>
            </a:r>
            <a:endParaRPr lang="zh-CN" altLang="en-US" sz="2800" b="0" dirty="0">
              <a:latin typeface="黑体" panose="02010609060101010101" pitchFamily="49" charset="-122"/>
            </a:endParaRPr>
          </a:p>
          <a:p>
            <a:pPr>
              <a:lnSpc>
                <a:spcPct val="140000"/>
              </a:lnSpc>
            </a:pPr>
            <a:r>
              <a:rPr lang="zh-CN" altLang="en-US" sz="2800" dirty="0">
                <a:latin typeface="黑体" panose="02010609060101010101" pitchFamily="49" charset="-122"/>
              </a:rPr>
              <a:t>运行态：</a:t>
            </a:r>
            <a:r>
              <a:rPr lang="en-US" altLang="zh-CN" sz="2800" dirty="0"/>
              <a:t>running</a:t>
            </a:r>
            <a:r>
              <a:rPr lang="zh-CN" altLang="en-US" sz="2800" dirty="0">
                <a:solidFill>
                  <a:schemeClr val="tx1"/>
                </a:solidFill>
                <a:latin typeface="黑体" panose="02010609060101010101" pitchFamily="49" charset="-122"/>
              </a:rPr>
              <a:t>，</a:t>
            </a:r>
            <a:r>
              <a:rPr lang="zh-CN" altLang="en-US" sz="2800" b="0" dirty="0">
                <a:solidFill>
                  <a:schemeClr val="tx1"/>
                </a:solidFill>
                <a:latin typeface="黑体" panose="02010609060101010101" pitchFamily="49" charset="-122"/>
              </a:rPr>
              <a:t>执行态，进程</a:t>
            </a:r>
            <a:r>
              <a:rPr lang="zh-CN" altLang="en-US" sz="2800" b="0" dirty="0">
                <a:solidFill>
                  <a:srgbClr val="FF0000"/>
                </a:solidFill>
                <a:latin typeface="黑体" panose="02010609060101010101" pitchFamily="49" charset="-122"/>
              </a:rPr>
              <a:t>获得处理机</a:t>
            </a:r>
            <a:r>
              <a:rPr lang="zh-CN" altLang="en-US" sz="2800" b="0" dirty="0">
                <a:latin typeface="黑体" panose="02010609060101010101" pitchFamily="49" charset="-122"/>
              </a:rPr>
              <a:t>，其程序正在执行；</a:t>
            </a:r>
            <a:endParaRPr lang="zh-CN" altLang="en-US" sz="2800" b="0" dirty="0">
              <a:latin typeface="黑体" panose="02010609060101010101" pitchFamily="49" charset="-122"/>
            </a:endParaRPr>
          </a:p>
          <a:p>
            <a:pPr>
              <a:lnSpc>
                <a:spcPct val="140000"/>
              </a:lnSpc>
            </a:pPr>
            <a:r>
              <a:rPr lang="zh-CN" altLang="en-US" sz="2800" dirty="0">
                <a:latin typeface="黑体" panose="02010609060101010101" pitchFamily="49" charset="-122"/>
              </a:rPr>
              <a:t>等待态：</a:t>
            </a:r>
            <a:r>
              <a:rPr lang="en-US" altLang="zh-CN" sz="2800" dirty="0"/>
              <a:t>block/wait</a:t>
            </a:r>
            <a:r>
              <a:rPr lang="zh-CN" altLang="en-US" sz="2800" dirty="0">
                <a:solidFill>
                  <a:schemeClr val="tx1"/>
                </a:solidFill>
                <a:latin typeface="黑体" panose="02010609060101010101" pitchFamily="49" charset="-122"/>
              </a:rPr>
              <a:t>，</a:t>
            </a:r>
            <a:r>
              <a:rPr lang="zh-CN" altLang="en-US" sz="2800" b="0" dirty="0">
                <a:solidFill>
                  <a:schemeClr val="tx1"/>
                </a:solidFill>
                <a:latin typeface="黑体" panose="02010609060101010101" pitchFamily="49" charset="-122"/>
              </a:rPr>
              <a:t>阻塞状态</a:t>
            </a:r>
            <a:r>
              <a:rPr lang="en-US" altLang="zh-CN" sz="2800" b="0" dirty="0">
                <a:solidFill>
                  <a:schemeClr val="tx1"/>
                </a:solidFill>
                <a:latin typeface="黑体" panose="02010609060101010101" pitchFamily="49" charset="-122"/>
              </a:rPr>
              <a:t>, </a:t>
            </a:r>
            <a:r>
              <a:rPr lang="zh-CN" altLang="en-US" sz="2800" b="0" dirty="0">
                <a:latin typeface="黑体" panose="02010609060101010101" pitchFamily="49" charset="-122"/>
              </a:rPr>
              <a:t>睡眠状态</a:t>
            </a:r>
            <a:r>
              <a:rPr lang="zh-CN" altLang="en-US" sz="2800" b="0" dirty="0">
                <a:solidFill>
                  <a:schemeClr val="tx1"/>
                </a:solidFill>
                <a:latin typeface="黑体" panose="02010609060101010101" pitchFamily="49" charset="-122"/>
              </a:rPr>
              <a:t>，</a:t>
            </a:r>
            <a:r>
              <a:rPr lang="zh-CN" altLang="en-US" sz="2800" b="0" dirty="0">
                <a:latin typeface="黑体" panose="02010609060101010101" pitchFamily="49" charset="-122"/>
              </a:rPr>
              <a:t>进程正在等待</a:t>
            </a:r>
            <a:r>
              <a:rPr lang="zh-CN" altLang="en-US" sz="2800" b="0" dirty="0">
                <a:solidFill>
                  <a:srgbClr val="FF0000"/>
                </a:solidFill>
                <a:latin typeface="黑体" panose="02010609060101010101" pitchFamily="49" charset="-122"/>
              </a:rPr>
              <a:t>某个事件完成</a:t>
            </a:r>
            <a:r>
              <a:rPr lang="zh-CN" altLang="en-US" sz="2800" b="0" dirty="0">
                <a:latin typeface="黑体" panose="02010609060101010101" pitchFamily="49" charset="-122"/>
              </a:rPr>
              <a:t>而</a:t>
            </a:r>
            <a:r>
              <a:rPr lang="zh-CN" altLang="en-US" sz="2800" b="0" dirty="0">
                <a:solidFill>
                  <a:srgbClr val="FF0000"/>
                </a:solidFill>
                <a:latin typeface="黑体" panose="02010609060101010101" pitchFamily="49" charset="-122"/>
              </a:rPr>
              <a:t>暂停执行</a:t>
            </a:r>
            <a:r>
              <a:rPr lang="zh-CN" altLang="en-US" sz="2800" b="0" dirty="0">
                <a:latin typeface="黑体" panose="02010609060101010101" pitchFamily="49" charset="-122"/>
              </a:rPr>
              <a:t>时的状态。如：请求</a:t>
            </a:r>
            <a:r>
              <a:rPr lang="en-US" altLang="zh-CN" sz="2800" b="0" dirty="0">
                <a:latin typeface="黑体" panose="02010609060101010101" pitchFamily="49" charset="-122"/>
              </a:rPr>
              <a:t>I/O</a:t>
            </a:r>
            <a:r>
              <a:rPr lang="zh-CN" altLang="en-US" sz="2800" b="0" dirty="0">
                <a:latin typeface="黑体" panose="02010609060101010101" pitchFamily="49" charset="-122"/>
              </a:rPr>
              <a:t>、申请缓冲空间等。</a:t>
            </a:r>
            <a:endParaRPr lang="zh-CN" altLang="en-US" sz="2800" b="0" dirty="0">
              <a:latin typeface="黑体" panose="02010609060101010101" pitchFamily="49" charset="-122"/>
            </a:endParaRPr>
          </a:p>
        </p:txBody>
      </p:sp>
      <p:sp>
        <p:nvSpPr>
          <p:cNvPr id="31748" name="Rectangle 2"/>
          <p:cNvSpPr>
            <a:spLocks noGrp="1"/>
          </p:cNvSpPr>
          <p:nvPr/>
        </p:nvSpPr>
        <p:spPr>
          <a:xfrm>
            <a:off x="1828800" y="477838"/>
            <a:ext cx="7240588" cy="561975"/>
          </a:xfrm>
          <a:prstGeom prst="rect">
            <a:avLst/>
          </a:prstGeom>
          <a:noFill/>
          <a:ln w="9525">
            <a:noFill/>
          </a:ln>
        </p:spPr>
        <p:txBody>
          <a:bodyPr lIns="100776" tIns="50388" rIns="100776" bIns="50388" anchor="ctr" anchorCtr="0"/>
          <a:p>
            <a:pPr algn="r" eaLnBrk="0" hangingPunct="0"/>
            <a:r>
              <a:rPr lang="en-US" altLang="zh-CN" sz="3600" dirty="0">
                <a:solidFill>
                  <a:schemeClr val="bg1"/>
                </a:solidFill>
                <a:latin typeface="黑体" panose="02010609060101010101" pitchFamily="49" charset="-122"/>
                <a:ea typeface="黑体" panose="02010609060101010101" pitchFamily="49" charset="-122"/>
              </a:rPr>
              <a:t>       </a:t>
            </a:r>
            <a:r>
              <a:rPr lang="zh-CN" altLang="en-US" sz="3600" dirty="0">
                <a:solidFill>
                  <a:schemeClr val="bg1"/>
                </a:solidFill>
                <a:latin typeface="黑体" panose="02010609060101010101" pitchFamily="49" charset="-122"/>
                <a:ea typeface="黑体" panose="02010609060101010101" pitchFamily="49" charset="-122"/>
              </a:rPr>
              <a:t>进程</a:t>
            </a:r>
            <a:endParaRPr lang="zh-CN" altLang="en-US" sz="3600" dirty="0">
              <a:solidFill>
                <a:schemeClr val="bg1"/>
              </a:solidFill>
              <a:latin typeface="黑体" panose="02010609060101010101" pitchFamily="49" charset="-122"/>
              <a:ea typeface="黑体" panose="02010609060101010101" pitchFamily="49" charset="-122"/>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2770" name="Rectangle 3"/>
          <p:cNvSpPr>
            <a:spLocks noGrp="1"/>
          </p:cNvSpPr>
          <p:nvPr>
            <p:ph type="body" idx="4294967295"/>
          </p:nvPr>
        </p:nvSpPr>
        <p:spPr>
          <a:xfrm>
            <a:off x="762000" y="1219200"/>
            <a:ext cx="8231188" cy="5026025"/>
          </a:xfrm>
          <a:ln/>
        </p:spPr>
        <p:txBody>
          <a:bodyPr vert="horz" wrap="square" lIns="91440" tIns="45720" rIns="91440" bIns="45720" anchor="t" anchorCtr="0"/>
          <a:p>
            <a:r>
              <a:rPr lang="zh-CN" altLang="en-US" dirty="0"/>
              <a:t>进程的</a:t>
            </a:r>
            <a:r>
              <a:rPr lang="en-US" altLang="zh-CN" dirty="0"/>
              <a:t>3</a:t>
            </a:r>
            <a:r>
              <a:rPr lang="zh-CN" altLang="en-US" dirty="0"/>
              <a:t>种状态转换</a:t>
            </a:r>
            <a:endParaRPr lang="zh-CN" altLang="en-US" dirty="0"/>
          </a:p>
        </p:txBody>
      </p:sp>
      <p:sp>
        <p:nvSpPr>
          <p:cNvPr id="32771" name="Rectangle 4"/>
          <p:cNvSpPr/>
          <p:nvPr/>
        </p:nvSpPr>
        <p:spPr>
          <a:xfrm>
            <a:off x="914400" y="2484438"/>
            <a:ext cx="7697788" cy="3656012"/>
          </a:xfrm>
          <a:prstGeom prst="rect">
            <a:avLst/>
          </a:prstGeom>
          <a:noFill/>
          <a:ln w="9525">
            <a:noFill/>
          </a:ln>
        </p:spPr>
        <p:txBody>
          <a:bodyPr/>
          <a:p>
            <a:pPr marL="342900" indent="-342900" eaLnBrk="0" hangingPunct="0">
              <a:lnSpc>
                <a:spcPct val="120000"/>
              </a:lnSpc>
              <a:spcBef>
                <a:spcPct val="20000"/>
              </a:spcBef>
              <a:buClr>
                <a:schemeClr val="hlink"/>
              </a:buClr>
              <a:buFont typeface="Wingdings" panose="05000000000000000000" pitchFamily="2" charset="2"/>
            </a:pPr>
            <a:r>
              <a:rPr lang="zh-CN" altLang="en-US" b="0" dirty="0">
                <a:solidFill>
                  <a:srgbClr val="0033CC"/>
                </a:solidFill>
                <a:latin typeface="仿宋_GB2312" pitchFamily="49" charset="-122"/>
                <a:ea typeface="仿宋_GB2312" pitchFamily="49" charset="-122"/>
              </a:rPr>
              <a:t> </a:t>
            </a:r>
            <a:endParaRPr lang="zh-CN" altLang="en-US" b="0" dirty="0">
              <a:solidFill>
                <a:srgbClr val="0033CC"/>
              </a:solidFill>
              <a:latin typeface="仿宋_GB2312" pitchFamily="49" charset="-122"/>
              <a:ea typeface="仿宋_GB2312" pitchFamily="49" charset="-122"/>
            </a:endParaRPr>
          </a:p>
        </p:txBody>
      </p:sp>
      <p:sp>
        <p:nvSpPr>
          <p:cNvPr id="32772" name="Oval 5"/>
          <p:cNvSpPr/>
          <p:nvPr/>
        </p:nvSpPr>
        <p:spPr>
          <a:xfrm>
            <a:off x="3365500" y="2103438"/>
            <a:ext cx="1727200" cy="1163637"/>
          </a:xfrm>
          <a:prstGeom prst="ellipse">
            <a:avLst/>
          </a:prstGeom>
          <a:solidFill>
            <a:srgbClr val="EAEAEA"/>
          </a:solidFill>
          <a:ln w="19050" cap="flat" cmpd="sng">
            <a:solidFill>
              <a:srgbClr val="000000"/>
            </a:solidFill>
            <a:prstDash val="solid"/>
            <a:headEnd type="none" w="med" len="med"/>
            <a:tailEnd type="none" w="med" len="med"/>
          </a:ln>
          <a:effectLst>
            <a:outerShdw dist="107763" dir="2699999" algn="ctr" rotWithShape="0">
              <a:srgbClr val="808080"/>
            </a:outerShdw>
          </a:effectLst>
        </p:spPr>
        <p:txBody>
          <a:bodyPr tIns="36000"/>
          <a:p>
            <a:endParaRPr lang="zh-CN" altLang="en-US" dirty="0">
              <a:latin typeface="Times New Roman" panose="02020603050405020304" pitchFamily="18" charset="0"/>
            </a:endParaRPr>
          </a:p>
        </p:txBody>
      </p:sp>
      <p:sp>
        <p:nvSpPr>
          <p:cNvPr id="32773" name="Oval 6"/>
          <p:cNvSpPr/>
          <p:nvPr/>
        </p:nvSpPr>
        <p:spPr>
          <a:xfrm>
            <a:off x="1552575" y="4819650"/>
            <a:ext cx="1727200" cy="1162050"/>
          </a:xfrm>
          <a:prstGeom prst="ellipse">
            <a:avLst/>
          </a:prstGeom>
          <a:solidFill>
            <a:srgbClr val="EAEAEA"/>
          </a:solidFill>
          <a:ln w="19050" cap="flat" cmpd="sng">
            <a:solidFill>
              <a:srgbClr val="000000"/>
            </a:solidFill>
            <a:prstDash val="solid"/>
            <a:headEnd type="none" w="med" len="med"/>
            <a:tailEnd type="none" w="med" len="med"/>
          </a:ln>
          <a:effectLst>
            <a:outerShdw dist="107763" dir="2699999" algn="ctr" rotWithShape="0">
              <a:srgbClr val="808080"/>
            </a:outerShdw>
          </a:effectLst>
        </p:spPr>
        <p:txBody>
          <a:bodyPr tIns="36000"/>
          <a:p>
            <a:endParaRPr lang="zh-CN" altLang="en-US" dirty="0">
              <a:latin typeface="Times New Roman" panose="02020603050405020304" pitchFamily="18" charset="0"/>
            </a:endParaRPr>
          </a:p>
        </p:txBody>
      </p:sp>
      <p:sp>
        <p:nvSpPr>
          <p:cNvPr id="32774" name="Oval 7"/>
          <p:cNvSpPr/>
          <p:nvPr/>
        </p:nvSpPr>
        <p:spPr>
          <a:xfrm>
            <a:off x="5611813" y="4819650"/>
            <a:ext cx="1727200" cy="1162050"/>
          </a:xfrm>
          <a:prstGeom prst="ellipse">
            <a:avLst/>
          </a:prstGeom>
          <a:solidFill>
            <a:srgbClr val="EAEAEA"/>
          </a:solidFill>
          <a:ln w="19050" cap="flat" cmpd="sng">
            <a:solidFill>
              <a:srgbClr val="000000"/>
            </a:solidFill>
            <a:prstDash val="solid"/>
            <a:headEnd type="none" w="med" len="med"/>
            <a:tailEnd type="none" w="med" len="med"/>
          </a:ln>
          <a:effectLst>
            <a:outerShdw dist="107763" dir="2699999" algn="ctr" rotWithShape="0">
              <a:srgbClr val="808080"/>
            </a:outerShdw>
          </a:effectLst>
        </p:spPr>
        <p:txBody>
          <a:bodyPr tIns="36000"/>
          <a:p>
            <a:endParaRPr lang="zh-CN" altLang="en-US" dirty="0">
              <a:latin typeface="Times New Roman" panose="02020603050405020304" pitchFamily="18" charset="0"/>
            </a:endParaRPr>
          </a:p>
        </p:txBody>
      </p:sp>
      <p:sp>
        <p:nvSpPr>
          <p:cNvPr id="32775" name="Line 8"/>
          <p:cNvSpPr/>
          <p:nvPr/>
        </p:nvSpPr>
        <p:spPr>
          <a:xfrm flipV="1">
            <a:off x="2466975" y="2881313"/>
            <a:ext cx="949325" cy="1938337"/>
          </a:xfrm>
          <a:prstGeom prst="line">
            <a:avLst/>
          </a:prstGeom>
          <a:ln w="19050" cap="flat" cmpd="sng">
            <a:solidFill>
              <a:srgbClr val="000000"/>
            </a:solidFill>
            <a:prstDash val="solid"/>
            <a:headEnd type="none" w="med" len="med"/>
            <a:tailEnd type="triangle" w="med" len="med"/>
          </a:ln>
        </p:spPr>
      </p:sp>
      <p:sp>
        <p:nvSpPr>
          <p:cNvPr id="32776" name="Line 9"/>
          <p:cNvSpPr/>
          <p:nvPr/>
        </p:nvSpPr>
        <p:spPr>
          <a:xfrm flipH="1">
            <a:off x="2898775" y="3170238"/>
            <a:ext cx="863600" cy="1766887"/>
          </a:xfrm>
          <a:prstGeom prst="line">
            <a:avLst/>
          </a:prstGeom>
          <a:ln w="19050" cap="flat" cmpd="sng">
            <a:solidFill>
              <a:srgbClr val="000000"/>
            </a:solidFill>
            <a:prstDash val="solid"/>
            <a:headEnd type="none" w="med" len="med"/>
            <a:tailEnd type="triangle" w="med" len="med"/>
          </a:ln>
        </p:spPr>
      </p:sp>
      <p:sp>
        <p:nvSpPr>
          <p:cNvPr id="32777" name="Line 10"/>
          <p:cNvSpPr/>
          <p:nvPr/>
        </p:nvSpPr>
        <p:spPr>
          <a:xfrm>
            <a:off x="4921250" y="3074988"/>
            <a:ext cx="1208088" cy="1744662"/>
          </a:xfrm>
          <a:prstGeom prst="line">
            <a:avLst/>
          </a:prstGeom>
          <a:ln w="19050" cap="flat" cmpd="sng">
            <a:solidFill>
              <a:srgbClr val="000000"/>
            </a:solidFill>
            <a:prstDash val="solid"/>
            <a:headEnd type="none" w="med" len="med"/>
            <a:tailEnd type="triangle" w="med" len="med"/>
          </a:ln>
        </p:spPr>
      </p:sp>
      <p:sp>
        <p:nvSpPr>
          <p:cNvPr id="32778" name="Line 11"/>
          <p:cNvSpPr/>
          <p:nvPr/>
        </p:nvSpPr>
        <p:spPr>
          <a:xfrm flipH="1">
            <a:off x="3279775" y="5397500"/>
            <a:ext cx="2332038" cy="0"/>
          </a:xfrm>
          <a:prstGeom prst="line">
            <a:avLst/>
          </a:prstGeom>
          <a:ln w="19050" cap="flat" cmpd="sng">
            <a:solidFill>
              <a:srgbClr val="000000"/>
            </a:solidFill>
            <a:prstDash val="solid"/>
            <a:headEnd type="none" w="med" len="med"/>
            <a:tailEnd type="triangle" w="med" len="med"/>
          </a:ln>
        </p:spPr>
      </p:sp>
      <p:sp>
        <p:nvSpPr>
          <p:cNvPr id="32779" name="Text Box 12"/>
          <p:cNvSpPr txBox="1"/>
          <p:nvPr/>
        </p:nvSpPr>
        <p:spPr>
          <a:xfrm>
            <a:off x="3762375" y="2484438"/>
            <a:ext cx="1035050" cy="488950"/>
          </a:xfrm>
          <a:prstGeom prst="rect">
            <a:avLst/>
          </a:prstGeom>
          <a:solidFill>
            <a:srgbClr val="EAEAEA"/>
          </a:solidFill>
          <a:ln w="9525">
            <a:noFill/>
          </a:ln>
        </p:spPr>
        <p:txBody>
          <a:bodyPr lIns="0" tIns="36000" rIns="0" bIns="0"/>
          <a:p>
            <a:pPr algn="ctr" eaLnBrk="0" hangingPunct="0"/>
            <a:r>
              <a:rPr lang="zh-CN" altLang="en-US" sz="2400" b="0" dirty="0">
                <a:solidFill>
                  <a:srgbClr val="FF0000"/>
                </a:solidFill>
                <a:latin typeface="黑体" panose="02010609060101010101" pitchFamily="49" charset="-122"/>
              </a:rPr>
              <a:t>运行态</a:t>
            </a:r>
            <a:endParaRPr lang="zh-CN" altLang="en-US" sz="2400" b="0" dirty="0">
              <a:solidFill>
                <a:srgbClr val="FF0000"/>
              </a:solidFill>
              <a:latin typeface="黑体" panose="02010609060101010101" pitchFamily="49" charset="-122"/>
            </a:endParaRPr>
          </a:p>
        </p:txBody>
      </p:sp>
      <p:sp>
        <p:nvSpPr>
          <p:cNvPr id="32780" name="Text Box 13"/>
          <p:cNvSpPr txBox="1"/>
          <p:nvPr/>
        </p:nvSpPr>
        <p:spPr>
          <a:xfrm>
            <a:off x="1946275" y="5165725"/>
            <a:ext cx="1038225" cy="517525"/>
          </a:xfrm>
          <a:prstGeom prst="rect">
            <a:avLst/>
          </a:prstGeom>
          <a:solidFill>
            <a:srgbClr val="EAEAEA"/>
          </a:solidFill>
          <a:ln w="9525">
            <a:noFill/>
          </a:ln>
        </p:spPr>
        <p:txBody>
          <a:bodyPr lIns="0" tIns="36000" rIns="0" bIns="0"/>
          <a:p>
            <a:pPr algn="ctr" eaLnBrk="0" hangingPunct="0"/>
            <a:r>
              <a:rPr lang="zh-CN" altLang="en-US" sz="2400" b="0" dirty="0">
                <a:solidFill>
                  <a:srgbClr val="FF0000"/>
                </a:solidFill>
                <a:latin typeface="黑体" panose="02010609060101010101" pitchFamily="49" charset="-122"/>
              </a:rPr>
              <a:t>就绪态</a:t>
            </a:r>
            <a:endParaRPr lang="zh-CN" altLang="en-US" sz="2400" b="0" dirty="0">
              <a:solidFill>
                <a:srgbClr val="FF0000"/>
              </a:solidFill>
              <a:latin typeface="黑体" panose="02010609060101010101" pitchFamily="49" charset="-122"/>
            </a:endParaRPr>
          </a:p>
        </p:txBody>
      </p:sp>
      <p:sp>
        <p:nvSpPr>
          <p:cNvPr id="32781" name="Text Box 14"/>
          <p:cNvSpPr txBox="1"/>
          <p:nvPr/>
        </p:nvSpPr>
        <p:spPr>
          <a:xfrm>
            <a:off x="6007100" y="5165725"/>
            <a:ext cx="1036638" cy="441325"/>
          </a:xfrm>
          <a:prstGeom prst="rect">
            <a:avLst/>
          </a:prstGeom>
          <a:solidFill>
            <a:srgbClr val="EAEAEA"/>
          </a:solidFill>
          <a:ln w="9525">
            <a:noFill/>
          </a:ln>
        </p:spPr>
        <p:txBody>
          <a:bodyPr lIns="0" tIns="36000" rIns="0" bIns="0"/>
          <a:p>
            <a:pPr algn="ctr" eaLnBrk="0" hangingPunct="0"/>
            <a:r>
              <a:rPr lang="zh-CN" altLang="en-US" sz="2400" b="0" dirty="0">
                <a:solidFill>
                  <a:srgbClr val="FF0000"/>
                </a:solidFill>
                <a:latin typeface="黑体" panose="02010609060101010101" pitchFamily="49" charset="-122"/>
              </a:rPr>
              <a:t>等待态</a:t>
            </a:r>
            <a:endParaRPr lang="zh-CN" altLang="en-US" sz="2400" b="0" dirty="0">
              <a:solidFill>
                <a:srgbClr val="FF0000"/>
              </a:solidFill>
              <a:latin typeface="黑体" panose="02010609060101010101" pitchFamily="49" charset="-122"/>
            </a:endParaRPr>
          </a:p>
        </p:txBody>
      </p:sp>
      <p:sp>
        <p:nvSpPr>
          <p:cNvPr id="32782" name="Text Box 15"/>
          <p:cNvSpPr txBox="1"/>
          <p:nvPr/>
        </p:nvSpPr>
        <p:spPr>
          <a:xfrm>
            <a:off x="420688" y="3170238"/>
            <a:ext cx="2516187" cy="1143000"/>
          </a:xfrm>
          <a:prstGeom prst="rect">
            <a:avLst/>
          </a:prstGeom>
          <a:noFill/>
          <a:ln w="9525">
            <a:noFill/>
          </a:ln>
        </p:spPr>
        <p:txBody>
          <a:bodyPr lIns="0" tIns="36000" rIns="0" bIns="0"/>
          <a:p>
            <a:pPr eaLnBrk="0" hangingPunct="0"/>
            <a:r>
              <a:rPr lang="zh-CN" altLang="en-US" sz="2400" b="0" dirty="0">
                <a:latin typeface="Times New Roman" panose="02020603050405020304" pitchFamily="18" charset="0"/>
              </a:rPr>
              <a:t>①</a:t>
            </a:r>
            <a:r>
              <a:rPr lang="zh-CN" altLang="en-US" sz="2400" b="0" dirty="0">
                <a:solidFill>
                  <a:schemeClr val="hlink"/>
                </a:solidFill>
                <a:latin typeface="Times New Roman" panose="02020603050405020304" pitchFamily="18" charset="0"/>
              </a:rPr>
              <a:t>进程调度程序把处理机分配给进程</a:t>
            </a:r>
            <a:endParaRPr lang="en-US" altLang="zh-CN" sz="2400" b="0" dirty="0">
              <a:solidFill>
                <a:schemeClr val="hlink"/>
              </a:solidFill>
              <a:latin typeface="Times New Roman" panose="02020603050405020304" pitchFamily="18" charset="0"/>
            </a:endParaRPr>
          </a:p>
          <a:p>
            <a:pPr algn="ctr" eaLnBrk="0" hangingPunct="0"/>
            <a:r>
              <a:rPr lang="zh-CN" altLang="en-US" sz="2400" b="0" dirty="0">
                <a:solidFill>
                  <a:srgbClr val="0033CC"/>
                </a:solidFill>
                <a:latin typeface="黑体" panose="02010609060101010101" pitchFamily="49" charset="-122"/>
              </a:rPr>
              <a:t>选中</a:t>
            </a:r>
            <a:endParaRPr lang="zh-CN" altLang="en-US" sz="2400" b="0" dirty="0">
              <a:solidFill>
                <a:srgbClr val="0033CC"/>
              </a:solidFill>
              <a:latin typeface="黑体" panose="02010609060101010101" pitchFamily="49" charset="-122"/>
            </a:endParaRPr>
          </a:p>
        </p:txBody>
      </p:sp>
      <p:sp>
        <p:nvSpPr>
          <p:cNvPr id="32783" name="Text Box 16"/>
          <p:cNvSpPr txBox="1"/>
          <p:nvPr/>
        </p:nvSpPr>
        <p:spPr>
          <a:xfrm>
            <a:off x="3316288" y="4037013"/>
            <a:ext cx="2160587" cy="765175"/>
          </a:xfrm>
          <a:prstGeom prst="rect">
            <a:avLst/>
          </a:prstGeom>
          <a:noFill/>
          <a:ln w="9525">
            <a:noFill/>
          </a:ln>
        </p:spPr>
        <p:txBody>
          <a:bodyPr lIns="0" tIns="36000" rIns="0" bIns="0"/>
          <a:p>
            <a:pPr eaLnBrk="0" hangingPunct="0"/>
            <a:r>
              <a:rPr lang="zh-CN" altLang="en-US" sz="2400" b="0" dirty="0">
                <a:latin typeface="Times New Roman" panose="02020603050405020304" pitchFamily="18" charset="0"/>
              </a:rPr>
              <a:t>④</a:t>
            </a:r>
            <a:r>
              <a:rPr lang="zh-CN" altLang="en-US" sz="2400" b="0" dirty="0">
                <a:solidFill>
                  <a:schemeClr val="hlink"/>
                </a:solidFill>
                <a:latin typeface="Times New Roman" panose="02020603050405020304" pitchFamily="18" charset="0"/>
              </a:rPr>
              <a:t>时间片已用完</a:t>
            </a:r>
            <a:endParaRPr lang="en-US" altLang="zh-CN" sz="2400" b="0" dirty="0">
              <a:solidFill>
                <a:schemeClr val="hlink"/>
              </a:solidFill>
              <a:latin typeface="Times New Roman" panose="02020603050405020304" pitchFamily="18" charset="0"/>
            </a:endParaRPr>
          </a:p>
          <a:p>
            <a:pPr algn="ctr" eaLnBrk="0" hangingPunct="0"/>
            <a:r>
              <a:rPr lang="zh-CN" altLang="en-US" sz="2400" b="0" dirty="0">
                <a:solidFill>
                  <a:srgbClr val="0033CC"/>
                </a:solidFill>
                <a:latin typeface="Times New Roman" panose="02020603050405020304" pitchFamily="18" charset="0"/>
              </a:rPr>
              <a:t>落选</a:t>
            </a:r>
            <a:endParaRPr lang="zh-CN" altLang="en-US" sz="2400" b="0" dirty="0">
              <a:solidFill>
                <a:srgbClr val="0033CC"/>
              </a:solidFill>
              <a:latin typeface="Times New Roman" panose="02020603050405020304" pitchFamily="18" charset="0"/>
            </a:endParaRPr>
          </a:p>
        </p:txBody>
      </p:sp>
      <p:sp>
        <p:nvSpPr>
          <p:cNvPr id="32784" name="Text Box 17"/>
          <p:cNvSpPr txBox="1"/>
          <p:nvPr/>
        </p:nvSpPr>
        <p:spPr>
          <a:xfrm>
            <a:off x="5514975" y="3398838"/>
            <a:ext cx="2209800" cy="547687"/>
          </a:xfrm>
          <a:prstGeom prst="rect">
            <a:avLst/>
          </a:prstGeom>
          <a:noFill/>
          <a:ln w="9525">
            <a:noFill/>
          </a:ln>
        </p:spPr>
        <p:txBody>
          <a:bodyPr lIns="0" tIns="36000" rIns="0" bIns="0"/>
          <a:p>
            <a:pPr algn="ctr" eaLnBrk="0" hangingPunct="0"/>
            <a:r>
              <a:rPr lang="zh-CN" altLang="en-US" sz="2400" b="0" dirty="0">
                <a:latin typeface="Times New Roman" panose="02020603050405020304" pitchFamily="18" charset="0"/>
              </a:rPr>
              <a:t>②</a:t>
            </a:r>
            <a:r>
              <a:rPr lang="zh-CN" altLang="en-US" sz="2400" b="0" dirty="0">
                <a:solidFill>
                  <a:schemeClr val="hlink"/>
                </a:solidFill>
                <a:latin typeface="黑体" panose="02010609060101010101" pitchFamily="49" charset="-122"/>
              </a:rPr>
              <a:t>出现等待事件</a:t>
            </a:r>
            <a:endParaRPr lang="en-US" altLang="zh-CN" sz="2400" b="0" dirty="0">
              <a:solidFill>
                <a:schemeClr val="hlink"/>
              </a:solidFill>
              <a:latin typeface="黑体" panose="02010609060101010101" pitchFamily="49" charset="-122"/>
            </a:endParaRPr>
          </a:p>
          <a:p>
            <a:pPr algn="ctr" eaLnBrk="0" hangingPunct="0"/>
            <a:r>
              <a:rPr lang="zh-CN" altLang="en-US" sz="2400" b="0" dirty="0">
                <a:solidFill>
                  <a:srgbClr val="0033CC"/>
                </a:solidFill>
                <a:latin typeface="黑体" panose="02010609060101010101" pitchFamily="49" charset="-122"/>
              </a:rPr>
              <a:t>睡眠</a:t>
            </a:r>
            <a:endParaRPr lang="zh-CN" altLang="en-US" sz="2400" b="0" dirty="0">
              <a:solidFill>
                <a:srgbClr val="0033CC"/>
              </a:solidFill>
              <a:latin typeface="黑体" panose="02010609060101010101" pitchFamily="49" charset="-122"/>
            </a:endParaRPr>
          </a:p>
        </p:txBody>
      </p:sp>
      <p:sp>
        <p:nvSpPr>
          <p:cNvPr id="32785" name="Text Box 18"/>
          <p:cNvSpPr txBox="1"/>
          <p:nvPr/>
        </p:nvSpPr>
        <p:spPr>
          <a:xfrm>
            <a:off x="3381375" y="5378450"/>
            <a:ext cx="2209800" cy="762000"/>
          </a:xfrm>
          <a:prstGeom prst="rect">
            <a:avLst/>
          </a:prstGeom>
          <a:noFill/>
          <a:ln w="9525">
            <a:noFill/>
          </a:ln>
        </p:spPr>
        <p:txBody>
          <a:bodyPr lIns="0" tIns="36000" rIns="0" bIns="0"/>
          <a:p>
            <a:pPr algn="ctr" eaLnBrk="0" hangingPunct="0"/>
            <a:r>
              <a:rPr lang="zh-CN" altLang="en-US" sz="2400" b="0" dirty="0">
                <a:latin typeface="Times New Roman" panose="02020603050405020304" pitchFamily="18" charset="0"/>
              </a:rPr>
              <a:t>③</a:t>
            </a:r>
            <a:r>
              <a:rPr lang="zh-CN" altLang="en-US" sz="2400" b="0" dirty="0">
                <a:solidFill>
                  <a:schemeClr val="hlink"/>
                </a:solidFill>
                <a:latin typeface="黑体" panose="02010609060101010101" pitchFamily="49" charset="-122"/>
              </a:rPr>
              <a:t>等待事件完成</a:t>
            </a:r>
            <a:r>
              <a:rPr lang="zh-CN" altLang="en-US" sz="2400" b="0" dirty="0">
                <a:solidFill>
                  <a:srgbClr val="0033CC"/>
                </a:solidFill>
                <a:latin typeface="黑体" panose="02010609060101010101" pitchFamily="49" charset="-122"/>
              </a:rPr>
              <a:t>唤醒</a:t>
            </a:r>
            <a:endParaRPr lang="zh-CN" altLang="en-US" sz="2400" b="0" dirty="0">
              <a:solidFill>
                <a:srgbClr val="0033CC"/>
              </a:solidFill>
              <a:latin typeface="黑体" panose="02010609060101010101" pitchFamily="49" charset="-122"/>
            </a:endParaRPr>
          </a:p>
        </p:txBody>
      </p:sp>
      <p:sp>
        <p:nvSpPr>
          <p:cNvPr id="32786" name="Rectangle 2"/>
          <p:cNvSpPr>
            <a:spLocks noGrp="1"/>
          </p:cNvSpPr>
          <p:nvPr/>
        </p:nvSpPr>
        <p:spPr>
          <a:xfrm>
            <a:off x="1828800" y="477838"/>
            <a:ext cx="7240588" cy="561975"/>
          </a:xfrm>
          <a:prstGeom prst="rect">
            <a:avLst/>
          </a:prstGeom>
          <a:noFill/>
          <a:ln w="9525">
            <a:noFill/>
          </a:ln>
        </p:spPr>
        <p:txBody>
          <a:bodyPr lIns="100776" tIns="50388" rIns="100776" bIns="50388" anchor="ctr" anchorCtr="0"/>
          <a:p>
            <a:pPr algn="r" eaLnBrk="0" hangingPunct="0"/>
            <a:r>
              <a:rPr lang="en-US" altLang="zh-CN" sz="3600" dirty="0">
                <a:solidFill>
                  <a:schemeClr val="bg1"/>
                </a:solidFill>
                <a:latin typeface="黑体" panose="02010609060101010101" pitchFamily="49" charset="-122"/>
                <a:ea typeface="黑体" panose="02010609060101010101" pitchFamily="49" charset="-122"/>
              </a:rPr>
              <a:t>       </a:t>
            </a:r>
            <a:r>
              <a:rPr lang="zh-CN" altLang="en-US" sz="3600" dirty="0">
                <a:solidFill>
                  <a:schemeClr val="bg1"/>
                </a:solidFill>
                <a:latin typeface="黑体" panose="02010609060101010101" pitchFamily="49" charset="-122"/>
                <a:ea typeface="黑体" panose="02010609060101010101" pitchFamily="49" charset="-122"/>
              </a:rPr>
              <a:t>进程</a:t>
            </a:r>
            <a:endParaRPr lang="zh-CN" altLang="en-US" sz="3600" dirty="0">
              <a:solidFill>
                <a:schemeClr val="bg1"/>
              </a:solidFill>
              <a:latin typeface="黑体" panose="02010609060101010101" pitchFamily="49" charset="-122"/>
              <a:ea typeface="黑体" panose="02010609060101010101" pitchFamily="49" charset="-122"/>
            </a:endParaRPr>
          </a:p>
        </p:txBody>
      </p:sp>
    </p:spTree>
  </p:cSld>
  <p:clrMapOvr>
    <a:masterClrMapping/>
  </p:clrMapOvr>
  <p:transition>
    <p:zoom/>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2" fill="hold" grpId="0" nodeType="withEffect">
                                  <p:stCondLst>
                                    <p:cond delay="0"/>
                                  </p:stCondLst>
                                  <p:childTnLst>
                                    <p:set>
                                      <p:cBhvr>
                                        <p:cTn id="6" dur="1" fill="hold">
                                          <p:stCondLst>
                                            <p:cond delay="0"/>
                                          </p:stCondLst>
                                        </p:cTn>
                                        <p:tgtEl>
                                          <p:spTgt spid="32782"/>
                                        </p:tgtEl>
                                        <p:attrNameLst>
                                          <p:attrName>style.visibility</p:attrName>
                                        </p:attrNameLst>
                                      </p:cBhvr>
                                      <p:to>
                                        <p:strVal val="visible"/>
                                      </p:to>
                                    </p:set>
                                    <p:anim calcmode="lin" valueType="num">
                                      <p:cBhvr additive="base">
                                        <p:cTn id="7" dur="500" fill="hold"/>
                                        <p:tgtEl>
                                          <p:spTgt spid="32782"/>
                                        </p:tgtEl>
                                        <p:attrNameLst>
                                          <p:attrName>ppt_x</p:attrName>
                                        </p:attrNameLst>
                                      </p:cBhvr>
                                      <p:tavLst>
                                        <p:tav tm="0">
                                          <p:val>
                                            <p:strVal val="0-#ppt_w/2"/>
                                          </p:val>
                                        </p:tav>
                                        <p:tav tm="100000">
                                          <p:val>
                                            <p:strVal val="#ppt_x"/>
                                          </p:val>
                                        </p:tav>
                                      </p:tavLst>
                                    </p:anim>
                                    <p:anim calcmode="lin" valueType="num">
                                      <p:cBhvr additive="base">
                                        <p:cTn id="8" dur="500" fill="hold"/>
                                        <p:tgtEl>
                                          <p:spTgt spid="3278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5" presetClass="entr" presetSubtype="10" fill="hold" grpId="0" nodeType="clickEffect">
                                  <p:stCondLst>
                                    <p:cond delay="0"/>
                                  </p:stCondLst>
                                  <p:childTnLst>
                                    <p:set>
                                      <p:cBhvr>
                                        <p:cTn id="12" dur="1" fill="hold">
                                          <p:stCondLst>
                                            <p:cond delay="0"/>
                                          </p:stCondLst>
                                        </p:cTn>
                                        <p:tgtEl>
                                          <p:spTgt spid="32783"/>
                                        </p:tgtEl>
                                        <p:attrNameLst>
                                          <p:attrName>style.visibility</p:attrName>
                                        </p:attrNameLst>
                                      </p:cBhvr>
                                      <p:to>
                                        <p:strVal val="visible"/>
                                      </p:to>
                                    </p:set>
                                    <p:animEffect transition="in" filter="checkerboard(across)">
                                      <p:cBhvr>
                                        <p:cTn id="13" dur="500"/>
                                        <p:tgtEl>
                                          <p:spTgt spid="32783"/>
                                        </p:tgtEl>
                                      </p:cBhvr>
                                    </p:animEffect>
                                  </p:childTnLst>
                                </p:cTn>
                              </p:par>
                            </p:childTnLst>
                          </p:cTn>
                        </p:par>
                      </p:childTnLst>
                    </p:cTn>
                  </p:par>
                  <p:par>
                    <p:cTn id="14" fill="hold">
                      <p:stCondLst>
                        <p:cond delay="indefinite"/>
                      </p:stCondLst>
                      <p:childTnLst>
                        <p:par>
                          <p:cTn id="15" fill="hold">
                            <p:stCondLst>
                              <p:cond delay="0"/>
                            </p:stCondLst>
                            <p:childTnLst>
                              <p:par>
                                <p:cTn id="16" presetID="15" presetClass="entr" presetSubtype="0" fill="hold" grpId="0" nodeType="clickEffect">
                                  <p:stCondLst>
                                    <p:cond delay="0"/>
                                  </p:stCondLst>
                                  <p:childTnLst>
                                    <p:set>
                                      <p:cBhvr>
                                        <p:cTn id="17" dur="1" fill="hold">
                                          <p:stCondLst>
                                            <p:cond delay="0"/>
                                          </p:stCondLst>
                                        </p:cTn>
                                        <p:tgtEl>
                                          <p:spTgt spid="32784"/>
                                        </p:tgtEl>
                                        <p:attrNameLst>
                                          <p:attrName>style.visibility</p:attrName>
                                        </p:attrNameLst>
                                      </p:cBhvr>
                                      <p:to>
                                        <p:strVal val="visible"/>
                                      </p:to>
                                    </p:set>
                                    <p:anim calcmode="lin" valueType="num">
                                      <p:cBhvr>
                                        <p:cTn id="18" dur="1000" fill="hold"/>
                                        <p:tgtEl>
                                          <p:spTgt spid="32784"/>
                                        </p:tgtEl>
                                        <p:attrNameLst>
                                          <p:attrName>ppt_w</p:attrName>
                                        </p:attrNameLst>
                                      </p:cBhvr>
                                      <p:tavLst>
                                        <p:tav tm="0">
                                          <p:val>
                                            <p:fltVal val="0.000000"/>
                                          </p:val>
                                        </p:tav>
                                        <p:tav tm="100000">
                                          <p:val>
                                            <p:strVal val="#ppt_w"/>
                                          </p:val>
                                        </p:tav>
                                      </p:tavLst>
                                    </p:anim>
                                    <p:anim calcmode="lin" valueType="num">
                                      <p:cBhvr>
                                        <p:cTn id="19" dur="1000" fill="hold"/>
                                        <p:tgtEl>
                                          <p:spTgt spid="32784"/>
                                        </p:tgtEl>
                                        <p:attrNameLst>
                                          <p:attrName>ppt_h</p:attrName>
                                        </p:attrNameLst>
                                      </p:cBhvr>
                                      <p:tavLst>
                                        <p:tav tm="0">
                                          <p:val>
                                            <p:fltVal val="0.000000"/>
                                          </p:val>
                                        </p:tav>
                                        <p:tav tm="100000">
                                          <p:val>
                                            <p:strVal val="#ppt_h"/>
                                          </p:val>
                                        </p:tav>
                                      </p:tavLst>
                                    </p:anim>
                                    <p:anim calcmode="lin" valueType="num">
                                      <p:cBhvr>
                                        <p:cTn id="20" dur="1000" fill="hold"/>
                                        <p:tgtEl>
                                          <p:spTgt spid="32784"/>
                                        </p:tgtEl>
                                        <p:attrNameLst>
                                          <p:attrName>ppt_x</p:attrName>
                                        </p:attrNameLst>
                                      </p:cBhvr>
                                      <p:tavLst>
                                        <p:tav tm="0" fmla="#ppt_x+(cos(-2*pi*(1-$))*-#ppt_x-sin(-2*pi*(1-$))*(1-#ppt_y))*(1-$)">
                                          <p:val>
                                            <p:fltVal val="0.000000"/>
                                          </p:val>
                                        </p:tav>
                                        <p:tav tm="100000">
                                          <p:val>
                                            <p:fltVal val="1.000000"/>
                                          </p:val>
                                        </p:tav>
                                      </p:tavLst>
                                    </p:anim>
                                    <p:anim calcmode="lin" valueType="num">
                                      <p:cBhvr>
                                        <p:cTn id="21" dur="1000" fill="hold"/>
                                        <p:tgtEl>
                                          <p:spTgt spid="32784"/>
                                        </p:tgtEl>
                                        <p:attrNameLst>
                                          <p:attrName>ppt_y</p:attrName>
                                        </p:attrNameLst>
                                      </p:cBhvr>
                                      <p:tavLst>
                                        <p:tav tm="0" fmla="#ppt_y+(sin(-2*pi*(1-$))*-#ppt_x+cos(-2*pi*(1-$))*(1-#ppt_y))*(1-$)">
                                          <p:val>
                                            <p:fltVal val="0.000000"/>
                                          </p:val>
                                        </p:tav>
                                        <p:tav tm="100000">
                                          <p:val>
                                            <p:fltVal val="1.000000"/>
                                          </p:val>
                                        </p:tav>
                                      </p:tavLst>
                                    </p:anim>
                                  </p:childTnLst>
                                </p:cTn>
                              </p:par>
                            </p:childTnLst>
                          </p:cTn>
                        </p:par>
                      </p:childTnLst>
                    </p:cTn>
                  </p:par>
                  <p:par>
                    <p:cTn id="22" fill="hold">
                      <p:stCondLst>
                        <p:cond delay="indefinite"/>
                      </p:stCondLst>
                      <p:childTnLst>
                        <p:par>
                          <p:cTn id="23" fill="hold">
                            <p:stCondLst>
                              <p:cond delay="0"/>
                            </p:stCondLst>
                            <p:childTnLst>
                              <p:par>
                                <p:cTn id="24" presetID="3" presetClass="entr" presetSubtype="10" fill="hold" grpId="0" nodeType="clickEffect">
                                  <p:stCondLst>
                                    <p:cond delay="0"/>
                                  </p:stCondLst>
                                  <p:childTnLst>
                                    <p:set>
                                      <p:cBhvr>
                                        <p:cTn id="25" dur="1" fill="hold">
                                          <p:stCondLst>
                                            <p:cond delay="0"/>
                                          </p:stCondLst>
                                        </p:cTn>
                                        <p:tgtEl>
                                          <p:spTgt spid="32785"/>
                                        </p:tgtEl>
                                        <p:attrNameLst>
                                          <p:attrName>style.visibility</p:attrName>
                                        </p:attrNameLst>
                                      </p:cBhvr>
                                      <p:to>
                                        <p:strVal val="visible"/>
                                      </p:to>
                                    </p:set>
                                    <p:animEffect transition="in" filter="blinds(horizontal)">
                                      <p:cBhvr>
                                        <p:cTn id="26" dur="500"/>
                                        <p:tgtEl>
                                          <p:spTgt spid="3278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782" grpId="0"/>
      <p:bldP spid="32783" grpId="0"/>
      <p:bldP spid="32784" grpId="0"/>
      <p:bldP spid="32785"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3794" name="Rectangle 3"/>
          <p:cNvSpPr>
            <a:spLocks noGrp="1"/>
          </p:cNvSpPr>
          <p:nvPr>
            <p:ph type="body" idx="4294967295"/>
          </p:nvPr>
        </p:nvSpPr>
        <p:spPr>
          <a:xfrm>
            <a:off x="533400" y="1219200"/>
            <a:ext cx="8535988" cy="5026025"/>
          </a:xfrm>
          <a:ln/>
        </p:spPr>
        <p:txBody>
          <a:bodyPr vert="horz" wrap="square" lIns="91440" tIns="45720" rIns="91440" bIns="45720" anchor="t" anchorCtr="0"/>
          <a:p>
            <a:r>
              <a:rPr lang="zh-CN" altLang="en-US" dirty="0"/>
              <a:t>进程的</a:t>
            </a:r>
            <a:r>
              <a:rPr lang="en-US" altLang="zh-CN" dirty="0"/>
              <a:t>5</a:t>
            </a:r>
            <a:r>
              <a:rPr lang="zh-CN" altLang="en-US" dirty="0"/>
              <a:t>种状态及其转换</a:t>
            </a:r>
            <a:endParaRPr lang="zh-CN" altLang="en-US" dirty="0"/>
          </a:p>
        </p:txBody>
      </p:sp>
      <p:sp>
        <p:nvSpPr>
          <p:cNvPr id="33795" name="Oval 19"/>
          <p:cNvSpPr/>
          <p:nvPr/>
        </p:nvSpPr>
        <p:spPr>
          <a:xfrm>
            <a:off x="4000500" y="2132013"/>
            <a:ext cx="1336675" cy="1204912"/>
          </a:xfrm>
          <a:prstGeom prst="ellipse">
            <a:avLst/>
          </a:prstGeom>
          <a:solidFill>
            <a:srgbClr val="EAEAEA"/>
          </a:solidFill>
          <a:ln w="19050" cap="flat" cmpd="sng">
            <a:solidFill>
              <a:srgbClr val="000000"/>
            </a:solidFill>
            <a:prstDash val="solid"/>
            <a:headEnd type="none" w="med" len="med"/>
            <a:tailEnd type="none" w="med" len="med"/>
          </a:ln>
          <a:effectLst>
            <a:outerShdw dist="107763" dir="8100000" algn="ctr" rotWithShape="0">
              <a:srgbClr val="808080"/>
            </a:outerShdw>
          </a:effectLst>
        </p:spPr>
        <p:txBody>
          <a:bodyPr tIns="36000"/>
          <a:p>
            <a:endParaRPr lang="zh-CN" altLang="en-US" dirty="0">
              <a:latin typeface="Times New Roman" panose="02020603050405020304" pitchFamily="18" charset="0"/>
            </a:endParaRPr>
          </a:p>
        </p:txBody>
      </p:sp>
      <p:sp>
        <p:nvSpPr>
          <p:cNvPr id="33796" name="Oval 20"/>
          <p:cNvSpPr/>
          <p:nvPr/>
        </p:nvSpPr>
        <p:spPr>
          <a:xfrm>
            <a:off x="2581275" y="4943475"/>
            <a:ext cx="1336675" cy="1206500"/>
          </a:xfrm>
          <a:prstGeom prst="ellipse">
            <a:avLst/>
          </a:prstGeom>
          <a:solidFill>
            <a:srgbClr val="EAEAEA"/>
          </a:solidFill>
          <a:ln w="19050" cap="flat" cmpd="sng">
            <a:solidFill>
              <a:srgbClr val="000000"/>
            </a:solidFill>
            <a:prstDash val="solid"/>
            <a:headEnd type="none" w="med" len="med"/>
            <a:tailEnd type="none" w="med" len="med"/>
          </a:ln>
          <a:effectLst>
            <a:outerShdw dist="107763" dir="8100000" algn="ctr" rotWithShape="0">
              <a:srgbClr val="808080"/>
            </a:outerShdw>
          </a:effectLst>
        </p:spPr>
        <p:txBody>
          <a:bodyPr tIns="36000"/>
          <a:p>
            <a:endParaRPr lang="zh-CN" altLang="en-US" dirty="0">
              <a:latin typeface="Times New Roman" panose="02020603050405020304" pitchFamily="18" charset="0"/>
            </a:endParaRPr>
          </a:p>
        </p:txBody>
      </p:sp>
      <p:sp>
        <p:nvSpPr>
          <p:cNvPr id="33797" name="Oval 21"/>
          <p:cNvSpPr/>
          <p:nvPr/>
        </p:nvSpPr>
        <p:spPr>
          <a:xfrm>
            <a:off x="5738813" y="4943475"/>
            <a:ext cx="1338262" cy="1206500"/>
          </a:xfrm>
          <a:prstGeom prst="ellipse">
            <a:avLst/>
          </a:prstGeom>
          <a:solidFill>
            <a:srgbClr val="EAEAEA"/>
          </a:solidFill>
          <a:ln w="19050" cap="flat" cmpd="sng">
            <a:solidFill>
              <a:srgbClr val="000000"/>
            </a:solidFill>
            <a:prstDash val="solid"/>
            <a:headEnd type="none" w="med" len="med"/>
            <a:tailEnd type="none" w="med" len="med"/>
          </a:ln>
          <a:effectLst>
            <a:outerShdw dist="107763" dir="8100000" algn="ctr" rotWithShape="0">
              <a:srgbClr val="808080"/>
            </a:outerShdw>
          </a:effectLst>
        </p:spPr>
        <p:txBody>
          <a:bodyPr tIns="36000"/>
          <a:p>
            <a:endParaRPr lang="zh-CN" altLang="en-US" dirty="0">
              <a:latin typeface="Times New Roman" panose="02020603050405020304" pitchFamily="18" charset="0"/>
            </a:endParaRPr>
          </a:p>
        </p:txBody>
      </p:sp>
      <p:sp>
        <p:nvSpPr>
          <p:cNvPr id="33798" name="Line 22"/>
          <p:cNvSpPr/>
          <p:nvPr/>
        </p:nvSpPr>
        <p:spPr>
          <a:xfrm flipV="1">
            <a:off x="3302000" y="3046413"/>
            <a:ext cx="736600" cy="1897062"/>
          </a:xfrm>
          <a:prstGeom prst="line">
            <a:avLst/>
          </a:prstGeom>
          <a:ln w="19050" cap="flat" cmpd="sng">
            <a:solidFill>
              <a:srgbClr val="000000"/>
            </a:solidFill>
            <a:prstDash val="solid"/>
            <a:headEnd type="none" w="med" len="med"/>
            <a:tailEnd type="triangle" w="med" len="med"/>
          </a:ln>
        </p:spPr>
      </p:sp>
      <p:sp>
        <p:nvSpPr>
          <p:cNvPr id="33799" name="Line 23"/>
          <p:cNvSpPr/>
          <p:nvPr/>
        </p:nvSpPr>
        <p:spPr>
          <a:xfrm flipH="1">
            <a:off x="3657600" y="3336925"/>
            <a:ext cx="647700" cy="1689100"/>
          </a:xfrm>
          <a:prstGeom prst="line">
            <a:avLst/>
          </a:prstGeom>
          <a:ln w="19050" cap="flat" cmpd="sng">
            <a:solidFill>
              <a:srgbClr val="000000"/>
            </a:solidFill>
            <a:prstDash val="solid"/>
            <a:headEnd type="none" w="med" len="med"/>
            <a:tailEnd type="triangle" w="med" len="med"/>
          </a:ln>
        </p:spPr>
      </p:sp>
      <p:sp>
        <p:nvSpPr>
          <p:cNvPr id="33800" name="Line 24"/>
          <p:cNvSpPr/>
          <p:nvPr/>
        </p:nvSpPr>
        <p:spPr>
          <a:xfrm>
            <a:off x="5187950" y="3138488"/>
            <a:ext cx="909638" cy="1887537"/>
          </a:xfrm>
          <a:prstGeom prst="line">
            <a:avLst/>
          </a:prstGeom>
          <a:ln w="19050" cap="flat" cmpd="sng">
            <a:solidFill>
              <a:srgbClr val="000000"/>
            </a:solidFill>
            <a:prstDash val="solid"/>
            <a:headEnd type="none" w="med" len="med"/>
            <a:tailEnd type="triangle" w="med" len="med"/>
          </a:ln>
        </p:spPr>
      </p:sp>
      <p:sp>
        <p:nvSpPr>
          <p:cNvPr id="33801" name="Line 25"/>
          <p:cNvSpPr/>
          <p:nvPr/>
        </p:nvSpPr>
        <p:spPr>
          <a:xfrm flipH="1">
            <a:off x="3917950" y="5546725"/>
            <a:ext cx="1806575" cy="0"/>
          </a:xfrm>
          <a:prstGeom prst="line">
            <a:avLst/>
          </a:prstGeom>
          <a:ln w="19050" cap="flat" cmpd="sng">
            <a:solidFill>
              <a:srgbClr val="000000"/>
            </a:solidFill>
            <a:prstDash val="solid"/>
            <a:headEnd type="none" w="med" len="med"/>
            <a:tailEnd type="triangle" w="med" len="med"/>
          </a:ln>
        </p:spPr>
      </p:sp>
      <p:sp>
        <p:nvSpPr>
          <p:cNvPr id="33802" name="Text Box 26"/>
          <p:cNvSpPr txBox="1"/>
          <p:nvPr/>
        </p:nvSpPr>
        <p:spPr>
          <a:xfrm>
            <a:off x="4305300" y="2336800"/>
            <a:ext cx="803275" cy="804863"/>
          </a:xfrm>
          <a:prstGeom prst="rect">
            <a:avLst/>
          </a:prstGeom>
          <a:solidFill>
            <a:srgbClr val="EAEAEA"/>
          </a:solidFill>
          <a:ln w="9525">
            <a:noFill/>
          </a:ln>
        </p:spPr>
        <p:txBody>
          <a:bodyPr lIns="0" tIns="36000" rIns="0" bIns="0"/>
          <a:p>
            <a:pPr algn="ctr" eaLnBrk="0" hangingPunct="0"/>
            <a:r>
              <a:rPr lang="zh-CN" altLang="en-US" sz="2400" b="0" dirty="0">
                <a:solidFill>
                  <a:srgbClr val="FF0000"/>
                </a:solidFill>
                <a:latin typeface="华文新魏" panose="02010800040101010101" pitchFamily="2" charset="-122"/>
              </a:rPr>
              <a:t>运行态</a:t>
            </a:r>
            <a:endParaRPr lang="zh-CN" altLang="en-US" sz="2400" b="0" dirty="0">
              <a:solidFill>
                <a:srgbClr val="FF0000"/>
              </a:solidFill>
              <a:latin typeface="华文新魏" panose="02010800040101010101" pitchFamily="2" charset="-122"/>
            </a:endParaRPr>
          </a:p>
        </p:txBody>
      </p:sp>
      <p:sp>
        <p:nvSpPr>
          <p:cNvPr id="33803" name="Text Box 27"/>
          <p:cNvSpPr txBox="1"/>
          <p:nvPr/>
        </p:nvSpPr>
        <p:spPr>
          <a:xfrm>
            <a:off x="2898775" y="5146675"/>
            <a:ext cx="803275" cy="803275"/>
          </a:xfrm>
          <a:prstGeom prst="rect">
            <a:avLst/>
          </a:prstGeom>
          <a:solidFill>
            <a:srgbClr val="EAEAEA"/>
          </a:solidFill>
          <a:ln w="9525">
            <a:noFill/>
          </a:ln>
        </p:spPr>
        <p:txBody>
          <a:bodyPr lIns="0" tIns="36000" rIns="0" bIns="0"/>
          <a:p>
            <a:pPr algn="ctr" eaLnBrk="0" hangingPunct="0"/>
            <a:r>
              <a:rPr lang="zh-CN" altLang="en-US" sz="2400" b="0" dirty="0">
                <a:solidFill>
                  <a:srgbClr val="FF0000"/>
                </a:solidFill>
                <a:latin typeface="华文新魏" panose="02010800040101010101" pitchFamily="2" charset="-122"/>
              </a:rPr>
              <a:t>就绪态</a:t>
            </a:r>
            <a:endParaRPr lang="zh-CN" altLang="en-US" sz="2400" b="0" dirty="0">
              <a:solidFill>
                <a:srgbClr val="FF0000"/>
              </a:solidFill>
              <a:latin typeface="华文新魏" panose="02010800040101010101" pitchFamily="2" charset="-122"/>
            </a:endParaRPr>
          </a:p>
        </p:txBody>
      </p:sp>
      <p:sp>
        <p:nvSpPr>
          <p:cNvPr id="33804" name="Text Box 28"/>
          <p:cNvSpPr txBox="1"/>
          <p:nvPr/>
        </p:nvSpPr>
        <p:spPr>
          <a:xfrm>
            <a:off x="6043613" y="5146675"/>
            <a:ext cx="803275" cy="803275"/>
          </a:xfrm>
          <a:prstGeom prst="rect">
            <a:avLst/>
          </a:prstGeom>
          <a:solidFill>
            <a:srgbClr val="EAEAEA"/>
          </a:solidFill>
          <a:ln w="9525">
            <a:noFill/>
          </a:ln>
        </p:spPr>
        <p:txBody>
          <a:bodyPr lIns="0" tIns="36000" rIns="0" bIns="0"/>
          <a:p>
            <a:pPr algn="ctr" eaLnBrk="0" hangingPunct="0"/>
            <a:r>
              <a:rPr lang="zh-CN" altLang="en-US" sz="2400" b="0" dirty="0">
                <a:solidFill>
                  <a:srgbClr val="FF0000"/>
                </a:solidFill>
                <a:latin typeface="黑体" panose="02010609060101010101" pitchFamily="49" charset="-122"/>
              </a:rPr>
              <a:t>等待态</a:t>
            </a:r>
            <a:endParaRPr lang="zh-CN" altLang="en-US" sz="2400" b="0" dirty="0">
              <a:solidFill>
                <a:srgbClr val="FF0000"/>
              </a:solidFill>
              <a:latin typeface="黑体" panose="02010609060101010101" pitchFamily="49" charset="-122"/>
            </a:endParaRPr>
          </a:p>
        </p:txBody>
      </p:sp>
      <p:sp>
        <p:nvSpPr>
          <p:cNvPr id="33805" name="Text Box 29"/>
          <p:cNvSpPr txBox="1"/>
          <p:nvPr/>
        </p:nvSpPr>
        <p:spPr>
          <a:xfrm>
            <a:off x="2971800" y="3808413"/>
            <a:ext cx="762000" cy="347662"/>
          </a:xfrm>
          <a:prstGeom prst="rect">
            <a:avLst/>
          </a:prstGeom>
          <a:noFill/>
          <a:ln w="9525">
            <a:noFill/>
          </a:ln>
        </p:spPr>
        <p:txBody>
          <a:bodyPr lIns="0" tIns="36000" rIns="0" bIns="0"/>
          <a:p>
            <a:pPr algn="ctr" eaLnBrk="0" hangingPunct="0"/>
            <a:r>
              <a:rPr lang="zh-CN" altLang="en-US" sz="1800" b="0" dirty="0">
                <a:solidFill>
                  <a:schemeClr val="hlink"/>
                </a:solidFill>
                <a:latin typeface="Times New Roman" panose="02020603050405020304" pitchFamily="18" charset="0"/>
              </a:rPr>
              <a:t>选中</a:t>
            </a:r>
            <a:endParaRPr lang="zh-CN" altLang="en-US" sz="1800" b="0" dirty="0">
              <a:solidFill>
                <a:schemeClr val="hlink"/>
              </a:solidFill>
              <a:latin typeface="Times New Roman" panose="02020603050405020304" pitchFamily="18" charset="0"/>
            </a:endParaRPr>
          </a:p>
        </p:txBody>
      </p:sp>
      <p:sp>
        <p:nvSpPr>
          <p:cNvPr id="33806" name="Text Box 30"/>
          <p:cNvSpPr txBox="1"/>
          <p:nvPr/>
        </p:nvSpPr>
        <p:spPr>
          <a:xfrm>
            <a:off x="3960813" y="4092575"/>
            <a:ext cx="762000" cy="304800"/>
          </a:xfrm>
          <a:prstGeom prst="rect">
            <a:avLst/>
          </a:prstGeom>
          <a:noFill/>
          <a:ln w="9525">
            <a:noFill/>
          </a:ln>
        </p:spPr>
        <p:txBody>
          <a:bodyPr lIns="0" tIns="36000" rIns="0" bIns="0"/>
          <a:p>
            <a:pPr algn="ctr" eaLnBrk="0" hangingPunct="0"/>
            <a:r>
              <a:rPr lang="zh-CN" altLang="en-US" sz="1800" b="0" dirty="0">
                <a:solidFill>
                  <a:schemeClr val="hlink"/>
                </a:solidFill>
                <a:latin typeface="Times New Roman" panose="02020603050405020304" pitchFamily="18" charset="0"/>
              </a:rPr>
              <a:t>落选</a:t>
            </a:r>
            <a:endParaRPr lang="zh-CN" altLang="en-US" sz="1800" b="0" dirty="0">
              <a:solidFill>
                <a:schemeClr val="hlink"/>
              </a:solidFill>
              <a:latin typeface="Times New Roman" panose="02020603050405020304" pitchFamily="18" charset="0"/>
            </a:endParaRPr>
          </a:p>
        </p:txBody>
      </p:sp>
      <p:sp>
        <p:nvSpPr>
          <p:cNvPr id="33807" name="Text Box 31"/>
          <p:cNvSpPr txBox="1"/>
          <p:nvPr/>
        </p:nvSpPr>
        <p:spPr>
          <a:xfrm>
            <a:off x="5614988" y="3843338"/>
            <a:ext cx="1473200" cy="803275"/>
          </a:xfrm>
          <a:prstGeom prst="rect">
            <a:avLst/>
          </a:prstGeom>
          <a:noFill/>
          <a:ln w="9525">
            <a:noFill/>
          </a:ln>
        </p:spPr>
        <p:txBody>
          <a:bodyPr lIns="0" tIns="36000" rIns="0" bIns="0"/>
          <a:p>
            <a:pPr algn="ctr" eaLnBrk="0" hangingPunct="0"/>
            <a:r>
              <a:rPr lang="zh-CN" altLang="en-US" b="0" dirty="0">
                <a:solidFill>
                  <a:schemeClr val="hlink"/>
                </a:solidFill>
                <a:latin typeface="黑体" panose="02010609060101010101" pitchFamily="49" charset="-122"/>
              </a:rPr>
              <a:t>出现等待</a:t>
            </a:r>
            <a:endParaRPr lang="zh-CN" altLang="en-US" b="0" dirty="0">
              <a:solidFill>
                <a:schemeClr val="hlink"/>
              </a:solidFill>
              <a:latin typeface="黑体" panose="02010609060101010101" pitchFamily="49" charset="-122"/>
            </a:endParaRPr>
          </a:p>
          <a:p>
            <a:pPr algn="ctr" eaLnBrk="0" hangingPunct="0"/>
            <a:r>
              <a:rPr lang="zh-CN" altLang="en-US" b="0" dirty="0">
                <a:solidFill>
                  <a:schemeClr val="hlink"/>
                </a:solidFill>
                <a:latin typeface="黑体" panose="02010609060101010101" pitchFamily="49" charset="-122"/>
              </a:rPr>
              <a:t>事件</a:t>
            </a:r>
            <a:endParaRPr lang="zh-CN" altLang="en-US" b="0" dirty="0">
              <a:solidFill>
                <a:schemeClr val="hlink"/>
              </a:solidFill>
              <a:latin typeface="黑体" panose="02010609060101010101" pitchFamily="49" charset="-122"/>
            </a:endParaRPr>
          </a:p>
        </p:txBody>
      </p:sp>
      <p:sp>
        <p:nvSpPr>
          <p:cNvPr id="33808" name="Text Box 32"/>
          <p:cNvSpPr txBox="1"/>
          <p:nvPr/>
        </p:nvSpPr>
        <p:spPr>
          <a:xfrm>
            <a:off x="4191000" y="5540375"/>
            <a:ext cx="1373188" cy="801688"/>
          </a:xfrm>
          <a:prstGeom prst="rect">
            <a:avLst/>
          </a:prstGeom>
          <a:noFill/>
          <a:ln w="9525">
            <a:noFill/>
          </a:ln>
        </p:spPr>
        <p:txBody>
          <a:bodyPr lIns="0" tIns="36000" rIns="0" bIns="0"/>
          <a:p>
            <a:pPr algn="ctr" eaLnBrk="0" hangingPunct="0"/>
            <a:r>
              <a:rPr lang="zh-CN" altLang="en-US" b="0" dirty="0">
                <a:solidFill>
                  <a:schemeClr val="hlink"/>
                </a:solidFill>
                <a:latin typeface="黑体" panose="02010609060101010101" pitchFamily="49" charset="-122"/>
              </a:rPr>
              <a:t>等待事件</a:t>
            </a:r>
            <a:endParaRPr lang="zh-CN" altLang="en-US" b="0" dirty="0">
              <a:solidFill>
                <a:schemeClr val="hlink"/>
              </a:solidFill>
              <a:latin typeface="黑体" panose="02010609060101010101" pitchFamily="49" charset="-122"/>
            </a:endParaRPr>
          </a:p>
          <a:p>
            <a:pPr algn="ctr" eaLnBrk="0" hangingPunct="0"/>
            <a:r>
              <a:rPr lang="zh-CN" altLang="en-US" b="0" dirty="0">
                <a:solidFill>
                  <a:schemeClr val="hlink"/>
                </a:solidFill>
                <a:latin typeface="黑体" panose="02010609060101010101" pitchFamily="49" charset="-122"/>
              </a:rPr>
              <a:t>完成</a:t>
            </a:r>
            <a:endParaRPr lang="zh-CN" altLang="en-US" b="0" dirty="0">
              <a:solidFill>
                <a:schemeClr val="hlink"/>
              </a:solidFill>
              <a:latin typeface="黑体" panose="02010609060101010101" pitchFamily="49" charset="-122"/>
            </a:endParaRPr>
          </a:p>
        </p:txBody>
      </p:sp>
      <p:sp>
        <p:nvSpPr>
          <p:cNvPr id="33809" name="Oval 33"/>
          <p:cNvSpPr/>
          <p:nvPr/>
        </p:nvSpPr>
        <p:spPr>
          <a:xfrm>
            <a:off x="609600" y="2208213"/>
            <a:ext cx="1336675" cy="1209675"/>
          </a:xfrm>
          <a:prstGeom prst="ellipse">
            <a:avLst/>
          </a:prstGeom>
          <a:solidFill>
            <a:srgbClr val="EAEAEA"/>
          </a:solidFill>
          <a:ln w="19050" cap="flat" cmpd="sng">
            <a:solidFill>
              <a:srgbClr val="000000"/>
            </a:solidFill>
            <a:prstDash val="solid"/>
            <a:headEnd type="none" w="med" len="med"/>
            <a:tailEnd type="none" w="med" len="med"/>
          </a:ln>
          <a:effectLst>
            <a:outerShdw dist="107763" dir="8100000" algn="ctr" rotWithShape="0">
              <a:srgbClr val="808080"/>
            </a:outerShdw>
          </a:effectLst>
        </p:spPr>
        <p:txBody>
          <a:bodyPr tIns="36000"/>
          <a:p>
            <a:endParaRPr lang="zh-CN" altLang="en-US" dirty="0">
              <a:latin typeface="Times New Roman" panose="02020603050405020304" pitchFamily="18" charset="0"/>
            </a:endParaRPr>
          </a:p>
        </p:txBody>
      </p:sp>
      <p:sp>
        <p:nvSpPr>
          <p:cNvPr id="33810" name="Text Box 34"/>
          <p:cNvSpPr txBox="1"/>
          <p:nvPr/>
        </p:nvSpPr>
        <p:spPr>
          <a:xfrm>
            <a:off x="838200" y="2360613"/>
            <a:ext cx="803275" cy="804862"/>
          </a:xfrm>
          <a:prstGeom prst="rect">
            <a:avLst/>
          </a:prstGeom>
          <a:solidFill>
            <a:srgbClr val="EAEAEA"/>
          </a:solidFill>
          <a:ln w="9525">
            <a:noFill/>
          </a:ln>
        </p:spPr>
        <p:txBody>
          <a:bodyPr lIns="0" tIns="36000" rIns="0" bIns="0"/>
          <a:p>
            <a:pPr algn="ctr" eaLnBrk="0" hangingPunct="0"/>
            <a:r>
              <a:rPr lang="zh-CN" altLang="en-US" sz="2400" b="0" dirty="0">
                <a:solidFill>
                  <a:srgbClr val="FF0000"/>
                </a:solidFill>
                <a:latin typeface="华文新魏" panose="02010800040101010101" pitchFamily="2" charset="-122"/>
              </a:rPr>
              <a:t>新建态</a:t>
            </a:r>
            <a:endParaRPr lang="zh-CN" altLang="en-US" sz="2400" b="0" dirty="0">
              <a:solidFill>
                <a:srgbClr val="FF0000"/>
              </a:solidFill>
              <a:latin typeface="华文新魏" panose="02010800040101010101" pitchFamily="2" charset="-122"/>
            </a:endParaRPr>
          </a:p>
        </p:txBody>
      </p:sp>
      <p:sp>
        <p:nvSpPr>
          <p:cNvPr id="33811" name="Oval 35"/>
          <p:cNvSpPr/>
          <p:nvPr/>
        </p:nvSpPr>
        <p:spPr>
          <a:xfrm>
            <a:off x="7351713" y="2132013"/>
            <a:ext cx="1336675" cy="1209675"/>
          </a:xfrm>
          <a:prstGeom prst="ellipse">
            <a:avLst/>
          </a:prstGeom>
          <a:solidFill>
            <a:srgbClr val="EAEAEA"/>
          </a:solidFill>
          <a:ln w="19050" cap="flat" cmpd="sng">
            <a:solidFill>
              <a:srgbClr val="000000"/>
            </a:solidFill>
            <a:prstDash val="solid"/>
            <a:headEnd type="none" w="med" len="med"/>
            <a:tailEnd type="none" w="med" len="med"/>
          </a:ln>
          <a:effectLst>
            <a:outerShdw dist="107763" dir="8100000" algn="ctr" rotWithShape="0">
              <a:srgbClr val="808080"/>
            </a:outerShdw>
          </a:effectLst>
        </p:spPr>
        <p:txBody>
          <a:bodyPr tIns="36000"/>
          <a:p>
            <a:endParaRPr lang="zh-CN" altLang="en-US" dirty="0">
              <a:latin typeface="Times New Roman" panose="02020603050405020304" pitchFamily="18" charset="0"/>
            </a:endParaRPr>
          </a:p>
        </p:txBody>
      </p:sp>
      <p:sp>
        <p:nvSpPr>
          <p:cNvPr id="33812" name="Text Box 36"/>
          <p:cNvSpPr txBox="1"/>
          <p:nvPr/>
        </p:nvSpPr>
        <p:spPr>
          <a:xfrm>
            <a:off x="7580313" y="2333625"/>
            <a:ext cx="803275" cy="804863"/>
          </a:xfrm>
          <a:prstGeom prst="rect">
            <a:avLst/>
          </a:prstGeom>
          <a:solidFill>
            <a:srgbClr val="EAEAEA"/>
          </a:solidFill>
          <a:ln w="9525">
            <a:noFill/>
          </a:ln>
        </p:spPr>
        <p:txBody>
          <a:bodyPr lIns="0" tIns="36000" rIns="0" bIns="0"/>
          <a:p>
            <a:pPr algn="ctr" eaLnBrk="0" hangingPunct="0"/>
            <a:r>
              <a:rPr lang="zh-CN" altLang="en-US" sz="2400" b="0" dirty="0">
                <a:solidFill>
                  <a:srgbClr val="FF0000"/>
                </a:solidFill>
                <a:latin typeface="黑体" panose="02010609060101010101" pitchFamily="49" charset="-122"/>
              </a:rPr>
              <a:t>终止态</a:t>
            </a:r>
            <a:endParaRPr lang="zh-CN" altLang="en-US" sz="2400" b="0" dirty="0">
              <a:solidFill>
                <a:srgbClr val="FF0000"/>
              </a:solidFill>
              <a:latin typeface="黑体" panose="02010609060101010101" pitchFamily="49" charset="-122"/>
            </a:endParaRPr>
          </a:p>
        </p:txBody>
      </p:sp>
      <p:sp>
        <p:nvSpPr>
          <p:cNvPr id="33813" name="Line 37"/>
          <p:cNvSpPr/>
          <p:nvPr/>
        </p:nvSpPr>
        <p:spPr>
          <a:xfrm>
            <a:off x="1581150" y="3417888"/>
            <a:ext cx="1162050" cy="1728787"/>
          </a:xfrm>
          <a:prstGeom prst="line">
            <a:avLst/>
          </a:prstGeom>
          <a:ln w="19050" cap="flat" cmpd="sng">
            <a:solidFill>
              <a:srgbClr val="000000"/>
            </a:solidFill>
            <a:prstDash val="solid"/>
            <a:headEnd type="none" w="med" len="med"/>
            <a:tailEnd type="triangle" w="med" len="med"/>
          </a:ln>
        </p:spPr>
      </p:sp>
      <p:sp>
        <p:nvSpPr>
          <p:cNvPr id="33814" name="Line 38"/>
          <p:cNvSpPr/>
          <p:nvPr/>
        </p:nvSpPr>
        <p:spPr>
          <a:xfrm flipV="1">
            <a:off x="5340350" y="2665413"/>
            <a:ext cx="2011363" cy="23812"/>
          </a:xfrm>
          <a:prstGeom prst="line">
            <a:avLst/>
          </a:prstGeom>
          <a:ln w="19050" cap="flat" cmpd="sng">
            <a:solidFill>
              <a:srgbClr val="000000"/>
            </a:solidFill>
            <a:prstDash val="solid"/>
            <a:headEnd type="none" w="med" len="med"/>
            <a:tailEnd type="triangle" w="med" len="med"/>
          </a:ln>
        </p:spPr>
      </p:sp>
      <p:sp>
        <p:nvSpPr>
          <p:cNvPr id="33815" name="Text Box 39"/>
          <p:cNvSpPr txBox="1"/>
          <p:nvPr/>
        </p:nvSpPr>
        <p:spPr>
          <a:xfrm>
            <a:off x="5640388" y="2319338"/>
            <a:ext cx="1524000" cy="1031875"/>
          </a:xfrm>
          <a:prstGeom prst="rect">
            <a:avLst/>
          </a:prstGeom>
          <a:noFill/>
          <a:ln w="9525">
            <a:noFill/>
          </a:ln>
        </p:spPr>
        <p:txBody>
          <a:bodyPr lIns="0" tIns="36000" rIns="0" bIns="0"/>
          <a:p>
            <a:pPr algn="ctr"/>
            <a:r>
              <a:rPr lang="zh-CN" altLang="en-US" b="0" dirty="0">
                <a:solidFill>
                  <a:schemeClr val="hlink"/>
                </a:solidFill>
                <a:latin typeface="Times New Roman" panose="02020603050405020304" pitchFamily="18" charset="0"/>
              </a:rPr>
              <a:t>正常结束，或出现错误异常</a:t>
            </a:r>
            <a:endParaRPr lang="zh-CN" altLang="en-US" b="0" dirty="0">
              <a:solidFill>
                <a:schemeClr val="hlink"/>
              </a:solidFill>
              <a:latin typeface="Times New Roman" panose="02020603050405020304" pitchFamily="18" charset="0"/>
            </a:endParaRPr>
          </a:p>
        </p:txBody>
      </p:sp>
      <p:sp>
        <p:nvSpPr>
          <p:cNvPr id="33816" name="Rectangle 2"/>
          <p:cNvSpPr>
            <a:spLocks noGrp="1"/>
          </p:cNvSpPr>
          <p:nvPr/>
        </p:nvSpPr>
        <p:spPr>
          <a:xfrm>
            <a:off x="1828800" y="477838"/>
            <a:ext cx="7240588" cy="561975"/>
          </a:xfrm>
          <a:prstGeom prst="rect">
            <a:avLst/>
          </a:prstGeom>
          <a:noFill/>
          <a:ln w="9525">
            <a:noFill/>
          </a:ln>
        </p:spPr>
        <p:txBody>
          <a:bodyPr lIns="100776" tIns="50388" rIns="100776" bIns="50388" anchor="ctr" anchorCtr="0"/>
          <a:p>
            <a:pPr algn="r" eaLnBrk="0" hangingPunct="0"/>
            <a:r>
              <a:rPr lang="en-US" altLang="zh-CN" sz="3600" dirty="0">
                <a:solidFill>
                  <a:schemeClr val="bg1"/>
                </a:solidFill>
                <a:latin typeface="黑体" panose="02010609060101010101" pitchFamily="49" charset="-122"/>
                <a:ea typeface="黑体" panose="02010609060101010101" pitchFamily="49" charset="-122"/>
              </a:rPr>
              <a:t>       </a:t>
            </a:r>
            <a:r>
              <a:rPr lang="zh-CN" altLang="en-US" sz="3600" dirty="0">
                <a:solidFill>
                  <a:schemeClr val="bg1"/>
                </a:solidFill>
                <a:latin typeface="黑体" panose="02010609060101010101" pitchFamily="49" charset="-122"/>
                <a:ea typeface="黑体" panose="02010609060101010101" pitchFamily="49" charset="-122"/>
              </a:rPr>
              <a:t>进程</a:t>
            </a:r>
            <a:endParaRPr lang="zh-CN" altLang="en-US" sz="3600" dirty="0">
              <a:solidFill>
                <a:schemeClr val="bg1"/>
              </a:solidFill>
              <a:latin typeface="黑体" panose="02010609060101010101" pitchFamily="49" charset="-122"/>
              <a:ea typeface="黑体" panose="02010609060101010101" pitchFamily="49" charset="-122"/>
            </a:endParaRPr>
          </a:p>
        </p:txBody>
      </p:sp>
    </p:spTree>
  </p:cSld>
  <p:clrMapOvr>
    <a:masterClrMapping/>
  </p:clrMapOvr>
  <p:transition>
    <p:zoom/>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4818" name="Rectangle 3"/>
          <p:cNvSpPr>
            <a:spLocks noGrp="1"/>
          </p:cNvSpPr>
          <p:nvPr>
            <p:ph type="body" idx="4294967295"/>
          </p:nvPr>
        </p:nvSpPr>
        <p:spPr>
          <a:xfrm>
            <a:off x="608013" y="1141413"/>
            <a:ext cx="8231187" cy="5559425"/>
          </a:xfrm>
          <a:ln/>
        </p:spPr>
        <p:txBody>
          <a:bodyPr vert="horz" wrap="square" lIns="91440" tIns="45720" rIns="91440" bIns="45720" anchor="t" anchorCtr="0"/>
          <a:p>
            <a:pPr>
              <a:lnSpc>
                <a:spcPct val="140000"/>
              </a:lnSpc>
            </a:pPr>
            <a:r>
              <a:rPr lang="zh-CN" altLang="en-US" dirty="0"/>
              <a:t>进程“挂起” </a:t>
            </a:r>
            <a:r>
              <a:rPr lang="en-US" altLang="zh-CN" dirty="0"/>
              <a:t>(suspend)</a:t>
            </a:r>
            <a:r>
              <a:rPr lang="zh-CN" altLang="en-US" dirty="0"/>
              <a:t>状态的引入</a:t>
            </a:r>
            <a:endParaRPr lang="zh-CN" altLang="en-US" dirty="0"/>
          </a:p>
          <a:p>
            <a:pPr lvl="1">
              <a:lnSpc>
                <a:spcPct val="140000"/>
              </a:lnSpc>
            </a:pPr>
            <a:r>
              <a:rPr lang="zh-CN" altLang="en-US" b="0" dirty="0">
                <a:latin typeface="微软雅黑" panose="020B0503020204020204" pitchFamily="34" charset="-122"/>
                <a:ea typeface="微软雅黑" panose="020B0503020204020204" pitchFamily="34" charset="-122"/>
              </a:rPr>
              <a:t>把某些进程对换到磁盘中或搁置一旁，暂时不参与调度运行</a:t>
            </a:r>
            <a:endParaRPr lang="zh-CN" altLang="en-US" b="0" dirty="0">
              <a:latin typeface="微软雅黑" panose="020B0503020204020204" pitchFamily="34" charset="-122"/>
              <a:ea typeface="微软雅黑" panose="020B0503020204020204" pitchFamily="34" charset="-122"/>
            </a:endParaRPr>
          </a:p>
          <a:p>
            <a:pPr>
              <a:lnSpc>
                <a:spcPct val="140000"/>
              </a:lnSpc>
            </a:pPr>
            <a:r>
              <a:rPr lang="zh-CN" altLang="en-US" dirty="0"/>
              <a:t>引入挂起状态的原因</a:t>
            </a:r>
            <a:endParaRPr lang="zh-CN" altLang="en-US" dirty="0"/>
          </a:p>
          <a:p>
            <a:pPr lvl="1">
              <a:lnSpc>
                <a:spcPct val="140000"/>
              </a:lnSpc>
            </a:pPr>
            <a:r>
              <a:rPr lang="zh-CN" altLang="en-US" b="0" dirty="0">
                <a:latin typeface="微软雅黑" panose="020B0503020204020204" pitchFamily="34" charset="-122"/>
                <a:ea typeface="微软雅黑" panose="020B0503020204020204" pitchFamily="34" charset="-122"/>
              </a:rPr>
              <a:t>提高主存利用率，调节系统负荷</a:t>
            </a:r>
            <a:endParaRPr lang="zh-CN" altLang="en-US" b="0" dirty="0">
              <a:latin typeface="微软雅黑" panose="020B0503020204020204" pitchFamily="34" charset="-122"/>
              <a:ea typeface="微软雅黑" panose="020B0503020204020204" pitchFamily="34" charset="-122"/>
            </a:endParaRPr>
          </a:p>
          <a:p>
            <a:pPr lvl="1">
              <a:lnSpc>
                <a:spcPct val="140000"/>
              </a:lnSpc>
            </a:pPr>
            <a:r>
              <a:rPr lang="zh-CN" altLang="en-US" b="0" dirty="0">
                <a:latin typeface="微软雅黑" panose="020B0503020204020204" pitchFamily="34" charset="-122"/>
                <a:ea typeface="微软雅黑" panose="020B0503020204020204" pitchFamily="34" charset="-122"/>
              </a:rPr>
              <a:t>进行程序的调试、检查和改正；</a:t>
            </a:r>
            <a:endParaRPr lang="zh-CN" altLang="en-US" b="0" dirty="0">
              <a:latin typeface="微软雅黑" panose="020B0503020204020204" pitchFamily="34" charset="-122"/>
              <a:ea typeface="微软雅黑" panose="020B0503020204020204" pitchFamily="34" charset="-122"/>
            </a:endParaRPr>
          </a:p>
          <a:p>
            <a:pPr lvl="1">
              <a:lnSpc>
                <a:spcPct val="140000"/>
              </a:lnSpc>
            </a:pPr>
            <a:r>
              <a:rPr lang="zh-CN" altLang="en-US" b="0" dirty="0">
                <a:latin typeface="微软雅黑" panose="020B0503020204020204" pitchFamily="34" charset="-122"/>
                <a:ea typeface="微软雅黑" panose="020B0503020204020204" pitchFamily="34" charset="-122"/>
              </a:rPr>
              <a:t>当系统出现故障或某些功能受到破坏时，需要挂起某些进程以排除故障</a:t>
            </a:r>
            <a:endParaRPr lang="en-US" altLang="zh-CN" b="0" dirty="0">
              <a:latin typeface="微软雅黑" panose="020B0503020204020204" pitchFamily="34" charset="-122"/>
              <a:ea typeface="微软雅黑" panose="020B0503020204020204" pitchFamily="34" charset="-122"/>
            </a:endParaRPr>
          </a:p>
        </p:txBody>
      </p:sp>
      <p:sp>
        <p:nvSpPr>
          <p:cNvPr id="34819" name="Rectangle 2"/>
          <p:cNvSpPr>
            <a:spLocks noGrp="1"/>
          </p:cNvSpPr>
          <p:nvPr/>
        </p:nvSpPr>
        <p:spPr>
          <a:xfrm>
            <a:off x="1828800" y="477838"/>
            <a:ext cx="7240588" cy="561975"/>
          </a:xfrm>
          <a:prstGeom prst="rect">
            <a:avLst/>
          </a:prstGeom>
          <a:noFill/>
          <a:ln w="9525">
            <a:noFill/>
          </a:ln>
        </p:spPr>
        <p:txBody>
          <a:bodyPr lIns="100776" tIns="50388" rIns="100776" bIns="50388" anchor="ctr" anchorCtr="0"/>
          <a:p>
            <a:pPr algn="r" eaLnBrk="0" hangingPunct="0"/>
            <a:r>
              <a:rPr lang="en-US" altLang="zh-CN" sz="3600" dirty="0">
                <a:solidFill>
                  <a:schemeClr val="bg1"/>
                </a:solidFill>
                <a:latin typeface="黑体" panose="02010609060101010101" pitchFamily="49" charset="-122"/>
                <a:ea typeface="黑体" panose="02010609060101010101" pitchFamily="49" charset="-122"/>
              </a:rPr>
              <a:t>       </a:t>
            </a:r>
            <a:r>
              <a:rPr lang="zh-CN" altLang="en-US" sz="3600" dirty="0">
                <a:solidFill>
                  <a:schemeClr val="bg1"/>
                </a:solidFill>
                <a:latin typeface="黑体" panose="02010609060101010101" pitchFamily="49" charset="-122"/>
                <a:ea typeface="黑体" panose="02010609060101010101" pitchFamily="49" charset="-122"/>
              </a:rPr>
              <a:t>进程</a:t>
            </a:r>
            <a:endParaRPr lang="zh-CN" altLang="en-US" sz="3600" dirty="0">
              <a:solidFill>
                <a:schemeClr val="bg1"/>
              </a:solidFill>
              <a:latin typeface="黑体" panose="02010609060101010101" pitchFamily="49" charset="-122"/>
              <a:ea typeface="黑体" panose="02010609060101010101" pitchFamily="49" charset="-122"/>
            </a:endParaRPr>
          </a:p>
        </p:txBody>
      </p:sp>
    </p:spTree>
  </p:cSld>
  <p:clrMapOvr>
    <a:masterClrMapping/>
  </p:clrMapOvr>
  <p:transition>
    <p:zoom/>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5842" name="Rectangle 3"/>
          <p:cNvSpPr>
            <a:spLocks noGrp="1"/>
          </p:cNvSpPr>
          <p:nvPr>
            <p:ph type="body" idx="4294967295"/>
          </p:nvPr>
        </p:nvSpPr>
        <p:spPr>
          <a:xfrm>
            <a:off x="685800" y="1295400"/>
            <a:ext cx="8002588" cy="4949825"/>
          </a:xfrm>
          <a:ln/>
        </p:spPr>
        <p:txBody>
          <a:bodyPr vert="horz" wrap="square" lIns="91440" tIns="45720" rIns="91440" bIns="45720" anchor="t" anchorCtr="0"/>
          <a:p>
            <a:pPr>
              <a:lnSpc>
                <a:spcPct val="140000"/>
              </a:lnSpc>
            </a:pPr>
            <a:r>
              <a:rPr lang="zh-CN" altLang="en-US" sz="3600" dirty="0"/>
              <a:t>挂起引入的两个新状态</a:t>
            </a:r>
            <a:endParaRPr lang="zh-CN" altLang="en-US" sz="3600" dirty="0"/>
          </a:p>
          <a:p>
            <a:pPr lvl="1">
              <a:lnSpc>
                <a:spcPct val="140000"/>
              </a:lnSpc>
            </a:pPr>
            <a:r>
              <a:rPr lang="zh-CN" altLang="en-US" sz="3200" dirty="0">
                <a:solidFill>
                  <a:srgbClr val="FF0000"/>
                </a:solidFill>
                <a:latin typeface="黑体" panose="02010609060101010101" pitchFamily="49" charset="-122"/>
              </a:rPr>
              <a:t>挂起就绪态（</a:t>
            </a:r>
            <a:r>
              <a:rPr lang="en-US" altLang="zh-CN" sz="3200" dirty="0">
                <a:solidFill>
                  <a:srgbClr val="FF0000"/>
                </a:solidFill>
              </a:rPr>
              <a:t>ready suspend</a:t>
            </a:r>
            <a:r>
              <a:rPr lang="zh-CN" altLang="en-US" sz="3200" dirty="0">
                <a:solidFill>
                  <a:srgbClr val="FF0000"/>
                </a:solidFill>
                <a:latin typeface="黑体" panose="02010609060101010101" pitchFamily="49" charset="-122"/>
              </a:rPr>
              <a:t>）</a:t>
            </a:r>
            <a:r>
              <a:rPr lang="zh-CN" altLang="en-US" sz="3200" dirty="0">
                <a:latin typeface="黑体" panose="02010609060101010101" pitchFamily="49" charset="-122"/>
              </a:rPr>
              <a:t>：进程具备运行条件但被置为挂起状态</a:t>
            </a:r>
            <a:endParaRPr lang="zh-CN" altLang="en-US" sz="3200" dirty="0"/>
          </a:p>
          <a:p>
            <a:pPr lvl="1">
              <a:lnSpc>
                <a:spcPct val="140000"/>
              </a:lnSpc>
            </a:pPr>
            <a:r>
              <a:rPr lang="zh-CN" altLang="en-US" sz="3200" dirty="0">
                <a:solidFill>
                  <a:srgbClr val="FF0000"/>
                </a:solidFill>
                <a:latin typeface="黑体" panose="02010609060101010101" pitchFamily="49" charset="-122"/>
              </a:rPr>
              <a:t>挂起等待态（</a:t>
            </a:r>
            <a:r>
              <a:rPr lang="en-US" altLang="zh-CN" sz="3200" dirty="0">
                <a:solidFill>
                  <a:srgbClr val="FF0000"/>
                </a:solidFill>
              </a:rPr>
              <a:t>blocked suspend</a:t>
            </a:r>
            <a:r>
              <a:rPr lang="zh-CN" altLang="en-US" sz="3200" dirty="0">
                <a:solidFill>
                  <a:srgbClr val="FF0000"/>
                </a:solidFill>
                <a:latin typeface="黑体" panose="02010609060101010101" pitchFamily="49" charset="-122"/>
              </a:rPr>
              <a:t>）</a:t>
            </a:r>
            <a:r>
              <a:rPr lang="zh-CN" altLang="en-US" sz="3200" dirty="0">
                <a:latin typeface="黑体" panose="02010609060101010101" pitchFamily="49" charset="-122"/>
              </a:rPr>
              <a:t>：进程正在等待某一个事件，且被置为了挂起状态</a:t>
            </a:r>
            <a:endParaRPr lang="zh-CN" altLang="en-US" sz="3200" dirty="0"/>
          </a:p>
        </p:txBody>
      </p:sp>
      <p:sp>
        <p:nvSpPr>
          <p:cNvPr id="35843" name="Rectangle 2"/>
          <p:cNvSpPr>
            <a:spLocks noGrp="1"/>
          </p:cNvSpPr>
          <p:nvPr/>
        </p:nvSpPr>
        <p:spPr>
          <a:xfrm>
            <a:off x="1828800" y="477838"/>
            <a:ext cx="7240588" cy="561975"/>
          </a:xfrm>
          <a:prstGeom prst="rect">
            <a:avLst/>
          </a:prstGeom>
          <a:noFill/>
          <a:ln w="9525">
            <a:noFill/>
          </a:ln>
        </p:spPr>
        <p:txBody>
          <a:bodyPr lIns="100776" tIns="50388" rIns="100776" bIns="50388" anchor="ctr" anchorCtr="0"/>
          <a:p>
            <a:pPr algn="r" eaLnBrk="0" hangingPunct="0"/>
            <a:r>
              <a:rPr lang="en-US" altLang="zh-CN" sz="3600" dirty="0">
                <a:solidFill>
                  <a:schemeClr val="bg1"/>
                </a:solidFill>
                <a:latin typeface="黑体" panose="02010609060101010101" pitchFamily="49" charset="-122"/>
                <a:ea typeface="黑体" panose="02010609060101010101" pitchFamily="49" charset="-122"/>
              </a:rPr>
              <a:t>       </a:t>
            </a:r>
            <a:r>
              <a:rPr lang="zh-CN" altLang="en-US" sz="3600" dirty="0">
                <a:solidFill>
                  <a:schemeClr val="bg1"/>
                </a:solidFill>
                <a:latin typeface="黑体" panose="02010609060101010101" pitchFamily="49" charset="-122"/>
                <a:ea typeface="黑体" panose="02010609060101010101" pitchFamily="49" charset="-122"/>
              </a:rPr>
              <a:t>进程</a:t>
            </a:r>
            <a:endParaRPr lang="zh-CN" altLang="en-US" sz="3600" dirty="0">
              <a:solidFill>
                <a:schemeClr val="bg1"/>
              </a:solidFill>
              <a:latin typeface="黑体" panose="02010609060101010101" pitchFamily="49" charset="-122"/>
              <a:ea typeface="黑体" panose="02010609060101010101" pitchFamily="49" charset="-122"/>
            </a:endParaRPr>
          </a:p>
        </p:txBody>
      </p:sp>
    </p:spTree>
  </p:cSld>
  <p:clrMapOvr>
    <a:masterClrMapping/>
  </p:clrMapOvr>
  <p:transition>
    <p:zoom/>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6866" name="Rectangle 3"/>
          <p:cNvSpPr>
            <a:spLocks noGrp="1"/>
          </p:cNvSpPr>
          <p:nvPr>
            <p:ph type="body" idx="4294967295"/>
          </p:nvPr>
        </p:nvSpPr>
        <p:spPr>
          <a:xfrm>
            <a:off x="1066800" y="1600200"/>
            <a:ext cx="7773988" cy="5254625"/>
          </a:xfrm>
          <a:ln/>
        </p:spPr>
        <p:txBody>
          <a:bodyPr vert="horz" wrap="square" lIns="91440" tIns="45720" rIns="91440" bIns="45720" anchor="t" anchorCtr="0"/>
          <a:p>
            <a:pPr>
              <a:buNone/>
            </a:pPr>
            <a:r>
              <a:rPr lang="zh-CN" altLang="zh-CN" dirty="0">
                <a:latin typeface="仿宋_GB2312" pitchFamily="49" charset="-122"/>
                <a:ea typeface="仿宋_GB2312" pitchFamily="49" charset="-122"/>
              </a:rPr>
              <a:t> </a:t>
            </a:r>
            <a:endParaRPr lang="zh-CN" altLang="zh-CN" dirty="0">
              <a:latin typeface="仿宋_GB2312" pitchFamily="49" charset="-122"/>
              <a:ea typeface="仿宋_GB2312" pitchFamily="49" charset="-122"/>
            </a:endParaRPr>
          </a:p>
        </p:txBody>
      </p:sp>
      <p:grpSp>
        <p:nvGrpSpPr>
          <p:cNvPr id="36867" name="Group 3"/>
          <p:cNvGrpSpPr/>
          <p:nvPr/>
        </p:nvGrpSpPr>
        <p:grpSpPr>
          <a:xfrm>
            <a:off x="609600" y="1219200"/>
            <a:ext cx="7964488" cy="5305425"/>
            <a:chOff x="0" y="0"/>
            <a:chExt cx="12540" cy="8360"/>
          </a:xfrm>
        </p:grpSpPr>
        <p:sp>
          <p:nvSpPr>
            <p:cNvPr id="36869" name="Text Box 4"/>
            <p:cNvSpPr txBox="1"/>
            <p:nvPr/>
          </p:nvSpPr>
          <p:spPr>
            <a:xfrm>
              <a:off x="6720" y="1400"/>
              <a:ext cx="765" cy="778"/>
            </a:xfrm>
            <a:prstGeom prst="rect">
              <a:avLst/>
            </a:prstGeom>
            <a:noFill/>
            <a:ln w="9525">
              <a:noFill/>
            </a:ln>
          </p:spPr>
          <p:txBody>
            <a:bodyPr lIns="0" tIns="36000" rIns="0" bIns="0"/>
            <a:p>
              <a:pPr algn="ctr" eaLnBrk="0" hangingPunct="0"/>
              <a:r>
                <a:rPr lang="zh-CN" altLang="en-US" sz="1800" b="0" dirty="0">
                  <a:solidFill>
                    <a:schemeClr val="hlink"/>
                  </a:solidFill>
                  <a:latin typeface="黑体" panose="02010609060101010101" pitchFamily="49" charset="-122"/>
                </a:rPr>
                <a:t>挂起</a:t>
              </a:r>
              <a:endParaRPr lang="zh-CN" altLang="en-US" sz="1800" b="0" dirty="0">
                <a:solidFill>
                  <a:schemeClr val="hlink"/>
                </a:solidFill>
                <a:latin typeface="黑体" panose="02010609060101010101" pitchFamily="49" charset="-122"/>
              </a:endParaRPr>
            </a:p>
          </p:txBody>
        </p:sp>
        <p:sp>
          <p:nvSpPr>
            <p:cNvPr id="36870" name="Line 5"/>
            <p:cNvSpPr/>
            <p:nvPr/>
          </p:nvSpPr>
          <p:spPr>
            <a:xfrm flipH="1" flipV="1">
              <a:off x="5998" y="730"/>
              <a:ext cx="4400" cy="0"/>
            </a:xfrm>
            <a:prstGeom prst="line">
              <a:avLst/>
            </a:prstGeom>
            <a:ln w="19050" cap="flat" cmpd="sng">
              <a:solidFill>
                <a:srgbClr val="000000"/>
              </a:solidFill>
              <a:prstDash val="solid"/>
              <a:headEnd type="none" w="med" len="med"/>
              <a:tailEnd type="triangle" w="sm" len="med"/>
            </a:ln>
          </p:spPr>
        </p:sp>
        <p:sp>
          <p:nvSpPr>
            <p:cNvPr id="36871" name="Text Box 6"/>
            <p:cNvSpPr txBox="1"/>
            <p:nvPr/>
          </p:nvSpPr>
          <p:spPr>
            <a:xfrm>
              <a:off x="6860" y="208"/>
              <a:ext cx="2488" cy="592"/>
            </a:xfrm>
            <a:prstGeom prst="rect">
              <a:avLst/>
            </a:prstGeom>
            <a:noFill/>
            <a:ln w="9525">
              <a:noFill/>
            </a:ln>
          </p:spPr>
          <p:txBody>
            <a:bodyPr lIns="0" tIns="36000" rIns="0" bIns="0"/>
            <a:p>
              <a:pPr algn="ctr" eaLnBrk="0" hangingPunct="0"/>
              <a:r>
                <a:rPr lang="zh-CN" altLang="en-US" sz="1800" b="0" dirty="0">
                  <a:solidFill>
                    <a:schemeClr val="hlink"/>
                  </a:solidFill>
                  <a:latin typeface="黑体" panose="02010609060101010101" pitchFamily="49" charset="-122"/>
                </a:rPr>
                <a:t>等待事件完成</a:t>
              </a:r>
              <a:endParaRPr lang="zh-CN" altLang="en-US" sz="1800" b="0" dirty="0">
                <a:solidFill>
                  <a:schemeClr val="hlink"/>
                </a:solidFill>
                <a:latin typeface="黑体" panose="02010609060101010101" pitchFamily="49" charset="-122"/>
              </a:endParaRPr>
            </a:p>
          </p:txBody>
        </p:sp>
        <p:sp>
          <p:nvSpPr>
            <p:cNvPr id="36872" name="Text Box 7"/>
            <p:cNvSpPr txBox="1"/>
            <p:nvPr/>
          </p:nvSpPr>
          <p:spPr>
            <a:xfrm>
              <a:off x="9235" y="4915"/>
              <a:ext cx="1560" cy="1080"/>
            </a:xfrm>
            <a:prstGeom prst="rect">
              <a:avLst/>
            </a:prstGeom>
            <a:noFill/>
            <a:ln w="9525">
              <a:noFill/>
            </a:ln>
          </p:spPr>
          <p:txBody>
            <a:bodyPr lIns="0" tIns="36000" rIns="0" bIns="0"/>
            <a:p>
              <a:pPr algn="ctr" eaLnBrk="0" hangingPunct="0"/>
              <a:r>
                <a:rPr lang="zh-CN" altLang="en-US" sz="1800" b="0" dirty="0">
                  <a:solidFill>
                    <a:schemeClr val="hlink"/>
                  </a:solidFill>
                  <a:latin typeface="黑体" panose="02010609060101010101" pitchFamily="49" charset="-122"/>
                </a:rPr>
                <a:t>出现等待事件</a:t>
              </a:r>
              <a:endParaRPr lang="zh-CN" altLang="en-US" sz="1800" b="0" dirty="0">
                <a:solidFill>
                  <a:schemeClr val="hlink"/>
                </a:solidFill>
                <a:latin typeface="黑体" panose="02010609060101010101" pitchFamily="49" charset="-122"/>
              </a:endParaRPr>
            </a:p>
          </p:txBody>
        </p:sp>
        <p:sp>
          <p:nvSpPr>
            <p:cNvPr id="36873" name="Text Box 8"/>
            <p:cNvSpPr txBox="1"/>
            <p:nvPr/>
          </p:nvSpPr>
          <p:spPr>
            <a:xfrm>
              <a:off x="3960" y="3080"/>
              <a:ext cx="795" cy="983"/>
            </a:xfrm>
            <a:prstGeom prst="rect">
              <a:avLst/>
            </a:prstGeom>
            <a:noFill/>
            <a:ln w="9525">
              <a:noFill/>
            </a:ln>
          </p:spPr>
          <p:txBody>
            <a:bodyPr lIns="0" tIns="36000" rIns="0" bIns="0"/>
            <a:p>
              <a:pPr algn="ctr" eaLnBrk="0" hangingPunct="0"/>
              <a:r>
                <a:rPr lang="zh-CN" altLang="en-US" sz="1800" b="0" dirty="0">
                  <a:solidFill>
                    <a:schemeClr val="hlink"/>
                  </a:solidFill>
                  <a:latin typeface="黑体" panose="02010609060101010101" pitchFamily="49" charset="-122"/>
                </a:rPr>
                <a:t>解除挂起</a:t>
              </a:r>
              <a:endParaRPr lang="zh-CN" altLang="en-US" sz="1800" b="0" dirty="0">
                <a:solidFill>
                  <a:schemeClr val="hlink"/>
                </a:solidFill>
                <a:latin typeface="黑体" panose="02010609060101010101" pitchFamily="49" charset="-122"/>
              </a:endParaRPr>
            </a:p>
          </p:txBody>
        </p:sp>
        <p:sp>
          <p:nvSpPr>
            <p:cNvPr id="36874" name="Text Box 9"/>
            <p:cNvSpPr txBox="1"/>
            <p:nvPr/>
          </p:nvSpPr>
          <p:spPr>
            <a:xfrm>
              <a:off x="5160" y="3200"/>
              <a:ext cx="765" cy="783"/>
            </a:xfrm>
            <a:prstGeom prst="rect">
              <a:avLst/>
            </a:prstGeom>
            <a:noFill/>
            <a:ln w="9525">
              <a:noFill/>
            </a:ln>
          </p:spPr>
          <p:txBody>
            <a:bodyPr lIns="0" tIns="36000" rIns="0" bIns="0"/>
            <a:p>
              <a:pPr algn="ctr" eaLnBrk="0" hangingPunct="0"/>
              <a:r>
                <a:rPr lang="zh-CN" altLang="en-US" sz="1800" b="0" dirty="0">
                  <a:solidFill>
                    <a:schemeClr val="hlink"/>
                  </a:solidFill>
                  <a:latin typeface="黑体" panose="02010609060101010101" pitchFamily="49" charset="-122"/>
                </a:rPr>
                <a:t>挂起</a:t>
              </a:r>
              <a:endParaRPr lang="zh-CN" altLang="en-US" sz="1800" b="0" dirty="0">
                <a:solidFill>
                  <a:schemeClr val="hlink"/>
                </a:solidFill>
                <a:latin typeface="黑体" panose="02010609060101010101" pitchFamily="49" charset="-122"/>
              </a:endParaRPr>
            </a:p>
          </p:txBody>
        </p:sp>
        <p:sp>
          <p:nvSpPr>
            <p:cNvPr id="36875" name="Text Box 10"/>
            <p:cNvSpPr txBox="1"/>
            <p:nvPr/>
          </p:nvSpPr>
          <p:spPr>
            <a:xfrm>
              <a:off x="6600" y="5240"/>
              <a:ext cx="1080" cy="775"/>
            </a:xfrm>
            <a:prstGeom prst="rect">
              <a:avLst/>
            </a:prstGeom>
            <a:noFill/>
            <a:ln w="9525">
              <a:noFill/>
            </a:ln>
          </p:spPr>
          <p:txBody>
            <a:bodyPr lIns="0" tIns="36000" rIns="0" bIns="0"/>
            <a:p>
              <a:pPr algn="ctr" eaLnBrk="0" hangingPunct="0"/>
              <a:r>
                <a:rPr lang="zh-CN" altLang="en-US" sz="1800" dirty="0">
                  <a:solidFill>
                    <a:schemeClr val="hlink"/>
                  </a:solidFill>
                  <a:latin typeface="Times New Roman" panose="02020603050405020304" pitchFamily="18" charset="0"/>
                </a:rPr>
                <a:t>落选</a:t>
              </a:r>
              <a:endParaRPr lang="zh-CN" altLang="en-US" sz="1800" dirty="0">
                <a:solidFill>
                  <a:schemeClr val="hlink"/>
                </a:solidFill>
                <a:latin typeface="Times New Roman" panose="02020603050405020304" pitchFamily="18" charset="0"/>
              </a:endParaRPr>
            </a:p>
          </p:txBody>
        </p:sp>
        <p:sp>
          <p:nvSpPr>
            <p:cNvPr id="36876" name="Text Box 11"/>
            <p:cNvSpPr txBox="1"/>
            <p:nvPr/>
          </p:nvSpPr>
          <p:spPr>
            <a:xfrm>
              <a:off x="5760" y="4280"/>
              <a:ext cx="1080" cy="720"/>
            </a:xfrm>
            <a:prstGeom prst="rect">
              <a:avLst/>
            </a:prstGeom>
            <a:noFill/>
            <a:ln w="9525">
              <a:noFill/>
            </a:ln>
          </p:spPr>
          <p:txBody>
            <a:bodyPr lIns="0" tIns="36000" rIns="0" bIns="0"/>
            <a:p>
              <a:pPr algn="ctr" eaLnBrk="0" hangingPunct="0"/>
              <a:r>
                <a:rPr lang="zh-CN" altLang="en-US" sz="1800" dirty="0">
                  <a:solidFill>
                    <a:schemeClr val="hlink"/>
                  </a:solidFill>
                  <a:latin typeface="黑体" panose="02010609060101010101" pitchFamily="49" charset="-122"/>
                </a:rPr>
                <a:t>选中</a:t>
              </a:r>
              <a:endParaRPr lang="zh-CN" altLang="en-US" sz="1800" dirty="0">
                <a:solidFill>
                  <a:schemeClr val="hlink"/>
                </a:solidFill>
                <a:latin typeface="黑体" panose="02010609060101010101" pitchFamily="49" charset="-122"/>
              </a:endParaRPr>
            </a:p>
          </p:txBody>
        </p:sp>
        <p:sp>
          <p:nvSpPr>
            <p:cNvPr id="36877" name="Line 12"/>
            <p:cNvSpPr/>
            <p:nvPr/>
          </p:nvSpPr>
          <p:spPr>
            <a:xfrm flipV="1">
              <a:off x="4680" y="1280"/>
              <a:ext cx="0" cy="5870"/>
            </a:xfrm>
            <a:prstGeom prst="line">
              <a:avLst/>
            </a:prstGeom>
            <a:ln w="19050" cap="flat" cmpd="sng">
              <a:solidFill>
                <a:srgbClr val="000000"/>
              </a:solidFill>
              <a:prstDash val="solid"/>
              <a:headEnd type="triangle" w="sm" len="med"/>
              <a:tailEnd type="none" w="med" len="med"/>
            </a:ln>
          </p:spPr>
        </p:sp>
        <p:sp>
          <p:nvSpPr>
            <p:cNvPr id="36878" name="Line 13"/>
            <p:cNvSpPr/>
            <p:nvPr/>
          </p:nvSpPr>
          <p:spPr>
            <a:xfrm flipV="1">
              <a:off x="5160" y="1310"/>
              <a:ext cx="0" cy="5730"/>
            </a:xfrm>
            <a:prstGeom prst="line">
              <a:avLst/>
            </a:prstGeom>
            <a:ln w="19050" cap="flat" cmpd="sng">
              <a:solidFill>
                <a:srgbClr val="000000"/>
              </a:solidFill>
              <a:prstDash val="solid"/>
              <a:headEnd type="none" w="med" len="med"/>
              <a:tailEnd type="triangle" w="sm" len="med"/>
            </a:ln>
          </p:spPr>
        </p:sp>
        <p:sp>
          <p:nvSpPr>
            <p:cNvPr id="36879" name="Line 14"/>
            <p:cNvSpPr/>
            <p:nvPr/>
          </p:nvSpPr>
          <p:spPr>
            <a:xfrm flipV="1">
              <a:off x="5400" y="3638"/>
              <a:ext cx="1963" cy="3402"/>
            </a:xfrm>
            <a:prstGeom prst="line">
              <a:avLst/>
            </a:prstGeom>
            <a:ln w="19050" cap="flat" cmpd="sng">
              <a:solidFill>
                <a:srgbClr val="000000"/>
              </a:solidFill>
              <a:prstDash val="solid"/>
              <a:headEnd type="none" w="med" len="med"/>
              <a:tailEnd type="triangle" w="sm" len="med"/>
            </a:ln>
          </p:spPr>
        </p:sp>
        <p:sp>
          <p:nvSpPr>
            <p:cNvPr id="36880" name="Line 15"/>
            <p:cNvSpPr/>
            <p:nvPr/>
          </p:nvSpPr>
          <p:spPr>
            <a:xfrm flipH="1">
              <a:off x="5768" y="3898"/>
              <a:ext cx="1912" cy="3340"/>
            </a:xfrm>
            <a:prstGeom prst="line">
              <a:avLst/>
            </a:prstGeom>
            <a:ln w="19050" cap="flat" cmpd="sng">
              <a:solidFill>
                <a:srgbClr val="000000"/>
              </a:solidFill>
              <a:prstDash val="solid"/>
              <a:headEnd type="none" w="med" len="med"/>
              <a:tailEnd type="triangle" w="sm" len="med"/>
            </a:ln>
          </p:spPr>
        </p:sp>
        <p:sp>
          <p:nvSpPr>
            <p:cNvPr id="36881" name="Line 16"/>
            <p:cNvSpPr/>
            <p:nvPr/>
          </p:nvSpPr>
          <p:spPr>
            <a:xfrm>
              <a:off x="8988" y="3685"/>
              <a:ext cx="2102" cy="3343"/>
            </a:xfrm>
            <a:prstGeom prst="line">
              <a:avLst/>
            </a:prstGeom>
            <a:ln w="19050" cap="flat" cmpd="sng">
              <a:solidFill>
                <a:srgbClr val="000000"/>
              </a:solidFill>
              <a:prstDash val="solid"/>
              <a:headEnd type="none" w="med" len="med"/>
              <a:tailEnd type="triangle" w="sm" len="med"/>
            </a:ln>
          </p:spPr>
        </p:sp>
        <p:sp>
          <p:nvSpPr>
            <p:cNvPr id="36882" name="Line 17"/>
            <p:cNvSpPr/>
            <p:nvPr/>
          </p:nvSpPr>
          <p:spPr>
            <a:xfrm flipH="1" flipV="1">
              <a:off x="6048" y="7718"/>
              <a:ext cx="4397" cy="0"/>
            </a:xfrm>
            <a:prstGeom prst="line">
              <a:avLst/>
            </a:prstGeom>
            <a:ln w="19050" cap="flat" cmpd="sng">
              <a:solidFill>
                <a:srgbClr val="000000"/>
              </a:solidFill>
              <a:prstDash val="solid"/>
              <a:headEnd type="none" w="med" len="med"/>
              <a:tailEnd type="triangle" w="sm" len="med"/>
            </a:ln>
          </p:spPr>
        </p:sp>
        <p:grpSp>
          <p:nvGrpSpPr>
            <p:cNvPr id="36883" name="Group 18"/>
            <p:cNvGrpSpPr/>
            <p:nvPr/>
          </p:nvGrpSpPr>
          <p:grpSpPr>
            <a:xfrm>
              <a:off x="7170" y="2770"/>
              <a:ext cx="1910" cy="1170"/>
              <a:chOff x="0" y="0"/>
              <a:chExt cx="1419" cy="400"/>
            </a:xfrm>
          </p:grpSpPr>
          <p:sp>
            <p:nvSpPr>
              <p:cNvPr id="36914" name="Oval 19"/>
              <p:cNvSpPr/>
              <p:nvPr/>
            </p:nvSpPr>
            <p:spPr>
              <a:xfrm>
                <a:off x="0" y="0"/>
                <a:ext cx="1419" cy="400"/>
              </a:xfrm>
              <a:prstGeom prst="ellipse">
                <a:avLst/>
              </a:prstGeom>
              <a:noFill/>
              <a:ln w="19050" cap="flat" cmpd="sng">
                <a:solidFill>
                  <a:srgbClr val="000000"/>
                </a:solidFill>
                <a:prstDash val="solid"/>
                <a:headEnd type="none" w="med" len="med"/>
                <a:tailEnd type="none" w="med" len="med"/>
              </a:ln>
            </p:spPr>
            <p:txBody>
              <a:bodyPr tIns="36000"/>
              <a:p>
                <a:endParaRPr lang="zh-CN" altLang="en-US" dirty="0">
                  <a:latin typeface="Times New Roman" panose="02020603050405020304" pitchFamily="18" charset="0"/>
                </a:endParaRPr>
              </a:p>
            </p:txBody>
          </p:sp>
          <p:sp>
            <p:nvSpPr>
              <p:cNvPr id="36915" name="Text Box 20"/>
              <p:cNvSpPr txBox="1"/>
              <p:nvPr/>
            </p:nvSpPr>
            <p:spPr>
              <a:xfrm>
                <a:off x="325" y="68"/>
                <a:ext cx="851" cy="267"/>
              </a:xfrm>
              <a:prstGeom prst="rect">
                <a:avLst/>
              </a:prstGeom>
              <a:noFill/>
              <a:ln w="9525">
                <a:noFill/>
              </a:ln>
            </p:spPr>
            <p:txBody>
              <a:bodyPr lIns="0" tIns="36000" rIns="0" bIns="0"/>
              <a:p>
                <a:pPr algn="ctr" eaLnBrk="0" hangingPunct="0"/>
                <a:r>
                  <a:rPr lang="zh-CN" altLang="en-US" sz="1800" b="0" dirty="0">
                    <a:solidFill>
                      <a:srgbClr val="FF0000"/>
                    </a:solidFill>
                    <a:latin typeface="黑体" panose="02010609060101010101" pitchFamily="49" charset="-122"/>
                  </a:rPr>
                  <a:t>运行态</a:t>
                </a:r>
                <a:endParaRPr lang="zh-CN" altLang="en-US" sz="1800" b="0" dirty="0">
                  <a:solidFill>
                    <a:srgbClr val="FF0000"/>
                  </a:solidFill>
                  <a:latin typeface="黑体" panose="02010609060101010101" pitchFamily="49" charset="-122"/>
                </a:endParaRPr>
              </a:p>
            </p:txBody>
          </p:sp>
        </p:grpSp>
        <p:grpSp>
          <p:nvGrpSpPr>
            <p:cNvPr id="36884" name="Group 21"/>
            <p:cNvGrpSpPr/>
            <p:nvPr/>
          </p:nvGrpSpPr>
          <p:grpSpPr>
            <a:xfrm>
              <a:off x="3728" y="7060"/>
              <a:ext cx="2262" cy="1180"/>
              <a:chOff x="0" y="0"/>
              <a:chExt cx="1420" cy="401"/>
            </a:xfrm>
          </p:grpSpPr>
          <p:sp>
            <p:nvSpPr>
              <p:cNvPr id="36912" name="Oval 22"/>
              <p:cNvSpPr/>
              <p:nvPr/>
            </p:nvSpPr>
            <p:spPr>
              <a:xfrm>
                <a:off x="0" y="0"/>
                <a:ext cx="1420" cy="401"/>
              </a:xfrm>
              <a:prstGeom prst="ellipse">
                <a:avLst/>
              </a:prstGeom>
              <a:noFill/>
              <a:ln w="19050" cap="flat" cmpd="sng">
                <a:solidFill>
                  <a:srgbClr val="000000"/>
                </a:solidFill>
                <a:prstDash val="solid"/>
                <a:headEnd type="none" w="med" len="med"/>
                <a:tailEnd type="none" w="med" len="med"/>
              </a:ln>
            </p:spPr>
            <p:txBody>
              <a:bodyPr tIns="36000"/>
              <a:p>
                <a:endParaRPr lang="zh-CN" altLang="en-US" dirty="0">
                  <a:latin typeface="Times New Roman" panose="02020603050405020304" pitchFamily="18" charset="0"/>
                </a:endParaRPr>
              </a:p>
            </p:txBody>
          </p:sp>
          <p:sp>
            <p:nvSpPr>
              <p:cNvPr id="36913" name="Text Box 23"/>
              <p:cNvSpPr txBox="1"/>
              <p:nvPr/>
            </p:nvSpPr>
            <p:spPr>
              <a:xfrm>
                <a:off x="325" y="67"/>
                <a:ext cx="852" cy="267"/>
              </a:xfrm>
              <a:prstGeom prst="rect">
                <a:avLst/>
              </a:prstGeom>
              <a:noFill/>
              <a:ln w="9525">
                <a:noFill/>
              </a:ln>
            </p:spPr>
            <p:txBody>
              <a:bodyPr lIns="0" tIns="36000" rIns="0" bIns="0"/>
              <a:p>
                <a:pPr algn="ctr" eaLnBrk="0" hangingPunct="0"/>
                <a:r>
                  <a:rPr lang="zh-CN" altLang="en-US" sz="1800" b="0" dirty="0">
                    <a:solidFill>
                      <a:srgbClr val="FF0000"/>
                    </a:solidFill>
                    <a:latin typeface="黑体" panose="02010609060101010101" pitchFamily="49" charset="-122"/>
                  </a:rPr>
                  <a:t>就绪态</a:t>
                </a:r>
                <a:endParaRPr lang="zh-CN" altLang="en-US" sz="1800" b="0" dirty="0">
                  <a:solidFill>
                    <a:srgbClr val="FF0000"/>
                  </a:solidFill>
                  <a:latin typeface="黑体" panose="02010609060101010101" pitchFamily="49" charset="-122"/>
                </a:endParaRPr>
              </a:p>
            </p:txBody>
          </p:sp>
        </p:grpSp>
        <p:sp>
          <p:nvSpPr>
            <p:cNvPr id="36885" name="Text Box 24"/>
            <p:cNvSpPr txBox="1"/>
            <p:nvPr/>
          </p:nvSpPr>
          <p:spPr>
            <a:xfrm>
              <a:off x="7080" y="7720"/>
              <a:ext cx="2488" cy="640"/>
            </a:xfrm>
            <a:prstGeom prst="rect">
              <a:avLst/>
            </a:prstGeom>
            <a:noFill/>
            <a:ln w="9525">
              <a:noFill/>
            </a:ln>
          </p:spPr>
          <p:txBody>
            <a:bodyPr lIns="0" tIns="36000" rIns="0" bIns="0"/>
            <a:p>
              <a:pPr algn="ctr" eaLnBrk="0" hangingPunct="0"/>
              <a:r>
                <a:rPr lang="zh-CN" altLang="en-US" sz="1800" b="0" dirty="0">
                  <a:solidFill>
                    <a:schemeClr val="hlink"/>
                  </a:solidFill>
                  <a:latin typeface="黑体" panose="02010609060101010101" pitchFamily="49" charset="-122"/>
                </a:rPr>
                <a:t>等待事件完成</a:t>
              </a:r>
              <a:endParaRPr lang="zh-CN" altLang="en-US" sz="1800" b="0" dirty="0">
                <a:solidFill>
                  <a:schemeClr val="hlink"/>
                </a:solidFill>
                <a:latin typeface="黑体" panose="02010609060101010101" pitchFamily="49" charset="-122"/>
              </a:endParaRPr>
            </a:p>
          </p:txBody>
        </p:sp>
        <p:grpSp>
          <p:nvGrpSpPr>
            <p:cNvPr id="36886" name="Group 25"/>
            <p:cNvGrpSpPr/>
            <p:nvPr/>
          </p:nvGrpSpPr>
          <p:grpSpPr>
            <a:xfrm>
              <a:off x="7243" y="6240"/>
              <a:ext cx="1837" cy="1173"/>
              <a:chOff x="0" y="0"/>
              <a:chExt cx="1420" cy="401"/>
            </a:xfrm>
          </p:grpSpPr>
          <p:sp>
            <p:nvSpPr>
              <p:cNvPr id="36910" name="Oval 26"/>
              <p:cNvSpPr/>
              <p:nvPr/>
            </p:nvSpPr>
            <p:spPr>
              <a:xfrm>
                <a:off x="0" y="0"/>
                <a:ext cx="1420" cy="401"/>
              </a:xfrm>
              <a:prstGeom prst="ellipse">
                <a:avLst/>
              </a:prstGeom>
              <a:noFill/>
              <a:ln w="19050" cap="flat" cmpd="sng">
                <a:solidFill>
                  <a:srgbClr val="000000"/>
                </a:solidFill>
                <a:prstDash val="solid"/>
                <a:headEnd type="none" w="med" len="med"/>
                <a:tailEnd type="none" w="med" len="med"/>
              </a:ln>
            </p:spPr>
            <p:txBody>
              <a:bodyPr tIns="36000"/>
              <a:p>
                <a:endParaRPr lang="zh-CN" altLang="en-US" dirty="0">
                  <a:latin typeface="Times New Roman" panose="02020603050405020304" pitchFamily="18" charset="0"/>
                </a:endParaRPr>
              </a:p>
            </p:txBody>
          </p:sp>
          <p:sp>
            <p:nvSpPr>
              <p:cNvPr id="36911" name="Text Box 27"/>
              <p:cNvSpPr txBox="1"/>
              <p:nvPr/>
            </p:nvSpPr>
            <p:spPr>
              <a:xfrm>
                <a:off x="325" y="67"/>
                <a:ext cx="852" cy="267"/>
              </a:xfrm>
              <a:prstGeom prst="rect">
                <a:avLst/>
              </a:prstGeom>
              <a:noFill/>
              <a:ln w="9525">
                <a:noFill/>
              </a:ln>
            </p:spPr>
            <p:txBody>
              <a:bodyPr lIns="0" tIns="36000" rIns="0" bIns="0"/>
              <a:p>
                <a:pPr algn="ctr" eaLnBrk="0" hangingPunct="0"/>
                <a:r>
                  <a:rPr lang="zh-CN" altLang="en-US" sz="1800" b="0" dirty="0">
                    <a:solidFill>
                      <a:srgbClr val="FF0000"/>
                    </a:solidFill>
                    <a:latin typeface="黑体" panose="02010609060101010101" pitchFamily="49" charset="-122"/>
                  </a:rPr>
                  <a:t>终止态</a:t>
                </a:r>
                <a:endParaRPr lang="zh-CN" altLang="en-US" sz="1800" b="0" dirty="0">
                  <a:solidFill>
                    <a:srgbClr val="FF0000"/>
                  </a:solidFill>
                  <a:latin typeface="黑体" panose="02010609060101010101" pitchFamily="49" charset="-122"/>
                </a:endParaRPr>
              </a:p>
            </p:txBody>
          </p:sp>
        </p:grpSp>
        <p:sp>
          <p:nvSpPr>
            <p:cNvPr id="36887" name="Line 28"/>
            <p:cNvSpPr/>
            <p:nvPr/>
          </p:nvSpPr>
          <p:spPr>
            <a:xfrm>
              <a:off x="1920" y="5040"/>
              <a:ext cx="2023" cy="2323"/>
            </a:xfrm>
            <a:prstGeom prst="line">
              <a:avLst/>
            </a:prstGeom>
            <a:ln w="19050" cap="flat" cmpd="sng">
              <a:solidFill>
                <a:srgbClr val="000000"/>
              </a:solidFill>
              <a:prstDash val="solid"/>
              <a:headEnd type="none" w="med" len="med"/>
              <a:tailEnd type="triangle" w="sm" len="med"/>
            </a:ln>
          </p:spPr>
        </p:sp>
        <p:sp>
          <p:nvSpPr>
            <p:cNvPr id="36888" name="Line 29"/>
            <p:cNvSpPr/>
            <p:nvPr/>
          </p:nvSpPr>
          <p:spPr>
            <a:xfrm>
              <a:off x="8150" y="3940"/>
              <a:ext cx="0" cy="2388"/>
            </a:xfrm>
            <a:prstGeom prst="line">
              <a:avLst/>
            </a:prstGeom>
            <a:ln w="19050" cap="flat" cmpd="sng">
              <a:solidFill>
                <a:srgbClr val="000000"/>
              </a:solidFill>
              <a:prstDash val="solid"/>
              <a:headEnd type="none" w="med" len="med"/>
              <a:tailEnd type="triangle" w="sm" len="med"/>
            </a:ln>
          </p:spPr>
        </p:sp>
        <p:grpSp>
          <p:nvGrpSpPr>
            <p:cNvPr id="36889" name="Group 30"/>
            <p:cNvGrpSpPr/>
            <p:nvPr/>
          </p:nvGrpSpPr>
          <p:grpSpPr>
            <a:xfrm>
              <a:off x="958" y="3940"/>
              <a:ext cx="1880" cy="1175"/>
              <a:chOff x="0" y="0"/>
              <a:chExt cx="1420" cy="401"/>
            </a:xfrm>
          </p:grpSpPr>
          <p:sp>
            <p:nvSpPr>
              <p:cNvPr id="36908" name="Oval 31"/>
              <p:cNvSpPr/>
              <p:nvPr/>
            </p:nvSpPr>
            <p:spPr>
              <a:xfrm>
                <a:off x="0" y="0"/>
                <a:ext cx="1420" cy="401"/>
              </a:xfrm>
              <a:prstGeom prst="ellipse">
                <a:avLst/>
              </a:prstGeom>
              <a:noFill/>
              <a:ln w="19050" cap="flat" cmpd="sng">
                <a:solidFill>
                  <a:srgbClr val="000000"/>
                </a:solidFill>
                <a:prstDash val="solid"/>
                <a:headEnd type="none" w="med" len="med"/>
                <a:tailEnd type="none" w="med" len="med"/>
              </a:ln>
            </p:spPr>
            <p:txBody>
              <a:bodyPr tIns="36000"/>
              <a:p>
                <a:endParaRPr lang="zh-CN" altLang="en-US" dirty="0">
                  <a:latin typeface="Times New Roman" panose="02020603050405020304" pitchFamily="18" charset="0"/>
                </a:endParaRPr>
              </a:p>
            </p:txBody>
          </p:sp>
          <p:sp>
            <p:nvSpPr>
              <p:cNvPr id="36909" name="Text Box 32"/>
              <p:cNvSpPr txBox="1"/>
              <p:nvPr/>
            </p:nvSpPr>
            <p:spPr>
              <a:xfrm>
                <a:off x="207" y="67"/>
                <a:ext cx="1020" cy="267"/>
              </a:xfrm>
              <a:prstGeom prst="rect">
                <a:avLst/>
              </a:prstGeom>
              <a:noFill/>
              <a:ln w="9525">
                <a:noFill/>
              </a:ln>
            </p:spPr>
            <p:txBody>
              <a:bodyPr lIns="0" tIns="36000" rIns="0" bIns="0"/>
              <a:p>
                <a:pPr algn="ctr" eaLnBrk="0" hangingPunct="0"/>
                <a:r>
                  <a:rPr lang="zh-CN" altLang="en-US" sz="1800" b="0" dirty="0">
                    <a:solidFill>
                      <a:srgbClr val="FF0000"/>
                    </a:solidFill>
                    <a:latin typeface="黑体" panose="02010609060101010101" pitchFamily="49" charset="-122"/>
                  </a:rPr>
                  <a:t>新建态</a:t>
                </a:r>
                <a:endParaRPr lang="zh-CN" altLang="en-US" sz="1800" b="0" dirty="0">
                  <a:solidFill>
                    <a:srgbClr val="FF0000"/>
                  </a:solidFill>
                  <a:latin typeface="黑体" panose="02010609060101010101" pitchFamily="49" charset="-122"/>
                </a:endParaRPr>
              </a:p>
            </p:txBody>
          </p:sp>
        </p:grpSp>
        <p:grpSp>
          <p:nvGrpSpPr>
            <p:cNvPr id="36890" name="Group 33"/>
            <p:cNvGrpSpPr/>
            <p:nvPr/>
          </p:nvGrpSpPr>
          <p:grpSpPr>
            <a:xfrm>
              <a:off x="3720" y="80"/>
              <a:ext cx="2263" cy="1178"/>
              <a:chOff x="0" y="0"/>
              <a:chExt cx="1420" cy="401"/>
            </a:xfrm>
          </p:grpSpPr>
          <p:sp>
            <p:nvSpPr>
              <p:cNvPr id="36906" name="Oval 34"/>
              <p:cNvSpPr/>
              <p:nvPr/>
            </p:nvSpPr>
            <p:spPr>
              <a:xfrm>
                <a:off x="0" y="0"/>
                <a:ext cx="1420" cy="401"/>
              </a:xfrm>
              <a:prstGeom prst="ellipse">
                <a:avLst/>
              </a:prstGeom>
              <a:noFill/>
              <a:ln w="19050" cap="flat" cmpd="sng">
                <a:solidFill>
                  <a:srgbClr val="000000"/>
                </a:solidFill>
                <a:prstDash val="solid"/>
                <a:headEnd type="none" w="med" len="med"/>
                <a:tailEnd type="none" w="med" len="med"/>
              </a:ln>
            </p:spPr>
            <p:txBody>
              <a:bodyPr lIns="0" tIns="36000" rIns="0" bIns="0"/>
              <a:p>
                <a:endParaRPr lang="zh-CN" altLang="en-US" dirty="0">
                  <a:latin typeface="Times New Roman" panose="02020603050405020304" pitchFamily="18" charset="0"/>
                </a:endParaRPr>
              </a:p>
            </p:txBody>
          </p:sp>
          <p:sp>
            <p:nvSpPr>
              <p:cNvPr id="36907" name="Text Box 35"/>
              <p:cNvSpPr txBox="1"/>
              <p:nvPr/>
            </p:nvSpPr>
            <p:spPr>
              <a:xfrm>
                <a:off x="222" y="67"/>
                <a:ext cx="1020" cy="267"/>
              </a:xfrm>
              <a:prstGeom prst="rect">
                <a:avLst/>
              </a:prstGeom>
              <a:noFill/>
              <a:ln w="9525">
                <a:noFill/>
              </a:ln>
            </p:spPr>
            <p:txBody>
              <a:bodyPr lIns="0" tIns="36000" rIns="0" bIns="0"/>
              <a:p>
                <a:pPr algn="ctr" eaLnBrk="0" hangingPunct="0"/>
                <a:r>
                  <a:rPr lang="zh-CN" altLang="en-US" sz="1800" b="0" dirty="0">
                    <a:solidFill>
                      <a:srgbClr val="FF0000"/>
                    </a:solidFill>
                    <a:latin typeface="黑体" panose="02010609060101010101" pitchFamily="49" charset="-122"/>
                  </a:rPr>
                  <a:t>挂起就</a:t>
                </a:r>
                <a:endParaRPr lang="zh-CN" altLang="en-US" sz="1800" b="0" dirty="0">
                  <a:solidFill>
                    <a:srgbClr val="FF0000"/>
                  </a:solidFill>
                  <a:latin typeface="黑体" panose="02010609060101010101" pitchFamily="49" charset="-122"/>
                </a:endParaRPr>
              </a:p>
              <a:p>
                <a:pPr algn="ctr" eaLnBrk="0" hangingPunct="0"/>
                <a:r>
                  <a:rPr lang="zh-CN" altLang="en-US" sz="1800" b="0" dirty="0">
                    <a:solidFill>
                      <a:srgbClr val="FF0000"/>
                    </a:solidFill>
                    <a:latin typeface="黑体" panose="02010609060101010101" pitchFamily="49" charset="-122"/>
                  </a:rPr>
                  <a:t>绪态</a:t>
                </a:r>
                <a:endParaRPr lang="zh-CN" altLang="en-US" sz="1800" b="0" dirty="0">
                  <a:solidFill>
                    <a:srgbClr val="FF0000"/>
                  </a:solidFill>
                  <a:latin typeface="黑体" panose="02010609060101010101" pitchFamily="49" charset="-122"/>
                </a:endParaRPr>
              </a:p>
            </p:txBody>
          </p:sp>
        </p:grpSp>
        <p:sp>
          <p:nvSpPr>
            <p:cNvPr id="36891" name="Text Box 36"/>
            <p:cNvSpPr txBox="1"/>
            <p:nvPr/>
          </p:nvSpPr>
          <p:spPr>
            <a:xfrm>
              <a:off x="10298" y="2960"/>
              <a:ext cx="792" cy="1113"/>
            </a:xfrm>
            <a:prstGeom prst="rect">
              <a:avLst/>
            </a:prstGeom>
            <a:noFill/>
            <a:ln w="9525">
              <a:noFill/>
            </a:ln>
          </p:spPr>
          <p:txBody>
            <a:bodyPr lIns="0" tIns="36000" rIns="0" bIns="0"/>
            <a:p>
              <a:pPr algn="ctr" eaLnBrk="0" hangingPunct="0"/>
              <a:r>
                <a:rPr lang="zh-CN" altLang="en-US" sz="1800" b="0" dirty="0">
                  <a:solidFill>
                    <a:schemeClr val="hlink"/>
                  </a:solidFill>
                  <a:latin typeface="黑体" panose="02010609060101010101" pitchFamily="49" charset="-122"/>
                </a:rPr>
                <a:t>解除挂起</a:t>
              </a:r>
              <a:endParaRPr lang="zh-CN" altLang="en-US" sz="1800" b="0" dirty="0">
                <a:solidFill>
                  <a:schemeClr val="hlink"/>
                </a:solidFill>
                <a:latin typeface="黑体" panose="02010609060101010101" pitchFamily="49" charset="-122"/>
              </a:endParaRPr>
            </a:p>
          </p:txBody>
        </p:sp>
        <p:sp>
          <p:nvSpPr>
            <p:cNvPr id="36892" name="Text Box 37"/>
            <p:cNvSpPr txBox="1"/>
            <p:nvPr/>
          </p:nvSpPr>
          <p:spPr>
            <a:xfrm>
              <a:off x="11760" y="3180"/>
              <a:ext cx="763" cy="783"/>
            </a:xfrm>
            <a:prstGeom prst="rect">
              <a:avLst/>
            </a:prstGeom>
            <a:noFill/>
            <a:ln w="9525">
              <a:noFill/>
            </a:ln>
          </p:spPr>
          <p:txBody>
            <a:bodyPr lIns="0" tIns="36000" rIns="0" bIns="0"/>
            <a:p>
              <a:pPr algn="ctr" eaLnBrk="0" hangingPunct="0"/>
              <a:r>
                <a:rPr lang="zh-CN" altLang="en-US" sz="1800" b="0" dirty="0">
                  <a:solidFill>
                    <a:schemeClr val="hlink"/>
                  </a:solidFill>
                  <a:latin typeface="黑体" panose="02010609060101010101" pitchFamily="49" charset="-122"/>
                </a:rPr>
                <a:t>挂起</a:t>
              </a:r>
              <a:endParaRPr lang="zh-CN" altLang="en-US" sz="1800" b="0" dirty="0">
                <a:solidFill>
                  <a:schemeClr val="hlink"/>
                </a:solidFill>
                <a:latin typeface="黑体" panose="02010609060101010101" pitchFamily="49" charset="-122"/>
              </a:endParaRPr>
            </a:p>
          </p:txBody>
        </p:sp>
        <p:sp>
          <p:nvSpPr>
            <p:cNvPr id="36893" name="Line 38"/>
            <p:cNvSpPr/>
            <p:nvPr/>
          </p:nvSpPr>
          <p:spPr>
            <a:xfrm flipH="1" flipV="1">
              <a:off x="11160" y="1203"/>
              <a:ext cx="25" cy="5945"/>
            </a:xfrm>
            <a:prstGeom prst="line">
              <a:avLst/>
            </a:prstGeom>
            <a:ln w="19050" cap="flat" cmpd="sng">
              <a:solidFill>
                <a:srgbClr val="000000"/>
              </a:solidFill>
              <a:prstDash val="solid"/>
              <a:headEnd type="triangle" w="sm" len="med"/>
              <a:tailEnd type="none" w="med" len="med"/>
            </a:ln>
          </p:spPr>
        </p:sp>
        <p:sp>
          <p:nvSpPr>
            <p:cNvPr id="36894" name="Line 39"/>
            <p:cNvSpPr/>
            <p:nvPr/>
          </p:nvSpPr>
          <p:spPr>
            <a:xfrm flipH="1" flipV="1">
              <a:off x="11738" y="1250"/>
              <a:ext cx="22" cy="5948"/>
            </a:xfrm>
            <a:prstGeom prst="line">
              <a:avLst/>
            </a:prstGeom>
            <a:ln w="19050" cap="flat" cmpd="sng">
              <a:solidFill>
                <a:srgbClr val="000000"/>
              </a:solidFill>
              <a:prstDash val="solid"/>
              <a:headEnd type="none" w="med" len="med"/>
              <a:tailEnd type="triangle" w="sm" len="med"/>
            </a:ln>
          </p:spPr>
        </p:sp>
        <p:grpSp>
          <p:nvGrpSpPr>
            <p:cNvPr id="36895" name="Group 40"/>
            <p:cNvGrpSpPr/>
            <p:nvPr/>
          </p:nvGrpSpPr>
          <p:grpSpPr>
            <a:xfrm>
              <a:off x="10228" y="0"/>
              <a:ext cx="2265" cy="1298"/>
              <a:chOff x="0" y="0"/>
              <a:chExt cx="1420" cy="401"/>
            </a:xfrm>
          </p:grpSpPr>
          <p:sp>
            <p:nvSpPr>
              <p:cNvPr id="36904" name="Oval 41"/>
              <p:cNvSpPr/>
              <p:nvPr/>
            </p:nvSpPr>
            <p:spPr>
              <a:xfrm>
                <a:off x="0" y="0"/>
                <a:ext cx="1420" cy="401"/>
              </a:xfrm>
              <a:prstGeom prst="ellipse">
                <a:avLst/>
              </a:prstGeom>
              <a:noFill/>
              <a:ln w="19050" cap="flat" cmpd="sng">
                <a:solidFill>
                  <a:srgbClr val="000000"/>
                </a:solidFill>
                <a:prstDash val="solid"/>
                <a:headEnd type="none" w="med" len="med"/>
                <a:tailEnd type="none" w="med" len="med"/>
              </a:ln>
            </p:spPr>
            <p:txBody>
              <a:bodyPr lIns="0" tIns="36000" rIns="0" bIns="0"/>
              <a:p>
                <a:endParaRPr lang="zh-CN" altLang="en-US" dirty="0">
                  <a:latin typeface="Times New Roman" panose="02020603050405020304" pitchFamily="18" charset="0"/>
                </a:endParaRPr>
              </a:p>
            </p:txBody>
          </p:sp>
          <p:sp>
            <p:nvSpPr>
              <p:cNvPr id="36905" name="Text Box 42"/>
              <p:cNvSpPr txBox="1"/>
              <p:nvPr/>
            </p:nvSpPr>
            <p:spPr>
              <a:xfrm>
                <a:off x="222" y="67"/>
                <a:ext cx="1020" cy="267"/>
              </a:xfrm>
              <a:prstGeom prst="rect">
                <a:avLst/>
              </a:prstGeom>
              <a:noFill/>
              <a:ln w="9525">
                <a:noFill/>
              </a:ln>
            </p:spPr>
            <p:txBody>
              <a:bodyPr lIns="0" tIns="36000" rIns="0" bIns="0"/>
              <a:p>
                <a:pPr algn="ctr" eaLnBrk="0" hangingPunct="0"/>
                <a:r>
                  <a:rPr lang="zh-CN" altLang="en-US" sz="1800" b="0" dirty="0">
                    <a:solidFill>
                      <a:srgbClr val="FF0000"/>
                    </a:solidFill>
                    <a:latin typeface="黑体" panose="02010609060101010101" pitchFamily="49" charset="-122"/>
                  </a:rPr>
                  <a:t>挂起等</a:t>
                </a:r>
                <a:endParaRPr lang="zh-CN" altLang="en-US" sz="1800" b="0" dirty="0">
                  <a:solidFill>
                    <a:srgbClr val="FF0000"/>
                  </a:solidFill>
                  <a:latin typeface="黑体" panose="02010609060101010101" pitchFamily="49" charset="-122"/>
                </a:endParaRPr>
              </a:p>
              <a:p>
                <a:pPr algn="ctr" eaLnBrk="0" hangingPunct="0"/>
                <a:r>
                  <a:rPr lang="zh-CN" altLang="en-US" sz="1800" b="0" dirty="0">
                    <a:solidFill>
                      <a:srgbClr val="FF0000"/>
                    </a:solidFill>
                    <a:latin typeface="黑体" panose="02010609060101010101" pitchFamily="49" charset="-122"/>
                  </a:rPr>
                  <a:t>待态</a:t>
                </a:r>
                <a:endParaRPr lang="zh-CN" altLang="en-US" sz="1800" b="0" dirty="0">
                  <a:solidFill>
                    <a:srgbClr val="FF0000"/>
                  </a:solidFill>
                  <a:latin typeface="黑体" panose="02010609060101010101" pitchFamily="49" charset="-122"/>
                </a:endParaRPr>
              </a:p>
            </p:txBody>
          </p:sp>
        </p:grpSp>
        <p:grpSp>
          <p:nvGrpSpPr>
            <p:cNvPr id="36896" name="Group 43"/>
            <p:cNvGrpSpPr/>
            <p:nvPr/>
          </p:nvGrpSpPr>
          <p:grpSpPr>
            <a:xfrm>
              <a:off x="10278" y="7060"/>
              <a:ext cx="2262" cy="1180"/>
              <a:chOff x="0" y="0"/>
              <a:chExt cx="1420" cy="401"/>
            </a:xfrm>
          </p:grpSpPr>
          <p:sp>
            <p:nvSpPr>
              <p:cNvPr id="36902" name="Oval 44"/>
              <p:cNvSpPr/>
              <p:nvPr/>
            </p:nvSpPr>
            <p:spPr>
              <a:xfrm>
                <a:off x="0" y="0"/>
                <a:ext cx="1420" cy="401"/>
              </a:xfrm>
              <a:prstGeom prst="ellipse">
                <a:avLst/>
              </a:prstGeom>
              <a:noFill/>
              <a:ln w="19050" cap="flat" cmpd="sng">
                <a:solidFill>
                  <a:srgbClr val="000000"/>
                </a:solidFill>
                <a:prstDash val="solid"/>
                <a:headEnd type="none" w="med" len="med"/>
                <a:tailEnd type="none" w="med" len="med"/>
              </a:ln>
            </p:spPr>
            <p:txBody>
              <a:bodyPr tIns="36000"/>
              <a:p>
                <a:endParaRPr lang="zh-CN" altLang="en-US" dirty="0">
                  <a:latin typeface="Times New Roman" panose="02020603050405020304" pitchFamily="18" charset="0"/>
                </a:endParaRPr>
              </a:p>
            </p:txBody>
          </p:sp>
          <p:sp>
            <p:nvSpPr>
              <p:cNvPr id="36903" name="Text Box 45"/>
              <p:cNvSpPr txBox="1"/>
              <p:nvPr/>
            </p:nvSpPr>
            <p:spPr>
              <a:xfrm>
                <a:off x="325" y="67"/>
                <a:ext cx="852" cy="267"/>
              </a:xfrm>
              <a:prstGeom prst="rect">
                <a:avLst/>
              </a:prstGeom>
              <a:noFill/>
              <a:ln w="9525">
                <a:noFill/>
              </a:ln>
            </p:spPr>
            <p:txBody>
              <a:bodyPr lIns="0" tIns="36000" rIns="0" bIns="0"/>
              <a:p>
                <a:pPr algn="ctr" eaLnBrk="0" hangingPunct="0"/>
                <a:r>
                  <a:rPr lang="zh-CN" altLang="en-US" sz="1800" b="0" dirty="0">
                    <a:solidFill>
                      <a:srgbClr val="FF0000"/>
                    </a:solidFill>
                    <a:latin typeface="黑体" panose="02010609060101010101" pitchFamily="49" charset="-122"/>
                  </a:rPr>
                  <a:t>等待态</a:t>
                </a:r>
                <a:endParaRPr lang="zh-CN" altLang="en-US" sz="1800" b="0" dirty="0">
                  <a:solidFill>
                    <a:srgbClr val="FF0000"/>
                  </a:solidFill>
                  <a:latin typeface="黑体" panose="02010609060101010101" pitchFamily="49" charset="-122"/>
                </a:endParaRPr>
              </a:p>
            </p:txBody>
          </p:sp>
        </p:grpSp>
        <p:sp>
          <p:nvSpPr>
            <p:cNvPr id="36897" name="Line 46"/>
            <p:cNvSpPr/>
            <p:nvPr/>
          </p:nvSpPr>
          <p:spPr>
            <a:xfrm flipH="1" flipV="1">
              <a:off x="5690" y="1118"/>
              <a:ext cx="2413" cy="1652"/>
            </a:xfrm>
            <a:prstGeom prst="line">
              <a:avLst/>
            </a:prstGeom>
            <a:ln w="19050" cap="flat" cmpd="sng">
              <a:solidFill>
                <a:srgbClr val="000000"/>
              </a:solidFill>
              <a:prstDash val="solid"/>
              <a:headEnd type="none" w="med" len="med"/>
              <a:tailEnd type="triangle" w="sm" len="med"/>
            </a:ln>
          </p:spPr>
        </p:sp>
        <p:sp>
          <p:nvSpPr>
            <p:cNvPr id="36898" name="Line 47"/>
            <p:cNvSpPr/>
            <p:nvPr/>
          </p:nvSpPr>
          <p:spPr>
            <a:xfrm flipV="1">
              <a:off x="2008" y="1075"/>
              <a:ext cx="1912" cy="2865"/>
            </a:xfrm>
            <a:prstGeom prst="line">
              <a:avLst/>
            </a:prstGeom>
            <a:ln w="19050" cap="flat" cmpd="sng">
              <a:solidFill>
                <a:srgbClr val="000000"/>
              </a:solidFill>
              <a:prstDash val="solid"/>
              <a:headEnd type="none" w="med" len="med"/>
              <a:tailEnd type="triangle" w="sm" len="med"/>
            </a:ln>
          </p:spPr>
        </p:sp>
        <p:sp>
          <p:nvSpPr>
            <p:cNvPr id="36899" name="Text Box 48"/>
            <p:cNvSpPr txBox="1"/>
            <p:nvPr/>
          </p:nvSpPr>
          <p:spPr>
            <a:xfrm>
              <a:off x="2248" y="1690"/>
              <a:ext cx="765" cy="783"/>
            </a:xfrm>
            <a:prstGeom prst="rect">
              <a:avLst/>
            </a:prstGeom>
            <a:noFill/>
            <a:ln w="9525">
              <a:noFill/>
            </a:ln>
          </p:spPr>
          <p:txBody>
            <a:bodyPr lIns="0" tIns="36000" rIns="0" bIns="0"/>
            <a:p>
              <a:pPr algn="ctr" eaLnBrk="0" hangingPunct="0"/>
              <a:r>
                <a:rPr lang="zh-CN" altLang="en-US" sz="1800" b="0" dirty="0">
                  <a:solidFill>
                    <a:schemeClr val="hlink"/>
                  </a:solidFill>
                  <a:latin typeface="黑体" panose="02010609060101010101" pitchFamily="49" charset="-122"/>
                </a:rPr>
                <a:t>提交</a:t>
              </a:r>
              <a:endParaRPr lang="zh-CN" altLang="en-US" sz="1800" b="0" dirty="0">
                <a:solidFill>
                  <a:schemeClr val="hlink"/>
                </a:solidFill>
                <a:latin typeface="黑体" panose="02010609060101010101" pitchFamily="49" charset="-122"/>
              </a:endParaRPr>
            </a:p>
          </p:txBody>
        </p:sp>
        <p:sp>
          <p:nvSpPr>
            <p:cNvPr id="36900" name="Text Box 49"/>
            <p:cNvSpPr txBox="1"/>
            <p:nvPr/>
          </p:nvSpPr>
          <p:spPr>
            <a:xfrm>
              <a:off x="2223" y="6293"/>
              <a:ext cx="767" cy="782"/>
            </a:xfrm>
            <a:prstGeom prst="rect">
              <a:avLst/>
            </a:prstGeom>
            <a:noFill/>
            <a:ln w="9525">
              <a:noFill/>
            </a:ln>
          </p:spPr>
          <p:txBody>
            <a:bodyPr lIns="0" tIns="36000" rIns="0" bIns="0"/>
            <a:p>
              <a:pPr algn="ctr" eaLnBrk="0" hangingPunct="0"/>
              <a:r>
                <a:rPr lang="zh-CN" altLang="en-US" sz="1800" b="0" dirty="0">
                  <a:solidFill>
                    <a:schemeClr val="hlink"/>
                  </a:solidFill>
                  <a:latin typeface="黑体" panose="02010609060101010101" pitchFamily="49" charset="-122"/>
                </a:rPr>
                <a:t>提交</a:t>
              </a:r>
              <a:endParaRPr lang="zh-CN" altLang="en-US" sz="1800" b="0" dirty="0">
                <a:solidFill>
                  <a:schemeClr val="hlink"/>
                </a:solidFill>
                <a:latin typeface="黑体" panose="02010609060101010101" pitchFamily="49" charset="-122"/>
              </a:endParaRPr>
            </a:p>
          </p:txBody>
        </p:sp>
        <p:sp>
          <p:nvSpPr>
            <p:cNvPr id="36901" name="Line 50"/>
            <p:cNvSpPr/>
            <p:nvPr/>
          </p:nvSpPr>
          <p:spPr>
            <a:xfrm flipV="1">
              <a:off x="0" y="4550"/>
              <a:ext cx="958" cy="8"/>
            </a:xfrm>
            <a:prstGeom prst="line">
              <a:avLst/>
            </a:prstGeom>
            <a:ln w="19050" cap="flat" cmpd="sng">
              <a:solidFill>
                <a:srgbClr val="000000"/>
              </a:solidFill>
              <a:prstDash val="solid"/>
              <a:headEnd type="none" w="med" len="med"/>
              <a:tailEnd type="triangle" w="sm" len="med"/>
            </a:ln>
          </p:spPr>
        </p:sp>
      </p:grpSp>
      <p:sp>
        <p:nvSpPr>
          <p:cNvPr id="36868" name="Rectangle 2"/>
          <p:cNvSpPr>
            <a:spLocks noGrp="1"/>
          </p:cNvSpPr>
          <p:nvPr/>
        </p:nvSpPr>
        <p:spPr>
          <a:xfrm>
            <a:off x="1828800" y="477838"/>
            <a:ext cx="7240588" cy="561975"/>
          </a:xfrm>
          <a:prstGeom prst="rect">
            <a:avLst/>
          </a:prstGeom>
          <a:noFill/>
          <a:ln w="9525">
            <a:noFill/>
          </a:ln>
        </p:spPr>
        <p:txBody>
          <a:bodyPr lIns="100776" tIns="50388" rIns="100776" bIns="50388" anchor="ctr" anchorCtr="0"/>
          <a:p>
            <a:pPr algn="r" eaLnBrk="0" hangingPunct="0"/>
            <a:r>
              <a:rPr lang="en-US" altLang="zh-CN" sz="3600" dirty="0">
                <a:solidFill>
                  <a:schemeClr val="bg1"/>
                </a:solidFill>
                <a:latin typeface="黑体" panose="02010609060101010101" pitchFamily="49" charset="-122"/>
                <a:ea typeface="黑体" panose="02010609060101010101" pitchFamily="49" charset="-122"/>
              </a:rPr>
              <a:t>       </a:t>
            </a:r>
            <a:r>
              <a:rPr lang="zh-CN" altLang="en-US" sz="3600" dirty="0">
                <a:solidFill>
                  <a:schemeClr val="bg1"/>
                </a:solidFill>
                <a:latin typeface="黑体" panose="02010609060101010101" pitchFamily="49" charset="-122"/>
                <a:ea typeface="黑体" panose="02010609060101010101" pitchFamily="49" charset="-122"/>
              </a:rPr>
              <a:t>进程</a:t>
            </a:r>
            <a:endParaRPr lang="zh-CN" altLang="en-US" sz="3600" dirty="0">
              <a:solidFill>
                <a:schemeClr val="bg1"/>
              </a:solidFill>
              <a:latin typeface="黑体" panose="02010609060101010101" pitchFamily="49" charset="-122"/>
              <a:ea typeface="黑体" panose="02010609060101010101" pitchFamily="49" charset="-122"/>
            </a:endParaRPr>
          </a:p>
        </p:txBody>
      </p:sp>
    </p:spTree>
  </p:cSld>
  <p:clrMapOvr>
    <a:masterClrMapping/>
  </p:clrMapOvr>
  <p:transition>
    <p:dissolve/>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7890" name="Rectangle 2"/>
          <p:cNvSpPr>
            <a:spLocks noGrp="1"/>
          </p:cNvSpPr>
          <p:nvPr>
            <p:ph type="title" idx="4294967295"/>
          </p:nvPr>
        </p:nvSpPr>
        <p:spPr>
          <a:xfrm>
            <a:off x="838200" y="1293813"/>
            <a:ext cx="7240588" cy="563562"/>
          </a:xfrm>
          <a:ln/>
        </p:spPr>
        <p:txBody>
          <a:bodyPr vert="horz" wrap="square" lIns="91440" tIns="45720" rIns="91440" bIns="45720" anchor="ctr" anchorCtr="0"/>
          <a:p>
            <a:pPr algn="l"/>
            <a:r>
              <a:rPr lang="en-US" altLang="zh-CN" dirty="0">
                <a:solidFill>
                  <a:srgbClr val="0033CC"/>
                </a:solidFill>
              </a:rPr>
              <a:t>1</a:t>
            </a:r>
            <a:r>
              <a:rPr lang="zh-CN" altLang="en-US" dirty="0">
                <a:solidFill>
                  <a:srgbClr val="0033CC"/>
                </a:solidFill>
              </a:rPr>
              <a:t>、进程映像</a:t>
            </a:r>
            <a:endParaRPr lang="zh-CN" altLang="en-US" dirty="0">
              <a:solidFill>
                <a:srgbClr val="0033CC"/>
              </a:solidFill>
            </a:endParaRPr>
          </a:p>
        </p:txBody>
      </p:sp>
      <p:sp>
        <p:nvSpPr>
          <p:cNvPr id="37891" name="Rectangle 3"/>
          <p:cNvSpPr>
            <a:spLocks noGrp="1"/>
          </p:cNvSpPr>
          <p:nvPr>
            <p:ph type="body" idx="4294967295"/>
          </p:nvPr>
        </p:nvSpPr>
        <p:spPr>
          <a:xfrm>
            <a:off x="306388" y="1981200"/>
            <a:ext cx="8532812" cy="4570413"/>
          </a:xfrm>
          <a:ln/>
        </p:spPr>
        <p:txBody>
          <a:bodyPr vert="horz" wrap="square" lIns="91440" tIns="45720" rIns="91440" bIns="45720" anchor="t" anchorCtr="0"/>
          <a:p>
            <a:pPr>
              <a:lnSpc>
                <a:spcPct val="130000"/>
              </a:lnSpc>
              <a:spcAft>
                <a:spcPct val="20000"/>
              </a:spcAft>
            </a:pPr>
            <a:r>
              <a:rPr lang="zh-CN" altLang="en-US" sz="2800" dirty="0">
                <a:solidFill>
                  <a:schemeClr val="tx1"/>
                </a:solidFill>
                <a:latin typeface="黑体" panose="02010609060101010101" pitchFamily="49" charset="-122"/>
              </a:rPr>
              <a:t>定义：</a:t>
            </a:r>
            <a:r>
              <a:rPr lang="zh-CN" altLang="en-US" sz="2800" dirty="0">
                <a:solidFill>
                  <a:srgbClr val="FF0000"/>
                </a:solidFill>
                <a:latin typeface="黑体" panose="02010609060101010101" pitchFamily="49" charset="-122"/>
              </a:rPr>
              <a:t>某时刻</a:t>
            </a:r>
            <a:r>
              <a:rPr lang="zh-CN" altLang="en-US" sz="2800" dirty="0">
                <a:solidFill>
                  <a:schemeClr val="tx1"/>
                </a:solidFill>
                <a:latin typeface="黑体" panose="02010609060101010101" pitchFamily="49" charset="-122"/>
              </a:rPr>
              <a:t>进程的内容及其状态的集合</a:t>
            </a:r>
            <a:endParaRPr lang="zh-CN" altLang="en-US" sz="2800" dirty="0">
              <a:solidFill>
                <a:schemeClr val="tx1"/>
              </a:solidFill>
              <a:latin typeface="黑体" panose="02010609060101010101" pitchFamily="49" charset="-122"/>
            </a:endParaRPr>
          </a:p>
          <a:p>
            <a:pPr lvl="1">
              <a:lnSpc>
                <a:spcPct val="130000"/>
              </a:lnSpc>
              <a:spcBef>
                <a:spcPct val="0"/>
              </a:spcBef>
              <a:spcAft>
                <a:spcPct val="20000"/>
              </a:spcAft>
            </a:pPr>
            <a:r>
              <a:rPr lang="zh-CN" altLang="en-US" sz="2500" dirty="0">
                <a:solidFill>
                  <a:srgbClr val="0033CC"/>
                </a:solidFill>
                <a:latin typeface="黑体" panose="02010609060101010101" pitchFamily="49" charset="-122"/>
              </a:rPr>
              <a:t>进程控制块：</a:t>
            </a:r>
            <a:r>
              <a:rPr lang="zh-CN" altLang="en-US" sz="2500" dirty="0">
                <a:latin typeface="黑体" panose="02010609060101010101" pitchFamily="49" charset="-122"/>
              </a:rPr>
              <a:t>存储进程的标志信息、现场信息、控制信息，随进程产生而产生，随进程撤销而消亡；</a:t>
            </a:r>
            <a:endParaRPr lang="zh-CN" altLang="en-US" sz="2500" dirty="0">
              <a:latin typeface="黑体" panose="02010609060101010101" pitchFamily="49" charset="-122"/>
            </a:endParaRPr>
          </a:p>
          <a:p>
            <a:pPr lvl="1">
              <a:lnSpc>
                <a:spcPct val="130000"/>
              </a:lnSpc>
              <a:spcBef>
                <a:spcPct val="0"/>
              </a:spcBef>
              <a:spcAft>
                <a:spcPct val="20000"/>
              </a:spcAft>
            </a:pPr>
            <a:r>
              <a:rPr lang="zh-CN" altLang="en-US" sz="2500" dirty="0">
                <a:solidFill>
                  <a:srgbClr val="0033CC"/>
                </a:solidFill>
                <a:latin typeface="黑体" panose="02010609060101010101" pitchFamily="49" charset="-122"/>
              </a:rPr>
              <a:t>进程程序块：</a:t>
            </a:r>
            <a:r>
              <a:rPr lang="zh-CN" altLang="en-US" sz="2500" dirty="0">
                <a:latin typeface="黑体" panose="02010609060101010101" pitchFamily="49" charset="-122"/>
              </a:rPr>
              <a:t>被执行的程序，规定进程一次运行能完成的功能；</a:t>
            </a:r>
            <a:endParaRPr lang="zh-CN" altLang="en-US" sz="2500" dirty="0">
              <a:latin typeface="黑体" panose="02010609060101010101" pitchFamily="49" charset="-122"/>
            </a:endParaRPr>
          </a:p>
          <a:p>
            <a:pPr lvl="1">
              <a:lnSpc>
                <a:spcPct val="130000"/>
              </a:lnSpc>
              <a:spcBef>
                <a:spcPct val="0"/>
              </a:spcBef>
              <a:spcAft>
                <a:spcPct val="20000"/>
              </a:spcAft>
            </a:pPr>
            <a:r>
              <a:rPr lang="zh-CN" altLang="en-US" sz="2500" dirty="0">
                <a:solidFill>
                  <a:srgbClr val="0033CC"/>
                </a:solidFill>
                <a:latin typeface="黑体" panose="02010609060101010101" pitchFamily="49" charset="-122"/>
              </a:rPr>
              <a:t>进程数据块：</a:t>
            </a:r>
            <a:r>
              <a:rPr lang="zh-CN" altLang="en-US" sz="2500" dirty="0">
                <a:latin typeface="黑体" panose="02010609060101010101" pitchFamily="49" charset="-122"/>
              </a:rPr>
              <a:t>进程的私有地址空间，存放私有数据</a:t>
            </a:r>
            <a:endParaRPr lang="zh-CN" altLang="en-US" sz="2500" dirty="0">
              <a:latin typeface="黑体" panose="02010609060101010101" pitchFamily="49" charset="-122"/>
            </a:endParaRPr>
          </a:p>
          <a:p>
            <a:pPr lvl="1">
              <a:lnSpc>
                <a:spcPct val="130000"/>
              </a:lnSpc>
              <a:spcBef>
                <a:spcPct val="0"/>
              </a:spcBef>
              <a:spcAft>
                <a:spcPct val="20000"/>
              </a:spcAft>
            </a:pPr>
            <a:r>
              <a:rPr lang="zh-CN" altLang="en-US" sz="2500" dirty="0">
                <a:solidFill>
                  <a:srgbClr val="0033CC"/>
                </a:solidFill>
                <a:latin typeface="黑体" panose="02010609060101010101" pitchFamily="49" charset="-122"/>
              </a:rPr>
              <a:t>进程核心栈：</a:t>
            </a:r>
            <a:r>
              <a:rPr lang="zh-CN" altLang="en-US" sz="2500" dirty="0">
                <a:latin typeface="黑体" panose="02010609060101010101" pitchFamily="49" charset="-122"/>
              </a:rPr>
              <a:t>进程用于保护中断</a:t>
            </a:r>
            <a:r>
              <a:rPr lang="en-US" altLang="zh-CN" sz="2500" dirty="0">
                <a:latin typeface="黑体" panose="02010609060101010101" pitchFamily="49" charset="-122"/>
              </a:rPr>
              <a:t>/</a:t>
            </a:r>
            <a:r>
              <a:rPr lang="zh-CN" altLang="en-US" sz="2500" dirty="0">
                <a:latin typeface="黑体" panose="02010609060101010101" pitchFamily="49" charset="-122"/>
              </a:rPr>
              <a:t>异常现场，保存函数调用的参数和返回地址；</a:t>
            </a:r>
            <a:endParaRPr lang="zh-CN" altLang="en-US" sz="2500" dirty="0">
              <a:latin typeface="黑体" panose="02010609060101010101" pitchFamily="49" charset="-122"/>
            </a:endParaRPr>
          </a:p>
        </p:txBody>
      </p:sp>
      <p:sp>
        <p:nvSpPr>
          <p:cNvPr id="37892" name="标题 1"/>
          <p:cNvSpPr txBox="1"/>
          <p:nvPr/>
        </p:nvSpPr>
        <p:spPr>
          <a:xfrm>
            <a:off x="1403350" y="476250"/>
            <a:ext cx="7240588" cy="563563"/>
          </a:xfrm>
          <a:prstGeom prst="rect">
            <a:avLst/>
          </a:prstGeom>
          <a:noFill/>
          <a:ln w="9525">
            <a:noFill/>
          </a:ln>
        </p:spPr>
        <p:txBody>
          <a:bodyPr anchor="ctr" anchorCtr="0"/>
          <a:p>
            <a:pPr algn="r" eaLnBrk="0" hangingPunct="0"/>
            <a:r>
              <a:rPr lang="zh-CN" altLang="en-US" sz="2800" b="0" dirty="0">
                <a:solidFill>
                  <a:schemeClr val="bg1"/>
                </a:solidFill>
                <a:latin typeface="Times New Roman" panose="02020603050405020304" pitchFamily="18" charset="0"/>
              </a:rPr>
              <a:t>进程的描述和组成</a:t>
            </a:r>
            <a:endParaRPr lang="zh-CN" altLang="en-US" sz="2800" b="0" dirty="0">
              <a:solidFill>
                <a:schemeClr val="bg1"/>
              </a:solidFill>
              <a:latin typeface="Times New Roman" panose="02020603050405020304" pitchFamily="18" charset="0"/>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8914" name="Rectangle 3"/>
          <p:cNvSpPr>
            <a:spLocks noGrp="1"/>
          </p:cNvSpPr>
          <p:nvPr>
            <p:ph type="body" idx="4294967295"/>
          </p:nvPr>
        </p:nvSpPr>
        <p:spPr>
          <a:xfrm>
            <a:off x="838200" y="1219200"/>
            <a:ext cx="7697788" cy="838200"/>
          </a:xfrm>
          <a:ln/>
        </p:spPr>
        <p:txBody>
          <a:bodyPr vert="horz" wrap="square" lIns="91440" tIns="45720" rIns="91440" bIns="45720" anchor="t" anchorCtr="0"/>
          <a:p>
            <a:r>
              <a:rPr lang="zh-CN" altLang="en-US" dirty="0"/>
              <a:t>进程的内存（虚存）映像构成</a:t>
            </a:r>
            <a:endParaRPr lang="zh-CN" altLang="en-US" dirty="0"/>
          </a:p>
        </p:txBody>
      </p:sp>
      <p:sp>
        <p:nvSpPr>
          <p:cNvPr id="38915" name="标题 1"/>
          <p:cNvSpPr txBox="1"/>
          <p:nvPr/>
        </p:nvSpPr>
        <p:spPr>
          <a:xfrm>
            <a:off x="1403350" y="476250"/>
            <a:ext cx="7240588" cy="563563"/>
          </a:xfrm>
          <a:prstGeom prst="rect">
            <a:avLst/>
          </a:prstGeom>
          <a:noFill/>
          <a:ln w="9525">
            <a:noFill/>
          </a:ln>
        </p:spPr>
        <p:txBody>
          <a:bodyPr anchor="ctr" anchorCtr="0"/>
          <a:p>
            <a:pPr algn="r" eaLnBrk="0" hangingPunct="0"/>
            <a:r>
              <a:rPr lang="zh-CN" altLang="en-US" sz="2800" b="0" dirty="0">
                <a:solidFill>
                  <a:schemeClr val="bg1"/>
                </a:solidFill>
                <a:latin typeface="Times New Roman" panose="02020603050405020304" pitchFamily="18" charset="0"/>
              </a:rPr>
              <a:t>进程的描述和组成</a:t>
            </a:r>
            <a:endParaRPr lang="zh-CN" altLang="en-US" sz="2800" b="0" dirty="0">
              <a:solidFill>
                <a:schemeClr val="bg1"/>
              </a:solidFill>
              <a:latin typeface="Times New Roman" panose="02020603050405020304" pitchFamily="18" charset="0"/>
            </a:endParaRPr>
          </a:p>
        </p:txBody>
      </p:sp>
      <p:grpSp>
        <p:nvGrpSpPr>
          <p:cNvPr id="38916" name="Group 4"/>
          <p:cNvGrpSpPr/>
          <p:nvPr/>
        </p:nvGrpSpPr>
        <p:grpSpPr>
          <a:xfrm>
            <a:off x="381000" y="2132013"/>
            <a:ext cx="3965575" cy="4005262"/>
            <a:chOff x="0" y="0"/>
            <a:chExt cx="2497" cy="2524"/>
          </a:xfrm>
        </p:grpSpPr>
        <p:sp>
          <p:nvSpPr>
            <p:cNvPr id="38924" name="Text Box 28"/>
            <p:cNvSpPr txBox="1"/>
            <p:nvPr/>
          </p:nvSpPr>
          <p:spPr>
            <a:xfrm>
              <a:off x="703" y="0"/>
              <a:ext cx="1794" cy="377"/>
            </a:xfrm>
            <a:prstGeom prst="rect">
              <a:avLst/>
            </a:prstGeom>
            <a:solidFill>
              <a:srgbClr val="808080">
                <a:alpha val="50195"/>
              </a:srgbClr>
            </a:solidFill>
            <a:ln w="9525" cap="flat" cmpd="sng">
              <a:solidFill>
                <a:srgbClr val="000000"/>
              </a:solidFill>
              <a:prstDash val="solid"/>
              <a:miter/>
              <a:headEnd type="none" w="med" len="med"/>
              <a:tailEnd type="none" w="med" len="med"/>
            </a:ln>
            <a:effectLst>
              <a:outerShdw dist="107763" dir="2699999" algn="ctr" rotWithShape="0">
                <a:srgbClr val="808080"/>
              </a:outerShdw>
            </a:effectLst>
          </p:spPr>
          <p:txBody>
            <a:bodyPr lIns="0" tIns="0" rIns="0" bIns="0"/>
            <a:p>
              <a:pPr algn="ctr" eaLnBrk="0" hangingPunct="0"/>
              <a:r>
                <a:rPr lang="zh-CN" altLang="en-US" sz="2800" dirty="0">
                  <a:solidFill>
                    <a:srgbClr val="FFFF00"/>
                  </a:solidFill>
                  <a:latin typeface="华文新魏" panose="02010800040101010101" pitchFamily="2" charset="-122"/>
                  <a:ea typeface="华文新魏" panose="02010800040101010101" pitchFamily="2" charset="-122"/>
                </a:rPr>
                <a:t>进程标识信息</a:t>
              </a:r>
              <a:endParaRPr lang="zh-CN" altLang="en-US" sz="2800" dirty="0">
                <a:solidFill>
                  <a:srgbClr val="FFFF00"/>
                </a:solidFill>
                <a:latin typeface="华文新魏" panose="02010800040101010101" pitchFamily="2" charset="-122"/>
                <a:ea typeface="华文新魏" panose="02010800040101010101" pitchFamily="2" charset="-122"/>
              </a:endParaRPr>
            </a:p>
          </p:txBody>
        </p:sp>
        <p:sp>
          <p:nvSpPr>
            <p:cNvPr id="38925" name="Text Box 29"/>
            <p:cNvSpPr txBox="1"/>
            <p:nvPr/>
          </p:nvSpPr>
          <p:spPr>
            <a:xfrm>
              <a:off x="703" y="359"/>
              <a:ext cx="1794" cy="378"/>
            </a:xfrm>
            <a:prstGeom prst="rect">
              <a:avLst/>
            </a:prstGeom>
            <a:solidFill>
              <a:srgbClr val="969696">
                <a:alpha val="50195"/>
              </a:srgbClr>
            </a:solidFill>
            <a:ln w="9525" cap="flat" cmpd="sng">
              <a:solidFill>
                <a:srgbClr val="000000"/>
              </a:solidFill>
              <a:prstDash val="solid"/>
              <a:miter/>
              <a:headEnd type="none" w="med" len="med"/>
              <a:tailEnd type="none" w="med" len="med"/>
            </a:ln>
            <a:effectLst>
              <a:outerShdw dist="107763" dir="2699999" algn="ctr" rotWithShape="0">
                <a:srgbClr val="808080"/>
              </a:outerShdw>
            </a:effectLst>
          </p:spPr>
          <p:txBody>
            <a:bodyPr lIns="0" tIns="0" rIns="0" bIns="0"/>
            <a:p>
              <a:pPr algn="ctr" eaLnBrk="0" hangingPunct="0"/>
              <a:r>
                <a:rPr lang="zh-CN" altLang="en-US" sz="2800" dirty="0">
                  <a:solidFill>
                    <a:srgbClr val="FFFF00"/>
                  </a:solidFill>
                  <a:latin typeface="华文新魏" panose="02010800040101010101" pitchFamily="2" charset="-122"/>
                  <a:ea typeface="华文新魏" panose="02010800040101010101" pitchFamily="2" charset="-122"/>
                </a:rPr>
                <a:t>进程现场信息</a:t>
              </a:r>
              <a:endParaRPr lang="zh-CN" altLang="en-US" sz="2800" dirty="0">
                <a:solidFill>
                  <a:srgbClr val="FFFF00"/>
                </a:solidFill>
                <a:latin typeface="华文新魏" panose="02010800040101010101" pitchFamily="2" charset="-122"/>
                <a:ea typeface="华文新魏" panose="02010800040101010101" pitchFamily="2" charset="-122"/>
              </a:endParaRPr>
            </a:p>
          </p:txBody>
        </p:sp>
        <p:sp>
          <p:nvSpPr>
            <p:cNvPr id="38926" name="Text Box 30"/>
            <p:cNvSpPr txBox="1"/>
            <p:nvPr/>
          </p:nvSpPr>
          <p:spPr>
            <a:xfrm>
              <a:off x="703" y="681"/>
              <a:ext cx="1794" cy="377"/>
            </a:xfrm>
            <a:prstGeom prst="rect">
              <a:avLst/>
            </a:prstGeom>
            <a:solidFill>
              <a:srgbClr val="969696">
                <a:alpha val="50195"/>
              </a:srgbClr>
            </a:solidFill>
            <a:ln w="9525" cap="flat" cmpd="sng">
              <a:solidFill>
                <a:srgbClr val="000000"/>
              </a:solidFill>
              <a:prstDash val="solid"/>
              <a:miter/>
              <a:headEnd type="none" w="med" len="med"/>
              <a:tailEnd type="none" w="med" len="med"/>
            </a:ln>
            <a:effectLst>
              <a:outerShdw dist="107763" dir="2699999" algn="ctr" rotWithShape="0">
                <a:srgbClr val="808080"/>
              </a:outerShdw>
            </a:effectLst>
          </p:spPr>
          <p:txBody>
            <a:bodyPr lIns="0" tIns="0" rIns="0" bIns="0"/>
            <a:p>
              <a:pPr algn="ctr" eaLnBrk="0" hangingPunct="0"/>
              <a:r>
                <a:rPr lang="zh-CN" altLang="en-US" sz="2800" dirty="0">
                  <a:solidFill>
                    <a:srgbClr val="FFFF00"/>
                  </a:solidFill>
                  <a:latin typeface="华文新魏" panose="02010800040101010101" pitchFamily="2" charset="-122"/>
                  <a:ea typeface="华文新魏" panose="02010800040101010101" pitchFamily="2" charset="-122"/>
                </a:rPr>
                <a:t>进程控制信息</a:t>
              </a:r>
              <a:endParaRPr lang="zh-CN" altLang="en-US" sz="2800" dirty="0">
                <a:solidFill>
                  <a:srgbClr val="FFFF00"/>
                </a:solidFill>
                <a:latin typeface="华文新魏" panose="02010800040101010101" pitchFamily="2" charset="-122"/>
                <a:ea typeface="华文新魏" panose="02010800040101010101" pitchFamily="2" charset="-122"/>
              </a:endParaRPr>
            </a:p>
          </p:txBody>
        </p:sp>
        <p:sp>
          <p:nvSpPr>
            <p:cNvPr id="38927" name="Text Box 31"/>
            <p:cNvSpPr txBox="1"/>
            <p:nvPr/>
          </p:nvSpPr>
          <p:spPr>
            <a:xfrm>
              <a:off x="703" y="996"/>
              <a:ext cx="1794" cy="377"/>
            </a:xfrm>
            <a:prstGeom prst="rect">
              <a:avLst/>
            </a:prstGeom>
            <a:solidFill>
              <a:srgbClr val="FFFFFF"/>
            </a:solidFill>
            <a:ln w="9525" cap="flat" cmpd="sng">
              <a:solidFill>
                <a:srgbClr val="000000"/>
              </a:solidFill>
              <a:prstDash val="solid"/>
              <a:miter/>
              <a:headEnd type="none" w="med" len="med"/>
              <a:tailEnd type="none" w="med" len="med"/>
            </a:ln>
            <a:effectLst>
              <a:outerShdw dist="107763" dir="2699999" algn="ctr" rotWithShape="0">
                <a:srgbClr val="808080"/>
              </a:outerShdw>
            </a:effectLst>
          </p:spPr>
          <p:txBody>
            <a:bodyPr lIns="0" tIns="0" rIns="0" bIns="0"/>
            <a:p>
              <a:pPr algn="ctr" eaLnBrk="0" hangingPunct="0"/>
              <a:r>
                <a:rPr lang="zh-CN" altLang="en-US" dirty="0">
                  <a:solidFill>
                    <a:srgbClr val="0033CC"/>
                  </a:solidFill>
                  <a:latin typeface="华文新魏" panose="02010800040101010101" pitchFamily="2" charset="-122"/>
                  <a:ea typeface="华文新魏" panose="02010800040101010101" pitchFamily="2" charset="-122"/>
                </a:rPr>
                <a:t>用户堆栈</a:t>
              </a:r>
              <a:endParaRPr lang="zh-CN" altLang="en-US" dirty="0">
                <a:solidFill>
                  <a:srgbClr val="0033CC"/>
                </a:solidFill>
                <a:latin typeface="华文新魏" panose="02010800040101010101" pitchFamily="2" charset="-122"/>
                <a:ea typeface="华文新魏" panose="02010800040101010101" pitchFamily="2" charset="-122"/>
              </a:endParaRPr>
            </a:p>
          </p:txBody>
        </p:sp>
        <p:sp>
          <p:nvSpPr>
            <p:cNvPr id="38928" name="Text Box 32"/>
            <p:cNvSpPr txBox="1"/>
            <p:nvPr/>
          </p:nvSpPr>
          <p:spPr>
            <a:xfrm>
              <a:off x="703" y="1302"/>
              <a:ext cx="1794" cy="755"/>
            </a:xfrm>
            <a:prstGeom prst="rect">
              <a:avLst/>
            </a:prstGeom>
            <a:solidFill>
              <a:srgbClr val="FFFFFF"/>
            </a:solidFill>
            <a:ln w="9525" cap="flat" cmpd="sng">
              <a:solidFill>
                <a:srgbClr val="000000"/>
              </a:solidFill>
              <a:prstDash val="solid"/>
              <a:miter/>
              <a:headEnd type="none" w="med" len="med"/>
              <a:tailEnd type="none" w="med" len="med"/>
            </a:ln>
            <a:effectLst>
              <a:outerShdw dist="107763" dir="2699999" algn="ctr" rotWithShape="0">
                <a:srgbClr val="808080"/>
              </a:outerShdw>
            </a:effectLst>
          </p:spPr>
          <p:txBody>
            <a:bodyPr lIns="0" tIns="0" rIns="0" bIns="0"/>
            <a:p>
              <a:pPr algn="ctr" eaLnBrk="0" hangingPunct="0"/>
              <a:r>
                <a:rPr lang="zh-CN" altLang="en-US" dirty="0">
                  <a:solidFill>
                    <a:srgbClr val="0033CC"/>
                  </a:solidFill>
                  <a:latin typeface="华文新魏" panose="02010800040101010101" pitchFamily="2" charset="-122"/>
                  <a:ea typeface="华文新魏" panose="02010800040101010101" pitchFamily="2" charset="-122"/>
                </a:rPr>
                <a:t>用户私有地址空间</a:t>
              </a:r>
              <a:endParaRPr lang="zh-CN" altLang="en-US" dirty="0">
                <a:solidFill>
                  <a:srgbClr val="0033CC"/>
                </a:solidFill>
                <a:latin typeface="华文新魏" panose="02010800040101010101" pitchFamily="2" charset="-122"/>
                <a:ea typeface="华文新魏" panose="02010800040101010101" pitchFamily="2" charset="-122"/>
              </a:endParaRPr>
            </a:p>
            <a:p>
              <a:pPr algn="ctr" eaLnBrk="0" hangingPunct="0"/>
              <a:r>
                <a:rPr lang="zh-CN" altLang="en-US" dirty="0">
                  <a:solidFill>
                    <a:srgbClr val="0033CC"/>
                  </a:solidFill>
                  <a:latin typeface="华文新魏" panose="02010800040101010101" pitchFamily="2" charset="-122"/>
                  <a:ea typeface="华文新魏" panose="02010800040101010101" pitchFamily="2" charset="-122"/>
                </a:rPr>
                <a:t>（代码、数据）</a:t>
              </a:r>
              <a:endParaRPr lang="zh-CN" altLang="en-US" dirty="0">
                <a:solidFill>
                  <a:srgbClr val="0033CC"/>
                </a:solidFill>
                <a:latin typeface="华文新魏" panose="02010800040101010101" pitchFamily="2" charset="-122"/>
                <a:ea typeface="华文新魏" panose="02010800040101010101" pitchFamily="2" charset="-122"/>
              </a:endParaRPr>
            </a:p>
          </p:txBody>
        </p:sp>
        <p:sp>
          <p:nvSpPr>
            <p:cNvPr id="38929" name="AutoShape 33"/>
            <p:cNvSpPr/>
            <p:nvPr/>
          </p:nvSpPr>
          <p:spPr>
            <a:xfrm>
              <a:off x="423" y="41"/>
              <a:ext cx="256" cy="1132"/>
            </a:xfrm>
            <a:prstGeom prst="leftBrace">
              <a:avLst>
                <a:gd name="adj1" fmla="val 36848"/>
                <a:gd name="adj2" fmla="val 50000"/>
              </a:avLst>
            </a:prstGeom>
            <a:noFill/>
            <a:ln w="9525" cap="flat" cmpd="sng">
              <a:solidFill>
                <a:srgbClr val="000000"/>
              </a:solidFill>
              <a:prstDash val="solid"/>
              <a:headEnd type="none" w="med" len="med"/>
              <a:tailEnd type="none" w="med" len="med"/>
            </a:ln>
          </p:spPr>
          <p:txBody>
            <a:bodyPr/>
            <a:p>
              <a:endParaRPr lang="zh-CN" altLang="en-US" dirty="0">
                <a:latin typeface="Times New Roman" panose="02020603050405020304" pitchFamily="18" charset="0"/>
              </a:endParaRPr>
            </a:p>
          </p:txBody>
        </p:sp>
        <p:sp>
          <p:nvSpPr>
            <p:cNvPr id="38930" name="Text Box 34"/>
            <p:cNvSpPr txBox="1"/>
            <p:nvPr/>
          </p:nvSpPr>
          <p:spPr>
            <a:xfrm>
              <a:off x="0" y="418"/>
              <a:ext cx="384" cy="660"/>
            </a:xfrm>
            <a:prstGeom prst="rect">
              <a:avLst/>
            </a:prstGeom>
            <a:solidFill>
              <a:srgbClr val="FFFFFF"/>
            </a:solidFill>
            <a:ln w="9525">
              <a:noFill/>
            </a:ln>
          </p:spPr>
          <p:txBody>
            <a:bodyPr lIns="0" tIns="0" rIns="0" bIns="0"/>
            <a:p>
              <a:pPr eaLnBrk="0" hangingPunct="0"/>
              <a:r>
                <a:rPr lang="zh-CN" altLang="en-US" dirty="0">
                  <a:solidFill>
                    <a:srgbClr val="0033CC"/>
                  </a:solidFill>
                  <a:latin typeface="华文新魏" panose="02010800040101010101" pitchFamily="2" charset="-122"/>
                  <a:ea typeface="华文新魏" panose="02010800040101010101" pitchFamily="2" charset="-122"/>
                </a:rPr>
                <a:t>进程控制块</a:t>
              </a:r>
              <a:endParaRPr lang="zh-CN" altLang="en-US" dirty="0">
                <a:solidFill>
                  <a:srgbClr val="0033CC"/>
                </a:solidFill>
                <a:latin typeface="华文新魏" panose="02010800040101010101" pitchFamily="2" charset="-122"/>
                <a:ea typeface="华文新魏" panose="02010800040101010101" pitchFamily="2" charset="-122"/>
              </a:endParaRPr>
            </a:p>
          </p:txBody>
        </p:sp>
        <p:sp>
          <p:nvSpPr>
            <p:cNvPr id="38931" name="Text Box 35"/>
            <p:cNvSpPr txBox="1"/>
            <p:nvPr/>
          </p:nvSpPr>
          <p:spPr>
            <a:xfrm>
              <a:off x="702" y="1769"/>
              <a:ext cx="1794" cy="755"/>
            </a:xfrm>
            <a:prstGeom prst="rect">
              <a:avLst/>
            </a:prstGeom>
            <a:solidFill>
              <a:srgbClr val="FFFFFF"/>
            </a:solidFill>
            <a:ln w="9525" cap="flat" cmpd="sng">
              <a:solidFill>
                <a:srgbClr val="000000"/>
              </a:solidFill>
              <a:prstDash val="solid"/>
              <a:miter/>
              <a:headEnd type="none" w="med" len="med"/>
              <a:tailEnd type="none" w="med" len="med"/>
            </a:ln>
            <a:effectLst>
              <a:outerShdw dist="107763" dir="2699999" algn="ctr" rotWithShape="0">
                <a:srgbClr val="808080"/>
              </a:outerShdw>
            </a:effectLst>
          </p:spPr>
          <p:txBody>
            <a:bodyPr lIns="0" tIns="0" rIns="0" bIns="0"/>
            <a:p>
              <a:pPr algn="ctr" eaLnBrk="0" hangingPunct="0"/>
              <a:endParaRPr lang="zh-CN" altLang="en-US" dirty="0">
                <a:solidFill>
                  <a:srgbClr val="0033CC"/>
                </a:solidFill>
                <a:latin typeface="华文新魏" panose="02010800040101010101" pitchFamily="2" charset="-122"/>
                <a:ea typeface="华文新魏" panose="02010800040101010101" pitchFamily="2" charset="-122"/>
              </a:endParaRPr>
            </a:p>
            <a:p>
              <a:pPr algn="ctr" eaLnBrk="0" hangingPunct="0"/>
              <a:r>
                <a:rPr lang="zh-CN" altLang="en-US" dirty="0">
                  <a:solidFill>
                    <a:srgbClr val="0033CC"/>
                  </a:solidFill>
                  <a:latin typeface="华文新魏" panose="02010800040101010101" pitchFamily="2" charset="-122"/>
                  <a:ea typeface="华文新魏" panose="02010800040101010101" pitchFamily="2" charset="-122"/>
                </a:rPr>
                <a:t>共享地址空间</a:t>
              </a:r>
              <a:endParaRPr lang="zh-CN" altLang="en-US" dirty="0">
                <a:solidFill>
                  <a:srgbClr val="0033CC"/>
                </a:solidFill>
                <a:latin typeface="华文新魏" panose="02010800040101010101" pitchFamily="2" charset="-122"/>
                <a:ea typeface="华文新魏" panose="02010800040101010101" pitchFamily="2" charset="-122"/>
              </a:endParaRPr>
            </a:p>
          </p:txBody>
        </p:sp>
      </p:grpSp>
      <p:grpSp>
        <p:nvGrpSpPr>
          <p:cNvPr id="38917" name="Group 13"/>
          <p:cNvGrpSpPr/>
          <p:nvPr/>
        </p:nvGrpSpPr>
        <p:grpSpPr>
          <a:xfrm>
            <a:off x="5335588" y="2163763"/>
            <a:ext cx="2849562" cy="4005262"/>
            <a:chOff x="0" y="0"/>
            <a:chExt cx="1795" cy="2524"/>
          </a:xfrm>
        </p:grpSpPr>
        <p:sp>
          <p:nvSpPr>
            <p:cNvPr id="38918" name="Text Box 38"/>
            <p:cNvSpPr txBox="1"/>
            <p:nvPr/>
          </p:nvSpPr>
          <p:spPr>
            <a:xfrm>
              <a:off x="1" y="0"/>
              <a:ext cx="1794" cy="377"/>
            </a:xfrm>
            <a:prstGeom prst="rect">
              <a:avLst/>
            </a:prstGeom>
            <a:solidFill>
              <a:srgbClr val="808080">
                <a:alpha val="50195"/>
              </a:srgbClr>
            </a:solidFill>
            <a:ln w="9525" cap="flat" cmpd="sng">
              <a:solidFill>
                <a:srgbClr val="000000"/>
              </a:solidFill>
              <a:prstDash val="solid"/>
              <a:miter/>
              <a:headEnd type="none" w="med" len="med"/>
              <a:tailEnd type="none" w="med" len="med"/>
            </a:ln>
            <a:effectLst>
              <a:outerShdw dist="107763" dir="2699999" algn="ctr" rotWithShape="0">
                <a:srgbClr val="808080"/>
              </a:outerShdw>
            </a:effectLst>
          </p:spPr>
          <p:txBody>
            <a:bodyPr lIns="0" tIns="0" rIns="0" bIns="0"/>
            <a:p>
              <a:pPr algn="ctr" eaLnBrk="0" hangingPunct="0"/>
              <a:r>
                <a:rPr lang="zh-CN" altLang="en-US" sz="2800" dirty="0">
                  <a:solidFill>
                    <a:srgbClr val="FFFF00"/>
                  </a:solidFill>
                  <a:latin typeface="华文新魏" panose="02010800040101010101" pitchFamily="2" charset="-122"/>
                  <a:ea typeface="华文新魏" panose="02010800040101010101" pitchFamily="2" charset="-122"/>
                </a:rPr>
                <a:t>进程标识信息</a:t>
              </a:r>
              <a:endParaRPr lang="zh-CN" altLang="en-US" sz="2800" dirty="0">
                <a:solidFill>
                  <a:srgbClr val="FFFF00"/>
                </a:solidFill>
                <a:latin typeface="华文新魏" panose="02010800040101010101" pitchFamily="2" charset="-122"/>
                <a:ea typeface="华文新魏" panose="02010800040101010101" pitchFamily="2" charset="-122"/>
              </a:endParaRPr>
            </a:p>
          </p:txBody>
        </p:sp>
        <p:sp>
          <p:nvSpPr>
            <p:cNvPr id="38919" name="Text Box 39"/>
            <p:cNvSpPr txBox="1"/>
            <p:nvPr/>
          </p:nvSpPr>
          <p:spPr>
            <a:xfrm>
              <a:off x="1" y="359"/>
              <a:ext cx="1794" cy="378"/>
            </a:xfrm>
            <a:prstGeom prst="rect">
              <a:avLst/>
            </a:prstGeom>
            <a:solidFill>
              <a:srgbClr val="969696">
                <a:alpha val="50195"/>
              </a:srgbClr>
            </a:solidFill>
            <a:ln w="9525" cap="flat" cmpd="sng">
              <a:solidFill>
                <a:srgbClr val="000000"/>
              </a:solidFill>
              <a:prstDash val="solid"/>
              <a:miter/>
              <a:headEnd type="none" w="med" len="med"/>
              <a:tailEnd type="none" w="med" len="med"/>
            </a:ln>
            <a:effectLst>
              <a:outerShdw dist="107763" dir="2699999" algn="ctr" rotWithShape="0">
                <a:srgbClr val="808080"/>
              </a:outerShdw>
            </a:effectLst>
          </p:spPr>
          <p:txBody>
            <a:bodyPr lIns="0" tIns="0" rIns="0" bIns="0"/>
            <a:p>
              <a:pPr algn="ctr" eaLnBrk="0" hangingPunct="0"/>
              <a:r>
                <a:rPr lang="zh-CN" altLang="en-US" sz="2800" dirty="0">
                  <a:solidFill>
                    <a:srgbClr val="FFFF00"/>
                  </a:solidFill>
                  <a:latin typeface="华文新魏" panose="02010800040101010101" pitchFamily="2" charset="-122"/>
                  <a:ea typeface="华文新魏" panose="02010800040101010101" pitchFamily="2" charset="-122"/>
                </a:rPr>
                <a:t>进程现场信息</a:t>
              </a:r>
              <a:endParaRPr lang="zh-CN" altLang="en-US" sz="2800" dirty="0">
                <a:solidFill>
                  <a:srgbClr val="FFFF00"/>
                </a:solidFill>
                <a:latin typeface="华文新魏" panose="02010800040101010101" pitchFamily="2" charset="-122"/>
                <a:ea typeface="华文新魏" panose="02010800040101010101" pitchFamily="2" charset="-122"/>
              </a:endParaRPr>
            </a:p>
          </p:txBody>
        </p:sp>
        <p:sp>
          <p:nvSpPr>
            <p:cNvPr id="38920" name="Text Box 40"/>
            <p:cNvSpPr txBox="1"/>
            <p:nvPr/>
          </p:nvSpPr>
          <p:spPr>
            <a:xfrm>
              <a:off x="1" y="681"/>
              <a:ext cx="1794" cy="377"/>
            </a:xfrm>
            <a:prstGeom prst="rect">
              <a:avLst/>
            </a:prstGeom>
            <a:solidFill>
              <a:srgbClr val="969696">
                <a:alpha val="50195"/>
              </a:srgbClr>
            </a:solidFill>
            <a:ln w="9525" cap="flat" cmpd="sng">
              <a:solidFill>
                <a:srgbClr val="000000"/>
              </a:solidFill>
              <a:prstDash val="solid"/>
              <a:miter/>
              <a:headEnd type="none" w="med" len="med"/>
              <a:tailEnd type="none" w="med" len="med"/>
            </a:ln>
            <a:effectLst>
              <a:outerShdw dist="107763" dir="2699999" algn="ctr" rotWithShape="0">
                <a:srgbClr val="808080"/>
              </a:outerShdw>
            </a:effectLst>
          </p:spPr>
          <p:txBody>
            <a:bodyPr lIns="0" tIns="0" rIns="0" bIns="0"/>
            <a:p>
              <a:pPr algn="ctr" eaLnBrk="0" hangingPunct="0"/>
              <a:r>
                <a:rPr lang="zh-CN" altLang="en-US" sz="2800" dirty="0">
                  <a:solidFill>
                    <a:srgbClr val="FFFF00"/>
                  </a:solidFill>
                  <a:latin typeface="华文新魏" panose="02010800040101010101" pitchFamily="2" charset="-122"/>
                  <a:ea typeface="华文新魏" panose="02010800040101010101" pitchFamily="2" charset="-122"/>
                </a:rPr>
                <a:t>进程控制信息</a:t>
              </a:r>
              <a:endParaRPr lang="zh-CN" altLang="en-US" sz="2800" dirty="0">
                <a:solidFill>
                  <a:srgbClr val="FFFF00"/>
                </a:solidFill>
                <a:latin typeface="华文新魏" panose="02010800040101010101" pitchFamily="2" charset="-122"/>
                <a:ea typeface="华文新魏" panose="02010800040101010101" pitchFamily="2" charset="-122"/>
              </a:endParaRPr>
            </a:p>
          </p:txBody>
        </p:sp>
        <p:sp>
          <p:nvSpPr>
            <p:cNvPr id="38921" name="Text Box 41"/>
            <p:cNvSpPr txBox="1"/>
            <p:nvPr/>
          </p:nvSpPr>
          <p:spPr>
            <a:xfrm>
              <a:off x="1" y="996"/>
              <a:ext cx="1794" cy="377"/>
            </a:xfrm>
            <a:prstGeom prst="rect">
              <a:avLst/>
            </a:prstGeom>
            <a:solidFill>
              <a:srgbClr val="FFFFFF"/>
            </a:solidFill>
            <a:ln w="9525" cap="flat" cmpd="sng">
              <a:solidFill>
                <a:srgbClr val="000000"/>
              </a:solidFill>
              <a:prstDash val="solid"/>
              <a:miter/>
              <a:headEnd type="none" w="med" len="med"/>
              <a:tailEnd type="none" w="med" len="med"/>
            </a:ln>
            <a:effectLst>
              <a:outerShdw dist="107763" dir="2699999" algn="ctr" rotWithShape="0">
                <a:srgbClr val="808080"/>
              </a:outerShdw>
            </a:effectLst>
          </p:spPr>
          <p:txBody>
            <a:bodyPr lIns="0" tIns="0" rIns="0" bIns="0"/>
            <a:p>
              <a:pPr algn="ctr" eaLnBrk="0" hangingPunct="0"/>
              <a:r>
                <a:rPr lang="zh-CN" altLang="en-US" dirty="0">
                  <a:solidFill>
                    <a:srgbClr val="0033CC"/>
                  </a:solidFill>
                  <a:latin typeface="华文新魏" panose="02010800040101010101" pitchFamily="2" charset="-122"/>
                  <a:ea typeface="华文新魏" panose="02010800040101010101" pitchFamily="2" charset="-122"/>
                </a:rPr>
                <a:t>用户堆栈</a:t>
              </a:r>
              <a:endParaRPr lang="zh-CN" altLang="en-US" dirty="0">
                <a:solidFill>
                  <a:srgbClr val="0033CC"/>
                </a:solidFill>
                <a:latin typeface="华文新魏" panose="02010800040101010101" pitchFamily="2" charset="-122"/>
                <a:ea typeface="华文新魏" panose="02010800040101010101" pitchFamily="2" charset="-122"/>
              </a:endParaRPr>
            </a:p>
          </p:txBody>
        </p:sp>
        <p:sp>
          <p:nvSpPr>
            <p:cNvPr id="38922" name="Text Box 42"/>
            <p:cNvSpPr txBox="1"/>
            <p:nvPr/>
          </p:nvSpPr>
          <p:spPr>
            <a:xfrm>
              <a:off x="1" y="1302"/>
              <a:ext cx="1794" cy="755"/>
            </a:xfrm>
            <a:prstGeom prst="rect">
              <a:avLst/>
            </a:prstGeom>
            <a:solidFill>
              <a:srgbClr val="FFFFFF"/>
            </a:solidFill>
            <a:ln w="9525" cap="flat" cmpd="sng">
              <a:solidFill>
                <a:srgbClr val="000000"/>
              </a:solidFill>
              <a:prstDash val="solid"/>
              <a:miter/>
              <a:headEnd type="none" w="med" len="med"/>
              <a:tailEnd type="none" w="med" len="med"/>
            </a:ln>
            <a:effectLst>
              <a:outerShdw dist="107763" dir="2699999" algn="ctr" rotWithShape="0">
                <a:srgbClr val="808080"/>
              </a:outerShdw>
            </a:effectLst>
          </p:spPr>
          <p:txBody>
            <a:bodyPr lIns="0" tIns="0" rIns="0" bIns="0"/>
            <a:p>
              <a:pPr algn="ctr" eaLnBrk="0" hangingPunct="0"/>
              <a:r>
                <a:rPr lang="zh-CN" altLang="en-US" dirty="0">
                  <a:solidFill>
                    <a:srgbClr val="0033CC"/>
                  </a:solidFill>
                  <a:latin typeface="华文新魏" panose="02010800040101010101" pitchFamily="2" charset="-122"/>
                  <a:ea typeface="华文新魏" panose="02010800040101010101" pitchFamily="2" charset="-122"/>
                </a:rPr>
                <a:t>用户私有地址空间</a:t>
              </a:r>
              <a:endParaRPr lang="zh-CN" altLang="en-US" dirty="0">
                <a:solidFill>
                  <a:srgbClr val="0033CC"/>
                </a:solidFill>
                <a:latin typeface="华文新魏" panose="02010800040101010101" pitchFamily="2" charset="-122"/>
                <a:ea typeface="华文新魏" panose="02010800040101010101" pitchFamily="2" charset="-122"/>
              </a:endParaRPr>
            </a:p>
            <a:p>
              <a:pPr algn="ctr" eaLnBrk="0" hangingPunct="0"/>
              <a:r>
                <a:rPr lang="zh-CN" altLang="en-US" dirty="0">
                  <a:solidFill>
                    <a:srgbClr val="0033CC"/>
                  </a:solidFill>
                  <a:latin typeface="华文新魏" panose="02010800040101010101" pitchFamily="2" charset="-122"/>
                  <a:ea typeface="华文新魏" panose="02010800040101010101" pitchFamily="2" charset="-122"/>
                </a:rPr>
                <a:t>（代码、数据）</a:t>
              </a:r>
              <a:endParaRPr lang="zh-CN" altLang="en-US" dirty="0">
                <a:solidFill>
                  <a:srgbClr val="0033CC"/>
                </a:solidFill>
                <a:latin typeface="华文新魏" panose="02010800040101010101" pitchFamily="2" charset="-122"/>
                <a:ea typeface="华文新魏" panose="02010800040101010101" pitchFamily="2" charset="-122"/>
              </a:endParaRPr>
            </a:p>
          </p:txBody>
        </p:sp>
        <p:sp>
          <p:nvSpPr>
            <p:cNvPr id="38923" name="Text Box 45"/>
            <p:cNvSpPr txBox="1"/>
            <p:nvPr/>
          </p:nvSpPr>
          <p:spPr>
            <a:xfrm>
              <a:off x="0" y="1769"/>
              <a:ext cx="1794" cy="755"/>
            </a:xfrm>
            <a:prstGeom prst="rect">
              <a:avLst/>
            </a:prstGeom>
            <a:solidFill>
              <a:srgbClr val="FFFFFF"/>
            </a:solidFill>
            <a:ln w="9525" cap="flat" cmpd="sng">
              <a:solidFill>
                <a:srgbClr val="000000"/>
              </a:solidFill>
              <a:prstDash val="solid"/>
              <a:miter/>
              <a:headEnd type="none" w="med" len="med"/>
              <a:tailEnd type="none" w="med" len="med"/>
            </a:ln>
            <a:effectLst>
              <a:outerShdw dist="107763" dir="2699999" algn="ctr" rotWithShape="0">
                <a:srgbClr val="808080"/>
              </a:outerShdw>
            </a:effectLst>
          </p:spPr>
          <p:txBody>
            <a:bodyPr lIns="0" tIns="0" rIns="0" bIns="0"/>
            <a:p>
              <a:pPr algn="ctr" eaLnBrk="0" hangingPunct="0"/>
              <a:endParaRPr lang="zh-CN" altLang="en-US" dirty="0">
                <a:solidFill>
                  <a:srgbClr val="0033CC"/>
                </a:solidFill>
                <a:latin typeface="华文新魏" panose="02010800040101010101" pitchFamily="2" charset="-122"/>
                <a:ea typeface="华文新魏" panose="02010800040101010101" pitchFamily="2" charset="-122"/>
              </a:endParaRPr>
            </a:p>
            <a:p>
              <a:pPr algn="ctr" eaLnBrk="0" hangingPunct="0"/>
              <a:r>
                <a:rPr lang="zh-CN" altLang="en-US" dirty="0">
                  <a:solidFill>
                    <a:srgbClr val="0033CC"/>
                  </a:solidFill>
                  <a:latin typeface="华文新魏" panose="02010800040101010101" pitchFamily="2" charset="-122"/>
                  <a:ea typeface="华文新魏" panose="02010800040101010101" pitchFamily="2" charset="-122"/>
                </a:rPr>
                <a:t>共享地址空间</a:t>
              </a:r>
              <a:endParaRPr lang="zh-CN" altLang="en-US" dirty="0">
                <a:solidFill>
                  <a:srgbClr val="0033CC"/>
                </a:solidFill>
                <a:latin typeface="华文新魏" panose="02010800040101010101" pitchFamily="2" charset="-122"/>
                <a:ea typeface="华文新魏" panose="02010800040101010101" pitchFamily="2" charset="-122"/>
              </a:endParaRPr>
            </a:p>
          </p:txBody>
        </p:sp>
      </p:gr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9938" name="Rectangle 2"/>
          <p:cNvSpPr>
            <a:spLocks noGrp="1"/>
          </p:cNvSpPr>
          <p:nvPr>
            <p:ph type="title" idx="4294967295"/>
          </p:nvPr>
        </p:nvSpPr>
        <p:spPr>
          <a:xfrm>
            <a:off x="685800" y="1430338"/>
            <a:ext cx="8459788" cy="625475"/>
          </a:xfrm>
          <a:ln/>
        </p:spPr>
        <p:txBody>
          <a:bodyPr vert="horz" wrap="square" lIns="91440" tIns="45720" rIns="91440" bIns="45720" anchor="ctr" anchorCtr="0"/>
          <a:p>
            <a:pPr algn="l"/>
            <a:r>
              <a:rPr lang="zh-CN" altLang="en-US" sz="3600" dirty="0">
                <a:ea typeface="仿宋_GB2312" pitchFamily="49" charset="-122"/>
              </a:rPr>
              <a:t> </a:t>
            </a:r>
            <a:r>
              <a:rPr lang="en-US" altLang="zh-CN" dirty="0">
                <a:solidFill>
                  <a:srgbClr val="0033CC"/>
                </a:solidFill>
              </a:rPr>
              <a:t>3</a:t>
            </a:r>
            <a:r>
              <a:rPr lang="zh-CN" altLang="en-US" dirty="0">
                <a:solidFill>
                  <a:srgbClr val="0033CC"/>
                </a:solidFill>
              </a:rPr>
              <a:t>、进程控制块</a:t>
            </a:r>
            <a:r>
              <a:rPr lang="en-US" altLang="zh-CN" sz="2800" dirty="0">
                <a:solidFill>
                  <a:srgbClr val="0033CC"/>
                </a:solidFill>
                <a:latin typeface="Times New Roman" panose="02020603050405020304" pitchFamily="18" charset="0"/>
              </a:rPr>
              <a:t>PCB</a:t>
            </a:r>
            <a:r>
              <a:rPr lang="zh-CN" altLang="en-US" sz="2800" dirty="0">
                <a:solidFill>
                  <a:srgbClr val="0033CC"/>
                </a:solidFill>
                <a:latin typeface="Times New Roman" panose="02020603050405020304" pitchFamily="18" charset="0"/>
              </a:rPr>
              <a:t>（</a:t>
            </a:r>
            <a:r>
              <a:rPr lang="en-US" altLang="zh-CN" sz="2800" dirty="0">
                <a:solidFill>
                  <a:srgbClr val="0033CC"/>
                </a:solidFill>
                <a:latin typeface="Times New Roman" panose="02020603050405020304" pitchFamily="18" charset="0"/>
              </a:rPr>
              <a:t>Process Control Block)</a:t>
            </a:r>
            <a:endParaRPr lang="zh-CN" altLang="en-US" sz="2800" dirty="0">
              <a:solidFill>
                <a:srgbClr val="0033CC"/>
              </a:solidFill>
              <a:latin typeface="Times New Roman" panose="02020603050405020304" pitchFamily="18" charset="0"/>
            </a:endParaRPr>
          </a:p>
        </p:txBody>
      </p:sp>
      <p:sp>
        <p:nvSpPr>
          <p:cNvPr id="39939" name="Rectangle 3"/>
          <p:cNvSpPr>
            <a:spLocks noGrp="1"/>
          </p:cNvSpPr>
          <p:nvPr>
            <p:ph type="body" idx="4294967295"/>
          </p:nvPr>
        </p:nvSpPr>
        <p:spPr>
          <a:xfrm>
            <a:off x="990600" y="2135188"/>
            <a:ext cx="7467600" cy="3654425"/>
          </a:xfrm>
          <a:ln/>
        </p:spPr>
        <p:txBody>
          <a:bodyPr vert="horz" wrap="square" lIns="91440" tIns="45720" rIns="91440" bIns="45720" anchor="t" anchorCtr="0"/>
          <a:p>
            <a:pPr marL="457200" indent="-457200">
              <a:lnSpc>
                <a:spcPct val="150000"/>
              </a:lnSpc>
            </a:pPr>
            <a:r>
              <a:rPr lang="zh-CN" altLang="en-US" sz="2800" dirty="0">
                <a:solidFill>
                  <a:schemeClr val="tx1"/>
                </a:solidFill>
                <a:latin typeface="黑体" panose="02010609060101010101" pitchFamily="49" charset="-122"/>
              </a:rPr>
              <a:t>是进程存在的</a:t>
            </a:r>
            <a:r>
              <a:rPr lang="zh-CN" altLang="en-US" sz="2800" dirty="0">
                <a:solidFill>
                  <a:srgbClr val="FF0000"/>
                </a:solidFill>
                <a:latin typeface="黑体" panose="02010609060101010101" pitchFamily="49" charset="-122"/>
              </a:rPr>
              <a:t>唯一标识</a:t>
            </a:r>
            <a:r>
              <a:rPr lang="zh-CN" altLang="en-US" sz="2800" dirty="0">
                <a:solidFill>
                  <a:schemeClr val="tx1"/>
                </a:solidFill>
                <a:latin typeface="黑体" panose="02010609060101010101" pitchFamily="49" charset="-122"/>
              </a:rPr>
              <a:t>，是操作系统用于记录和刻划进程状态及有关信息的数据结构，也是操作系统管理进程的主要依据。</a:t>
            </a:r>
            <a:endParaRPr lang="zh-CN" altLang="en-US" sz="2800" dirty="0">
              <a:solidFill>
                <a:schemeClr val="tx1"/>
              </a:solidFill>
              <a:latin typeface="黑体" panose="02010609060101010101" pitchFamily="49" charset="-122"/>
            </a:endParaRPr>
          </a:p>
        </p:txBody>
      </p:sp>
      <p:sp>
        <p:nvSpPr>
          <p:cNvPr id="39940" name="标题 1"/>
          <p:cNvSpPr txBox="1"/>
          <p:nvPr/>
        </p:nvSpPr>
        <p:spPr>
          <a:xfrm>
            <a:off x="1403350" y="476250"/>
            <a:ext cx="7240588" cy="563563"/>
          </a:xfrm>
          <a:prstGeom prst="rect">
            <a:avLst/>
          </a:prstGeom>
          <a:noFill/>
          <a:ln w="9525">
            <a:noFill/>
          </a:ln>
        </p:spPr>
        <p:txBody>
          <a:bodyPr anchor="ctr" anchorCtr="0"/>
          <a:p>
            <a:pPr algn="r" eaLnBrk="0" hangingPunct="0"/>
            <a:r>
              <a:rPr lang="zh-CN" altLang="en-US" sz="2800" b="0" dirty="0">
                <a:solidFill>
                  <a:schemeClr val="bg1"/>
                </a:solidFill>
                <a:latin typeface="Times New Roman" panose="02020603050405020304" pitchFamily="18" charset="0"/>
              </a:rPr>
              <a:t>进程的描述和组成</a:t>
            </a:r>
            <a:endParaRPr lang="zh-CN" altLang="en-US" sz="2800" b="0" dirty="0">
              <a:solidFill>
                <a:schemeClr val="bg1"/>
              </a:solidFill>
              <a:latin typeface="Times New Roman" panose="02020603050405020304" pitchFamily="18" charset="0"/>
            </a:endParaRPr>
          </a:p>
        </p:txBody>
      </p:sp>
    </p:spTree>
  </p:cSld>
  <p:clrMapOvr>
    <a:masterClrMapping/>
  </p:clrMapOvr>
  <p:transition>
    <p:checker dir="vert"/>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1986" name="Rectangle 2"/>
          <p:cNvSpPr>
            <a:spLocks noGrp="1"/>
          </p:cNvSpPr>
          <p:nvPr>
            <p:ph type="title" idx="4294967295"/>
          </p:nvPr>
        </p:nvSpPr>
        <p:spPr>
          <a:xfrm>
            <a:off x="685800" y="1430338"/>
            <a:ext cx="8459788" cy="625475"/>
          </a:xfrm>
          <a:ln/>
        </p:spPr>
        <p:txBody>
          <a:bodyPr vert="horz" wrap="square" lIns="91440" tIns="45720" rIns="91440" bIns="45720" anchor="ctr" anchorCtr="0"/>
          <a:p>
            <a:pPr algn="l"/>
            <a:r>
              <a:rPr lang="zh-CN" altLang="en-US" sz="3600" dirty="0">
                <a:ea typeface="仿宋_GB2312" pitchFamily="49" charset="-122"/>
              </a:rPr>
              <a:t> </a:t>
            </a:r>
            <a:r>
              <a:rPr lang="en-US" altLang="zh-CN" dirty="0">
                <a:solidFill>
                  <a:srgbClr val="0033CC"/>
                </a:solidFill>
              </a:rPr>
              <a:t>3</a:t>
            </a:r>
            <a:r>
              <a:rPr lang="zh-CN" altLang="en-US" dirty="0">
                <a:solidFill>
                  <a:srgbClr val="0033CC"/>
                </a:solidFill>
              </a:rPr>
              <a:t>、进程控制块</a:t>
            </a:r>
            <a:r>
              <a:rPr lang="en-US" altLang="zh-CN" sz="2800" dirty="0">
                <a:solidFill>
                  <a:srgbClr val="0033CC"/>
                </a:solidFill>
                <a:latin typeface="Times New Roman" panose="02020603050405020304" pitchFamily="18" charset="0"/>
              </a:rPr>
              <a:t>PCB</a:t>
            </a:r>
            <a:r>
              <a:rPr lang="zh-CN" altLang="en-US" sz="2800" dirty="0">
                <a:solidFill>
                  <a:srgbClr val="0033CC"/>
                </a:solidFill>
                <a:latin typeface="Times New Roman" panose="02020603050405020304" pitchFamily="18" charset="0"/>
              </a:rPr>
              <a:t>（</a:t>
            </a:r>
            <a:r>
              <a:rPr lang="en-US" altLang="zh-CN" sz="2800" dirty="0">
                <a:solidFill>
                  <a:srgbClr val="0033CC"/>
                </a:solidFill>
                <a:latin typeface="Times New Roman" panose="02020603050405020304" pitchFamily="18" charset="0"/>
              </a:rPr>
              <a:t>Process Control Block)</a:t>
            </a:r>
            <a:endParaRPr lang="zh-CN" altLang="en-US" sz="2800" dirty="0">
              <a:solidFill>
                <a:srgbClr val="0033CC"/>
              </a:solidFill>
              <a:latin typeface="Times New Roman" panose="02020603050405020304" pitchFamily="18" charset="0"/>
            </a:endParaRPr>
          </a:p>
        </p:txBody>
      </p:sp>
      <p:sp>
        <p:nvSpPr>
          <p:cNvPr id="41987" name="Rectangle 3"/>
          <p:cNvSpPr>
            <a:spLocks noGrp="1"/>
          </p:cNvSpPr>
          <p:nvPr>
            <p:ph type="body" idx="4294967295"/>
          </p:nvPr>
        </p:nvSpPr>
        <p:spPr>
          <a:xfrm>
            <a:off x="611188" y="2133600"/>
            <a:ext cx="8229600" cy="4570413"/>
          </a:xfrm>
          <a:ln/>
        </p:spPr>
        <p:txBody>
          <a:bodyPr vert="horz" wrap="square" lIns="91440" tIns="45720" rIns="91440" bIns="45720" anchor="t" anchorCtr="0"/>
          <a:p>
            <a:pPr marL="457200" indent="-457200">
              <a:lnSpc>
                <a:spcPct val="140000"/>
              </a:lnSpc>
            </a:pPr>
            <a:r>
              <a:rPr lang="zh-CN" altLang="en-US" sz="2800" dirty="0">
                <a:solidFill>
                  <a:schemeClr val="tx1"/>
                </a:solidFill>
                <a:latin typeface="黑体" panose="02010609060101010101" pitchFamily="49" charset="-122"/>
              </a:rPr>
              <a:t>进程控制块包含三类信息：</a:t>
            </a:r>
            <a:endParaRPr lang="zh-CN" altLang="en-US" sz="2800" dirty="0">
              <a:solidFill>
                <a:schemeClr val="tx1"/>
              </a:solidFill>
              <a:latin typeface="黑体" panose="02010609060101010101" pitchFamily="49" charset="-122"/>
            </a:endParaRPr>
          </a:p>
          <a:p>
            <a:pPr marL="1027430" lvl="1" indent="-455930">
              <a:lnSpc>
                <a:spcPct val="140000"/>
              </a:lnSpc>
            </a:pPr>
            <a:r>
              <a:rPr lang="zh-CN" altLang="en-US" dirty="0">
                <a:solidFill>
                  <a:srgbClr val="0033CC"/>
                </a:solidFill>
                <a:latin typeface="黑体" panose="02010609060101010101" pitchFamily="49" charset="-122"/>
              </a:rPr>
              <a:t>标识信息：</a:t>
            </a:r>
            <a:r>
              <a:rPr lang="zh-CN" altLang="en-US" dirty="0">
                <a:latin typeface="黑体" panose="02010609060101010101" pitchFamily="49" charset="-122"/>
              </a:rPr>
              <a:t>唯一标识进程的进程标识符</a:t>
            </a:r>
            <a:r>
              <a:rPr lang="en-US" altLang="zh-CN" dirty="0">
                <a:latin typeface="黑体" panose="02010609060101010101" pitchFamily="49" charset="-122"/>
              </a:rPr>
              <a:t>PID</a:t>
            </a:r>
            <a:r>
              <a:rPr lang="zh-CN" altLang="en-US" dirty="0">
                <a:latin typeface="黑体" panose="02010609060101010101" pitchFamily="49" charset="-122"/>
              </a:rPr>
              <a:t>、用户标识符（</a:t>
            </a:r>
            <a:r>
              <a:rPr lang="en-US" altLang="zh-CN" dirty="0">
                <a:latin typeface="黑体" panose="02010609060101010101" pitchFamily="49" charset="-122"/>
              </a:rPr>
              <a:t>uid</a:t>
            </a:r>
            <a:r>
              <a:rPr lang="zh-CN" altLang="en-US" dirty="0">
                <a:latin typeface="黑体" panose="02010609060101010101" pitchFamily="49" charset="-122"/>
              </a:rPr>
              <a:t>、</a:t>
            </a:r>
            <a:r>
              <a:rPr lang="en-US" altLang="zh-CN" dirty="0">
                <a:latin typeface="黑体" panose="02010609060101010101" pitchFamily="49" charset="-122"/>
              </a:rPr>
              <a:t>gid</a:t>
            </a:r>
            <a:r>
              <a:rPr lang="zh-CN" altLang="en-US" dirty="0">
                <a:latin typeface="黑体" panose="02010609060101010101" pitchFamily="49" charset="-122"/>
              </a:rPr>
              <a:t>、</a:t>
            </a:r>
            <a:r>
              <a:rPr lang="en-US" altLang="zh-CN" dirty="0">
                <a:latin typeface="黑体" panose="02010609060101010101" pitchFamily="49" charset="-122"/>
              </a:rPr>
              <a:t>euid</a:t>
            </a:r>
            <a:r>
              <a:rPr lang="zh-CN" altLang="en-US" dirty="0">
                <a:latin typeface="黑体" panose="02010609060101010101" pitchFamily="49" charset="-122"/>
              </a:rPr>
              <a:t>、</a:t>
            </a:r>
            <a:r>
              <a:rPr lang="en-US" altLang="zh-CN" dirty="0">
                <a:latin typeface="黑体" panose="02010609060101010101" pitchFamily="49" charset="-122"/>
              </a:rPr>
              <a:t>egid</a:t>
            </a:r>
            <a:r>
              <a:rPr lang="zh-CN" altLang="en-US" dirty="0">
                <a:latin typeface="黑体" panose="02010609060101010101" pitchFamily="49" charset="-122"/>
              </a:rPr>
              <a:t>）；</a:t>
            </a:r>
            <a:endParaRPr lang="zh-CN" altLang="en-US" dirty="0">
              <a:latin typeface="黑体" panose="02010609060101010101" pitchFamily="49" charset="-122"/>
            </a:endParaRPr>
          </a:p>
          <a:p>
            <a:pPr marL="1027430" lvl="1" indent="-455930">
              <a:lnSpc>
                <a:spcPct val="140000"/>
              </a:lnSpc>
            </a:pPr>
            <a:r>
              <a:rPr lang="zh-CN" altLang="en-US" dirty="0">
                <a:solidFill>
                  <a:srgbClr val="0033CC"/>
                </a:solidFill>
                <a:latin typeface="黑体" panose="02010609060101010101" pitchFamily="49" charset="-122"/>
              </a:rPr>
              <a:t>现场信息：</a:t>
            </a:r>
            <a:r>
              <a:rPr lang="zh-CN" altLang="en-US" dirty="0">
                <a:latin typeface="黑体" panose="02010609060101010101" pitchFamily="49" charset="-122"/>
              </a:rPr>
              <a:t>进程运行时处理器现场的各种信息，用于保证进程切换的正确执行；</a:t>
            </a:r>
            <a:endParaRPr lang="zh-CN" altLang="en-US" dirty="0">
              <a:latin typeface="黑体" panose="02010609060101010101" pitchFamily="49" charset="-122"/>
            </a:endParaRPr>
          </a:p>
          <a:p>
            <a:pPr marL="1027430" lvl="1" indent="-455930">
              <a:lnSpc>
                <a:spcPct val="140000"/>
              </a:lnSpc>
            </a:pPr>
            <a:r>
              <a:rPr lang="zh-CN" altLang="en-US" dirty="0">
                <a:solidFill>
                  <a:srgbClr val="0033CC"/>
                </a:solidFill>
                <a:latin typeface="黑体" panose="02010609060101010101" pitchFamily="49" charset="-122"/>
              </a:rPr>
              <a:t>控制信息：</a:t>
            </a:r>
            <a:r>
              <a:rPr lang="zh-CN" altLang="en-US" dirty="0">
                <a:latin typeface="黑体" panose="02010609060101010101" pitchFamily="49" charset="-122"/>
              </a:rPr>
              <a:t>用于管理和调度进程；</a:t>
            </a:r>
            <a:endParaRPr lang="zh-CN" altLang="en-US" dirty="0">
              <a:latin typeface="黑体" panose="02010609060101010101" pitchFamily="49" charset="-122"/>
            </a:endParaRPr>
          </a:p>
        </p:txBody>
      </p:sp>
      <p:sp>
        <p:nvSpPr>
          <p:cNvPr id="41988" name="标题 1"/>
          <p:cNvSpPr txBox="1"/>
          <p:nvPr/>
        </p:nvSpPr>
        <p:spPr>
          <a:xfrm>
            <a:off x="1403350" y="476250"/>
            <a:ext cx="7240588" cy="563563"/>
          </a:xfrm>
          <a:prstGeom prst="rect">
            <a:avLst/>
          </a:prstGeom>
          <a:noFill/>
          <a:ln w="9525">
            <a:noFill/>
          </a:ln>
        </p:spPr>
        <p:txBody>
          <a:bodyPr anchor="ctr" anchorCtr="0"/>
          <a:p>
            <a:pPr algn="r" eaLnBrk="0" hangingPunct="0"/>
            <a:r>
              <a:rPr lang="zh-CN" altLang="en-US" sz="2800" b="0" dirty="0">
                <a:solidFill>
                  <a:schemeClr val="bg1"/>
                </a:solidFill>
                <a:latin typeface="Times New Roman" panose="02020603050405020304" pitchFamily="18" charset="0"/>
              </a:rPr>
              <a:t>进程的描述和组成</a:t>
            </a:r>
            <a:endParaRPr lang="zh-CN" altLang="en-US" sz="2800" b="0" dirty="0">
              <a:solidFill>
                <a:schemeClr val="bg1"/>
              </a:solidFill>
              <a:latin typeface="Times New Roman" panose="02020603050405020304" pitchFamily="18" charset="0"/>
            </a:endParaRPr>
          </a:p>
        </p:txBody>
      </p:sp>
    </p:spTree>
  </p:cSld>
  <p:clrMapOvr>
    <a:masterClrMapping/>
  </p:clrMapOvr>
  <p:transition>
    <p:checker dir="vert"/>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3010" name="Rectangle 2"/>
          <p:cNvSpPr>
            <a:spLocks noGrp="1"/>
          </p:cNvSpPr>
          <p:nvPr>
            <p:ph type="title" idx="4294967295"/>
          </p:nvPr>
        </p:nvSpPr>
        <p:spPr>
          <a:xfrm>
            <a:off x="914400" y="1416050"/>
            <a:ext cx="7240588" cy="563563"/>
          </a:xfrm>
          <a:ln/>
        </p:spPr>
        <p:txBody>
          <a:bodyPr vert="horz" wrap="square" lIns="91440" tIns="45720" rIns="91440" bIns="45720" anchor="ctr" anchorCtr="0"/>
          <a:p>
            <a:pPr algn="l"/>
            <a:r>
              <a:rPr lang="en-US" altLang="zh-CN" dirty="0">
                <a:solidFill>
                  <a:srgbClr val="0033CC"/>
                </a:solidFill>
              </a:rPr>
              <a:t>2</a:t>
            </a:r>
            <a:r>
              <a:rPr lang="zh-CN" altLang="en-US" dirty="0">
                <a:solidFill>
                  <a:srgbClr val="0033CC"/>
                </a:solidFill>
              </a:rPr>
              <a:t>、进程上下文（</a:t>
            </a:r>
            <a:r>
              <a:rPr lang="en-US" altLang="zh-CN" dirty="0">
                <a:solidFill>
                  <a:srgbClr val="0033CC"/>
                </a:solidFill>
                <a:latin typeface="Times New Roman" panose="02020603050405020304" pitchFamily="18" charset="0"/>
              </a:rPr>
              <a:t>process</a:t>
            </a:r>
            <a:r>
              <a:rPr lang="en-US" altLang="zh-CN" dirty="0">
                <a:solidFill>
                  <a:srgbClr val="0033CC"/>
                </a:solidFill>
              </a:rPr>
              <a:t> </a:t>
            </a:r>
            <a:r>
              <a:rPr lang="en-US" altLang="zh-CN" dirty="0">
                <a:solidFill>
                  <a:srgbClr val="0033CC"/>
                </a:solidFill>
                <a:latin typeface="Times New Roman" panose="02020603050405020304" pitchFamily="18" charset="0"/>
              </a:rPr>
              <a:t>context</a:t>
            </a:r>
            <a:r>
              <a:rPr lang="zh-CN" altLang="en-US" dirty="0">
                <a:solidFill>
                  <a:srgbClr val="0033CC"/>
                </a:solidFill>
              </a:rPr>
              <a:t>）</a:t>
            </a:r>
            <a:endParaRPr lang="zh-CN" altLang="en-US" dirty="0">
              <a:solidFill>
                <a:srgbClr val="0033CC"/>
              </a:solidFill>
            </a:endParaRPr>
          </a:p>
        </p:txBody>
      </p:sp>
      <p:sp>
        <p:nvSpPr>
          <p:cNvPr id="43011" name="Rectangle 3"/>
          <p:cNvSpPr>
            <a:spLocks noGrp="1"/>
          </p:cNvSpPr>
          <p:nvPr>
            <p:ph type="body" idx="4294967295"/>
          </p:nvPr>
        </p:nvSpPr>
        <p:spPr>
          <a:xfrm>
            <a:off x="763588" y="2135188"/>
            <a:ext cx="8151812" cy="4187825"/>
          </a:xfrm>
          <a:ln/>
        </p:spPr>
        <p:txBody>
          <a:bodyPr vert="horz" wrap="square" lIns="91440" tIns="45720" rIns="91440" bIns="45720" anchor="t" anchorCtr="0"/>
          <a:p>
            <a:pPr>
              <a:lnSpc>
                <a:spcPct val="130000"/>
              </a:lnSpc>
              <a:spcAft>
                <a:spcPct val="20000"/>
              </a:spcAft>
            </a:pPr>
            <a:r>
              <a:rPr lang="zh-CN" altLang="en-US" sz="2800" dirty="0">
                <a:latin typeface="黑体" panose="02010609060101010101" pitchFamily="49" charset="-122"/>
              </a:rPr>
              <a:t>定义：</a:t>
            </a:r>
            <a:r>
              <a:rPr lang="zh-CN" altLang="en-US" sz="2800" dirty="0">
                <a:solidFill>
                  <a:schemeClr val="tx1"/>
                </a:solidFill>
                <a:latin typeface="黑体" panose="02010609060101010101" pitchFamily="49" charset="-122"/>
              </a:rPr>
              <a:t>操作系统中把进程</a:t>
            </a:r>
            <a:r>
              <a:rPr lang="zh-CN" altLang="en-US" sz="2800" dirty="0">
                <a:solidFill>
                  <a:srgbClr val="FF0000"/>
                </a:solidFill>
                <a:latin typeface="黑体" panose="02010609060101010101" pitchFamily="49" charset="-122"/>
              </a:rPr>
              <a:t>物理实体</a:t>
            </a:r>
            <a:r>
              <a:rPr lang="zh-CN" altLang="en-US" sz="2800" dirty="0">
                <a:solidFill>
                  <a:schemeClr val="tx1"/>
                </a:solidFill>
                <a:latin typeface="黑体" panose="02010609060101010101" pitchFamily="49" charset="-122"/>
              </a:rPr>
              <a:t>和</a:t>
            </a:r>
            <a:r>
              <a:rPr lang="zh-CN" altLang="en-US" sz="2800" dirty="0">
                <a:solidFill>
                  <a:srgbClr val="FF0000"/>
                </a:solidFill>
                <a:latin typeface="黑体" panose="02010609060101010101" pitchFamily="49" charset="-122"/>
              </a:rPr>
              <a:t>支持进程运行的环境</a:t>
            </a:r>
            <a:r>
              <a:rPr lang="zh-CN" altLang="en-US" sz="2800" dirty="0">
                <a:solidFill>
                  <a:schemeClr val="tx1"/>
                </a:solidFill>
                <a:latin typeface="黑体" panose="02010609060101010101" pitchFamily="49" charset="-122"/>
              </a:rPr>
              <a:t>合称为进程上下文。</a:t>
            </a:r>
            <a:endParaRPr lang="zh-CN" altLang="en-US" sz="2800" dirty="0">
              <a:solidFill>
                <a:schemeClr val="tx1"/>
              </a:solidFill>
              <a:latin typeface="黑体" panose="02010609060101010101" pitchFamily="49" charset="-122"/>
            </a:endParaRPr>
          </a:p>
          <a:p>
            <a:pPr lvl="1">
              <a:lnSpc>
                <a:spcPct val="130000"/>
              </a:lnSpc>
              <a:spcBef>
                <a:spcPct val="0"/>
              </a:spcBef>
              <a:spcAft>
                <a:spcPct val="20000"/>
              </a:spcAft>
            </a:pPr>
            <a:r>
              <a:rPr lang="zh-CN" altLang="en-US" sz="2400" dirty="0">
                <a:latin typeface="黑体" panose="02010609060101010101" pitchFamily="49" charset="-122"/>
              </a:rPr>
              <a:t>物理实体：程序和数据；</a:t>
            </a:r>
            <a:endParaRPr lang="zh-CN" altLang="en-US" sz="2400" dirty="0">
              <a:latin typeface="黑体" panose="02010609060101010101" pitchFamily="49" charset="-122"/>
            </a:endParaRPr>
          </a:p>
          <a:p>
            <a:pPr lvl="1">
              <a:lnSpc>
                <a:spcPct val="130000"/>
              </a:lnSpc>
              <a:spcBef>
                <a:spcPct val="0"/>
              </a:spcBef>
              <a:spcAft>
                <a:spcPct val="20000"/>
              </a:spcAft>
            </a:pPr>
            <a:r>
              <a:rPr lang="zh-CN" altLang="en-US" sz="2400" dirty="0">
                <a:latin typeface="黑体" panose="02010609060101010101" pitchFamily="49" charset="-122"/>
              </a:rPr>
              <a:t>支持环境：硬件寄存器，</a:t>
            </a:r>
            <a:r>
              <a:rPr lang="en-US" altLang="zh-CN" sz="2400" dirty="0"/>
              <a:t>PSW</a:t>
            </a:r>
            <a:r>
              <a:rPr lang="zh-CN" altLang="en-US" sz="2400" dirty="0">
                <a:latin typeface="黑体" panose="02010609060101010101" pitchFamily="49" charset="-122"/>
              </a:rPr>
              <a:t>寄存器，动态地址转换的页表，核心数据结构等；</a:t>
            </a:r>
            <a:endParaRPr lang="zh-CN" altLang="en-US" sz="2400" dirty="0">
              <a:latin typeface="黑体" panose="02010609060101010101" pitchFamily="49" charset="-122"/>
            </a:endParaRPr>
          </a:p>
          <a:p>
            <a:pPr>
              <a:lnSpc>
                <a:spcPct val="130000"/>
              </a:lnSpc>
              <a:spcAft>
                <a:spcPct val="20000"/>
              </a:spcAft>
            </a:pPr>
            <a:r>
              <a:rPr lang="zh-CN" altLang="en-US" sz="2800" dirty="0">
                <a:latin typeface="黑体" panose="02010609060101010101" pitchFamily="49" charset="-122"/>
              </a:rPr>
              <a:t>上下文切换：</a:t>
            </a:r>
            <a:r>
              <a:rPr lang="zh-CN" altLang="en-US" sz="2800" dirty="0">
                <a:solidFill>
                  <a:schemeClr val="tx1"/>
                </a:solidFill>
                <a:latin typeface="黑体" panose="02010609060101010101" pitchFamily="49" charset="-122"/>
              </a:rPr>
              <a:t>当系统调度新进程占有处理器时，新老进程随之发生上下文切换。</a:t>
            </a:r>
            <a:endParaRPr lang="zh-CN" altLang="en-US" sz="2800" dirty="0">
              <a:latin typeface="黑体" panose="02010609060101010101" pitchFamily="49" charset="-122"/>
            </a:endParaRPr>
          </a:p>
        </p:txBody>
      </p:sp>
      <p:sp>
        <p:nvSpPr>
          <p:cNvPr id="43012" name="标题 1"/>
          <p:cNvSpPr txBox="1"/>
          <p:nvPr/>
        </p:nvSpPr>
        <p:spPr>
          <a:xfrm>
            <a:off x="1403350" y="476250"/>
            <a:ext cx="7240588" cy="563563"/>
          </a:xfrm>
          <a:prstGeom prst="rect">
            <a:avLst/>
          </a:prstGeom>
          <a:noFill/>
          <a:ln w="9525">
            <a:noFill/>
          </a:ln>
        </p:spPr>
        <p:txBody>
          <a:bodyPr anchor="ctr" anchorCtr="0"/>
          <a:p>
            <a:pPr algn="r" eaLnBrk="0" hangingPunct="0"/>
            <a:r>
              <a:rPr lang="zh-CN" altLang="en-US" sz="2800" b="0" dirty="0">
                <a:solidFill>
                  <a:schemeClr val="bg1"/>
                </a:solidFill>
                <a:latin typeface="Times New Roman" panose="02020603050405020304" pitchFamily="18" charset="0"/>
              </a:rPr>
              <a:t>进程的描述和组成</a:t>
            </a:r>
            <a:endParaRPr lang="zh-CN" altLang="en-US" sz="2800" b="0" dirty="0">
              <a:solidFill>
                <a:schemeClr val="bg1"/>
              </a:solidFill>
              <a:latin typeface="Times New Roman" panose="02020603050405020304" pitchFamily="18" charset="0"/>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4034" name="Rectangle 2"/>
          <p:cNvSpPr>
            <a:spLocks noGrp="1"/>
          </p:cNvSpPr>
          <p:nvPr>
            <p:ph type="title" idx="4294967295"/>
          </p:nvPr>
        </p:nvSpPr>
        <p:spPr>
          <a:xfrm>
            <a:off x="838200" y="1447800"/>
            <a:ext cx="7240588" cy="563563"/>
          </a:xfrm>
          <a:ln/>
        </p:spPr>
        <p:txBody>
          <a:bodyPr vert="horz" wrap="square" lIns="91440" tIns="45720" rIns="91440" bIns="45720" anchor="ctr" anchorCtr="0"/>
          <a:p>
            <a:pPr algn="l"/>
            <a:r>
              <a:rPr lang="zh-CN" altLang="en-US" dirty="0">
                <a:solidFill>
                  <a:srgbClr val="0033CC"/>
                </a:solidFill>
              </a:rPr>
              <a:t>上下文的组成：</a:t>
            </a:r>
            <a:endParaRPr lang="zh-CN" altLang="en-US" dirty="0">
              <a:solidFill>
                <a:srgbClr val="0033CC"/>
              </a:solidFill>
            </a:endParaRPr>
          </a:p>
        </p:txBody>
      </p:sp>
      <p:sp>
        <p:nvSpPr>
          <p:cNvPr id="44035" name="Rectangle 3"/>
          <p:cNvSpPr>
            <a:spLocks noGrp="1"/>
          </p:cNvSpPr>
          <p:nvPr>
            <p:ph type="body" idx="4294967295"/>
          </p:nvPr>
        </p:nvSpPr>
        <p:spPr>
          <a:xfrm>
            <a:off x="914400" y="2055813"/>
            <a:ext cx="7926388" cy="4343400"/>
          </a:xfrm>
          <a:ln/>
        </p:spPr>
        <p:txBody>
          <a:bodyPr vert="horz" wrap="square" lIns="91440" tIns="45720" rIns="91440" bIns="45720" anchor="t" anchorCtr="0"/>
          <a:p>
            <a:pPr>
              <a:lnSpc>
                <a:spcPct val="140000"/>
              </a:lnSpc>
              <a:spcAft>
                <a:spcPct val="20000"/>
              </a:spcAft>
            </a:pPr>
            <a:r>
              <a:rPr lang="zh-CN" altLang="en-US" sz="2400" dirty="0">
                <a:latin typeface="黑体" panose="02010609060101010101" pitchFamily="49" charset="-122"/>
              </a:rPr>
              <a:t>用户级上下文（</a:t>
            </a:r>
            <a:r>
              <a:rPr lang="en-US" altLang="zh-CN" sz="2400" dirty="0"/>
              <a:t>user level context</a:t>
            </a:r>
            <a:r>
              <a:rPr lang="zh-CN" altLang="en-US" sz="2400" dirty="0">
                <a:latin typeface="黑体" panose="02010609060101010101" pitchFamily="49" charset="-122"/>
              </a:rPr>
              <a:t>）</a:t>
            </a:r>
            <a:br>
              <a:rPr lang="zh-CN" altLang="en-US" sz="2400" dirty="0">
                <a:latin typeface="黑体" panose="02010609060101010101" pitchFamily="49" charset="-122"/>
              </a:rPr>
            </a:br>
            <a:r>
              <a:rPr lang="zh-CN" altLang="en-US" sz="2400" dirty="0">
                <a:solidFill>
                  <a:schemeClr val="tx1"/>
                </a:solidFill>
                <a:latin typeface="黑体" panose="02010609060101010101" pitchFamily="49" charset="-122"/>
              </a:rPr>
              <a:t>正文（程序）、数据、共享存储区、用户栈；</a:t>
            </a:r>
            <a:endParaRPr lang="zh-CN" altLang="en-US" sz="2400" dirty="0">
              <a:solidFill>
                <a:schemeClr val="tx1"/>
              </a:solidFill>
              <a:latin typeface="黑体" panose="02010609060101010101" pitchFamily="49" charset="-122"/>
            </a:endParaRPr>
          </a:p>
          <a:p>
            <a:pPr>
              <a:lnSpc>
                <a:spcPct val="140000"/>
              </a:lnSpc>
              <a:spcAft>
                <a:spcPct val="20000"/>
              </a:spcAft>
            </a:pPr>
            <a:r>
              <a:rPr lang="zh-CN" altLang="en-US" sz="2400" dirty="0">
                <a:latin typeface="黑体" panose="02010609060101010101" pitchFamily="49" charset="-122"/>
              </a:rPr>
              <a:t>系统级上下文</a:t>
            </a:r>
            <a:r>
              <a:rPr lang="zh-CN" altLang="en-US" sz="2400" dirty="0"/>
              <a:t>（ </a:t>
            </a:r>
            <a:r>
              <a:rPr lang="en-US" altLang="zh-CN" sz="2400" dirty="0"/>
              <a:t>system level context</a:t>
            </a:r>
            <a:r>
              <a:rPr lang="zh-CN" altLang="en-US" sz="2400" dirty="0"/>
              <a:t> </a:t>
            </a:r>
            <a:r>
              <a:rPr lang="zh-CN" altLang="en-US" sz="2400" dirty="0">
                <a:latin typeface="黑体" panose="02010609060101010101" pitchFamily="49" charset="-122"/>
              </a:rPr>
              <a:t>）</a:t>
            </a:r>
            <a:br>
              <a:rPr lang="zh-CN" altLang="en-US" sz="2400" dirty="0">
                <a:solidFill>
                  <a:schemeClr val="tx1"/>
                </a:solidFill>
                <a:latin typeface="黑体" panose="02010609060101010101" pitchFamily="49" charset="-122"/>
              </a:rPr>
            </a:br>
            <a:r>
              <a:rPr lang="zh-CN" altLang="en-US" sz="2400" dirty="0">
                <a:solidFill>
                  <a:schemeClr val="tx1"/>
                </a:solidFill>
                <a:latin typeface="黑体" panose="02010609060101010101" pitchFamily="49" charset="-122"/>
              </a:rPr>
              <a:t>进程控制块、主存管理信息（页表或段表）、核心栈；</a:t>
            </a:r>
            <a:endParaRPr lang="zh-CN" altLang="en-US" sz="2400" dirty="0">
              <a:solidFill>
                <a:schemeClr val="tx1"/>
              </a:solidFill>
              <a:latin typeface="黑体" panose="02010609060101010101" pitchFamily="49" charset="-122"/>
            </a:endParaRPr>
          </a:p>
          <a:p>
            <a:pPr>
              <a:lnSpc>
                <a:spcPct val="140000"/>
              </a:lnSpc>
              <a:spcAft>
                <a:spcPct val="20000"/>
              </a:spcAft>
            </a:pPr>
            <a:r>
              <a:rPr lang="zh-CN" altLang="en-US" sz="2400" dirty="0">
                <a:latin typeface="黑体" panose="02010609060101010101" pitchFamily="49" charset="-122"/>
              </a:rPr>
              <a:t>寄存器上下文（</a:t>
            </a:r>
            <a:r>
              <a:rPr lang="en-US" altLang="zh-CN" sz="2400" dirty="0"/>
              <a:t>register  context</a:t>
            </a:r>
            <a:r>
              <a:rPr lang="zh-CN" altLang="en-US" sz="2400" dirty="0">
                <a:latin typeface="黑体" panose="02010609060101010101" pitchFamily="49" charset="-122"/>
              </a:rPr>
              <a:t>） </a:t>
            </a:r>
            <a:br>
              <a:rPr lang="zh-CN" altLang="en-US" sz="2400" dirty="0">
                <a:solidFill>
                  <a:schemeClr val="tx1"/>
                </a:solidFill>
                <a:latin typeface="黑体" panose="02010609060101010101" pitchFamily="49" charset="-122"/>
              </a:rPr>
            </a:br>
            <a:r>
              <a:rPr lang="en-US" altLang="zh-CN" sz="2400" dirty="0">
                <a:solidFill>
                  <a:schemeClr val="tx1"/>
                </a:solidFill>
                <a:latin typeface="黑体" panose="02010609060101010101" pitchFamily="49" charset="-122"/>
              </a:rPr>
              <a:t>PSW</a:t>
            </a:r>
            <a:r>
              <a:rPr lang="zh-CN" altLang="en-US" sz="2400" dirty="0">
                <a:solidFill>
                  <a:schemeClr val="tx1"/>
                </a:solidFill>
                <a:latin typeface="黑体" panose="02010609060101010101" pitchFamily="49" charset="-122"/>
              </a:rPr>
              <a:t>寄存器、指令计数器、栈指针、控制寄存器、通用寄存器等。</a:t>
            </a:r>
            <a:endParaRPr lang="zh-CN" altLang="en-US" sz="2400" dirty="0">
              <a:latin typeface="黑体" panose="02010609060101010101" pitchFamily="49" charset="-122"/>
            </a:endParaRPr>
          </a:p>
        </p:txBody>
      </p:sp>
      <p:sp>
        <p:nvSpPr>
          <p:cNvPr id="44036" name="标题 1"/>
          <p:cNvSpPr txBox="1"/>
          <p:nvPr/>
        </p:nvSpPr>
        <p:spPr>
          <a:xfrm>
            <a:off x="1403350" y="476250"/>
            <a:ext cx="7240588" cy="563563"/>
          </a:xfrm>
          <a:prstGeom prst="rect">
            <a:avLst/>
          </a:prstGeom>
          <a:noFill/>
          <a:ln w="9525">
            <a:noFill/>
          </a:ln>
        </p:spPr>
        <p:txBody>
          <a:bodyPr anchor="ctr" anchorCtr="0"/>
          <a:p>
            <a:pPr algn="r" eaLnBrk="0" hangingPunct="0"/>
            <a:r>
              <a:rPr lang="en-US" altLang="zh-CN" sz="2800" b="0" dirty="0">
                <a:solidFill>
                  <a:schemeClr val="bg1"/>
                </a:solidFill>
                <a:latin typeface="Times New Roman" panose="02020603050405020304" pitchFamily="18" charset="0"/>
              </a:rPr>
              <a:t> </a:t>
            </a:r>
            <a:r>
              <a:rPr lang="zh-CN" altLang="en-US" sz="2800" b="0" dirty="0">
                <a:solidFill>
                  <a:schemeClr val="bg1"/>
                </a:solidFill>
                <a:latin typeface="Times New Roman" panose="02020603050405020304" pitchFamily="18" charset="0"/>
              </a:rPr>
              <a:t>进程的描述和组成</a:t>
            </a:r>
            <a:endParaRPr lang="zh-CN" altLang="en-US" sz="2800" b="0" dirty="0">
              <a:solidFill>
                <a:schemeClr val="bg1"/>
              </a:solidFill>
              <a:latin typeface="Times New Roman" panose="02020603050405020304" pitchFamily="18" charset="0"/>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5058" name="Rectangle 2"/>
          <p:cNvSpPr>
            <a:spLocks noGrp="1"/>
          </p:cNvSpPr>
          <p:nvPr>
            <p:ph type="title" idx="4294967295"/>
          </p:nvPr>
        </p:nvSpPr>
        <p:spPr>
          <a:xfrm>
            <a:off x="1066800" y="1265238"/>
            <a:ext cx="3735388" cy="563562"/>
          </a:xfrm>
          <a:ln/>
        </p:spPr>
        <p:txBody>
          <a:bodyPr vert="horz" wrap="square" lIns="91440" tIns="45720" rIns="91440" bIns="45720" anchor="ctr" anchorCtr="0"/>
          <a:p>
            <a:pPr algn="l"/>
            <a:r>
              <a:rPr lang="zh-CN" altLang="en-US" dirty="0">
                <a:solidFill>
                  <a:srgbClr val="0033CC"/>
                </a:solidFill>
              </a:rPr>
              <a:t>进程创建</a:t>
            </a:r>
            <a:endParaRPr lang="zh-CN" altLang="en-US" dirty="0">
              <a:solidFill>
                <a:srgbClr val="0033CC"/>
              </a:solidFill>
            </a:endParaRPr>
          </a:p>
        </p:txBody>
      </p:sp>
      <p:sp>
        <p:nvSpPr>
          <p:cNvPr id="45059" name="Rectangle 3"/>
          <p:cNvSpPr>
            <a:spLocks noGrp="1"/>
          </p:cNvSpPr>
          <p:nvPr>
            <p:ph type="body" idx="4294967295"/>
          </p:nvPr>
        </p:nvSpPr>
        <p:spPr>
          <a:xfrm>
            <a:off x="265113" y="1981200"/>
            <a:ext cx="4991100" cy="4646613"/>
          </a:xfrm>
          <a:ln/>
        </p:spPr>
        <p:txBody>
          <a:bodyPr vert="horz" wrap="square" lIns="91440" tIns="45720" rIns="91440" bIns="45720" anchor="t" anchorCtr="0"/>
          <a:p>
            <a:pPr>
              <a:lnSpc>
                <a:spcPct val="140000"/>
              </a:lnSpc>
              <a:spcAft>
                <a:spcPct val="20000"/>
              </a:spcAft>
            </a:pPr>
            <a:r>
              <a:rPr lang="zh-CN" altLang="en-US" sz="2600" dirty="0">
                <a:solidFill>
                  <a:schemeClr val="tx1"/>
                </a:solidFill>
                <a:latin typeface="黑体" panose="02010609060101010101" pitchFamily="49" charset="-122"/>
              </a:rPr>
              <a:t>进程图：</a:t>
            </a:r>
            <a:r>
              <a:rPr lang="zh-CN" altLang="en-US" sz="2600" dirty="0">
                <a:latin typeface="黑体" panose="02010609060101010101" pitchFamily="49" charset="-122"/>
              </a:rPr>
              <a:t>进程图是用来描述进程家族关系的有向树。</a:t>
            </a:r>
            <a:endParaRPr lang="zh-CN" altLang="en-US" sz="2600" dirty="0">
              <a:latin typeface="黑体" panose="02010609060101010101" pitchFamily="49" charset="-122"/>
            </a:endParaRPr>
          </a:p>
          <a:p>
            <a:pPr>
              <a:lnSpc>
                <a:spcPct val="140000"/>
              </a:lnSpc>
              <a:spcAft>
                <a:spcPct val="20000"/>
              </a:spcAft>
            </a:pPr>
            <a:r>
              <a:rPr lang="zh-CN" altLang="en-US" sz="2600" dirty="0"/>
              <a:t>系统初启时，首先创建一个系统总控进程，再由该总控进程创建其他系统进程，这些系统进程为用户提供服务，直至系统终止。</a:t>
            </a:r>
            <a:endParaRPr lang="zh-CN" altLang="en-US" sz="2600" dirty="0">
              <a:latin typeface="黑体" panose="02010609060101010101" pitchFamily="49" charset="-122"/>
            </a:endParaRPr>
          </a:p>
        </p:txBody>
      </p:sp>
      <p:grpSp>
        <p:nvGrpSpPr>
          <p:cNvPr id="45060" name="Group 4"/>
          <p:cNvGrpSpPr/>
          <p:nvPr/>
        </p:nvGrpSpPr>
        <p:grpSpPr>
          <a:xfrm>
            <a:off x="5106988" y="2360613"/>
            <a:ext cx="3962400" cy="2741612"/>
            <a:chOff x="0" y="0"/>
            <a:chExt cx="4320" cy="2832"/>
          </a:xfrm>
        </p:grpSpPr>
        <p:sp>
          <p:nvSpPr>
            <p:cNvPr id="45062" name="Oval 5"/>
            <p:cNvSpPr/>
            <p:nvPr/>
          </p:nvSpPr>
          <p:spPr>
            <a:xfrm>
              <a:off x="1930" y="0"/>
              <a:ext cx="414" cy="369"/>
            </a:xfrm>
            <a:prstGeom prst="ellipse">
              <a:avLst/>
            </a:prstGeom>
            <a:solidFill>
              <a:srgbClr val="FFFFCC"/>
            </a:solidFill>
            <a:ln w="9525" cap="flat" cmpd="sng">
              <a:solidFill>
                <a:schemeClr val="tx1"/>
              </a:solidFill>
              <a:prstDash val="solid"/>
              <a:headEnd type="none" w="med" len="med"/>
              <a:tailEnd type="none" w="med" len="med"/>
            </a:ln>
          </p:spPr>
          <p:txBody>
            <a:bodyPr wrap="none" anchor="ctr" anchorCtr="0"/>
            <a:p>
              <a:pPr algn="ctr"/>
              <a:r>
                <a:rPr lang="en-US" altLang="zh-CN" sz="1800" b="0" dirty="0">
                  <a:latin typeface="Arial" panose="020B0604020202020204" pitchFamily="34" charset="0"/>
                </a:rPr>
                <a:t>A</a:t>
              </a:r>
              <a:endParaRPr lang="en-US" altLang="zh-CN" sz="1800" b="0" dirty="0">
                <a:latin typeface="Arial" panose="020B0604020202020204" pitchFamily="34" charset="0"/>
              </a:endParaRPr>
            </a:p>
          </p:txBody>
        </p:sp>
        <p:sp>
          <p:nvSpPr>
            <p:cNvPr id="45063" name="Oval 6"/>
            <p:cNvSpPr/>
            <p:nvPr/>
          </p:nvSpPr>
          <p:spPr>
            <a:xfrm>
              <a:off x="1057" y="739"/>
              <a:ext cx="414" cy="369"/>
            </a:xfrm>
            <a:prstGeom prst="ellipse">
              <a:avLst/>
            </a:prstGeom>
            <a:solidFill>
              <a:srgbClr val="FFFFCC"/>
            </a:solidFill>
            <a:ln w="9525" cap="flat" cmpd="sng">
              <a:solidFill>
                <a:schemeClr val="tx1"/>
              </a:solidFill>
              <a:prstDash val="solid"/>
              <a:headEnd type="none" w="med" len="med"/>
              <a:tailEnd type="none" w="med" len="med"/>
            </a:ln>
          </p:spPr>
          <p:txBody>
            <a:bodyPr wrap="none" anchor="ctr" anchorCtr="0"/>
            <a:p>
              <a:pPr algn="ctr"/>
              <a:r>
                <a:rPr lang="en-US" altLang="zh-CN" sz="1800" b="0" dirty="0">
                  <a:latin typeface="Arial" panose="020B0604020202020204" pitchFamily="34" charset="0"/>
                </a:rPr>
                <a:t>B</a:t>
              </a:r>
              <a:endParaRPr lang="en-US" altLang="zh-CN" sz="1800" b="0" dirty="0">
                <a:latin typeface="Arial" panose="020B0604020202020204" pitchFamily="34" charset="0"/>
              </a:endParaRPr>
            </a:p>
          </p:txBody>
        </p:sp>
        <p:sp>
          <p:nvSpPr>
            <p:cNvPr id="45064" name="Oval 7"/>
            <p:cNvSpPr/>
            <p:nvPr/>
          </p:nvSpPr>
          <p:spPr>
            <a:xfrm>
              <a:off x="2757" y="739"/>
              <a:ext cx="414" cy="369"/>
            </a:xfrm>
            <a:prstGeom prst="ellipse">
              <a:avLst/>
            </a:prstGeom>
            <a:solidFill>
              <a:srgbClr val="FFFFCC"/>
            </a:solidFill>
            <a:ln w="9525" cap="flat" cmpd="sng">
              <a:solidFill>
                <a:schemeClr val="tx1"/>
              </a:solidFill>
              <a:prstDash val="solid"/>
              <a:headEnd type="none" w="med" len="med"/>
              <a:tailEnd type="none" w="med" len="med"/>
            </a:ln>
          </p:spPr>
          <p:txBody>
            <a:bodyPr wrap="none" anchor="ctr" anchorCtr="0"/>
            <a:p>
              <a:pPr algn="ctr"/>
              <a:r>
                <a:rPr lang="en-US" altLang="zh-CN" sz="1800" b="0" dirty="0">
                  <a:latin typeface="Arial" panose="020B0604020202020204" pitchFamily="34" charset="0"/>
                </a:rPr>
                <a:t>C</a:t>
              </a:r>
              <a:endParaRPr lang="en-US" altLang="zh-CN" sz="1800" b="0" dirty="0">
                <a:latin typeface="Arial" panose="020B0604020202020204" pitchFamily="34" charset="0"/>
              </a:endParaRPr>
            </a:p>
          </p:txBody>
        </p:sp>
        <p:sp>
          <p:nvSpPr>
            <p:cNvPr id="45065" name="Oval 8"/>
            <p:cNvSpPr/>
            <p:nvPr/>
          </p:nvSpPr>
          <p:spPr>
            <a:xfrm>
              <a:off x="551" y="1560"/>
              <a:ext cx="414" cy="369"/>
            </a:xfrm>
            <a:prstGeom prst="ellipse">
              <a:avLst/>
            </a:prstGeom>
            <a:solidFill>
              <a:srgbClr val="FFFFCC"/>
            </a:solidFill>
            <a:ln w="9525" cap="flat" cmpd="sng">
              <a:solidFill>
                <a:schemeClr val="tx1"/>
              </a:solidFill>
              <a:prstDash val="solid"/>
              <a:headEnd type="none" w="med" len="med"/>
              <a:tailEnd type="none" w="med" len="med"/>
            </a:ln>
          </p:spPr>
          <p:txBody>
            <a:bodyPr wrap="none" anchor="ctr" anchorCtr="0"/>
            <a:p>
              <a:pPr algn="ctr"/>
              <a:r>
                <a:rPr lang="en-US" altLang="zh-CN" sz="1800" b="0" dirty="0">
                  <a:latin typeface="Arial" panose="020B0604020202020204" pitchFamily="34" charset="0"/>
                </a:rPr>
                <a:t>D</a:t>
              </a:r>
              <a:endParaRPr lang="en-US" altLang="zh-CN" sz="1800" b="0" dirty="0">
                <a:latin typeface="Arial" panose="020B0604020202020204" pitchFamily="34" charset="0"/>
              </a:endParaRPr>
            </a:p>
          </p:txBody>
        </p:sp>
        <p:sp>
          <p:nvSpPr>
            <p:cNvPr id="45066" name="Oval 9"/>
            <p:cNvSpPr/>
            <p:nvPr/>
          </p:nvSpPr>
          <p:spPr>
            <a:xfrm>
              <a:off x="3631" y="2463"/>
              <a:ext cx="413" cy="369"/>
            </a:xfrm>
            <a:prstGeom prst="ellipse">
              <a:avLst/>
            </a:prstGeom>
            <a:solidFill>
              <a:srgbClr val="FFFFCC"/>
            </a:solidFill>
            <a:ln w="9525" cap="flat" cmpd="sng">
              <a:solidFill>
                <a:schemeClr val="tx1"/>
              </a:solidFill>
              <a:prstDash val="solid"/>
              <a:headEnd type="none" w="med" len="med"/>
              <a:tailEnd type="none" w="med" len="med"/>
            </a:ln>
          </p:spPr>
          <p:txBody>
            <a:bodyPr wrap="none" anchor="ctr" anchorCtr="0"/>
            <a:p>
              <a:pPr algn="ctr"/>
              <a:r>
                <a:rPr lang="en-US" altLang="zh-CN" sz="1800" b="0" dirty="0">
                  <a:latin typeface="Arial" panose="020B0604020202020204" pitchFamily="34" charset="0"/>
                </a:rPr>
                <a:t>M</a:t>
              </a:r>
              <a:endParaRPr lang="en-US" altLang="zh-CN" sz="1800" b="0" dirty="0">
                <a:latin typeface="Arial" panose="020B0604020202020204" pitchFamily="34" charset="0"/>
              </a:endParaRPr>
            </a:p>
          </p:txBody>
        </p:sp>
        <p:sp>
          <p:nvSpPr>
            <p:cNvPr id="45067" name="Oval 10"/>
            <p:cNvSpPr/>
            <p:nvPr/>
          </p:nvSpPr>
          <p:spPr>
            <a:xfrm>
              <a:off x="1379" y="1560"/>
              <a:ext cx="413" cy="369"/>
            </a:xfrm>
            <a:prstGeom prst="ellipse">
              <a:avLst/>
            </a:prstGeom>
            <a:solidFill>
              <a:srgbClr val="FFFFCC"/>
            </a:solidFill>
            <a:ln w="9525" cap="flat" cmpd="sng">
              <a:solidFill>
                <a:schemeClr val="tx1"/>
              </a:solidFill>
              <a:prstDash val="solid"/>
              <a:headEnd type="none" w="med" len="med"/>
              <a:tailEnd type="none" w="med" len="med"/>
            </a:ln>
          </p:spPr>
          <p:txBody>
            <a:bodyPr wrap="none" anchor="ctr" anchorCtr="0"/>
            <a:p>
              <a:pPr algn="ctr"/>
              <a:r>
                <a:rPr lang="en-US" altLang="zh-CN" sz="1800" b="0" dirty="0">
                  <a:latin typeface="Arial" panose="020B0604020202020204" pitchFamily="34" charset="0"/>
                </a:rPr>
                <a:t>E</a:t>
              </a:r>
              <a:endParaRPr lang="en-US" altLang="zh-CN" sz="1800" b="0" dirty="0">
                <a:latin typeface="Arial" panose="020B0604020202020204" pitchFamily="34" charset="0"/>
              </a:endParaRPr>
            </a:p>
          </p:txBody>
        </p:sp>
        <p:sp>
          <p:nvSpPr>
            <p:cNvPr id="45068" name="Oval 11"/>
            <p:cNvSpPr/>
            <p:nvPr/>
          </p:nvSpPr>
          <p:spPr>
            <a:xfrm>
              <a:off x="0" y="2463"/>
              <a:ext cx="414" cy="369"/>
            </a:xfrm>
            <a:prstGeom prst="ellipse">
              <a:avLst/>
            </a:prstGeom>
            <a:solidFill>
              <a:srgbClr val="FFFFCC"/>
            </a:solidFill>
            <a:ln w="9525" cap="flat" cmpd="sng">
              <a:solidFill>
                <a:schemeClr val="tx1"/>
              </a:solidFill>
              <a:prstDash val="solid"/>
              <a:headEnd type="none" w="med" len="med"/>
              <a:tailEnd type="none" w="med" len="med"/>
            </a:ln>
          </p:spPr>
          <p:txBody>
            <a:bodyPr wrap="none" anchor="ctr" anchorCtr="0"/>
            <a:p>
              <a:pPr algn="ctr"/>
              <a:r>
                <a:rPr lang="en-US" altLang="zh-CN" sz="1800" b="0" dirty="0">
                  <a:latin typeface="Arial" panose="020B0604020202020204" pitchFamily="34" charset="0"/>
                </a:rPr>
                <a:t>I</a:t>
              </a:r>
              <a:endParaRPr lang="en-US" altLang="zh-CN" sz="1800" b="0" dirty="0">
                <a:latin typeface="Arial" panose="020B0604020202020204" pitchFamily="34" charset="0"/>
              </a:endParaRPr>
            </a:p>
          </p:txBody>
        </p:sp>
        <p:sp>
          <p:nvSpPr>
            <p:cNvPr id="45069" name="Oval 12"/>
            <p:cNvSpPr/>
            <p:nvPr/>
          </p:nvSpPr>
          <p:spPr>
            <a:xfrm>
              <a:off x="919" y="2463"/>
              <a:ext cx="414" cy="369"/>
            </a:xfrm>
            <a:prstGeom prst="ellipse">
              <a:avLst/>
            </a:prstGeom>
            <a:solidFill>
              <a:srgbClr val="FFFFCC"/>
            </a:solidFill>
            <a:ln w="9525" cap="flat" cmpd="sng">
              <a:solidFill>
                <a:schemeClr val="tx1"/>
              </a:solidFill>
              <a:prstDash val="solid"/>
              <a:headEnd type="none" w="med" len="med"/>
              <a:tailEnd type="none" w="med" len="med"/>
            </a:ln>
          </p:spPr>
          <p:txBody>
            <a:bodyPr wrap="none" anchor="ctr" anchorCtr="0"/>
            <a:p>
              <a:pPr algn="ctr"/>
              <a:r>
                <a:rPr lang="en-US" altLang="zh-CN" sz="1800" b="0" dirty="0">
                  <a:latin typeface="Arial" panose="020B0604020202020204" pitchFamily="34" charset="0"/>
                </a:rPr>
                <a:t>J</a:t>
              </a:r>
              <a:endParaRPr lang="en-US" altLang="zh-CN" sz="1800" b="0" dirty="0">
                <a:latin typeface="Arial" panose="020B0604020202020204" pitchFamily="34" charset="0"/>
              </a:endParaRPr>
            </a:p>
          </p:txBody>
        </p:sp>
        <p:sp>
          <p:nvSpPr>
            <p:cNvPr id="45070" name="Oval 13"/>
            <p:cNvSpPr/>
            <p:nvPr/>
          </p:nvSpPr>
          <p:spPr>
            <a:xfrm>
              <a:off x="3906" y="1560"/>
              <a:ext cx="414" cy="369"/>
            </a:xfrm>
            <a:prstGeom prst="ellipse">
              <a:avLst/>
            </a:prstGeom>
            <a:solidFill>
              <a:srgbClr val="FFFFCC"/>
            </a:solidFill>
            <a:ln w="9525" cap="flat" cmpd="sng">
              <a:solidFill>
                <a:schemeClr val="tx1"/>
              </a:solidFill>
              <a:prstDash val="solid"/>
              <a:headEnd type="none" w="med" len="med"/>
              <a:tailEnd type="none" w="med" len="med"/>
            </a:ln>
          </p:spPr>
          <p:txBody>
            <a:bodyPr wrap="none" anchor="ctr" anchorCtr="0"/>
            <a:p>
              <a:pPr algn="ctr"/>
              <a:r>
                <a:rPr lang="en-US" altLang="zh-CN" sz="1800" b="0" dirty="0">
                  <a:latin typeface="Arial" panose="020B0604020202020204" pitchFamily="34" charset="0"/>
                </a:rPr>
                <a:t>H</a:t>
              </a:r>
              <a:endParaRPr lang="en-US" altLang="zh-CN" sz="1800" b="0" dirty="0">
                <a:latin typeface="Arial" panose="020B0604020202020204" pitchFamily="34" charset="0"/>
              </a:endParaRPr>
            </a:p>
          </p:txBody>
        </p:sp>
        <p:sp>
          <p:nvSpPr>
            <p:cNvPr id="45071" name="Oval 14"/>
            <p:cNvSpPr/>
            <p:nvPr/>
          </p:nvSpPr>
          <p:spPr>
            <a:xfrm>
              <a:off x="3079" y="1601"/>
              <a:ext cx="414" cy="369"/>
            </a:xfrm>
            <a:prstGeom prst="ellipse">
              <a:avLst/>
            </a:prstGeom>
            <a:solidFill>
              <a:srgbClr val="FFFFCC"/>
            </a:solidFill>
            <a:ln w="9525" cap="flat" cmpd="sng">
              <a:solidFill>
                <a:schemeClr val="tx1"/>
              </a:solidFill>
              <a:prstDash val="solid"/>
              <a:headEnd type="none" w="med" len="med"/>
              <a:tailEnd type="none" w="med" len="med"/>
            </a:ln>
          </p:spPr>
          <p:txBody>
            <a:bodyPr wrap="none" anchor="ctr" anchorCtr="0"/>
            <a:p>
              <a:pPr algn="ctr"/>
              <a:r>
                <a:rPr lang="en-US" altLang="zh-CN" sz="1800" b="0" dirty="0">
                  <a:latin typeface="Arial" panose="020B0604020202020204" pitchFamily="34" charset="0"/>
                </a:rPr>
                <a:t>G</a:t>
              </a:r>
              <a:endParaRPr lang="en-US" altLang="zh-CN" sz="1800" b="0" dirty="0">
                <a:latin typeface="Arial" panose="020B0604020202020204" pitchFamily="34" charset="0"/>
              </a:endParaRPr>
            </a:p>
          </p:txBody>
        </p:sp>
        <p:sp>
          <p:nvSpPr>
            <p:cNvPr id="45072" name="Oval 15"/>
            <p:cNvSpPr/>
            <p:nvPr/>
          </p:nvSpPr>
          <p:spPr>
            <a:xfrm>
              <a:off x="2298" y="1601"/>
              <a:ext cx="413" cy="369"/>
            </a:xfrm>
            <a:prstGeom prst="ellipse">
              <a:avLst/>
            </a:prstGeom>
            <a:solidFill>
              <a:srgbClr val="FFFFCC"/>
            </a:solidFill>
            <a:ln w="9525" cap="flat" cmpd="sng">
              <a:solidFill>
                <a:schemeClr val="tx1"/>
              </a:solidFill>
              <a:prstDash val="solid"/>
              <a:headEnd type="none" w="med" len="med"/>
              <a:tailEnd type="none" w="med" len="med"/>
            </a:ln>
          </p:spPr>
          <p:txBody>
            <a:bodyPr wrap="none" anchor="ctr" anchorCtr="0"/>
            <a:p>
              <a:pPr algn="ctr"/>
              <a:r>
                <a:rPr lang="en-US" altLang="zh-CN" sz="1800" b="0" dirty="0">
                  <a:latin typeface="Arial" panose="020B0604020202020204" pitchFamily="34" charset="0"/>
                </a:rPr>
                <a:t>F</a:t>
              </a:r>
              <a:endParaRPr lang="en-US" altLang="zh-CN" sz="1800" b="0" dirty="0">
                <a:latin typeface="Arial" panose="020B0604020202020204" pitchFamily="34" charset="0"/>
              </a:endParaRPr>
            </a:p>
          </p:txBody>
        </p:sp>
        <p:sp>
          <p:nvSpPr>
            <p:cNvPr id="45073" name="Oval 16"/>
            <p:cNvSpPr/>
            <p:nvPr/>
          </p:nvSpPr>
          <p:spPr>
            <a:xfrm>
              <a:off x="2757" y="2463"/>
              <a:ext cx="414" cy="369"/>
            </a:xfrm>
            <a:prstGeom prst="ellipse">
              <a:avLst/>
            </a:prstGeom>
            <a:solidFill>
              <a:srgbClr val="FFFFCC"/>
            </a:solidFill>
            <a:ln w="9525" cap="flat" cmpd="sng">
              <a:solidFill>
                <a:schemeClr val="tx1"/>
              </a:solidFill>
              <a:prstDash val="solid"/>
              <a:headEnd type="none" w="med" len="med"/>
              <a:tailEnd type="none" w="med" len="med"/>
            </a:ln>
          </p:spPr>
          <p:txBody>
            <a:bodyPr wrap="none" anchor="ctr" anchorCtr="0"/>
            <a:p>
              <a:pPr algn="ctr"/>
              <a:r>
                <a:rPr lang="en-US" altLang="zh-CN" sz="1800" b="0" dirty="0">
                  <a:latin typeface="Arial" panose="020B0604020202020204" pitchFamily="34" charset="0"/>
                </a:rPr>
                <a:t>L</a:t>
              </a:r>
              <a:endParaRPr lang="en-US" altLang="zh-CN" sz="1800" b="0" dirty="0">
                <a:latin typeface="Arial" panose="020B0604020202020204" pitchFamily="34" charset="0"/>
              </a:endParaRPr>
            </a:p>
          </p:txBody>
        </p:sp>
        <p:sp>
          <p:nvSpPr>
            <p:cNvPr id="45074" name="Oval 17"/>
            <p:cNvSpPr/>
            <p:nvPr/>
          </p:nvSpPr>
          <p:spPr>
            <a:xfrm>
              <a:off x="1838" y="2463"/>
              <a:ext cx="414" cy="369"/>
            </a:xfrm>
            <a:prstGeom prst="ellipse">
              <a:avLst/>
            </a:prstGeom>
            <a:solidFill>
              <a:srgbClr val="FFFFCC"/>
            </a:solidFill>
            <a:ln w="9525" cap="flat" cmpd="sng">
              <a:solidFill>
                <a:schemeClr val="tx1"/>
              </a:solidFill>
              <a:prstDash val="solid"/>
              <a:headEnd type="none" w="med" len="med"/>
              <a:tailEnd type="none" w="med" len="med"/>
            </a:ln>
          </p:spPr>
          <p:txBody>
            <a:bodyPr wrap="none" anchor="ctr" anchorCtr="0"/>
            <a:p>
              <a:pPr algn="ctr"/>
              <a:r>
                <a:rPr lang="en-US" altLang="zh-CN" sz="1800" b="0" dirty="0">
                  <a:latin typeface="Arial" panose="020B0604020202020204" pitchFamily="34" charset="0"/>
                </a:rPr>
                <a:t>K</a:t>
              </a:r>
              <a:endParaRPr lang="en-US" altLang="zh-CN" sz="1800" b="0" dirty="0">
                <a:latin typeface="Arial" panose="020B0604020202020204" pitchFamily="34" charset="0"/>
              </a:endParaRPr>
            </a:p>
          </p:txBody>
        </p:sp>
        <p:sp>
          <p:nvSpPr>
            <p:cNvPr id="45075" name="Line 18"/>
            <p:cNvSpPr/>
            <p:nvPr/>
          </p:nvSpPr>
          <p:spPr>
            <a:xfrm flipH="1">
              <a:off x="1333" y="328"/>
              <a:ext cx="643" cy="411"/>
            </a:xfrm>
            <a:prstGeom prst="line">
              <a:avLst/>
            </a:prstGeom>
            <a:ln w="9525" cap="flat" cmpd="sng">
              <a:solidFill>
                <a:schemeClr val="tx1"/>
              </a:solidFill>
              <a:prstDash val="solid"/>
              <a:headEnd type="none" w="med" len="med"/>
              <a:tailEnd type="none" w="med" len="med"/>
            </a:ln>
          </p:spPr>
        </p:sp>
        <p:sp>
          <p:nvSpPr>
            <p:cNvPr id="45076" name="Line 19"/>
            <p:cNvSpPr/>
            <p:nvPr/>
          </p:nvSpPr>
          <p:spPr>
            <a:xfrm>
              <a:off x="2298" y="328"/>
              <a:ext cx="551" cy="411"/>
            </a:xfrm>
            <a:prstGeom prst="line">
              <a:avLst/>
            </a:prstGeom>
            <a:ln w="9525" cap="flat" cmpd="sng">
              <a:solidFill>
                <a:schemeClr val="tx1"/>
              </a:solidFill>
              <a:prstDash val="solid"/>
              <a:headEnd type="none" w="med" len="med"/>
              <a:tailEnd type="none" w="med" len="med"/>
            </a:ln>
          </p:spPr>
        </p:sp>
        <p:sp>
          <p:nvSpPr>
            <p:cNvPr id="45077" name="Line 20"/>
            <p:cNvSpPr/>
            <p:nvPr/>
          </p:nvSpPr>
          <p:spPr>
            <a:xfrm flipH="1">
              <a:off x="781" y="1067"/>
              <a:ext cx="322" cy="493"/>
            </a:xfrm>
            <a:prstGeom prst="line">
              <a:avLst/>
            </a:prstGeom>
            <a:ln w="9525" cap="flat" cmpd="sng">
              <a:solidFill>
                <a:schemeClr val="tx1"/>
              </a:solidFill>
              <a:prstDash val="solid"/>
              <a:headEnd type="none" w="med" len="med"/>
              <a:tailEnd type="none" w="med" len="med"/>
            </a:ln>
          </p:spPr>
        </p:sp>
        <p:sp>
          <p:nvSpPr>
            <p:cNvPr id="45078" name="Line 21"/>
            <p:cNvSpPr/>
            <p:nvPr/>
          </p:nvSpPr>
          <p:spPr>
            <a:xfrm>
              <a:off x="1379" y="1108"/>
              <a:ext cx="184" cy="452"/>
            </a:xfrm>
            <a:prstGeom prst="line">
              <a:avLst/>
            </a:prstGeom>
            <a:ln w="9525" cap="flat" cmpd="sng">
              <a:solidFill>
                <a:schemeClr val="tx1"/>
              </a:solidFill>
              <a:prstDash val="solid"/>
              <a:headEnd type="none" w="med" len="med"/>
              <a:tailEnd type="none" w="med" len="med"/>
            </a:ln>
          </p:spPr>
        </p:sp>
        <p:sp>
          <p:nvSpPr>
            <p:cNvPr id="45079" name="Freeform 22"/>
            <p:cNvSpPr/>
            <p:nvPr/>
          </p:nvSpPr>
          <p:spPr>
            <a:xfrm>
              <a:off x="2528" y="1102"/>
              <a:ext cx="347" cy="499"/>
            </a:xfrm>
            <a:custGeom>
              <a:avLst/>
              <a:gdLst>
                <a:gd name="txL" fmla="*/ 0 w 363"/>
                <a:gd name="txT" fmla="*/ 0 h 583"/>
                <a:gd name="txR" fmla="*/ 363 w 363"/>
                <a:gd name="txB" fmla="*/ 583 h 583"/>
              </a:gdLst>
              <a:ahLst/>
              <a:cxnLst>
                <a:cxn ang="0">
                  <a:pos x="265" y="0"/>
                </a:cxn>
                <a:cxn ang="0">
                  <a:pos x="0" y="196"/>
                </a:cxn>
              </a:cxnLst>
              <a:rect l="txL" t="txT" r="txR" b="txB"/>
              <a:pathLst>
                <a:path w="363" h="583">
                  <a:moveTo>
                    <a:pt x="363" y="0"/>
                  </a:moveTo>
                  <a:lnTo>
                    <a:pt x="0" y="583"/>
                  </a:lnTo>
                </a:path>
              </a:pathLst>
            </a:custGeom>
            <a:solidFill>
              <a:srgbClr val="FFFFCC">
                <a:alpha val="100000"/>
              </a:srgbClr>
            </a:solidFill>
            <a:ln w="9525" cap="flat" cmpd="sng">
              <a:solidFill>
                <a:schemeClr val="tx1">
                  <a:alpha val="100000"/>
                </a:schemeClr>
              </a:solidFill>
              <a:prstDash val="solid"/>
              <a:round/>
              <a:headEnd type="none" w="med" len="med"/>
              <a:tailEnd type="none" w="med" len="med"/>
            </a:ln>
          </p:spPr>
          <p:txBody>
            <a:bodyPr/>
            <a:p>
              <a:endParaRPr lang="zh-CN" altLang="en-US"/>
            </a:p>
          </p:txBody>
        </p:sp>
        <p:sp>
          <p:nvSpPr>
            <p:cNvPr id="45080" name="Line 23"/>
            <p:cNvSpPr/>
            <p:nvPr/>
          </p:nvSpPr>
          <p:spPr>
            <a:xfrm>
              <a:off x="3079" y="1108"/>
              <a:ext cx="138" cy="493"/>
            </a:xfrm>
            <a:prstGeom prst="line">
              <a:avLst/>
            </a:prstGeom>
            <a:ln w="9525" cap="flat" cmpd="sng">
              <a:solidFill>
                <a:schemeClr val="tx1"/>
              </a:solidFill>
              <a:prstDash val="solid"/>
              <a:headEnd type="none" w="med" len="med"/>
              <a:tailEnd type="none" w="med" len="med"/>
            </a:ln>
          </p:spPr>
        </p:sp>
        <p:sp>
          <p:nvSpPr>
            <p:cNvPr id="45081" name="Line 24"/>
            <p:cNvSpPr/>
            <p:nvPr/>
          </p:nvSpPr>
          <p:spPr>
            <a:xfrm>
              <a:off x="3171" y="1026"/>
              <a:ext cx="827" cy="616"/>
            </a:xfrm>
            <a:prstGeom prst="line">
              <a:avLst/>
            </a:prstGeom>
            <a:ln w="9525" cap="flat" cmpd="sng">
              <a:solidFill>
                <a:schemeClr val="tx1"/>
              </a:solidFill>
              <a:prstDash val="solid"/>
              <a:headEnd type="none" w="med" len="med"/>
              <a:tailEnd type="none" w="med" len="med"/>
            </a:ln>
          </p:spPr>
        </p:sp>
        <p:sp>
          <p:nvSpPr>
            <p:cNvPr id="45082" name="Line 25"/>
            <p:cNvSpPr/>
            <p:nvPr/>
          </p:nvSpPr>
          <p:spPr>
            <a:xfrm flipH="1">
              <a:off x="276" y="1929"/>
              <a:ext cx="367" cy="534"/>
            </a:xfrm>
            <a:prstGeom prst="line">
              <a:avLst/>
            </a:prstGeom>
            <a:ln w="9525" cap="flat" cmpd="sng">
              <a:solidFill>
                <a:schemeClr val="tx1"/>
              </a:solidFill>
              <a:prstDash val="solid"/>
              <a:headEnd type="none" w="med" len="med"/>
              <a:tailEnd type="none" w="med" len="med"/>
            </a:ln>
          </p:spPr>
        </p:sp>
        <p:sp>
          <p:nvSpPr>
            <p:cNvPr id="45083" name="Line 26"/>
            <p:cNvSpPr/>
            <p:nvPr/>
          </p:nvSpPr>
          <p:spPr>
            <a:xfrm>
              <a:off x="873" y="1929"/>
              <a:ext cx="230" cy="534"/>
            </a:xfrm>
            <a:prstGeom prst="line">
              <a:avLst/>
            </a:prstGeom>
            <a:ln w="9525" cap="flat" cmpd="sng">
              <a:solidFill>
                <a:schemeClr val="tx1"/>
              </a:solidFill>
              <a:prstDash val="solid"/>
              <a:headEnd type="none" w="med" len="med"/>
              <a:tailEnd type="none" w="med" len="med"/>
            </a:ln>
          </p:spPr>
        </p:sp>
        <p:sp>
          <p:nvSpPr>
            <p:cNvPr id="45084" name="Line 27"/>
            <p:cNvSpPr/>
            <p:nvPr/>
          </p:nvSpPr>
          <p:spPr>
            <a:xfrm>
              <a:off x="1654" y="1929"/>
              <a:ext cx="276" cy="575"/>
            </a:xfrm>
            <a:prstGeom prst="line">
              <a:avLst/>
            </a:prstGeom>
            <a:ln w="9525" cap="flat" cmpd="sng">
              <a:solidFill>
                <a:schemeClr val="tx1"/>
              </a:solidFill>
              <a:prstDash val="solid"/>
              <a:headEnd type="none" w="med" len="med"/>
              <a:tailEnd type="none" w="med" len="med"/>
            </a:ln>
          </p:spPr>
        </p:sp>
        <p:sp>
          <p:nvSpPr>
            <p:cNvPr id="45085" name="Line 28"/>
            <p:cNvSpPr/>
            <p:nvPr/>
          </p:nvSpPr>
          <p:spPr>
            <a:xfrm flipH="1">
              <a:off x="3033" y="1970"/>
              <a:ext cx="184" cy="493"/>
            </a:xfrm>
            <a:prstGeom prst="line">
              <a:avLst/>
            </a:prstGeom>
            <a:ln w="9525" cap="flat" cmpd="sng">
              <a:solidFill>
                <a:schemeClr val="tx1"/>
              </a:solidFill>
              <a:prstDash val="solid"/>
              <a:headEnd type="none" w="med" len="med"/>
              <a:tailEnd type="none" w="med" len="med"/>
            </a:ln>
          </p:spPr>
        </p:sp>
        <p:sp>
          <p:nvSpPr>
            <p:cNvPr id="45086" name="Line 29"/>
            <p:cNvSpPr/>
            <p:nvPr/>
          </p:nvSpPr>
          <p:spPr>
            <a:xfrm>
              <a:off x="3355" y="1970"/>
              <a:ext cx="368" cy="534"/>
            </a:xfrm>
            <a:prstGeom prst="line">
              <a:avLst/>
            </a:prstGeom>
            <a:ln w="9525" cap="flat" cmpd="sng">
              <a:solidFill>
                <a:schemeClr val="tx1"/>
              </a:solidFill>
              <a:prstDash val="solid"/>
              <a:headEnd type="none" w="med" len="med"/>
              <a:tailEnd type="none" w="med" len="med"/>
            </a:ln>
          </p:spPr>
        </p:sp>
      </p:grpSp>
      <p:sp>
        <p:nvSpPr>
          <p:cNvPr id="45061" name="标题 1"/>
          <p:cNvSpPr txBox="1"/>
          <p:nvPr/>
        </p:nvSpPr>
        <p:spPr>
          <a:xfrm>
            <a:off x="1403350" y="476250"/>
            <a:ext cx="7240588" cy="563563"/>
          </a:xfrm>
          <a:prstGeom prst="rect">
            <a:avLst/>
          </a:prstGeom>
          <a:noFill/>
          <a:ln w="9525">
            <a:noFill/>
          </a:ln>
        </p:spPr>
        <p:txBody>
          <a:bodyPr anchor="ctr" anchorCtr="0"/>
          <a:p>
            <a:pPr algn="r" eaLnBrk="0" hangingPunct="0"/>
            <a:r>
              <a:rPr lang="en-US" altLang="zh-CN" sz="2800" b="0" dirty="0">
                <a:solidFill>
                  <a:schemeClr val="bg1"/>
                </a:solidFill>
                <a:latin typeface="Times New Roman" panose="02020603050405020304" pitchFamily="18" charset="0"/>
              </a:rPr>
              <a:t> </a:t>
            </a:r>
            <a:r>
              <a:rPr lang="zh-CN" altLang="en-US" sz="2800" b="0" dirty="0">
                <a:solidFill>
                  <a:schemeClr val="bg1"/>
                </a:solidFill>
                <a:latin typeface="黑体" panose="02010609060101010101" pitchFamily="49" charset="-122"/>
              </a:rPr>
              <a:t>进程的控制和管理</a:t>
            </a:r>
            <a:endParaRPr lang="zh-CN" altLang="en-US" sz="2800" b="0" dirty="0">
              <a:solidFill>
                <a:schemeClr val="bg1"/>
              </a:solidFill>
              <a:latin typeface="Times New Roman" panose="02020603050405020304" pitchFamily="18" charset="0"/>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46082" name="Group 2"/>
          <p:cNvGrpSpPr/>
          <p:nvPr/>
        </p:nvGrpSpPr>
        <p:grpSpPr>
          <a:xfrm>
            <a:off x="2057400" y="2971800"/>
            <a:ext cx="5487988" cy="3503613"/>
            <a:chOff x="0" y="0"/>
            <a:chExt cx="4320" cy="2832"/>
          </a:xfrm>
        </p:grpSpPr>
        <p:sp>
          <p:nvSpPr>
            <p:cNvPr id="46085" name="Oval 3"/>
            <p:cNvSpPr/>
            <p:nvPr/>
          </p:nvSpPr>
          <p:spPr>
            <a:xfrm>
              <a:off x="1930" y="0"/>
              <a:ext cx="414" cy="369"/>
            </a:xfrm>
            <a:prstGeom prst="ellipse">
              <a:avLst/>
            </a:prstGeom>
            <a:solidFill>
              <a:srgbClr val="FFFFCC"/>
            </a:solidFill>
            <a:ln w="9525" cap="flat" cmpd="sng">
              <a:solidFill>
                <a:schemeClr val="tx1"/>
              </a:solidFill>
              <a:prstDash val="solid"/>
              <a:headEnd type="none" w="med" len="med"/>
              <a:tailEnd type="none" w="med" len="med"/>
            </a:ln>
          </p:spPr>
          <p:txBody>
            <a:bodyPr wrap="none" anchor="ctr" anchorCtr="0"/>
            <a:p>
              <a:pPr algn="ctr"/>
              <a:r>
                <a:rPr lang="en-US" altLang="zh-CN" sz="1800" dirty="0">
                  <a:latin typeface="Arial" panose="020B0604020202020204" pitchFamily="34" charset="0"/>
                </a:rPr>
                <a:t>A</a:t>
              </a:r>
              <a:endParaRPr lang="en-US" altLang="zh-CN" sz="1800" dirty="0">
                <a:latin typeface="Arial" panose="020B0604020202020204" pitchFamily="34" charset="0"/>
              </a:endParaRPr>
            </a:p>
          </p:txBody>
        </p:sp>
        <p:sp>
          <p:nvSpPr>
            <p:cNvPr id="46086" name="Oval 4"/>
            <p:cNvSpPr/>
            <p:nvPr/>
          </p:nvSpPr>
          <p:spPr>
            <a:xfrm>
              <a:off x="1057" y="739"/>
              <a:ext cx="414" cy="369"/>
            </a:xfrm>
            <a:prstGeom prst="ellipse">
              <a:avLst/>
            </a:prstGeom>
            <a:solidFill>
              <a:srgbClr val="FFFFCC"/>
            </a:solidFill>
            <a:ln w="9525" cap="flat" cmpd="sng">
              <a:solidFill>
                <a:schemeClr val="tx1"/>
              </a:solidFill>
              <a:prstDash val="solid"/>
              <a:headEnd type="none" w="med" len="med"/>
              <a:tailEnd type="none" w="med" len="med"/>
            </a:ln>
          </p:spPr>
          <p:txBody>
            <a:bodyPr wrap="none" anchor="ctr" anchorCtr="0"/>
            <a:p>
              <a:pPr algn="ctr"/>
              <a:r>
                <a:rPr lang="en-US" altLang="zh-CN" sz="1800" dirty="0">
                  <a:latin typeface="Arial" panose="020B0604020202020204" pitchFamily="34" charset="0"/>
                </a:rPr>
                <a:t>B</a:t>
              </a:r>
              <a:endParaRPr lang="en-US" altLang="zh-CN" sz="1800" dirty="0">
                <a:latin typeface="Arial" panose="020B0604020202020204" pitchFamily="34" charset="0"/>
              </a:endParaRPr>
            </a:p>
          </p:txBody>
        </p:sp>
        <p:sp>
          <p:nvSpPr>
            <p:cNvPr id="46087" name="Oval 5"/>
            <p:cNvSpPr/>
            <p:nvPr/>
          </p:nvSpPr>
          <p:spPr>
            <a:xfrm>
              <a:off x="2757" y="739"/>
              <a:ext cx="414" cy="369"/>
            </a:xfrm>
            <a:prstGeom prst="ellipse">
              <a:avLst/>
            </a:prstGeom>
            <a:solidFill>
              <a:srgbClr val="FFFFCC"/>
            </a:solidFill>
            <a:ln w="9525" cap="flat" cmpd="sng">
              <a:solidFill>
                <a:schemeClr val="tx1"/>
              </a:solidFill>
              <a:prstDash val="solid"/>
              <a:headEnd type="none" w="med" len="med"/>
              <a:tailEnd type="none" w="med" len="med"/>
            </a:ln>
          </p:spPr>
          <p:txBody>
            <a:bodyPr wrap="none" anchor="ctr" anchorCtr="0"/>
            <a:p>
              <a:pPr algn="ctr"/>
              <a:r>
                <a:rPr lang="en-US" altLang="zh-CN" sz="1800" dirty="0">
                  <a:latin typeface="Arial" panose="020B0604020202020204" pitchFamily="34" charset="0"/>
                </a:rPr>
                <a:t>C</a:t>
              </a:r>
              <a:endParaRPr lang="en-US" altLang="zh-CN" sz="1800" dirty="0">
                <a:latin typeface="Arial" panose="020B0604020202020204" pitchFamily="34" charset="0"/>
              </a:endParaRPr>
            </a:p>
          </p:txBody>
        </p:sp>
        <p:sp>
          <p:nvSpPr>
            <p:cNvPr id="46088" name="Oval 6"/>
            <p:cNvSpPr/>
            <p:nvPr/>
          </p:nvSpPr>
          <p:spPr>
            <a:xfrm>
              <a:off x="551" y="1560"/>
              <a:ext cx="414" cy="369"/>
            </a:xfrm>
            <a:prstGeom prst="ellipse">
              <a:avLst/>
            </a:prstGeom>
            <a:solidFill>
              <a:srgbClr val="FFFFCC"/>
            </a:solidFill>
            <a:ln w="9525" cap="flat" cmpd="sng">
              <a:solidFill>
                <a:schemeClr val="tx1"/>
              </a:solidFill>
              <a:prstDash val="solid"/>
              <a:headEnd type="none" w="med" len="med"/>
              <a:tailEnd type="none" w="med" len="med"/>
            </a:ln>
          </p:spPr>
          <p:txBody>
            <a:bodyPr wrap="none" anchor="ctr" anchorCtr="0"/>
            <a:p>
              <a:pPr algn="ctr"/>
              <a:r>
                <a:rPr lang="en-US" altLang="zh-CN" sz="1800" dirty="0">
                  <a:latin typeface="Arial" panose="020B0604020202020204" pitchFamily="34" charset="0"/>
                </a:rPr>
                <a:t>D</a:t>
              </a:r>
              <a:endParaRPr lang="en-US" altLang="zh-CN" sz="1800" dirty="0">
                <a:latin typeface="Arial" panose="020B0604020202020204" pitchFamily="34" charset="0"/>
              </a:endParaRPr>
            </a:p>
          </p:txBody>
        </p:sp>
        <p:sp>
          <p:nvSpPr>
            <p:cNvPr id="46089" name="Oval 7"/>
            <p:cNvSpPr/>
            <p:nvPr/>
          </p:nvSpPr>
          <p:spPr>
            <a:xfrm>
              <a:off x="3631" y="2463"/>
              <a:ext cx="413" cy="369"/>
            </a:xfrm>
            <a:prstGeom prst="ellipse">
              <a:avLst/>
            </a:prstGeom>
            <a:solidFill>
              <a:srgbClr val="FFFFCC"/>
            </a:solidFill>
            <a:ln w="9525" cap="flat" cmpd="sng">
              <a:solidFill>
                <a:schemeClr val="tx1"/>
              </a:solidFill>
              <a:prstDash val="solid"/>
              <a:headEnd type="none" w="med" len="med"/>
              <a:tailEnd type="none" w="med" len="med"/>
            </a:ln>
          </p:spPr>
          <p:txBody>
            <a:bodyPr wrap="none" anchor="ctr" anchorCtr="0"/>
            <a:p>
              <a:pPr algn="ctr"/>
              <a:r>
                <a:rPr lang="en-US" altLang="zh-CN" sz="1800" dirty="0">
                  <a:latin typeface="Arial" panose="020B0604020202020204" pitchFamily="34" charset="0"/>
                </a:rPr>
                <a:t>M</a:t>
              </a:r>
              <a:endParaRPr lang="en-US" altLang="zh-CN" sz="1800" dirty="0">
                <a:latin typeface="Arial" panose="020B0604020202020204" pitchFamily="34" charset="0"/>
              </a:endParaRPr>
            </a:p>
          </p:txBody>
        </p:sp>
        <p:sp>
          <p:nvSpPr>
            <p:cNvPr id="46090" name="Oval 8"/>
            <p:cNvSpPr/>
            <p:nvPr/>
          </p:nvSpPr>
          <p:spPr>
            <a:xfrm>
              <a:off x="1379" y="1560"/>
              <a:ext cx="413" cy="369"/>
            </a:xfrm>
            <a:prstGeom prst="ellipse">
              <a:avLst/>
            </a:prstGeom>
            <a:solidFill>
              <a:srgbClr val="FFFFCC"/>
            </a:solidFill>
            <a:ln w="9525" cap="flat" cmpd="sng">
              <a:solidFill>
                <a:schemeClr val="tx1"/>
              </a:solidFill>
              <a:prstDash val="solid"/>
              <a:headEnd type="none" w="med" len="med"/>
              <a:tailEnd type="none" w="med" len="med"/>
            </a:ln>
          </p:spPr>
          <p:txBody>
            <a:bodyPr wrap="none" anchor="ctr" anchorCtr="0"/>
            <a:p>
              <a:pPr algn="ctr"/>
              <a:r>
                <a:rPr lang="en-US" altLang="zh-CN" sz="1800" dirty="0">
                  <a:latin typeface="Arial" panose="020B0604020202020204" pitchFamily="34" charset="0"/>
                </a:rPr>
                <a:t>E</a:t>
              </a:r>
              <a:endParaRPr lang="en-US" altLang="zh-CN" sz="1800" dirty="0">
                <a:latin typeface="Arial" panose="020B0604020202020204" pitchFamily="34" charset="0"/>
              </a:endParaRPr>
            </a:p>
          </p:txBody>
        </p:sp>
        <p:sp>
          <p:nvSpPr>
            <p:cNvPr id="46091" name="Oval 9"/>
            <p:cNvSpPr/>
            <p:nvPr/>
          </p:nvSpPr>
          <p:spPr>
            <a:xfrm>
              <a:off x="0" y="2463"/>
              <a:ext cx="414" cy="369"/>
            </a:xfrm>
            <a:prstGeom prst="ellipse">
              <a:avLst/>
            </a:prstGeom>
            <a:solidFill>
              <a:srgbClr val="FFFFCC"/>
            </a:solidFill>
            <a:ln w="9525" cap="flat" cmpd="sng">
              <a:solidFill>
                <a:schemeClr val="tx1"/>
              </a:solidFill>
              <a:prstDash val="solid"/>
              <a:headEnd type="none" w="med" len="med"/>
              <a:tailEnd type="none" w="med" len="med"/>
            </a:ln>
          </p:spPr>
          <p:txBody>
            <a:bodyPr wrap="none" anchor="ctr" anchorCtr="0"/>
            <a:p>
              <a:pPr algn="ctr"/>
              <a:r>
                <a:rPr lang="en-US" altLang="zh-CN" sz="1800" dirty="0">
                  <a:latin typeface="Arial" panose="020B0604020202020204" pitchFamily="34" charset="0"/>
                </a:rPr>
                <a:t>I</a:t>
              </a:r>
              <a:endParaRPr lang="en-US" altLang="zh-CN" sz="1800" dirty="0">
                <a:latin typeface="Arial" panose="020B0604020202020204" pitchFamily="34" charset="0"/>
              </a:endParaRPr>
            </a:p>
          </p:txBody>
        </p:sp>
        <p:sp>
          <p:nvSpPr>
            <p:cNvPr id="46092" name="Oval 10"/>
            <p:cNvSpPr/>
            <p:nvPr/>
          </p:nvSpPr>
          <p:spPr>
            <a:xfrm>
              <a:off x="919" y="2463"/>
              <a:ext cx="414" cy="369"/>
            </a:xfrm>
            <a:prstGeom prst="ellipse">
              <a:avLst/>
            </a:prstGeom>
            <a:solidFill>
              <a:srgbClr val="FFFFCC"/>
            </a:solidFill>
            <a:ln w="9525" cap="flat" cmpd="sng">
              <a:solidFill>
                <a:schemeClr val="tx1"/>
              </a:solidFill>
              <a:prstDash val="solid"/>
              <a:headEnd type="none" w="med" len="med"/>
              <a:tailEnd type="none" w="med" len="med"/>
            </a:ln>
          </p:spPr>
          <p:txBody>
            <a:bodyPr wrap="none" anchor="ctr" anchorCtr="0"/>
            <a:p>
              <a:pPr algn="ctr"/>
              <a:r>
                <a:rPr lang="en-US" altLang="zh-CN" sz="1800" dirty="0">
                  <a:latin typeface="Arial" panose="020B0604020202020204" pitchFamily="34" charset="0"/>
                </a:rPr>
                <a:t>J</a:t>
              </a:r>
              <a:endParaRPr lang="en-US" altLang="zh-CN" sz="1800" dirty="0">
                <a:latin typeface="Arial" panose="020B0604020202020204" pitchFamily="34" charset="0"/>
              </a:endParaRPr>
            </a:p>
          </p:txBody>
        </p:sp>
        <p:sp>
          <p:nvSpPr>
            <p:cNvPr id="46093" name="Oval 11"/>
            <p:cNvSpPr/>
            <p:nvPr/>
          </p:nvSpPr>
          <p:spPr>
            <a:xfrm>
              <a:off x="3906" y="1560"/>
              <a:ext cx="414" cy="369"/>
            </a:xfrm>
            <a:prstGeom prst="ellipse">
              <a:avLst/>
            </a:prstGeom>
            <a:solidFill>
              <a:srgbClr val="FFFFCC"/>
            </a:solidFill>
            <a:ln w="9525" cap="flat" cmpd="sng">
              <a:solidFill>
                <a:schemeClr val="tx1"/>
              </a:solidFill>
              <a:prstDash val="solid"/>
              <a:headEnd type="none" w="med" len="med"/>
              <a:tailEnd type="none" w="med" len="med"/>
            </a:ln>
          </p:spPr>
          <p:txBody>
            <a:bodyPr wrap="none" anchor="ctr" anchorCtr="0"/>
            <a:p>
              <a:pPr algn="ctr"/>
              <a:r>
                <a:rPr lang="en-US" altLang="zh-CN" sz="1800" dirty="0">
                  <a:latin typeface="Arial" panose="020B0604020202020204" pitchFamily="34" charset="0"/>
                </a:rPr>
                <a:t>H</a:t>
              </a:r>
              <a:endParaRPr lang="en-US" altLang="zh-CN" sz="1800" dirty="0">
                <a:latin typeface="Arial" panose="020B0604020202020204" pitchFamily="34" charset="0"/>
              </a:endParaRPr>
            </a:p>
          </p:txBody>
        </p:sp>
        <p:sp>
          <p:nvSpPr>
            <p:cNvPr id="46094" name="Oval 12"/>
            <p:cNvSpPr/>
            <p:nvPr/>
          </p:nvSpPr>
          <p:spPr>
            <a:xfrm>
              <a:off x="3079" y="1601"/>
              <a:ext cx="414" cy="369"/>
            </a:xfrm>
            <a:prstGeom prst="ellipse">
              <a:avLst/>
            </a:prstGeom>
            <a:solidFill>
              <a:srgbClr val="FFFFCC"/>
            </a:solidFill>
            <a:ln w="9525" cap="flat" cmpd="sng">
              <a:solidFill>
                <a:schemeClr val="tx1"/>
              </a:solidFill>
              <a:prstDash val="solid"/>
              <a:headEnd type="none" w="med" len="med"/>
              <a:tailEnd type="none" w="med" len="med"/>
            </a:ln>
          </p:spPr>
          <p:txBody>
            <a:bodyPr wrap="none" anchor="ctr" anchorCtr="0"/>
            <a:p>
              <a:pPr algn="ctr"/>
              <a:r>
                <a:rPr lang="en-US" altLang="zh-CN" sz="1800" dirty="0">
                  <a:latin typeface="Arial" panose="020B0604020202020204" pitchFamily="34" charset="0"/>
                </a:rPr>
                <a:t>G</a:t>
              </a:r>
              <a:endParaRPr lang="en-US" altLang="zh-CN" sz="1800" dirty="0">
                <a:latin typeface="Arial" panose="020B0604020202020204" pitchFamily="34" charset="0"/>
              </a:endParaRPr>
            </a:p>
          </p:txBody>
        </p:sp>
        <p:sp>
          <p:nvSpPr>
            <p:cNvPr id="46095" name="Oval 13"/>
            <p:cNvSpPr/>
            <p:nvPr/>
          </p:nvSpPr>
          <p:spPr>
            <a:xfrm>
              <a:off x="2298" y="1601"/>
              <a:ext cx="413" cy="369"/>
            </a:xfrm>
            <a:prstGeom prst="ellipse">
              <a:avLst/>
            </a:prstGeom>
            <a:solidFill>
              <a:srgbClr val="FFFFCC"/>
            </a:solidFill>
            <a:ln w="9525" cap="flat" cmpd="sng">
              <a:solidFill>
                <a:schemeClr val="tx1"/>
              </a:solidFill>
              <a:prstDash val="solid"/>
              <a:headEnd type="none" w="med" len="med"/>
              <a:tailEnd type="none" w="med" len="med"/>
            </a:ln>
          </p:spPr>
          <p:txBody>
            <a:bodyPr wrap="none" anchor="ctr" anchorCtr="0"/>
            <a:p>
              <a:pPr algn="ctr"/>
              <a:r>
                <a:rPr lang="en-US" altLang="zh-CN" sz="1800" dirty="0">
                  <a:latin typeface="Arial" panose="020B0604020202020204" pitchFamily="34" charset="0"/>
                </a:rPr>
                <a:t>F</a:t>
              </a:r>
              <a:endParaRPr lang="en-US" altLang="zh-CN" sz="1800" dirty="0">
                <a:latin typeface="Arial" panose="020B0604020202020204" pitchFamily="34" charset="0"/>
              </a:endParaRPr>
            </a:p>
          </p:txBody>
        </p:sp>
        <p:sp>
          <p:nvSpPr>
            <p:cNvPr id="46096" name="Oval 14"/>
            <p:cNvSpPr/>
            <p:nvPr/>
          </p:nvSpPr>
          <p:spPr>
            <a:xfrm>
              <a:off x="2757" y="2463"/>
              <a:ext cx="414" cy="369"/>
            </a:xfrm>
            <a:prstGeom prst="ellipse">
              <a:avLst/>
            </a:prstGeom>
            <a:solidFill>
              <a:srgbClr val="FFFFCC"/>
            </a:solidFill>
            <a:ln w="9525" cap="flat" cmpd="sng">
              <a:solidFill>
                <a:schemeClr val="tx1"/>
              </a:solidFill>
              <a:prstDash val="solid"/>
              <a:headEnd type="none" w="med" len="med"/>
              <a:tailEnd type="none" w="med" len="med"/>
            </a:ln>
          </p:spPr>
          <p:txBody>
            <a:bodyPr wrap="none" anchor="ctr" anchorCtr="0"/>
            <a:p>
              <a:pPr algn="ctr"/>
              <a:r>
                <a:rPr lang="en-US" altLang="zh-CN" sz="1800" dirty="0">
                  <a:latin typeface="Arial" panose="020B0604020202020204" pitchFamily="34" charset="0"/>
                </a:rPr>
                <a:t>L</a:t>
              </a:r>
              <a:endParaRPr lang="en-US" altLang="zh-CN" sz="1800" dirty="0">
                <a:latin typeface="Arial" panose="020B0604020202020204" pitchFamily="34" charset="0"/>
              </a:endParaRPr>
            </a:p>
          </p:txBody>
        </p:sp>
        <p:sp>
          <p:nvSpPr>
            <p:cNvPr id="46097" name="Oval 15"/>
            <p:cNvSpPr/>
            <p:nvPr/>
          </p:nvSpPr>
          <p:spPr>
            <a:xfrm>
              <a:off x="1838" y="2463"/>
              <a:ext cx="414" cy="369"/>
            </a:xfrm>
            <a:prstGeom prst="ellipse">
              <a:avLst/>
            </a:prstGeom>
            <a:solidFill>
              <a:srgbClr val="FFFFCC"/>
            </a:solidFill>
            <a:ln w="9525" cap="flat" cmpd="sng">
              <a:solidFill>
                <a:schemeClr val="tx1"/>
              </a:solidFill>
              <a:prstDash val="solid"/>
              <a:headEnd type="none" w="med" len="med"/>
              <a:tailEnd type="none" w="med" len="med"/>
            </a:ln>
          </p:spPr>
          <p:txBody>
            <a:bodyPr wrap="none" anchor="ctr" anchorCtr="0"/>
            <a:p>
              <a:pPr algn="ctr"/>
              <a:r>
                <a:rPr lang="en-US" altLang="zh-CN" sz="1800" dirty="0">
                  <a:latin typeface="Arial" panose="020B0604020202020204" pitchFamily="34" charset="0"/>
                </a:rPr>
                <a:t>K</a:t>
              </a:r>
              <a:endParaRPr lang="en-US" altLang="zh-CN" sz="1800" dirty="0">
                <a:latin typeface="Arial" panose="020B0604020202020204" pitchFamily="34" charset="0"/>
              </a:endParaRPr>
            </a:p>
          </p:txBody>
        </p:sp>
        <p:sp>
          <p:nvSpPr>
            <p:cNvPr id="46098" name="Line 16"/>
            <p:cNvSpPr/>
            <p:nvPr/>
          </p:nvSpPr>
          <p:spPr>
            <a:xfrm flipH="1">
              <a:off x="1333" y="328"/>
              <a:ext cx="643" cy="411"/>
            </a:xfrm>
            <a:prstGeom prst="line">
              <a:avLst/>
            </a:prstGeom>
            <a:ln w="9525" cap="flat" cmpd="sng">
              <a:solidFill>
                <a:schemeClr val="tx1"/>
              </a:solidFill>
              <a:prstDash val="solid"/>
              <a:headEnd type="none" w="med" len="med"/>
              <a:tailEnd type="none" w="med" len="med"/>
            </a:ln>
          </p:spPr>
        </p:sp>
        <p:sp>
          <p:nvSpPr>
            <p:cNvPr id="46099" name="Line 17"/>
            <p:cNvSpPr/>
            <p:nvPr/>
          </p:nvSpPr>
          <p:spPr>
            <a:xfrm>
              <a:off x="2298" y="328"/>
              <a:ext cx="551" cy="411"/>
            </a:xfrm>
            <a:prstGeom prst="line">
              <a:avLst/>
            </a:prstGeom>
            <a:ln w="9525" cap="flat" cmpd="sng">
              <a:solidFill>
                <a:schemeClr val="tx1"/>
              </a:solidFill>
              <a:prstDash val="solid"/>
              <a:headEnd type="none" w="med" len="med"/>
              <a:tailEnd type="none" w="med" len="med"/>
            </a:ln>
          </p:spPr>
        </p:sp>
        <p:sp>
          <p:nvSpPr>
            <p:cNvPr id="46100" name="Line 18"/>
            <p:cNvSpPr/>
            <p:nvPr/>
          </p:nvSpPr>
          <p:spPr>
            <a:xfrm flipH="1">
              <a:off x="781" y="1067"/>
              <a:ext cx="322" cy="493"/>
            </a:xfrm>
            <a:prstGeom prst="line">
              <a:avLst/>
            </a:prstGeom>
            <a:ln w="9525" cap="flat" cmpd="sng">
              <a:solidFill>
                <a:schemeClr val="tx1"/>
              </a:solidFill>
              <a:prstDash val="solid"/>
              <a:headEnd type="none" w="med" len="med"/>
              <a:tailEnd type="none" w="med" len="med"/>
            </a:ln>
          </p:spPr>
        </p:sp>
        <p:sp>
          <p:nvSpPr>
            <p:cNvPr id="46101" name="Line 19"/>
            <p:cNvSpPr/>
            <p:nvPr/>
          </p:nvSpPr>
          <p:spPr>
            <a:xfrm>
              <a:off x="1379" y="1108"/>
              <a:ext cx="184" cy="452"/>
            </a:xfrm>
            <a:prstGeom prst="line">
              <a:avLst/>
            </a:prstGeom>
            <a:ln w="9525" cap="flat" cmpd="sng">
              <a:solidFill>
                <a:schemeClr val="tx1"/>
              </a:solidFill>
              <a:prstDash val="solid"/>
              <a:headEnd type="none" w="med" len="med"/>
              <a:tailEnd type="none" w="med" len="med"/>
            </a:ln>
          </p:spPr>
        </p:sp>
        <p:sp>
          <p:nvSpPr>
            <p:cNvPr id="46102" name="Freeform 20"/>
            <p:cNvSpPr/>
            <p:nvPr/>
          </p:nvSpPr>
          <p:spPr>
            <a:xfrm>
              <a:off x="2528" y="1102"/>
              <a:ext cx="347" cy="499"/>
            </a:xfrm>
            <a:custGeom>
              <a:avLst/>
              <a:gdLst>
                <a:gd name="txL" fmla="*/ 0 w 363"/>
                <a:gd name="txT" fmla="*/ 0 h 583"/>
                <a:gd name="txR" fmla="*/ 363 w 363"/>
                <a:gd name="txB" fmla="*/ 583 h 583"/>
              </a:gdLst>
              <a:ahLst/>
              <a:cxnLst>
                <a:cxn ang="0">
                  <a:pos x="265" y="0"/>
                </a:cxn>
                <a:cxn ang="0">
                  <a:pos x="0" y="196"/>
                </a:cxn>
              </a:cxnLst>
              <a:rect l="txL" t="txT" r="txR" b="txB"/>
              <a:pathLst>
                <a:path w="363" h="583">
                  <a:moveTo>
                    <a:pt x="363" y="0"/>
                  </a:moveTo>
                  <a:lnTo>
                    <a:pt x="0" y="583"/>
                  </a:lnTo>
                </a:path>
              </a:pathLst>
            </a:custGeom>
            <a:solidFill>
              <a:srgbClr val="FFFFCC">
                <a:alpha val="100000"/>
              </a:srgbClr>
            </a:solidFill>
            <a:ln w="9525" cap="flat" cmpd="sng">
              <a:solidFill>
                <a:schemeClr val="tx1">
                  <a:alpha val="100000"/>
                </a:schemeClr>
              </a:solidFill>
              <a:prstDash val="solid"/>
              <a:round/>
              <a:headEnd type="none" w="med" len="med"/>
              <a:tailEnd type="none" w="med" len="med"/>
            </a:ln>
          </p:spPr>
          <p:txBody>
            <a:bodyPr/>
            <a:p>
              <a:endParaRPr lang="zh-CN" altLang="en-US"/>
            </a:p>
          </p:txBody>
        </p:sp>
        <p:sp>
          <p:nvSpPr>
            <p:cNvPr id="46103" name="Line 21"/>
            <p:cNvSpPr/>
            <p:nvPr/>
          </p:nvSpPr>
          <p:spPr>
            <a:xfrm>
              <a:off x="3079" y="1108"/>
              <a:ext cx="138" cy="493"/>
            </a:xfrm>
            <a:prstGeom prst="line">
              <a:avLst/>
            </a:prstGeom>
            <a:ln w="9525" cap="flat" cmpd="sng">
              <a:solidFill>
                <a:schemeClr val="tx1"/>
              </a:solidFill>
              <a:prstDash val="solid"/>
              <a:headEnd type="none" w="med" len="med"/>
              <a:tailEnd type="none" w="med" len="med"/>
            </a:ln>
          </p:spPr>
        </p:sp>
        <p:sp>
          <p:nvSpPr>
            <p:cNvPr id="46104" name="Line 22"/>
            <p:cNvSpPr/>
            <p:nvPr/>
          </p:nvSpPr>
          <p:spPr>
            <a:xfrm>
              <a:off x="3171" y="1026"/>
              <a:ext cx="827" cy="616"/>
            </a:xfrm>
            <a:prstGeom prst="line">
              <a:avLst/>
            </a:prstGeom>
            <a:ln w="9525" cap="flat" cmpd="sng">
              <a:solidFill>
                <a:schemeClr val="tx1"/>
              </a:solidFill>
              <a:prstDash val="solid"/>
              <a:headEnd type="none" w="med" len="med"/>
              <a:tailEnd type="none" w="med" len="med"/>
            </a:ln>
          </p:spPr>
        </p:sp>
        <p:sp>
          <p:nvSpPr>
            <p:cNvPr id="46105" name="Line 23"/>
            <p:cNvSpPr/>
            <p:nvPr/>
          </p:nvSpPr>
          <p:spPr>
            <a:xfrm flipH="1">
              <a:off x="276" y="1929"/>
              <a:ext cx="367" cy="534"/>
            </a:xfrm>
            <a:prstGeom prst="line">
              <a:avLst/>
            </a:prstGeom>
            <a:ln w="9525" cap="flat" cmpd="sng">
              <a:solidFill>
                <a:schemeClr val="tx1"/>
              </a:solidFill>
              <a:prstDash val="solid"/>
              <a:headEnd type="none" w="med" len="med"/>
              <a:tailEnd type="none" w="med" len="med"/>
            </a:ln>
          </p:spPr>
        </p:sp>
        <p:sp>
          <p:nvSpPr>
            <p:cNvPr id="46106" name="Line 24"/>
            <p:cNvSpPr/>
            <p:nvPr/>
          </p:nvSpPr>
          <p:spPr>
            <a:xfrm>
              <a:off x="873" y="1929"/>
              <a:ext cx="230" cy="534"/>
            </a:xfrm>
            <a:prstGeom prst="line">
              <a:avLst/>
            </a:prstGeom>
            <a:ln w="9525" cap="flat" cmpd="sng">
              <a:solidFill>
                <a:schemeClr val="tx1"/>
              </a:solidFill>
              <a:prstDash val="solid"/>
              <a:headEnd type="none" w="med" len="med"/>
              <a:tailEnd type="none" w="med" len="med"/>
            </a:ln>
          </p:spPr>
        </p:sp>
        <p:sp>
          <p:nvSpPr>
            <p:cNvPr id="46107" name="Line 25"/>
            <p:cNvSpPr/>
            <p:nvPr/>
          </p:nvSpPr>
          <p:spPr>
            <a:xfrm>
              <a:off x="1654" y="1929"/>
              <a:ext cx="276" cy="575"/>
            </a:xfrm>
            <a:prstGeom prst="line">
              <a:avLst/>
            </a:prstGeom>
            <a:ln w="9525" cap="flat" cmpd="sng">
              <a:solidFill>
                <a:schemeClr val="tx1"/>
              </a:solidFill>
              <a:prstDash val="solid"/>
              <a:headEnd type="none" w="med" len="med"/>
              <a:tailEnd type="none" w="med" len="med"/>
            </a:ln>
          </p:spPr>
        </p:sp>
        <p:sp>
          <p:nvSpPr>
            <p:cNvPr id="46108" name="Line 26"/>
            <p:cNvSpPr/>
            <p:nvPr/>
          </p:nvSpPr>
          <p:spPr>
            <a:xfrm flipH="1">
              <a:off x="3033" y="1970"/>
              <a:ext cx="184" cy="493"/>
            </a:xfrm>
            <a:prstGeom prst="line">
              <a:avLst/>
            </a:prstGeom>
            <a:ln w="9525" cap="flat" cmpd="sng">
              <a:solidFill>
                <a:schemeClr val="tx1"/>
              </a:solidFill>
              <a:prstDash val="solid"/>
              <a:headEnd type="none" w="med" len="med"/>
              <a:tailEnd type="none" w="med" len="med"/>
            </a:ln>
          </p:spPr>
        </p:sp>
        <p:sp>
          <p:nvSpPr>
            <p:cNvPr id="46109" name="Line 27"/>
            <p:cNvSpPr/>
            <p:nvPr/>
          </p:nvSpPr>
          <p:spPr>
            <a:xfrm>
              <a:off x="3355" y="1970"/>
              <a:ext cx="368" cy="534"/>
            </a:xfrm>
            <a:prstGeom prst="line">
              <a:avLst/>
            </a:prstGeom>
            <a:ln w="9525" cap="flat" cmpd="sng">
              <a:solidFill>
                <a:schemeClr val="tx1"/>
              </a:solidFill>
              <a:prstDash val="solid"/>
              <a:headEnd type="none" w="med" len="med"/>
              <a:tailEnd type="none" w="med" len="med"/>
            </a:ln>
          </p:spPr>
        </p:sp>
      </p:grpSp>
      <p:sp>
        <p:nvSpPr>
          <p:cNvPr id="46083" name="Text Box 28"/>
          <p:cNvSpPr txBox="1"/>
          <p:nvPr/>
        </p:nvSpPr>
        <p:spPr>
          <a:xfrm>
            <a:off x="458788" y="1200150"/>
            <a:ext cx="8185150" cy="2252663"/>
          </a:xfrm>
          <a:prstGeom prst="rect">
            <a:avLst/>
          </a:prstGeom>
          <a:noFill/>
          <a:ln w="9525">
            <a:noFill/>
          </a:ln>
        </p:spPr>
        <p:txBody>
          <a:bodyPr>
            <a:spAutoFit/>
          </a:bodyPr>
          <a:p>
            <a:pPr>
              <a:lnSpc>
                <a:spcPct val="130000"/>
              </a:lnSpc>
              <a:spcBef>
                <a:spcPct val="20000"/>
              </a:spcBef>
              <a:spcAft>
                <a:spcPct val="20000"/>
              </a:spcAft>
            </a:pPr>
            <a:r>
              <a:rPr lang="zh-CN" altLang="en-US" sz="2800" b="0" dirty="0">
                <a:latin typeface="黑体" panose="02010609060101010101" pitchFamily="49" charset="-122"/>
              </a:rPr>
              <a:t>    子进程可以继承父进程的所有资源，当子进程被撤消时，应将从父进程那里获得的资源归还给父进程。</a:t>
            </a:r>
            <a:r>
              <a:rPr lang="zh-CN" altLang="en-US" sz="2800" dirty="0">
                <a:solidFill>
                  <a:srgbClr val="FF0000"/>
                </a:solidFill>
                <a:latin typeface="黑体" panose="02010609060101010101" pitchFamily="49" charset="-122"/>
              </a:rPr>
              <a:t>撤消父进程时也必须同时撤消其所有的子进程。</a:t>
            </a:r>
            <a:endParaRPr lang="zh-CN" altLang="en-US" sz="2800" dirty="0">
              <a:solidFill>
                <a:srgbClr val="FF0000"/>
              </a:solidFill>
              <a:latin typeface="黑体" panose="02010609060101010101" pitchFamily="49" charset="-122"/>
            </a:endParaRPr>
          </a:p>
        </p:txBody>
      </p:sp>
      <p:sp>
        <p:nvSpPr>
          <p:cNvPr id="46084" name="标题 1"/>
          <p:cNvSpPr txBox="1"/>
          <p:nvPr/>
        </p:nvSpPr>
        <p:spPr>
          <a:xfrm>
            <a:off x="1403350" y="476250"/>
            <a:ext cx="7240588" cy="563563"/>
          </a:xfrm>
          <a:prstGeom prst="rect">
            <a:avLst/>
          </a:prstGeom>
          <a:noFill/>
          <a:ln w="9525">
            <a:noFill/>
          </a:ln>
        </p:spPr>
        <p:txBody>
          <a:bodyPr anchor="ctr" anchorCtr="0"/>
          <a:p>
            <a:pPr algn="r" eaLnBrk="0" hangingPunct="0"/>
            <a:r>
              <a:rPr lang="en-US" altLang="zh-CN" sz="2800" b="0" dirty="0">
                <a:solidFill>
                  <a:schemeClr val="bg1"/>
                </a:solidFill>
                <a:latin typeface="Times New Roman" panose="02020603050405020304" pitchFamily="18" charset="0"/>
              </a:rPr>
              <a:t> </a:t>
            </a:r>
            <a:r>
              <a:rPr lang="zh-CN" altLang="en-US" sz="2800" b="0" dirty="0">
                <a:solidFill>
                  <a:schemeClr val="bg1"/>
                </a:solidFill>
                <a:latin typeface="黑体" panose="02010609060101010101" pitchFamily="49" charset="-122"/>
              </a:rPr>
              <a:t>进程的控制和管理</a:t>
            </a:r>
            <a:endParaRPr lang="zh-CN" altLang="en-US" sz="2800" b="0" dirty="0">
              <a:solidFill>
                <a:schemeClr val="bg1"/>
              </a:solidFill>
              <a:latin typeface="Times New Roman" panose="02020603050405020304" pitchFamily="18" charset="0"/>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7106" name="Rectangle 3"/>
          <p:cNvSpPr>
            <a:spLocks noGrp="1"/>
          </p:cNvSpPr>
          <p:nvPr>
            <p:ph type="body" idx="4294967295"/>
          </p:nvPr>
        </p:nvSpPr>
        <p:spPr>
          <a:xfrm>
            <a:off x="838200" y="1449388"/>
            <a:ext cx="8002588" cy="4721225"/>
          </a:xfrm>
          <a:ln/>
        </p:spPr>
        <p:txBody>
          <a:bodyPr vert="horz" wrap="square" lIns="91440" tIns="45720" rIns="91440" bIns="45720" anchor="t" anchorCtr="0"/>
          <a:p>
            <a:pPr>
              <a:lnSpc>
                <a:spcPct val="130000"/>
              </a:lnSpc>
              <a:buFont typeface="Monotype Sorts"/>
              <a:buNone/>
            </a:pPr>
            <a:r>
              <a:rPr lang="en-US" altLang="zh-CN" sz="3600" dirty="0"/>
              <a:t>Linux</a:t>
            </a:r>
            <a:r>
              <a:rPr lang="zh-CN" altLang="en-US" sz="3600" dirty="0"/>
              <a:t>系统中进程创建：</a:t>
            </a:r>
            <a:r>
              <a:rPr lang="en-US" altLang="zh-CN" sz="3600" dirty="0"/>
              <a:t>fork</a:t>
            </a:r>
            <a:r>
              <a:rPr lang="zh-CN" altLang="en-US" sz="3600" dirty="0"/>
              <a:t>函数</a:t>
            </a:r>
            <a:endParaRPr lang="zh-CN" altLang="en-US" sz="2800" b="0" dirty="0"/>
          </a:p>
          <a:p>
            <a:pPr>
              <a:lnSpc>
                <a:spcPct val="130000"/>
              </a:lnSpc>
              <a:buClr>
                <a:schemeClr val="accent2"/>
              </a:buClr>
              <a:buSzPct val="90000"/>
              <a:buFont typeface="Wingdings" panose="05000000000000000000" pitchFamily="2" charset="2"/>
              <a:buChar char="u"/>
            </a:pPr>
            <a:r>
              <a:rPr lang="en-US" altLang="zh-CN" sz="2800" b="0" dirty="0">
                <a:solidFill>
                  <a:schemeClr val="tx1"/>
                </a:solidFill>
                <a:latin typeface="黑体" panose="02010609060101010101" pitchFamily="49" charset="-122"/>
              </a:rPr>
              <a:t>Linux</a:t>
            </a:r>
            <a:r>
              <a:rPr lang="zh-CN" altLang="en-US" sz="2800" b="0" dirty="0">
                <a:solidFill>
                  <a:schemeClr val="tx1"/>
                </a:solidFill>
                <a:latin typeface="黑体" panose="02010609060101010101" pitchFamily="49" charset="-122"/>
              </a:rPr>
              <a:t>系统中，进程可以使用系统调用</a:t>
            </a:r>
            <a:r>
              <a:rPr lang="en-US" altLang="zh-CN" sz="2800" b="0" dirty="0">
                <a:solidFill>
                  <a:schemeClr val="tx1"/>
                </a:solidFill>
                <a:latin typeface="黑体" panose="02010609060101010101" pitchFamily="49" charset="-122"/>
              </a:rPr>
              <a:t>fork</a:t>
            </a:r>
            <a:r>
              <a:rPr lang="zh-CN" altLang="en-US" sz="2800" b="0" dirty="0">
                <a:solidFill>
                  <a:schemeClr val="tx1"/>
                </a:solidFill>
                <a:latin typeface="黑体" panose="02010609060101010101" pitchFamily="49" charset="-122"/>
              </a:rPr>
              <a:t>来创建一个新进程。</a:t>
            </a:r>
            <a:r>
              <a:rPr lang="en-US" altLang="zh-CN" sz="2800" b="0" dirty="0">
                <a:solidFill>
                  <a:schemeClr val="tx1"/>
                </a:solidFill>
                <a:latin typeface="黑体" panose="02010609060101010101" pitchFamily="49" charset="-122"/>
              </a:rPr>
              <a:t>fork</a:t>
            </a:r>
            <a:r>
              <a:rPr lang="zh-CN" altLang="en-US" sz="2800" b="0" dirty="0">
                <a:solidFill>
                  <a:schemeClr val="tx1"/>
                </a:solidFill>
                <a:latin typeface="黑体" panose="02010609060101010101" pitchFamily="49" charset="-122"/>
              </a:rPr>
              <a:t>的函数原形为：  </a:t>
            </a:r>
            <a:endParaRPr lang="zh-CN" altLang="en-US" sz="2800" b="0" dirty="0">
              <a:solidFill>
                <a:schemeClr val="tx1"/>
              </a:solidFill>
              <a:latin typeface="黑体" panose="02010609060101010101" pitchFamily="49" charset="-122"/>
            </a:endParaRPr>
          </a:p>
          <a:p>
            <a:pPr>
              <a:lnSpc>
                <a:spcPct val="130000"/>
              </a:lnSpc>
              <a:buClr>
                <a:schemeClr val="accent2"/>
              </a:buClr>
              <a:buSzPct val="90000"/>
              <a:buNone/>
            </a:pPr>
            <a:r>
              <a:rPr lang="zh-CN" altLang="en-US" sz="2800" b="0" dirty="0">
                <a:solidFill>
                  <a:schemeClr val="tx1"/>
                </a:solidFill>
                <a:latin typeface="黑体" panose="02010609060101010101" pitchFamily="49" charset="-122"/>
              </a:rPr>
              <a:t>          </a:t>
            </a:r>
            <a:r>
              <a:rPr lang="en-US" altLang="zh-CN" sz="2800" b="0" dirty="0">
                <a:latin typeface="黑体" panose="02010609060101010101" pitchFamily="49" charset="-122"/>
              </a:rPr>
              <a:t>pid_t fork()</a:t>
            </a:r>
            <a:endParaRPr lang="en-US" altLang="zh-CN" sz="2800" b="0" dirty="0">
              <a:latin typeface="黑体" panose="02010609060101010101" pitchFamily="49" charset="-122"/>
            </a:endParaRPr>
          </a:p>
          <a:p>
            <a:pPr>
              <a:lnSpc>
                <a:spcPct val="130000"/>
              </a:lnSpc>
              <a:buClr>
                <a:schemeClr val="accent2"/>
              </a:buClr>
              <a:buSzPct val="90000"/>
              <a:buFont typeface="Wingdings" panose="05000000000000000000" pitchFamily="2" charset="2"/>
              <a:buChar char="u"/>
            </a:pPr>
            <a:r>
              <a:rPr lang="zh-CN" altLang="en-US" sz="2800" b="0" dirty="0">
                <a:solidFill>
                  <a:schemeClr val="tx1"/>
                </a:solidFill>
                <a:latin typeface="黑体" panose="02010609060101010101" pitchFamily="49" charset="-122"/>
              </a:rPr>
              <a:t>父进程调用</a:t>
            </a:r>
            <a:r>
              <a:rPr lang="en-US" altLang="zh-CN" sz="2800" b="0" dirty="0">
                <a:solidFill>
                  <a:schemeClr val="tx1"/>
                </a:solidFill>
                <a:latin typeface="黑体" panose="02010609060101010101" pitchFamily="49" charset="-122"/>
              </a:rPr>
              <a:t>fork</a:t>
            </a:r>
            <a:r>
              <a:rPr lang="zh-CN" altLang="en-US" sz="2800" b="0" dirty="0">
                <a:solidFill>
                  <a:schemeClr val="tx1"/>
                </a:solidFill>
                <a:latin typeface="黑体" panose="02010609060101010101" pitchFamily="49" charset="-122"/>
              </a:rPr>
              <a:t>创建一个子进程后，父进程和子进程都在</a:t>
            </a:r>
            <a:r>
              <a:rPr lang="zh-CN" altLang="en-US" sz="2800" dirty="0">
                <a:solidFill>
                  <a:srgbClr val="FF0000"/>
                </a:solidFill>
                <a:latin typeface="黑体" panose="02010609060101010101" pitchFamily="49" charset="-122"/>
              </a:rPr>
              <a:t>各自独立的地址空间内</a:t>
            </a:r>
            <a:r>
              <a:rPr lang="zh-CN" altLang="en-US" sz="2800" b="0" dirty="0">
                <a:solidFill>
                  <a:schemeClr val="tx1"/>
                </a:solidFill>
                <a:latin typeface="黑体" panose="02010609060101010101" pitchFamily="49" charset="-122"/>
              </a:rPr>
              <a:t>执行，除了代码段外不共享任何数据和堆栈；</a:t>
            </a:r>
            <a:endParaRPr lang="zh-CN" altLang="en-US" sz="2800" dirty="0">
              <a:solidFill>
                <a:schemeClr val="tx1"/>
              </a:solidFill>
              <a:latin typeface="黑体" panose="02010609060101010101" pitchFamily="49" charset="-122"/>
            </a:endParaRPr>
          </a:p>
        </p:txBody>
      </p:sp>
      <p:sp>
        <p:nvSpPr>
          <p:cNvPr id="47107" name="标题 1"/>
          <p:cNvSpPr txBox="1"/>
          <p:nvPr/>
        </p:nvSpPr>
        <p:spPr>
          <a:xfrm>
            <a:off x="1403350" y="485775"/>
            <a:ext cx="7240588" cy="563563"/>
          </a:xfrm>
          <a:prstGeom prst="rect">
            <a:avLst/>
          </a:prstGeom>
          <a:noFill/>
          <a:ln w="9525">
            <a:noFill/>
          </a:ln>
        </p:spPr>
        <p:txBody>
          <a:bodyPr anchor="ctr" anchorCtr="0"/>
          <a:p>
            <a:pPr algn="r" eaLnBrk="0" hangingPunct="0"/>
            <a:r>
              <a:rPr lang="zh-CN" altLang="en-US" sz="2800" b="0" dirty="0">
                <a:solidFill>
                  <a:schemeClr val="bg1"/>
                </a:solidFill>
                <a:latin typeface="黑体" panose="02010609060101010101" pitchFamily="49" charset="-122"/>
              </a:rPr>
              <a:t>进程的控制和管理</a:t>
            </a:r>
            <a:endParaRPr lang="zh-CN" altLang="en-US" sz="2800" b="0" dirty="0">
              <a:solidFill>
                <a:schemeClr val="bg1"/>
              </a:solidFill>
              <a:latin typeface="黑体" panose="02010609060101010101" pitchFamily="49" charset="-122"/>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8130" name="Rectangle 3"/>
          <p:cNvSpPr>
            <a:spLocks noGrp="1"/>
          </p:cNvSpPr>
          <p:nvPr>
            <p:ph type="body" idx="4294967295"/>
          </p:nvPr>
        </p:nvSpPr>
        <p:spPr>
          <a:xfrm>
            <a:off x="1754188" y="1370013"/>
            <a:ext cx="7086600" cy="3883025"/>
          </a:xfrm>
          <a:ln/>
        </p:spPr>
        <p:txBody>
          <a:bodyPr vert="horz" wrap="square" lIns="100776" tIns="50388" rIns="100776" bIns="50388" anchor="t" anchorCtr="0"/>
          <a:p>
            <a:pPr>
              <a:lnSpc>
                <a:spcPct val="150000"/>
              </a:lnSpc>
            </a:pPr>
            <a:r>
              <a:rPr lang="zh-CN" altLang="en-US" sz="3600" dirty="0">
                <a:sym typeface="Arial" panose="020B0604020202020204" pitchFamily="34" charset="0"/>
              </a:rPr>
              <a:t>操作系统的安全问题</a:t>
            </a:r>
            <a:endParaRPr lang="zh-CN" altLang="en-US" sz="3600" dirty="0">
              <a:sym typeface="Arial" panose="020B0604020202020204" pitchFamily="34" charset="0"/>
            </a:endParaRPr>
          </a:p>
          <a:p>
            <a:pPr>
              <a:lnSpc>
                <a:spcPct val="150000"/>
              </a:lnSpc>
            </a:pPr>
            <a:r>
              <a:rPr lang="zh-CN" altLang="en-US" sz="3600" dirty="0"/>
              <a:t>操作系统基本概念</a:t>
            </a:r>
            <a:endParaRPr lang="zh-CN" altLang="en-US" sz="3600" dirty="0"/>
          </a:p>
          <a:p>
            <a:pPr>
              <a:lnSpc>
                <a:spcPct val="150000"/>
              </a:lnSpc>
            </a:pPr>
            <a:r>
              <a:rPr lang="zh-CN" altLang="en-US" sz="3600" dirty="0">
                <a:solidFill>
                  <a:srgbClr val="FF0000"/>
                </a:solidFill>
                <a:sym typeface="Arial" panose="020B0604020202020204" pitchFamily="34" charset="0"/>
              </a:rPr>
              <a:t>操作系统存储保护</a:t>
            </a:r>
            <a:endParaRPr lang="zh-CN" altLang="en-US" sz="3600" dirty="0">
              <a:solidFill>
                <a:srgbClr val="FF0000"/>
              </a:solidFill>
              <a:sym typeface="Arial" panose="020B0604020202020204" pitchFamily="34" charset="0"/>
            </a:endParaRPr>
          </a:p>
          <a:p>
            <a:pPr>
              <a:lnSpc>
                <a:spcPct val="150000"/>
              </a:lnSpc>
            </a:pPr>
            <a:r>
              <a:rPr lang="zh-CN" altLang="en-US" sz="3600" dirty="0"/>
              <a:t>安全操作其他安全机制</a:t>
            </a:r>
            <a:endParaRPr lang="zh-CN" altLang="en-US" sz="3600" dirty="0"/>
          </a:p>
        </p:txBody>
      </p:sp>
      <p:sp>
        <p:nvSpPr>
          <p:cNvPr id="48131" name="Rectangle 2"/>
          <p:cNvSpPr>
            <a:spLocks noGrp="1"/>
          </p:cNvSpPr>
          <p:nvPr/>
        </p:nvSpPr>
        <p:spPr>
          <a:xfrm>
            <a:off x="1828800" y="477838"/>
            <a:ext cx="7240588" cy="561975"/>
          </a:xfrm>
          <a:prstGeom prst="rect">
            <a:avLst/>
          </a:prstGeom>
          <a:noFill/>
          <a:ln w="9525">
            <a:noFill/>
          </a:ln>
        </p:spPr>
        <p:txBody>
          <a:bodyPr lIns="100776" tIns="50388" rIns="100776" bIns="50388" anchor="ctr" anchorCtr="0"/>
          <a:p>
            <a:pPr algn="r" defTabSz="1008380" eaLnBrk="0" hangingPunct="0"/>
            <a:r>
              <a:rPr lang="zh-CN" altLang="en-US" sz="3600" dirty="0">
                <a:solidFill>
                  <a:schemeClr val="bg1"/>
                </a:solidFill>
                <a:latin typeface="黑体" panose="02010609060101010101" pitchFamily="49" charset="-122"/>
                <a:ea typeface="黑体" panose="02010609060101010101" pitchFamily="49" charset="-122"/>
              </a:rPr>
              <a:t>主要内容</a:t>
            </a:r>
            <a:endParaRPr lang="zh-CN" altLang="en-US" sz="3600" dirty="0">
              <a:solidFill>
                <a:schemeClr val="bg1"/>
              </a:solidFill>
              <a:latin typeface="黑体" panose="02010609060101010101" pitchFamily="49" charset="-122"/>
              <a:ea typeface="黑体" panose="02010609060101010101" pitchFamily="49" charset="-122"/>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9154" name="Rectangle 3"/>
          <p:cNvSpPr>
            <a:spLocks noGrp="1"/>
          </p:cNvSpPr>
          <p:nvPr>
            <p:ph type="body" idx="4294967295"/>
          </p:nvPr>
        </p:nvSpPr>
        <p:spPr>
          <a:xfrm>
            <a:off x="687388" y="1447800"/>
            <a:ext cx="7924800" cy="5103813"/>
          </a:xfrm>
          <a:ln/>
        </p:spPr>
        <p:txBody>
          <a:bodyPr vert="horz" wrap="square" lIns="100776" tIns="50388" rIns="100776" bIns="50388" anchor="t" anchorCtr="0"/>
          <a:p>
            <a:pPr>
              <a:lnSpc>
                <a:spcPct val="140000"/>
              </a:lnSpc>
            </a:pPr>
            <a:r>
              <a:rPr lang="zh-CN" altLang="en-US" sz="3600" dirty="0"/>
              <a:t>存储保护：内存保护</a:t>
            </a:r>
            <a:endParaRPr lang="zh-CN" altLang="en-US" sz="3600" dirty="0"/>
          </a:p>
          <a:p>
            <a:pPr marL="742950" lvl="1" indent="-285750">
              <a:lnSpc>
                <a:spcPct val="140000"/>
              </a:lnSpc>
            </a:pPr>
            <a:r>
              <a:rPr lang="zh-CN" altLang="en-US" sz="3200" dirty="0">
                <a:ea typeface="楷体_GB2312" pitchFamily="49" charset="-122"/>
              </a:rPr>
              <a:t>单用户单任务系统</a:t>
            </a:r>
            <a:endParaRPr lang="en-US" altLang="zh-CN" sz="3200" dirty="0">
              <a:ea typeface="楷体_GB2312" pitchFamily="49" charset="-122"/>
            </a:endParaRPr>
          </a:p>
          <a:p>
            <a:pPr marL="1184275" lvl="2" indent="-285750">
              <a:lnSpc>
                <a:spcPct val="140000"/>
              </a:lnSpc>
            </a:pPr>
            <a:r>
              <a:rPr lang="zh-CN" altLang="en-US" sz="2800" dirty="0">
                <a:ea typeface="楷体_GB2312" pitchFamily="49" charset="-122"/>
              </a:rPr>
              <a:t>防止用户程序对操作系统的影响</a:t>
            </a:r>
            <a:endParaRPr lang="en-US" altLang="zh-CN" sz="2800" dirty="0">
              <a:ea typeface="楷体_GB2312" pitchFamily="49" charset="-122"/>
            </a:endParaRPr>
          </a:p>
          <a:p>
            <a:pPr marL="742950" lvl="1" indent="-285750">
              <a:lnSpc>
                <a:spcPct val="140000"/>
              </a:lnSpc>
            </a:pPr>
            <a:r>
              <a:rPr lang="zh-CN" altLang="en-US" sz="3200" dirty="0">
                <a:ea typeface="楷体_GB2312" pitchFamily="49" charset="-122"/>
              </a:rPr>
              <a:t>支持多道程序并发运行的多任务系统中</a:t>
            </a:r>
            <a:endParaRPr lang="en-US" altLang="zh-CN" sz="3200" dirty="0">
              <a:ea typeface="楷体_GB2312" pitchFamily="49" charset="-122"/>
            </a:endParaRPr>
          </a:p>
          <a:p>
            <a:pPr marL="1184275" lvl="2" indent="-285750">
              <a:lnSpc>
                <a:spcPct val="140000"/>
              </a:lnSpc>
            </a:pPr>
            <a:r>
              <a:rPr lang="zh-CN" altLang="en-US" sz="2800" dirty="0">
                <a:ea typeface="楷体_GB2312" pitchFamily="49" charset="-122"/>
              </a:rPr>
              <a:t>还要进一步要求存储保护机制对各用户进程的存储区域实行互相隔离。</a:t>
            </a:r>
            <a:endParaRPr lang="zh-CN" altLang="en-US" sz="3200" dirty="0">
              <a:ea typeface="楷体_GB2312" pitchFamily="49" charset="-122"/>
            </a:endParaRPr>
          </a:p>
        </p:txBody>
      </p:sp>
      <p:sp>
        <p:nvSpPr>
          <p:cNvPr id="49155" name="Rectangle 2"/>
          <p:cNvSpPr>
            <a:spLocks noGrp="1"/>
          </p:cNvSpPr>
          <p:nvPr/>
        </p:nvSpPr>
        <p:spPr>
          <a:xfrm>
            <a:off x="1828800" y="477838"/>
            <a:ext cx="7240588" cy="561975"/>
          </a:xfrm>
          <a:prstGeom prst="rect">
            <a:avLst/>
          </a:prstGeom>
          <a:noFill/>
          <a:ln w="9525">
            <a:noFill/>
          </a:ln>
        </p:spPr>
        <p:txBody>
          <a:bodyPr lIns="100776" tIns="50388" rIns="100776" bIns="50388" anchor="ctr" anchorCtr="0"/>
          <a:p>
            <a:pPr algn="r" defTabSz="1008380" eaLnBrk="0" hangingPunct="0"/>
            <a:r>
              <a:rPr lang="zh-CN" altLang="en-US" sz="3600" dirty="0">
                <a:solidFill>
                  <a:schemeClr val="bg1"/>
                </a:solidFill>
                <a:latin typeface="黑体" panose="02010609060101010101" pitchFamily="49" charset="-122"/>
                <a:ea typeface="黑体" panose="02010609060101010101" pitchFamily="49" charset="-122"/>
              </a:rPr>
              <a:t>存储保护</a:t>
            </a:r>
            <a:endParaRPr lang="zh-CN" altLang="en-US" sz="3600" dirty="0">
              <a:solidFill>
                <a:schemeClr val="bg1"/>
              </a:solidFill>
              <a:latin typeface="黑体" panose="02010609060101010101" pitchFamily="49" charset="-122"/>
              <a:ea typeface="黑体" panose="02010609060101010101" pitchFamily="49" charset="-122"/>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0178" name="Rectangle 2"/>
          <p:cNvSpPr>
            <a:spLocks noGrp="1"/>
          </p:cNvSpPr>
          <p:nvPr>
            <p:ph type="title" idx="4294967295"/>
          </p:nvPr>
        </p:nvSpPr>
        <p:spPr>
          <a:xfrm>
            <a:off x="1828800" y="476250"/>
            <a:ext cx="7240588" cy="563563"/>
          </a:xfrm>
          <a:ln/>
        </p:spPr>
        <p:txBody>
          <a:bodyPr vert="horz" wrap="square" lIns="91440" tIns="45720" rIns="91440" bIns="45720" anchor="ctr" anchorCtr="0"/>
          <a:p>
            <a:pPr eaLnBrk="1" hangingPunct="1"/>
            <a:r>
              <a:rPr lang="zh-CN" altLang="en-US" sz="3200" dirty="0"/>
              <a:t>存储管理的对象</a:t>
            </a:r>
            <a:endParaRPr lang="zh-CN" altLang="en-US" sz="3200" dirty="0"/>
          </a:p>
        </p:txBody>
      </p:sp>
      <p:sp>
        <p:nvSpPr>
          <p:cNvPr id="50179" name="Rectangle 3"/>
          <p:cNvSpPr>
            <a:spLocks noGrp="1"/>
          </p:cNvSpPr>
          <p:nvPr>
            <p:ph type="body" idx="4294967295"/>
          </p:nvPr>
        </p:nvSpPr>
        <p:spPr>
          <a:xfrm>
            <a:off x="533400" y="1420813"/>
            <a:ext cx="4759325" cy="4978400"/>
          </a:xfrm>
          <a:ln/>
        </p:spPr>
        <p:txBody>
          <a:bodyPr vert="horz" wrap="square" lIns="91440" tIns="45720" rIns="91440" bIns="45720" anchor="t" anchorCtr="0"/>
          <a:p>
            <a:pPr eaLnBrk="1" hangingPunct="1">
              <a:lnSpc>
                <a:spcPct val="140000"/>
              </a:lnSpc>
            </a:pPr>
            <a:r>
              <a:rPr lang="zh-CN" altLang="en-US" sz="2800" dirty="0"/>
              <a:t>系统区</a:t>
            </a:r>
            <a:endParaRPr lang="zh-CN" altLang="en-US" sz="2800" dirty="0"/>
          </a:p>
          <a:p>
            <a:pPr lvl="1" eaLnBrk="1" hangingPunct="1">
              <a:lnSpc>
                <a:spcPct val="140000"/>
              </a:lnSpc>
            </a:pPr>
            <a:r>
              <a:rPr lang="zh-CN" altLang="en-US" sz="2400" dirty="0"/>
              <a:t>操作系统使用</a:t>
            </a:r>
            <a:endParaRPr lang="zh-CN" altLang="en-US" sz="2400" dirty="0"/>
          </a:p>
          <a:p>
            <a:pPr lvl="1" eaLnBrk="1" hangingPunct="1">
              <a:lnSpc>
                <a:spcPct val="140000"/>
              </a:lnSpc>
            </a:pPr>
            <a:r>
              <a:rPr lang="zh-CN" altLang="en-US" sz="2400" dirty="0"/>
              <a:t>常驻内存，静态分配</a:t>
            </a:r>
            <a:endParaRPr lang="zh-CN" altLang="en-US" sz="2400" dirty="0"/>
          </a:p>
          <a:p>
            <a:pPr lvl="1" eaLnBrk="1" hangingPunct="1">
              <a:lnSpc>
                <a:spcPct val="140000"/>
              </a:lnSpc>
            </a:pPr>
            <a:r>
              <a:rPr lang="zh-CN" altLang="en-US" sz="2400" dirty="0"/>
              <a:t>高端</a:t>
            </a:r>
            <a:r>
              <a:rPr lang="en-US" altLang="zh-CN" sz="2400" dirty="0"/>
              <a:t>/</a:t>
            </a:r>
            <a:r>
              <a:rPr lang="zh-CN" altLang="en-US" sz="2400" dirty="0"/>
              <a:t>低端</a:t>
            </a:r>
            <a:endParaRPr lang="zh-CN" altLang="en-US" sz="2400" dirty="0"/>
          </a:p>
          <a:p>
            <a:pPr lvl="1" eaLnBrk="1" hangingPunct="1">
              <a:lnSpc>
                <a:spcPct val="140000"/>
              </a:lnSpc>
            </a:pPr>
            <a:r>
              <a:rPr lang="en-US" altLang="zh-CN" sz="2400" dirty="0"/>
              <a:t>RAM/ROM</a:t>
            </a:r>
            <a:endParaRPr lang="zh-CN" altLang="en-US" sz="2400" dirty="0"/>
          </a:p>
          <a:p>
            <a:pPr eaLnBrk="1" hangingPunct="1">
              <a:lnSpc>
                <a:spcPct val="140000"/>
              </a:lnSpc>
            </a:pPr>
            <a:r>
              <a:rPr lang="zh-CN" altLang="en-US" sz="2800" dirty="0"/>
              <a:t>用户区</a:t>
            </a:r>
            <a:endParaRPr lang="zh-CN" altLang="en-US" sz="2800" dirty="0"/>
          </a:p>
          <a:p>
            <a:pPr eaLnBrk="1" hangingPunct="1">
              <a:lnSpc>
                <a:spcPct val="140000"/>
              </a:lnSpc>
            </a:pPr>
            <a:r>
              <a:rPr lang="zh-CN" altLang="en-US" sz="2800" dirty="0">
                <a:solidFill>
                  <a:srgbClr val="FF0000"/>
                </a:solidFill>
              </a:rPr>
              <a:t>存储管理主要针对用户区</a:t>
            </a:r>
            <a:endParaRPr lang="zh-CN" altLang="en-US" sz="2800" dirty="0">
              <a:solidFill>
                <a:srgbClr val="FF0000"/>
              </a:solidFill>
            </a:endParaRPr>
          </a:p>
        </p:txBody>
      </p:sp>
      <p:pic>
        <p:nvPicPr>
          <p:cNvPr id="50180" name="Picture 4"/>
          <p:cNvPicPr>
            <a:picLocks noChangeAspect="1"/>
          </p:cNvPicPr>
          <p:nvPr/>
        </p:nvPicPr>
        <p:blipFill>
          <a:blip r:embed="rId1"/>
          <a:stretch>
            <a:fillRect/>
          </a:stretch>
        </p:blipFill>
        <p:spPr>
          <a:xfrm>
            <a:off x="5292725" y="1447800"/>
            <a:ext cx="3640138" cy="4646613"/>
          </a:xfrm>
          <a:prstGeom prst="rect">
            <a:avLst/>
          </a:prstGeom>
          <a:noFill/>
          <a:ln w="9525">
            <a:noFill/>
          </a:ln>
        </p:spPr>
      </p:pic>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1202" name="Rectangle 2"/>
          <p:cNvSpPr>
            <a:spLocks noGrp="1"/>
          </p:cNvSpPr>
          <p:nvPr>
            <p:ph type="title" idx="4294967295"/>
          </p:nvPr>
        </p:nvSpPr>
        <p:spPr>
          <a:xfrm>
            <a:off x="1828800" y="476250"/>
            <a:ext cx="7240588" cy="563563"/>
          </a:xfrm>
          <a:ln/>
        </p:spPr>
        <p:txBody>
          <a:bodyPr vert="horz" wrap="square" lIns="91440" tIns="45720" rIns="91440" bIns="45720" anchor="ctr" anchorCtr="0"/>
          <a:p>
            <a:pPr eaLnBrk="1" hangingPunct="1"/>
            <a:r>
              <a:rPr lang="en-US" altLang="zh-CN" dirty="0"/>
              <a:t> </a:t>
            </a:r>
            <a:r>
              <a:rPr lang="zh-CN" altLang="en-US" dirty="0"/>
              <a:t>地址转换与存储保护</a:t>
            </a:r>
            <a:endParaRPr lang="zh-CN" altLang="en-US" dirty="0"/>
          </a:p>
        </p:txBody>
      </p:sp>
      <p:sp>
        <p:nvSpPr>
          <p:cNvPr id="51203" name="Rectangle 3"/>
          <p:cNvSpPr>
            <a:spLocks noGrp="1"/>
          </p:cNvSpPr>
          <p:nvPr>
            <p:ph type="body" idx="4294967295"/>
          </p:nvPr>
        </p:nvSpPr>
        <p:spPr>
          <a:xfrm>
            <a:off x="1116013" y="1268413"/>
            <a:ext cx="6048375" cy="958850"/>
          </a:xfrm>
          <a:ln/>
        </p:spPr>
        <p:txBody>
          <a:bodyPr vert="horz" wrap="square" lIns="91440" tIns="45720" rIns="91440" bIns="45720" anchor="t" anchorCtr="0"/>
          <a:p>
            <a:pPr eaLnBrk="1" hangingPunct="1"/>
            <a:r>
              <a:rPr lang="en-US" altLang="zh-CN" dirty="0"/>
              <a:t>OK</a:t>
            </a:r>
            <a:r>
              <a:rPr lang="zh-CN" altLang="en-US" dirty="0"/>
              <a:t>，</a:t>
            </a:r>
            <a:r>
              <a:rPr lang="en-US" altLang="zh-CN" dirty="0"/>
              <a:t>let’s programming now!</a:t>
            </a:r>
            <a:endParaRPr lang="en-US" altLang="zh-CN" dirty="0"/>
          </a:p>
        </p:txBody>
      </p:sp>
      <p:sp>
        <p:nvSpPr>
          <p:cNvPr id="51204" name="AutoShape 4"/>
          <p:cNvSpPr/>
          <p:nvPr/>
        </p:nvSpPr>
        <p:spPr>
          <a:xfrm rot="-5400000">
            <a:off x="6438900" y="2246313"/>
            <a:ext cx="1066800" cy="2970212"/>
          </a:xfrm>
          <a:prstGeom prst="flowChartDocument">
            <a:avLst/>
          </a:prstGeom>
          <a:solidFill>
            <a:schemeClr val="bg2"/>
          </a:solidFill>
          <a:ln w="9525" cap="flat" cmpd="sng">
            <a:solidFill>
              <a:schemeClr val="tx1"/>
            </a:solidFill>
            <a:prstDash val="solid"/>
            <a:miter/>
            <a:headEnd type="none" w="med" len="med"/>
            <a:tailEnd type="none" w="med" len="med"/>
          </a:ln>
        </p:spPr>
        <p:txBody>
          <a:bodyPr vert="eaVert" wrap="none" anchor="ctr" anchorCtr="0"/>
          <a:p>
            <a:r>
              <a:rPr lang="zh-CN" altLang="en-US" dirty="0">
                <a:latin typeface="Times New Roman" panose="02020603050405020304" pitchFamily="18" charset="0"/>
              </a:rPr>
              <a:t>进程</a:t>
            </a:r>
            <a:endParaRPr lang="zh-CN" altLang="en-US" dirty="0">
              <a:latin typeface="Times New Roman" panose="02020603050405020304" pitchFamily="18" charset="0"/>
            </a:endParaRPr>
          </a:p>
        </p:txBody>
      </p:sp>
      <p:sp>
        <p:nvSpPr>
          <p:cNvPr id="51205" name="Text Box 5"/>
          <p:cNvSpPr txBox="1"/>
          <p:nvPr/>
        </p:nvSpPr>
        <p:spPr>
          <a:xfrm>
            <a:off x="1295400" y="5711825"/>
            <a:ext cx="1066800" cy="457200"/>
          </a:xfrm>
          <a:prstGeom prst="rect">
            <a:avLst/>
          </a:prstGeom>
          <a:noFill/>
          <a:ln w="9525">
            <a:noFill/>
          </a:ln>
        </p:spPr>
        <p:txBody>
          <a:bodyPr>
            <a:spAutoFit/>
          </a:bodyPr>
          <a:p>
            <a:r>
              <a:rPr lang="zh-CN" altLang="en-US" sz="2400" dirty="0">
                <a:latin typeface="Times New Roman" panose="02020603050405020304" pitchFamily="18" charset="0"/>
                <a:ea typeface="黑体" panose="02010609060101010101" pitchFamily="49" charset="-122"/>
              </a:rPr>
              <a:t>程序</a:t>
            </a:r>
            <a:endParaRPr lang="zh-CN" altLang="en-US" sz="2400" dirty="0">
              <a:latin typeface="Times New Roman" panose="02020603050405020304" pitchFamily="18" charset="0"/>
              <a:ea typeface="黑体" panose="02010609060101010101" pitchFamily="49" charset="-122"/>
            </a:endParaRPr>
          </a:p>
        </p:txBody>
      </p:sp>
      <p:sp>
        <p:nvSpPr>
          <p:cNvPr id="51206" name="Text Box 6"/>
          <p:cNvSpPr txBox="1"/>
          <p:nvPr/>
        </p:nvSpPr>
        <p:spPr>
          <a:xfrm>
            <a:off x="6478588" y="4341813"/>
            <a:ext cx="1143000" cy="457200"/>
          </a:xfrm>
          <a:prstGeom prst="rect">
            <a:avLst/>
          </a:prstGeom>
          <a:noFill/>
          <a:ln w="9525">
            <a:noFill/>
          </a:ln>
        </p:spPr>
        <p:txBody>
          <a:bodyPr>
            <a:spAutoFit/>
          </a:bodyPr>
          <a:p>
            <a:r>
              <a:rPr lang="zh-CN" altLang="en-US" sz="2400" dirty="0">
                <a:latin typeface="Times New Roman" panose="02020603050405020304" pitchFamily="18" charset="0"/>
                <a:ea typeface="黑体" panose="02010609060101010101" pitchFamily="49" charset="-122"/>
              </a:rPr>
              <a:t>内存</a:t>
            </a:r>
            <a:endParaRPr lang="zh-CN" altLang="en-US" sz="2400" dirty="0">
              <a:latin typeface="Times New Roman" panose="02020603050405020304" pitchFamily="18" charset="0"/>
              <a:ea typeface="黑体" panose="02010609060101010101" pitchFamily="49" charset="-122"/>
            </a:endParaRPr>
          </a:p>
        </p:txBody>
      </p:sp>
      <p:sp>
        <p:nvSpPr>
          <p:cNvPr id="51207" name="AutoShape 7"/>
          <p:cNvSpPr/>
          <p:nvPr/>
        </p:nvSpPr>
        <p:spPr>
          <a:xfrm>
            <a:off x="4206875" y="3579813"/>
            <a:ext cx="976313" cy="409575"/>
          </a:xfrm>
          <a:custGeom>
            <a:avLst/>
            <a:gdLst>
              <a:gd name="txL" fmla="*/ 3375 w 21600"/>
              <a:gd name="txT" fmla="*/ 5400 h 21600"/>
              <a:gd name="txR" fmla="*/ 18900 w 21600"/>
              <a:gd name="txB" fmla="*/ 16200 h 21600"/>
            </a:gdLst>
            <a:ahLst/>
            <a:cxnLst>
              <a:cxn ang="17694720">
                <a:pos x="2147483647" y="0"/>
              </a:cxn>
              <a:cxn ang="11796480">
                <a:pos x="0" y="2147483647"/>
              </a:cxn>
              <a:cxn ang="5898240">
                <a:pos x="2147483647" y="2147483647"/>
              </a:cxn>
              <a:cxn ang="0">
                <a:pos x="2147483647" y="2147483647"/>
              </a:cxn>
            </a:cxnLst>
            <a:rect l="txL" t="txT" r="txR" b="txB"/>
            <a:pathLst>
              <a:path w="21600" h="21600">
                <a:moveTo>
                  <a:pt x="16200" y="0"/>
                </a:moveTo>
                <a:lnTo>
                  <a:pt x="16200" y="5400"/>
                </a:lnTo>
                <a:lnTo>
                  <a:pt x="3375" y="5400"/>
                </a:lnTo>
                <a:lnTo>
                  <a:pt x="3375" y="16200"/>
                </a:lnTo>
                <a:lnTo>
                  <a:pt x="16200" y="16200"/>
                </a:lnTo>
                <a:lnTo>
                  <a:pt x="16200" y="21600"/>
                </a:lnTo>
                <a:lnTo>
                  <a:pt x="21600" y="10800"/>
                </a:lnTo>
                <a:lnTo>
                  <a:pt x="16200" y="0"/>
                </a:lnTo>
                <a:close/>
              </a:path>
              <a:path w="21600" h="21600">
                <a:moveTo>
                  <a:pt x="1350" y="5400"/>
                </a:moveTo>
                <a:lnTo>
                  <a:pt x="1350" y="16200"/>
                </a:lnTo>
                <a:lnTo>
                  <a:pt x="2700" y="16200"/>
                </a:lnTo>
                <a:lnTo>
                  <a:pt x="2700" y="5400"/>
                </a:lnTo>
                <a:lnTo>
                  <a:pt x="1350" y="5400"/>
                </a:lnTo>
                <a:close/>
              </a:path>
              <a:path w="21600" h="21600">
                <a:moveTo>
                  <a:pt x="0" y="5400"/>
                </a:moveTo>
                <a:lnTo>
                  <a:pt x="0" y="16200"/>
                </a:lnTo>
                <a:lnTo>
                  <a:pt x="675" y="16200"/>
                </a:lnTo>
                <a:lnTo>
                  <a:pt x="675" y="5400"/>
                </a:lnTo>
                <a:lnTo>
                  <a:pt x="0" y="5400"/>
                </a:lnTo>
                <a:close/>
              </a:path>
            </a:pathLst>
          </a:custGeom>
          <a:noFill/>
          <a:ln w="9525" cap="flat" cmpd="sng">
            <a:solidFill>
              <a:schemeClr val="tx1">
                <a:alpha val="100000"/>
              </a:schemeClr>
            </a:solidFill>
            <a:prstDash val="solid"/>
            <a:miter lim="800000"/>
            <a:headEnd type="none" w="med" len="med"/>
            <a:tailEnd type="none" w="med" len="med"/>
          </a:ln>
        </p:spPr>
        <p:txBody>
          <a:bodyPr/>
          <a:p>
            <a:endParaRPr lang="zh-CN" altLang="en-US"/>
          </a:p>
        </p:txBody>
      </p:sp>
      <p:sp>
        <p:nvSpPr>
          <p:cNvPr id="51208" name="AutoShape 8"/>
          <p:cNvSpPr/>
          <p:nvPr/>
        </p:nvSpPr>
        <p:spPr>
          <a:xfrm>
            <a:off x="609600" y="2436813"/>
            <a:ext cx="3505200" cy="3122612"/>
          </a:xfrm>
          <a:prstGeom prst="verticalScroll">
            <a:avLst>
              <a:gd name="adj" fmla="val 12500"/>
            </a:avLst>
          </a:prstGeom>
          <a:solidFill>
            <a:schemeClr val="bg2"/>
          </a:solidFill>
          <a:ln w="9525" cap="flat" cmpd="sng">
            <a:solidFill>
              <a:schemeClr val="tx1"/>
            </a:solidFill>
            <a:prstDash val="solid"/>
            <a:headEnd type="none" w="med" len="med"/>
            <a:tailEnd type="none" w="med" len="med"/>
          </a:ln>
        </p:spPr>
        <p:txBody>
          <a:bodyPr vert="eaVert" wrap="none" anchor="ctr" anchorCtr="0"/>
          <a:p>
            <a:endParaRPr lang="en-US" altLang="zh-CN" sz="2800" dirty="0">
              <a:latin typeface="Times New Roman" panose="02020603050405020304" pitchFamily="18" charset="0"/>
              <a:ea typeface="黑体" panose="02010609060101010101" pitchFamily="49" charset="-122"/>
            </a:endParaRPr>
          </a:p>
        </p:txBody>
      </p:sp>
      <p:sp>
        <p:nvSpPr>
          <p:cNvPr id="51209" name="Text Box 9"/>
          <p:cNvSpPr txBox="1"/>
          <p:nvPr/>
        </p:nvSpPr>
        <p:spPr>
          <a:xfrm>
            <a:off x="1079500" y="3046413"/>
            <a:ext cx="2525713" cy="1200150"/>
          </a:xfrm>
          <a:prstGeom prst="rect">
            <a:avLst/>
          </a:prstGeom>
          <a:noFill/>
          <a:ln w="9525">
            <a:noFill/>
          </a:ln>
        </p:spPr>
        <p:txBody>
          <a:bodyPr wrap="none">
            <a:spAutoFit/>
          </a:bodyPr>
          <a:p>
            <a:r>
              <a:rPr lang="en-US" altLang="zh-CN" sz="2400" dirty="0">
                <a:latin typeface="Times New Roman" panose="02020603050405020304" pitchFamily="18" charset="0"/>
                <a:ea typeface="黑体" panose="02010609060101010101" pitchFamily="49" charset="-122"/>
              </a:rPr>
              <a:t>main( ) {</a:t>
            </a:r>
            <a:endParaRPr lang="en-US" altLang="zh-CN" sz="2400" dirty="0">
              <a:latin typeface="Times New Roman" panose="02020603050405020304" pitchFamily="18" charset="0"/>
              <a:ea typeface="黑体" panose="02010609060101010101" pitchFamily="49" charset="-122"/>
            </a:endParaRPr>
          </a:p>
          <a:p>
            <a:r>
              <a:rPr lang="en-US" altLang="zh-CN" sz="2400" dirty="0">
                <a:latin typeface="Times New Roman" panose="02020603050405020304" pitchFamily="18" charset="0"/>
                <a:ea typeface="黑体" panose="02010609060101010101" pitchFamily="49" charset="-122"/>
              </a:rPr>
              <a:t>  printf(“Hello!”);</a:t>
            </a:r>
            <a:endParaRPr lang="en-US" altLang="zh-CN" sz="2400" dirty="0">
              <a:latin typeface="Times New Roman" panose="02020603050405020304" pitchFamily="18" charset="0"/>
              <a:ea typeface="黑体" panose="02010609060101010101" pitchFamily="49" charset="-122"/>
            </a:endParaRPr>
          </a:p>
          <a:p>
            <a:r>
              <a:rPr lang="en-US" altLang="zh-CN" sz="2400" dirty="0">
                <a:latin typeface="Times New Roman" panose="02020603050405020304" pitchFamily="18" charset="0"/>
                <a:ea typeface="黑体" panose="02010609060101010101" pitchFamily="49" charset="-122"/>
              </a:rPr>
              <a:t>}</a:t>
            </a:r>
            <a:endParaRPr lang="en-US" altLang="zh-CN" sz="2400" dirty="0">
              <a:latin typeface="Times New Roman" panose="02020603050405020304" pitchFamily="18" charset="0"/>
              <a:ea typeface="黑体" panose="02010609060101010101" pitchFamily="49" charset="-122"/>
            </a:endParaRP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2226" name="Rectangle 2"/>
          <p:cNvSpPr>
            <a:spLocks noGrp="1"/>
          </p:cNvSpPr>
          <p:nvPr>
            <p:ph type="title" idx="4294967295"/>
          </p:nvPr>
        </p:nvSpPr>
        <p:spPr>
          <a:xfrm>
            <a:off x="1828800" y="476250"/>
            <a:ext cx="7240588" cy="563563"/>
          </a:xfrm>
          <a:ln/>
        </p:spPr>
        <p:txBody>
          <a:bodyPr vert="horz" wrap="square" lIns="91440" tIns="45720" rIns="91440" bIns="45720" anchor="ctr" anchorCtr="0"/>
          <a:p>
            <a:pPr eaLnBrk="1" hangingPunct="1"/>
            <a:r>
              <a:rPr lang="en-US" altLang="zh-CN" dirty="0"/>
              <a:t> </a:t>
            </a:r>
            <a:r>
              <a:rPr lang="zh-CN" altLang="en-US" dirty="0"/>
              <a:t>地址转换与存储保护</a:t>
            </a:r>
            <a:endParaRPr lang="zh-CN" altLang="en-US" dirty="0"/>
          </a:p>
        </p:txBody>
      </p:sp>
      <p:sp>
        <p:nvSpPr>
          <p:cNvPr id="52227" name="Rectangle 3"/>
          <p:cNvSpPr>
            <a:spLocks noGrp="1"/>
          </p:cNvSpPr>
          <p:nvPr>
            <p:ph type="body" idx="4294967295"/>
          </p:nvPr>
        </p:nvSpPr>
        <p:spPr>
          <a:xfrm>
            <a:off x="1116013" y="1268413"/>
            <a:ext cx="3457575" cy="881062"/>
          </a:xfrm>
          <a:ln/>
        </p:spPr>
        <p:txBody>
          <a:bodyPr vert="horz" wrap="square" lIns="91440" tIns="45720" rIns="91440" bIns="45720" anchor="t" anchorCtr="0"/>
          <a:p>
            <a:pPr eaLnBrk="1" hangingPunct="1">
              <a:lnSpc>
                <a:spcPct val="100000"/>
              </a:lnSpc>
            </a:pPr>
            <a:r>
              <a:rPr lang="en-US" altLang="zh-CN" sz="2800" dirty="0"/>
              <a:t>1</a:t>
            </a:r>
            <a:r>
              <a:rPr lang="zh-CN" altLang="en-US" sz="2800" dirty="0"/>
              <a:t>、程序的创建</a:t>
            </a:r>
            <a:endParaRPr lang="zh-CN" altLang="en-US" sz="2800" dirty="0"/>
          </a:p>
        </p:txBody>
      </p:sp>
      <p:grpSp>
        <p:nvGrpSpPr>
          <p:cNvPr id="52228" name="Group 4"/>
          <p:cNvGrpSpPr/>
          <p:nvPr/>
        </p:nvGrpSpPr>
        <p:grpSpPr>
          <a:xfrm>
            <a:off x="1295400" y="1979613"/>
            <a:ext cx="7316788" cy="4506912"/>
            <a:chOff x="0" y="0"/>
            <a:chExt cx="4325" cy="2840"/>
          </a:xfrm>
        </p:grpSpPr>
        <p:sp>
          <p:nvSpPr>
            <p:cNvPr id="52229" name="AutoShape 4"/>
            <p:cNvSpPr/>
            <p:nvPr/>
          </p:nvSpPr>
          <p:spPr>
            <a:xfrm>
              <a:off x="1456" y="0"/>
              <a:ext cx="980" cy="525"/>
            </a:xfrm>
            <a:prstGeom prst="flowChartMultidocument">
              <a:avLst/>
            </a:prstGeom>
            <a:solidFill>
              <a:schemeClr val="accent1"/>
            </a:solidFill>
            <a:ln w="9525" cap="flat" cmpd="sng">
              <a:solidFill>
                <a:schemeClr val="tx1"/>
              </a:solidFill>
              <a:prstDash val="solid"/>
              <a:miter/>
              <a:headEnd type="none" w="med" len="med"/>
              <a:tailEnd type="none" w="med" len="med"/>
            </a:ln>
          </p:spPr>
          <p:txBody>
            <a:bodyPr wrap="none" anchor="ctr" anchorCtr="0"/>
            <a:p>
              <a:r>
                <a:rPr lang="zh-CN" altLang="en-US" sz="2800" dirty="0">
                  <a:latin typeface="Tahoma" panose="020B0604030504040204" pitchFamily="34" charset="0"/>
                  <a:ea typeface="黑体" panose="02010609060101010101" pitchFamily="49" charset="-122"/>
                </a:rPr>
                <a:t>源程序</a:t>
              </a:r>
              <a:endParaRPr lang="zh-CN" altLang="en-US" sz="2800" dirty="0">
                <a:latin typeface="Tahoma" panose="020B0604030504040204" pitchFamily="34" charset="0"/>
                <a:ea typeface="黑体" panose="02010609060101010101" pitchFamily="49" charset="-122"/>
              </a:endParaRPr>
            </a:p>
          </p:txBody>
        </p:sp>
        <p:sp>
          <p:nvSpPr>
            <p:cNvPr id="52230" name="AutoShape 5"/>
            <p:cNvSpPr/>
            <p:nvPr/>
          </p:nvSpPr>
          <p:spPr>
            <a:xfrm>
              <a:off x="1337" y="848"/>
              <a:ext cx="1243" cy="374"/>
            </a:xfrm>
            <a:prstGeom prst="flowChartPredefinedProcess">
              <a:avLst/>
            </a:prstGeom>
            <a:solidFill>
              <a:schemeClr val="accent1"/>
            </a:solidFill>
            <a:ln w="9525" cap="flat" cmpd="sng">
              <a:solidFill>
                <a:schemeClr val="tx1"/>
              </a:solidFill>
              <a:prstDash val="solid"/>
              <a:miter/>
              <a:headEnd type="none" w="med" len="med"/>
              <a:tailEnd type="none" w="med" len="med"/>
            </a:ln>
          </p:spPr>
          <p:txBody>
            <a:bodyPr wrap="none" anchor="ctr" anchorCtr="0"/>
            <a:p>
              <a:r>
                <a:rPr lang="zh-CN" altLang="en-US" sz="2800" dirty="0">
                  <a:latin typeface="Tahoma" panose="020B0604030504040204" pitchFamily="34" charset="0"/>
                  <a:ea typeface="黑体" panose="02010609060101010101" pitchFamily="49" charset="-122"/>
                </a:rPr>
                <a:t>目标文件</a:t>
              </a:r>
              <a:endParaRPr lang="zh-CN" altLang="en-US" sz="2800" dirty="0">
                <a:latin typeface="Tahoma" panose="020B0604030504040204" pitchFamily="34" charset="0"/>
                <a:ea typeface="黑体" panose="02010609060101010101" pitchFamily="49" charset="-122"/>
              </a:endParaRPr>
            </a:p>
          </p:txBody>
        </p:sp>
        <p:sp>
          <p:nvSpPr>
            <p:cNvPr id="52231" name="AutoShape 6"/>
            <p:cNvSpPr/>
            <p:nvPr/>
          </p:nvSpPr>
          <p:spPr>
            <a:xfrm>
              <a:off x="0" y="839"/>
              <a:ext cx="900" cy="384"/>
            </a:xfrm>
            <a:prstGeom prst="flowChartPredefinedProcess">
              <a:avLst/>
            </a:prstGeom>
            <a:solidFill>
              <a:schemeClr val="accent1"/>
            </a:solidFill>
            <a:ln w="9525" cap="flat" cmpd="sng">
              <a:solidFill>
                <a:schemeClr val="tx1"/>
              </a:solidFill>
              <a:prstDash val="solid"/>
              <a:miter/>
              <a:headEnd type="none" w="med" len="med"/>
              <a:tailEnd type="none" w="med" len="med"/>
            </a:ln>
          </p:spPr>
          <p:txBody>
            <a:bodyPr wrap="none" anchor="ctr" anchorCtr="0"/>
            <a:p>
              <a:r>
                <a:rPr lang="zh-CN" altLang="en-US" sz="2800" dirty="0">
                  <a:latin typeface="Tahoma" panose="020B0604030504040204" pitchFamily="34" charset="0"/>
                  <a:ea typeface="黑体" panose="02010609060101010101" pitchFamily="49" charset="-122"/>
                </a:rPr>
                <a:t>库文件</a:t>
              </a:r>
              <a:endParaRPr lang="zh-CN" altLang="en-US" sz="2800" dirty="0">
                <a:latin typeface="Tahoma" panose="020B0604030504040204" pitchFamily="34" charset="0"/>
                <a:ea typeface="黑体" panose="02010609060101010101" pitchFamily="49" charset="-122"/>
              </a:endParaRPr>
            </a:p>
          </p:txBody>
        </p:sp>
        <p:sp>
          <p:nvSpPr>
            <p:cNvPr id="52232" name="AutoShape 7"/>
            <p:cNvSpPr/>
            <p:nvPr/>
          </p:nvSpPr>
          <p:spPr>
            <a:xfrm>
              <a:off x="1345" y="1607"/>
              <a:ext cx="1172" cy="364"/>
            </a:xfrm>
            <a:prstGeom prst="flowChartAlternateProcess">
              <a:avLst/>
            </a:prstGeom>
            <a:solidFill>
              <a:schemeClr val="accent1"/>
            </a:solidFill>
            <a:ln w="9525" cap="flat" cmpd="sng">
              <a:solidFill>
                <a:schemeClr val="tx1"/>
              </a:solidFill>
              <a:prstDash val="solid"/>
              <a:miter/>
              <a:headEnd type="none" w="med" len="med"/>
              <a:tailEnd type="none" w="med" len="med"/>
            </a:ln>
          </p:spPr>
          <p:txBody>
            <a:bodyPr wrap="none" anchor="ctr" anchorCtr="0"/>
            <a:p>
              <a:r>
                <a:rPr lang="zh-CN" altLang="en-US" sz="2800" dirty="0">
                  <a:latin typeface="Tahoma" panose="020B0604030504040204" pitchFamily="34" charset="0"/>
                  <a:ea typeface="黑体" panose="02010609060101010101" pitchFamily="49" charset="-122"/>
                </a:rPr>
                <a:t>可执行文件</a:t>
              </a:r>
              <a:endParaRPr lang="zh-CN" altLang="en-US" sz="2800" dirty="0">
                <a:latin typeface="Tahoma" panose="020B0604030504040204" pitchFamily="34" charset="0"/>
                <a:ea typeface="黑体" panose="02010609060101010101" pitchFamily="49" charset="-122"/>
              </a:endParaRPr>
            </a:p>
          </p:txBody>
        </p:sp>
        <p:sp>
          <p:nvSpPr>
            <p:cNvPr id="52233" name="Oval 8"/>
            <p:cNvSpPr/>
            <p:nvPr/>
          </p:nvSpPr>
          <p:spPr>
            <a:xfrm>
              <a:off x="1366" y="2395"/>
              <a:ext cx="1105" cy="445"/>
            </a:xfrm>
            <a:prstGeom prst="ellipse">
              <a:avLst/>
            </a:prstGeom>
            <a:solidFill>
              <a:schemeClr val="accent1"/>
            </a:solidFill>
            <a:ln w="9525" cap="flat" cmpd="sng">
              <a:solidFill>
                <a:schemeClr val="tx1"/>
              </a:solidFill>
              <a:prstDash val="solid"/>
              <a:headEnd type="none" w="med" len="med"/>
              <a:tailEnd type="none" w="med" len="med"/>
            </a:ln>
          </p:spPr>
          <p:txBody>
            <a:bodyPr wrap="none" anchor="ctr" anchorCtr="0"/>
            <a:p>
              <a:r>
                <a:rPr lang="zh-CN" altLang="en-US" sz="2800" dirty="0">
                  <a:latin typeface="Tahoma" panose="020B0604030504040204" pitchFamily="34" charset="0"/>
                  <a:ea typeface="黑体" panose="02010609060101010101" pitchFamily="49" charset="-122"/>
                </a:rPr>
                <a:t>进程</a:t>
              </a:r>
              <a:endParaRPr lang="zh-CN" altLang="en-US" sz="2800" dirty="0">
                <a:latin typeface="Tahoma" panose="020B0604030504040204" pitchFamily="34" charset="0"/>
                <a:ea typeface="黑体" panose="02010609060101010101" pitchFamily="49" charset="-122"/>
              </a:endParaRPr>
            </a:p>
          </p:txBody>
        </p:sp>
        <p:sp>
          <p:nvSpPr>
            <p:cNvPr id="52234" name="Line 9"/>
            <p:cNvSpPr/>
            <p:nvPr/>
          </p:nvSpPr>
          <p:spPr>
            <a:xfrm>
              <a:off x="1890" y="515"/>
              <a:ext cx="0" cy="304"/>
            </a:xfrm>
            <a:prstGeom prst="line">
              <a:avLst/>
            </a:prstGeom>
            <a:ln w="22225" cap="flat" cmpd="sng">
              <a:solidFill>
                <a:schemeClr val="tx1"/>
              </a:solidFill>
              <a:prstDash val="solid"/>
              <a:headEnd type="none" w="med" len="med"/>
              <a:tailEnd type="triangle" w="med" len="med"/>
            </a:ln>
          </p:spPr>
        </p:sp>
        <p:sp>
          <p:nvSpPr>
            <p:cNvPr id="52235" name="Line 10"/>
            <p:cNvSpPr/>
            <p:nvPr/>
          </p:nvSpPr>
          <p:spPr>
            <a:xfrm>
              <a:off x="1900" y="1233"/>
              <a:ext cx="0" cy="395"/>
            </a:xfrm>
            <a:prstGeom prst="line">
              <a:avLst/>
            </a:prstGeom>
            <a:ln w="22225" cap="flat" cmpd="sng">
              <a:solidFill>
                <a:schemeClr val="tx1"/>
              </a:solidFill>
              <a:prstDash val="solid"/>
              <a:headEnd type="none" w="med" len="med"/>
              <a:tailEnd type="triangle" w="med" len="med"/>
            </a:ln>
          </p:spPr>
        </p:sp>
        <p:sp>
          <p:nvSpPr>
            <p:cNvPr id="52236" name="Line 11"/>
            <p:cNvSpPr/>
            <p:nvPr/>
          </p:nvSpPr>
          <p:spPr>
            <a:xfrm flipV="1">
              <a:off x="939" y="1031"/>
              <a:ext cx="404" cy="0"/>
            </a:xfrm>
            <a:prstGeom prst="line">
              <a:avLst/>
            </a:prstGeom>
            <a:ln w="22225" cap="flat" cmpd="sng">
              <a:solidFill>
                <a:schemeClr val="tx1"/>
              </a:solidFill>
              <a:prstDash val="dash"/>
              <a:headEnd type="none" w="med" len="med"/>
              <a:tailEnd type="triangle" w="med" len="med"/>
            </a:ln>
          </p:spPr>
        </p:sp>
        <p:sp>
          <p:nvSpPr>
            <p:cNvPr id="52237" name="Line 12"/>
            <p:cNvSpPr/>
            <p:nvPr/>
          </p:nvSpPr>
          <p:spPr>
            <a:xfrm>
              <a:off x="1900" y="2001"/>
              <a:ext cx="0" cy="355"/>
            </a:xfrm>
            <a:prstGeom prst="line">
              <a:avLst/>
            </a:prstGeom>
            <a:ln w="22225" cap="flat" cmpd="sng">
              <a:solidFill>
                <a:schemeClr val="tx1"/>
              </a:solidFill>
              <a:prstDash val="solid"/>
              <a:headEnd type="none" w="med" len="med"/>
              <a:tailEnd type="triangle" w="med" len="med"/>
            </a:ln>
          </p:spPr>
        </p:sp>
        <p:sp>
          <p:nvSpPr>
            <p:cNvPr id="52238" name="AutoShape 13"/>
            <p:cNvSpPr/>
            <p:nvPr/>
          </p:nvSpPr>
          <p:spPr>
            <a:xfrm>
              <a:off x="3063" y="222"/>
              <a:ext cx="1262" cy="364"/>
            </a:xfrm>
            <a:prstGeom prst="wedgeRectCallout">
              <a:avLst>
                <a:gd name="adj1" fmla="val -119255"/>
                <a:gd name="adj2" fmla="val 65111"/>
              </a:avLst>
            </a:prstGeom>
            <a:noFill/>
            <a:ln w="9525" cap="flat" cmpd="sng">
              <a:solidFill>
                <a:schemeClr val="tx1"/>
              </a:solidFill>
              <a:prstDash val="solid"/>
              <a:miter/>
              <a:headEnd type="none" w="med" len="med"/>
              <a:tailEnd type="none" w="med" len="med"/>
            </a:ln>
          </p:spPr>
          <p:txBody>
            <a:bodyPr/>
            <a:p>
              <a:r>
                <a:rPr lang="zh-CN" altLang="en-US" sz="2800" dirty="0">
                  <a:solidFill>
                    <a:srgbClr val="0033CC"/>
                  </a:solidFill>
                  <a:latin typeface="Tahoma" panose="020B0604030504040204" pitchFamily="34" charset="0"/>
                  <a:ea typeface="黑体" panose="02010609060101010101" pitchFamily="49" charset="-122"/>
                </a:rPr>
                <a:t>编译</a:t>
              </a:r>
              <a:endParaRPr lang="zh-CN" altLang="en-US" sz="2800" dirty="0">
                <a:solidFill>
                  <a:srgbClr val="0033CC"/>
                </a:solidFill>
                <a:latin typeface="Tahoma" panose="020B0604030504040204" pitchFamily="34" charset="0"/>
                <a:ea typeface="黑体" panose="02010609060101010101" pitchFamily="49" charset="-122"/>
              </a:endParaRPr>
            </a:p>
          </p:txBody>
        </p:sp>
        <p:sp>
          <p:nvSpPr>
            <p:cNvPr id="52239" name="AutoShape 14"/>
            <p:cNvSpPr/>
            <p:nvPr/>
          </p:nvSpPr>
          <p:spPr>
            <a:xfrm>
              <a:off x="2891" y="1011"/>
              <a:ext cx="1262" cy="364"/>
            </a:xfrm>
            <a:prstGeom prst="wedgeRectCallout">
              <a:avLst>
                <a:gd name="adj1" fmla="val -119255"/>
                <a:gd name="adj2" fmla="val 65111"/>
              </a:avLst>
            </a:prstGeom>
            <a:noFill/>
            <a:ln w="9525" cap="flat" cmpd="sng">
              <a:solidFill>
                <a:schemeClr val="tx1"/>
              </a:solidFill>
              <a:prstDash val="solid"/>
              <a:miter/>
              <a:headEnd type="none" w="med" len="med"/>
              <a:tailEnd type="none" w="med" len="med"/>
            </a:ln>
          </p:spPr>
          <p:txBody>
            <a:bodyPr/>
            <a:p>
              <a:r>
                <a:rPr lang="zh-CN" altLang="en-US" sz="2800" dirty="0">
                  <a:solidFill>
                    <a:srgbClr val="0033CC"/>
                  </a:solidFill>
                  <a:latin typeface="Tahoma" panose="020B0604030504040204" pitchFamily="34" charset="0"/>
                  <a:ea typeface="黑体" panose="02010609060101010101" pitchFamily="49" charset="-122"/>
                </a:rPr>
                <a:t>链接</a:t>
              </a:r>
              <a:endParaRPr lang="zh-CN" altLang="en-US" sz="2800" dirty="0">
                <a:solidFill>
                  <a:srgbClr val="0033CC"/>
                </a:solidFill>
                <a:latin typeface="Tahoma" panose="020B0604030504040204" pitchFamily="34" charset="0"/>
                <a:ea typeface="黑体" panose="02010609060101010101" pitchFamily="49" charset="-122"/>
              </a:endParaRPr>
            </a:p>
          </p:txBody>
        </p:sp>
        <p:sp>
          <p:nvSpPr>
            <p:cNvPr id="52240" name="AutoShape 15"/>
            <p:cNvSpPr/>
            <p:nvPr/>
          </p:nvSpPr>
          <p:spPr>
            <a:xfrm>
              <a:off x="2820" y="1779"/>
              <a:ext cx="1262" cy="364"/>
            </a:xfrm>
            <a:prstGeom prst="wedgeRectCallout">
              <a:avLst>
                <a:gd name="adj1" fmla="val -119255"/>
                <a:gd name="adj2" fmla="val 65111"/>
              </a:avLst>
            </a:prstGeom>
            <a:solidFill>
              <a:srgbClr val="FFCCFF"/>
            </a:solidFill>
            <a:ln w="9525" cap="flat" cmpd="sng">
              <a:solidFill>
                <a:schemeClr val="tx1"/>
              </a:solidFill>
              <a:prstDash val="solid"/>
              <a:miter/>
              <a:headEnd type="none" w="med" len="med"/>
              <a:tailEnd type="none" w="med" len="med"/>
            </a:ln>
          </p:spPr>
          <p:txBody>
            <a:bodyPr/>
            <a:p>
              <a:r>
                <a:rPr lang="zh-CN" altLang="en-US" sz="2800" dirty="0">
                  <a:latin typeface="Tahoma" panose="020B0604030504040204" pitchFamily="34" charset="0"/>
                  <a:ea typeface="黑体" panose="02010609060101010101" pitchFamily="49" charset="-122"/>
                </a:rPr>
                <a:t>装入</a:t>
              </a:r>
              <a:endParaRPr lang="zh-CN" altLang="en-US" sz="2800" dirty="0">
                <a:latin typeface="Tahoma" panose="020B0604030504040204" pitchFamily="34" charset="0"/>
                <a:ea typeface="黑体" panose="02010609060101010101" pitchFamily="49" charset="-122"/>
              </a:endParaRPr>
            </a:p>
          </p:txBody>
        </p:sp>
      </p:gr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3250" name="Rectangle 2"/>
          <p:cNvSpPr>
            <a:spLocks noGrp="1"/>
          </p:cNvSpPr>
          <p:nvPr>
            <p:ph type="title" idx="4294967295"/>
          </p:nvPr>
        </p:nvSpPr>
        <p:spPr>
          <a:xfrm>
            <a:off x="571500" y="304800"/>
            <a:ext cx="8497888" cy="990600"/>
          </a:xfrm>
          <a:ln/>
        </p:spPr>
        <p:txBody>
          <a:bodyPr vert="horz" wrap="square" lIns="91440" tIns="45720" rIns="91440" bIns="45720" anchor="ctr" anchorCtr="0"/>
          <a:p>
            <a:pPr eaLnBrk="1" hangingPunct="1"/>
            <a:r>
              <a:rPr lang="en-US" altLang="zh-CN" dirty="0"/>
              <a:t> </a:t>
            </a:r>
            <a:r>
              <a:rPr lang="zh-CN" altLang="en-US" dirty="0"/>
              <a:t>地址转换与存储保护</a:t>
            </a:r>
            <a:endParaRPr lang="zh-CN" altLang="en-US" sz="2800" dirty="0">
              <a:latin typeface="华文新魏" panose="02010800040101010101" pitchFamily="2" charset="-122"/>
              <a:ea typeface="华文新魏" panose="02010800040101010101" pitchFamily="2" charset="-122"/>
            </a:endParaRPr>
          </a:p>
        </p:txBody>
      </p:sp>
      <p:grpSp>
        <p:nvGrpSpPr>
          <p:cNvPr id="53251" name="Group 3"/>
          <p:cNvGrpSpPr/>
          <p:nvPr/>
        </p:nvGrpSpPr>
        <p:grpSpPr>
          <a:xfrm>
            <a:off x="841375" y="1293813"/>
            <a:ext cx="8226425" cy="5332412"/>
            <a:chOff x="0" y="0"/>
            <a:chExt cx="4672" cy="3204"/>
          </a:xfrm>
        </p:grpSpPr>
        <p:sp>
          <p:nvSpPr>
            <p:cNvPr id="53253" name="Text Box 4"/>
            <p:cNvSpPr txBox="1"/>
            <p:nvPr/>
          </p:nvSpPr>
          <p:spPr>
            <a:xfrm>
              <a:off x="1780" y="0"/>
              <a:ext cx="445" cy="356"/>
            </a:xfrm>
            <a:prstGeom prst="rect">
              <a:avLst/>
            </a:prstGeom>
            <a:solidFill>
              <a:schemeClr val="bg1"/>
            </a:solidFill>
            <a:ln w="9525">
              <a:noFill/>
            </a:ln>
          </p:spPr>
          <p:txBody>
            <a:bodyPr/>
            <a:p>
              <a:pPr algn="just"/>
              <a:r>
                <a:rPr lang="zh-CN" altLang="en-US" sz="1600" dirty="0">
                  <a:latin typeface="黑体" panose="02010609060101010101" pitchFamily="49" charset="-122"/>
                  <a:ea typeface="黑体" panose="02010609060101010101" pitchFamily="49" charset="-122"/>
                </a:rPr>
                <a:t>链接</a:t>
              </a:r>
              <a:endParaRPr lang="zh-CN" altLang="en-US" sz="1600" dirty="0">
                <a:latin typeface="黑体" panose="02010609060101010101" pitchFamily="49" charset="-122"/>
                <a:ea typeface="黑体" panose="02010609060101010101" pitchFamily="49" charset="-122"/>
              </a:endParaRPr>
            </a:p>
          </p:txBody>
        </p:sp>
        <p:sp>
          <p:nvSpPr>
            <p:cNvPr id="53254" name="Text Box 5"/>
            <p:cNvSpPr txBox="1"/>
            <p:nvPr/>
          </p:nvSpPr>
          <p:spPr>
            <a:xfrm>
              <a:off x="3049" y="1871"/>
              <a:ext cx="444" cy="743"/>
            </a:xfrm>
            <a:prstGeom prst="rect">
              <a:avLst/>
            </a:prstGeom>
            <a:solidFill>
              <a:schemeClr val="bg1"/>
            </a:solidFill>
            <a:ln w="9525">
              <a:noFill/>
            </a:ln>
          </p:spPr>
          <p:txBody>
            <a:bodyPr/>
            <a:p>
              <a:r>
                <a:rPr lang="zh-CN" altLang="en-US" sz="1600" dirty="0">
                  <a:solidFill>
                    <a:srgbClr val="FF0000"/>
                  </a:solidFill>
                  <a:latin typeface="黑体" panose="02010609060101010101" pitchFamily="49" charset="-122"/>
                  <a:ea typeface="黑体" panose="02010609060101010101" pitchFamily="49" charset="-122"/>
                </a:rPr>
                <a:t>动态重定位</a:t>
              </a:r>
              <a:endParaRPr lang="zh-CN" altLang="en-US" sz="1600" dirty="0">
                <a:solidFill>
                  <a:srgbClr val="FF0000"/>
                </a:solidFill>
                <a:latin typeface="黑体" panose="02010609060101010101" pitchFamily="49" charset="-122"/>
                <a:ea typeface="黑体" panose="02010609060101010101" pitchFamily="49" charset="-122"/>
              </a:endParaRPr>
            </a:p>
          </p:txBody>
        </p:sp>
        <p:sp>
          <p:nvSpPr>
            <p:cNvPr id="53255" name="Text Box 6"/>
            <p:cNvSpPr txBox="1"/>
            <p:nvPr/>
          </p:nvSpPr>
          <p:spPr>
            <a:xfrm>
              <a:off x="3039" y="392"/>
              <a:ext cx="454" cy="660"/>
            </a:xfrm>
            <a:prstGeom prst="rect">
              <a:avLst/>
            </a:prstGeom>
            <a:solidFill>
              <a:schemeClr val="bg1"/>
            </a:solidFill>
            <a:ln w="9525">
              <a:noFill/>
            </a:ln>
          </p:spPr>
          <p:txBody>
            <a:bodyPr/>
            <a:p>
              <a:r>
                <a:rPr lang="zh-CN" altLang="en-US" sz="1600" dirty="0">
                  <a:solidFill>
                    <a:srgbClr val="FF0000"/>
                  </a:solidFill>
                  <a:latin typeface="黑体" panose="02010609060101010101" pitchFamily="49" charset="-122"/>
                  <a:ea typeface="黑体" panose="02010609060101010101" pitchFamily="49" charset="-122"/>
                </a:rPr>
                <a:t>静态重定位</a:t>
              </a:r>
              <a:endParaRPr lang="zh-CN" altLang="en-US" sz="1600" dirty="0">
                <a:solidFill>
                  <a:srgbClr val="FF0000"/>
                </a:solidFill>
                <a:latin typeface="黑体" panose="02010609060101010101" pitchFamily="49" charset="-122"/>
                <a:ea typeface="黑体" panose="02010609060101010101" pitchFamily="49" charset="-122"/>
              </a:endParaRPr>
            </a:p>
          </p:txBody>
        </p:sp>
        <p:sp>
          <p:nvSpPr>
            <p:cNvPr id="53256" name="Text Box 7"/>
            <p:cNvSpPr txBox="1"/>
            <p:nvPr/>
          </p:nvSpPr>
          <p:spPr>
            <a:xfrm>
              <a:off x="222" y="1697"/>
              <a:ext cx="445" cy="237"/>
            </a:xfrm>
            <a:prstGeom prst="rect">
              <a:avLst/>
            </a:prstGeom>
            <a:noFill/>
            <a:ln w="9525">
              <a:noFill/>
            </a:ln>
          </p:spPr>
          <p:txBody>
            <a:bodyPr/>
            <a:p>
              <a:r>
                <a:rPr lang="en-US" altLang="zh-CN" sz="1600" dirty="0">
                  <a:latin typeface="Times New Roman" panose="02020603050405020304" pitchFamily="18" charset="0"/>
                  <a:ea typeface="黑体" panose="02010609060101010101" pitchFamily="49" charset="-122"/>
                </a:rPr>
                <a:t>…</a:t>
              </a:r>
              <a:endParaRPr lang="en-US" altLang="zh-CN" sz="1600" dirty="0">
                <a:latin typeface="黑体" panose="02010609060101010101" pitchFamily="49" charset="-122"/>
                <a:ea typeface="黑体" panose="02010609060101010101" pitchFamily="49" charset="-122"/>
              </a:endParaRPr>
            </a:p>
          </p:txBody>
        </p:sp>
        <p:sp>
          <p:nvSpPr>
            <p:cNvPr id="53257" name="Text Box 8"/>
            <p:cNvSpPr txBox="1"/>
            <p:nvPr/>
          </p:nvSpPr>
          <p:spPr>
            <a:xfrm>
              <a:off x="111" y="356"/>
              <a:ext cx="668" cy="594"/>
            </a:xfrm>
            <a:prstGeom prst="rect">
              <a:avLst/>
            </a:prstGeom>
            <a:solidFill>
              <a:srgbClr val="F5F5F5"/>
            </a:solidFill>
            <a:ln w="9525" cap="flat" cmpd="sng">
              <a:solidFill>
                <a:srgbClr val="000000"/>
              </a:solidFill>
              <a:prstDash val="solid"/>
              <a:miter/>
              <a:headEnd type="none" w="med" len="med"/>
              <a:tailEnd type="none" w="med" len="med"/>
            </a:ln>
            <a:effectLst>
              <a:outerShdw dist="107763" dir="18900000" algn="ctr" rotWithShape="0">
                <a:srgbClr val="808080"/>
              </a:outerShdw>
            </a:effectLst>
          </p:spPr>
          <p:txBody>
            <a:bodyPr/>
            <a:p>
              <a:r>
                <a:rPr lang="zh-CN" altLang="en-US" sz="1600" dirty="0">
                  <a:latin typeface="黑体" panose="02010609060101010101" pitchFamily="49" charset="-122"/>
                  <a:ea typeface="黑体" panose="02010609060101010101" pitchFamily="49" charset="-122"/>
                </a:rPr>
                <a:t>源程序模块</a:t>
              </a:r>
              <a:r>
                <a:rPr lang="en-US" altLang="zh-CN" sz="1600" dirty="0">
                  <a:latin typeface="黑体" panose="02010609060101010101" pitchFamily="49" charset="-122"/>
                  <a:ea typeface="黑体" panose="02010609060101010101" pitchFamily="49" charset="-122"/>
                </a:rPr>
                <a:t>1</a:t>
              </a:r>
              <a:endParaRPr lang="en-US" altLang="zh-CN" sz="1600" dirty="0">
                <a:latin typeface="黑体" panose="02010609060101010101" pitchFamily="49" charset="-122"/>
                <a:ea typeface="黑体" panose="02010609060101010101" pitchFamily="49" charset="-122"/>
              </a:endParaRPr>
            </a:p>
          </p:txBody>
        </p:sp>
        <p:sp>
          <p:nvSpPr>
            <p:cNvPr id="53258" name="Text Box 9"/>
            <p:cNvSpPr txBox="1"/>
            <p:nvPr/>
          </p:nvSpPr>
          <p:spPr>
            <a:xfrm>
              <a:off x="111" y="1068"/>
              <a:ext cx="668" cy="593"/>
            </a:xfrm>
            <a:prstGeom prst="rect">
              <a:avLst/>
            </a:prstGeom>
            <a:solidFill>
              <a:srgbClr val="F5F5F5"/>
            </a:solidFill>
            <a:ln w="9525" cap="flat" cmpd="sng">
              <a:solidFill>
                <a:srgbClr val="000000"/>
              </a:solidFill>
              <a:prstDash val="solid"/>
              <a:miter/>
              <a:headEnd type="none" w="med" len="med"/>
              <a:tailEnd type="none" w="med" len="med"/>
            </a:ln>
            <a:effectLst>
              <a:outerShdw dist="107763" dir="18900000" algn="ctr" rotWithShape="0">
                <a:srgbClr val="808080"/>
              </a:outerShdw>
            </a:effectLst>
          </p:spPr>
          <p:txBody>
            <a:bodyPr/>
            <a:p>
              <a:r>
                <a:rPr lang="zh-CN" altLang="en-US" sz="1600" dirty="0">
                  <a:latin typeface="黑体" panose="02010609060101010101" pitchFamily="49" charset="-122"/>
                  <a:ea typeface="黑体" panose="02010609060101010101" pitchFamily="49" charset="-122"/>
                </a:rPr>
                <a:t>源程序模块</a:t>
              </a:r>
              <a:r>
                <a:rPr lang="en-US" altLang="zh-CN" sz="1600" dirty="0">
                  <a:latin typeface="黑体" panose="02010609060101010101" pitchFamily="49" charset="-122"/>
                  <a:ea typeface="黑体" panose="02010609060101010101" pitchFamily="49" charset="-122"/>
                </a:rPr>
                <a:t>2</a:t>
              </a:r>
              <a:endParaRPr lang="en-US" altLang="zh-CN" sz="1600" dirty="0">
                <a:latin typeface="黑体" panose="02010609060101010101" pitchFamily="49" charset="-122"/>
                <a:ea typeface="黑体" panose="02010609060101010101" pitchFamily="49" charset="-122"/>
              </a:endParaRPr>
            </a:p>
          </p:txBody>
        </p:sp>
        <p:sp>
          <p:nvSpPr>
            <p:cNvPr id="53259" name="Text Box 10"/>
            <p:cNvSpPr txBox="1"/>
            <p:nvPr/>
          </p:nvSpPr>
          <p:spPr>
            <a:xfrm>
              <a:off x="111" y="2017"/>
              <a:ext cx="668" cy="594"/>
            </a:xfrm>
            <a:prstGeom prst="rect">
              <a:avLst/>
            </a:prstGeom>
            <a:solidFill>
              <a:srgbClr val="F5F5F5"/>
            </a:solidFill>
            <a:ln w="9525" cap="flat" cmpd="sng">
              <a:solidFill>
                <a:srgbClr val="000000"/>
              </a:solidFill>
              <a:prstDash val="solid"/>
              <a:miter/>
              <a:headEnd type="none" w="med" len="med"/>
              <a:tailEnd type="none" w="med" len="med"/>
            </a:ln>
            <a:effectLst>
              <a:outerShdw dist="107763" dir="18900000" algn="ctr" rotWithShape="0">
                <a:srgbClr val="808080"/>
              </a:outerShdw>
            </a:effectLst>
          </p:spPr>
          <p:txBody>
            <a:bodyPr/>
            <a:p>
              <a:r>
                <a:rPr lang="zh-CN" altLang="en-US" sz="1600" dirty="0">
                  <a:latin typeface="黑体" panose="02010609060101010101" pitchFamily="49" charset="-122"/>
                  <a:ea typeface="黑体" panose="02010609060101010101" pitchFamily="49" charset="-122"/>
                </a:rPr>
                <a:t>源程序模块</a:t>
              </a:r>
              <a:r>
                <a:rPr lang="en-US" altLang="zh-CN" sz="1600" dirty="0">
                  <a:latin typeface="黑体" panose="02010609060101010101" pitchFamily="49" charset="-122"/>
                  <a:ea typeface="黑体" panose="02010609060101010101" pitchFamily="49" charset="-122"/>
                </a:rPr>
                <a:t>n</a:t>
              </a:r>
              <a:endParaRPr lang="en-US" altLang="zh-CN" sz="1600" dirty="0">
                <a:latin typeface="黑体" panose="02010609060101010101" pitchFamily="49" charset="-122"/>
                <a:ea typeface="黑体" panose="02010609060101010101" pitchFamily="49" charset="-122"/>
              </a:endParaRPr>
            </a:p>
          </p:txBody>
        </p:sp>
        <p:sp>
          <p:nvSpPr>
            <p:cNvPr id="53260" name="Text Box 11"/>
            <p:cNvSpPr txBox="1"/>
            <p:nvPr/>
          </p:nvSpPr>
          <p:spPr>
            <a:xfrm>
              <a:off x="1335" y="1697"/>
              <a:ext cx="445" cy="237"/>
            </a:xfrm>
            <a:prstGeom prst="rect">
              <a:avLst/>
            </a:prstGeom>
            <a:noFill/>
            <a:ln w="9525">
              <a:noFill/>
            </a:ln>
          </p:spPr>
          <p:txBody>
            <a:bodyPr/>
            <a:p>
              <a:r>
                <a:rPr lang="en-US" altLang="zh-CN" sz="1600" dirty="0">
                  <a:latin typeface="Times New Roman" panose="02020603050405020304" pitchFamily="18" charset="0"/>
                  <a:ea typeface="黑体" panose="02010609060101010101" pitchFamily="49" charset="-122"/>
                </a:rPr>
                <a:t>…</a:t>
              </a:r>
              <a:endParaRPr lang="en-US" altLang="zh-CN" sz="1600" dirty="0">
                <a:latin typeface="黑体" panose="02010609060101010101" pitchFamily="49" charset="-122"/>
                <a:ea typeface="黑体" panose="02010609060101010101" pitchFamily="49" charset="-122"/>
              </a:endParaRPr>
            </a:p>
          </p:txBody>
        </p:sp>
        <p:sp>
          <p:nvSpPr>
            <p:cNvPr id="53261" name="Text Box 12"/>
            <p:cNvSpPr txBox="1"/>
            <p:nvPr/>
          </p:nvSpPr>
          <p:spPr>
            <a:xfrm>
              <a:off x="1224" y="356"/>
              <a:ext cx="556" cy="594"/>
            </a:xfrm>
            <a:prstGeom prst="rect">
              <a:avLst/>
            </a:prstGeom>
            <a:solidFill>
              <a:srgbClr val="FFFFCC"/>
            </a:solidFill>
            <a:ln w="9525" cap="flat" cmpd="sng">
              <a:solidFill>
                <a:srgbClr val="000000"/>
              </a:solidFill>
              <a:prstDash val="solid"/>
              <a:miter/>
              <a:headEnd type="none" w="med" len="med"/>
              <a:tailEnd type="none" w="med" len="med"/>
            </a:ln>
            <a:effectLst>
              <a:outerShdw dist="107763" dir="18900000" algn="ctr" rotWithShape="0">
                <a:srgbClr val="808080"/>
              </a:outerShdw>
            </a:effectLst>
          </p:spPr>
          <p:txBody>
            <a:bodyPr/>
            <a:p>
              <a:r>
                <a:rPr lang="zh-CN" altLang="en-US" sz="1600" dirty="0">
                  <a:latin typeface="黑体" panose="02010609060101010101" pitchFamily="49" charset="-122"/>
                  <a:ea typeface="黑体" panose="02010609060101010101" pitchFamily="49" charset="-122"/>
                </a:rPr>
                <a:t>目标代码</a:t>
              </a:r>
              <a:r>
                <a:rPr lang="en-US" altLang="zh-CN" sz="1600" dirty="0">
                  <a:latin typeface="黑体" panose="02010609060101010101" pitchFamily="49" charset="-122"/>
                  <a:ea typeface="黑体" panose="02010609060101010101" pitchFamily="49" charset="-122"/>
                </a:rPr>
                <a:t>1</a:t>
              </a:r>
              <a:endParaRPr lang="en-US" altLang="zh-CN" sz="1600" dirty="0">
                <a:latin typeface="黑体" panose="02010609060101010101" pitchFamily="49" charset="-122"/>
                <a:ea typeface="黑体" panose="02010609060101010101" pitchFamily="49" charset="-122"/>
              </a:endParaRPr>
            </a:p>
          </p:txBody>
        </p:sp>
        <p:sp>
          <p:nvSpPr>
            <p:cNvPr id="53262" name="Text Box 13"/>
            <p:cNvSpPr txBox="1"/>
            <p:nvPr/>
          </p:nvSpPr>
          <p:spPr>
            <a:xfrm>
              <a:off x="1224" y="1068"/>
              <a:ext cx="556" cy="593"/>
            </a:xfrm>
            <a:prstGeom prst="rect">
              <a:avLst/>
            </a:prstGeom>
            <a:solidFill>
              <a:srgbClr val="FFFFCC"/>
            </a:solidFill>
            <a:ln w="9525" cap="flat" cmpd="sng">
              <a:solidFill>
                <a:srgbClr val="000000"/>
              </a:solidFill>
              <a:prstDash val="solid"/>
              <a:miter/>
              <a:headEnd type="none" w="med" len="med"/>
              <a:tailEnd type="none" w="med" len="med"/>
            </a:ln>
            <a:effectLst>
              <a:outerShdw dist="107763" dir="18900000" algn="ctr" rotWithShape="0">
                <a:srgbClr val="808080"/>
              </a:outerShdw>
            </a:effectLst>
          </p:spPr>
          <p:txBody>
            <a:bodyPr/>
            <a:p>
              <a:r>
                <a:rPr lang="zh-CN" altLang="en-US" sz="1600" dirty="0">
                  <a:latin typeface="黑体" panose="02010609060101010101" pitchFamily="49" charset="-122"/>
                  <a:ea typeface="黑体" panose="02010609060101010101" pitchFamily="49" charset="-122"/>
                </a:rPr>
                <a:t>目标代码</a:t>
              </a:r>
              <a:r>
                <a:rPr lang="en-US" altLang="zh-CN" sz="1600" dirty="0">
                  <a:latin typeface="黑体" panose="02010609060101010101" pitchFamily="49" charset="-122"/>
                  <a:ea typeface="黑体" panose="02010609060101010101" pitchFamily="49" charset="-122"/>
                </a:rPr>
                <a:t>2</a:t>
              </a:r>
              <a:endParaRPr lang="en-US" altLang="zh-CN" sz="1600" dirty="0">
                <a:latin typeface="黑体" panose="02010609060101010101" pitchFamily="49" charset="-122"/>
                <a:ea typeface="黑体" panose="02010609060101010101" pitchFamily="49" charset="-122"/>
              </a:endParaRPr>
            </a:p>
          </p:txBody>
        </p:sp>
        <p:sp>
          <p:nvSpPr>
            <p:cNvPr id="53263" name="Text Box 14"/>
            <p:cNvSpPr txBox="1"/>
            <p:nvPr/>
          </p:nvSpPr>
          <p:spPr>
            <a:xfrm>
              <a:off x="1224" y="2017"/>
              <a:ext cx="556" cy="594"/>
            </a:xfrm>
            <a:prstGeom prst="rect">
              <a:avLst/>
            </a:prstGeom>
            <a:solidFill>
              <a:srgbClr val="FFFFCC"/>
            </a:solidFill>
            <a:ln w="9525" cap="flat" cmpd="sng">
              <a:solidFill>
                <a:srgbClr val="000000"/>
              </a:solidFill>
              <a:prstDash val="solid"/>
              <a:miter/>
              <a:headEnd type="none" w="med" len="med"/>
              <a:tailEnd type="none" w="med" len="med"/>
            </a:ln>
            <a:effectLst>
              <a:outerShdw dist="107763" dir="18900000" algn="ctr" rotWithShape="0">
                <a:srgbClr val="808080"/>
              </a:outerShdw>
            </a:effectLst>
          </p:spPr>
          <p:txBody>
            <a:bodyPr/>
            <a:p>
              <a:r>
                <a:rPr lang="zh-CN" altLang="en-US" sz="1600" dirty="0">
                  <a:latin typeface="黑体" panose="02010609060101010101" pitchFamily="49" charset="-122"/>
                  <a:ea typeface="黑体" panose="02010609060101010101" pitchFamily="49" charset="-122"/>
                </a:rPr>
                <a:t>目标代码</a:t>
              </a:r>
              <a:r>
                <a:rPr lang="en-US" altLang="zh-CN" sz="1600" dirty="0">
                  <a:latin typeface="黑体" panose="02010609060101010101" pitchFamily="49" charset="-122"/>
                  <a:ea typeface="黑体" panose="02010609060101010101" pitchFamily="49" charset="-122"/>
                </a:rPr>
                <a:t>n</a:t>
              </a:r>
              <a:endParaRPr lang="en-US" altLang="zh-CN" sz="1600" dirty="0">
                <a:latin typeface="黑体" panose="02010609060101010101" pitchFamily="49" charset="-122"/>
                <a:ea typeface="黑体" panose="02010609060101010101" pitchFamily="49" charset="-122"/>
              </a:endParaRPr>
            </a:p>
          </p:txBody>
        </p:sp>
        <p:sp>
          <p:nvSpPr>
            <p:cNvPr id="53264" name="Text Box 15"/>
            <p:cNvSpPr txBox="1"/>
            <p:nvPr/>
          </p:nvSpPr>
          <p:spPr>
            <a:xfrm>
              <a:off x="2114" y="1068"/>
              <a:ext cx="889" cy="830"/>
            </a:xfrm>
            <a:prstGeom prst="rect">
              <a:avLst/>
            </a:prstGeom>
            <a:solidFill>
              <a:srgbClr val="CCFFFF"/>
            </a:solidFill>
            <a:ln w="9525" cap="flat" cmpd="sng">
              <a:solidFill>
                <a:srgbClr val="000000"/>
              </a:solidFill>
              <a:prstDash val="solid"/>
              <a:miter/>
              <a:headEnd type="none" w="med" len="med"/>
              <a:tailEnd type="none" w="med" len="med"/>
            </a:ln>
            <a:effectLst>
              <a:outerShdw dist="107763" dir="18900000" algn="ctr" rotWithShape="0">
                <a:srgbClr val="808080"/>
              </a:outerShdw>
            </a:effectLst>
          </p:spPr>
          <p:txBody>
            <a:bodyPr/>
            <a:p>
              <a:r>
                <a:rPr lang="zh-CN" altLang="en-US" sz="1600" dirty="0">
                  <a:latin typeface="黑体" panose="02010609060101010101" pitchFamily="49" charset="-122"/>
                  <a:ea typeface="黑体" panose="02010609060101010101" pitchFamily="49" charset="-122"/>
                </a:rPr>
                <a:t>可重定位目标代码</a:t>
              </a:r>
              <a:r>
                <a:rPr lang="en-US" altLang="zh-CN" sz="1600" dirty="0">
                  <a:latin typeface="黑体" panose="02010609060101010101" pitchFamily="49" charset="-122"/>
                  <a:ea typeface="黑体" panose="02010609060101010101" pitchFamily="49" charset="-122"/>
                </a:rPr>
                <a:t>(</a:t>
              </a:r>
              <a:r>
                <a:rPr lang="zh-CN" altLang="en-US" sz="1600" dirty="0">
                  <a:latin typeface="黑体" panose="02010609060101010101" pitchFamily="49" charset="-122"/>
                  <a:ea typeface="黑体" panose="02010609060101010101" pitchFamily="49" charset="-122"/>
                </a:rPr>
                <a:t>装载代码</a:t>
              </a:r>
              <a:r>
                <a:rPr lang="en-US" altLang="zh-CN" sz="1600" dirty="0">
                  <a:latin typeface="黑体" panose="02010609060101010101" pitchFamily="49" charset="-122"/>
                  <a:ea typeface="黑体" panose="02010609060101010101" pitchFamily="49" charset="-122"/>
                </a:rPr>
                <a:t>)(</a:t>
              </a:r>
              <a:r>
                <a:rPr lang="zh-CN" altLang="en-US" sz="1600" dirty="0">
                  <a:latin typeface="黑体" panose="02010609060101010101" pitchFamily="49" charset="-122"/>
                  <a:ea typeface="黑体" panose="02010609060101010101" pitchFamily="49" charset="-122"/>
                </a:rPr>
                <a:t>辅存</a:t>
              </a:r>
              <a:r>
                <a:rPr lang="en-US" altLang="zh-CN" sz="1600" dirty="0">
                  <a:latin typeface="黑体" panose="02010609060101010101" pitchFamily="49" charset="-122"/>
                  <a:ea typeface="黑体" panose="02010609060101010101" pitchFamily="49" charset="-122"/>
                </a:rPr>
                <a:t>)</a:t>
              </a:r>
              <a:endParaRPr lang="en-US" altLang="zh-CN" sz="1600" dirty="0">
                <a:latin typeface="黑体" panose="02010609060101010101" pitchFamily="49" charset="-122"/>
                <a:ea typeface="黑体" panose="02010609060101010101" pitchFamily="49" charset="-122"/>
              </a:endParaRPr>
            </a:p>
          </p:txBody>
        </p:sp>
        <p:sp>
          <p:nvSpPr>
            <p:cNvPr id="53265" name="Line 16"/>
            <p:cNvSpPr/>
            <p:nvPr/>
          </p:nvSpPr>
          <p:spPr>
            <a:xfrm>
              <a:off x="779" y="593"/>
              <a:ext cx="445" cy="1"/>
            </a:xfrm>
            <a:prstGeom prst="line">
              <a:avLst/>
            </a:prstGeom>
            <a:ln w="19050" cap="flat" cmpd="sng">
              <a:solidFill>
                <a:schemeClr val="hlink"/>
              </a:solidFill>
              <a:prstDash val="solid"/>
              <a:headEnd type="none" w="med" len="med"/>
              <a:tailEnd type="triangle" w="med" len="med"/>
            </a:ln>
          </p:spPr>
        </p:sp>
        <p:sp>
          <p:nvSpPr>
            <p:cNvPr id="53266" name="Line 17"/>
            <p:cNvSpPr/>
            <p:nvPr/>
          </p:nvSpPr>
          <p:spPr>
            <a:xfrm>
              <a:off x="779" y="1424"/>
              <a:ext cx="445" cy="1"/>
            </a:xfrm>
            <a:prstGeom prst="line">
              <a:avLst/>
            </a:prstGeom>
            <a:ln w="19050" cap="flat" cmpd="sng">
              <a:solidFill>
                <a:schemeClr val="hlink"/>
              </a:solidFill>
              <a:prstDash val="solid"/>
              <a:headEnd type="none" w="med" len="med"/>
              <a:tailEnd type="triangle" w="med" len="med"/>
            </a:ln>
          </p:spPr>
        </p:sp>
        <p:sp>
          <p:nvSpPr>
            <p:cNvPr id="53267" name="Line 18"/>
            <p:cNvSpPr/>
            <p:nvPr/>
          </p:nvSpPr>
          <p:spPr>
            <a:xfrm>
              <a:off x="779" y="2373"/>
              <a:ext cx="445" cy="0"/>
            </a:xfrm>
            <a:prstGeom prst="line">
              <a:avLst/>
            </a:prstGeom>
            <a:ln w="19050" cap="flat" cmpd="sng">
              <a:solidFill>
                <a:schemeClr val="hlink"/>
              </a:solidFill>
              <a:prstDash val="solid"/>
              <a:headEnd type="none" w="med" len="med"/>
              <a:tailEnd type="triangle" w="med" len="med"/>
            </a:ln>
          </p:spPr>
        </p:sp>
        <p:sp>
          <p:nvSpPr>
            <p:cNvPr id="53268" name="Line 19"/>
            <p:cNvSpPr/>
            <p:nvPr/>
          </p:nvSpPr>
          <p:spPr>
            <a:xfrm>
              <a:off x="1780" y="1424"/>
              <a:ext cx="334" cy="1"/>
            </a:xfrm>
            <a:prstGeom prst="line">
              <a:avLst/>
            </a:prstGeom>
            <a:ln w="19050" cap="flat" cmpd="sng">
              <a:solidFill>
                <a:schemeClr val="tx1"/>
              </a:solidFill>
              <a:prstDash val="solid"/>
              <a:headEnd type="none" w="med" len="med"/>
              <a:tailEnd type="triangle" w="med" len="med"/>
            </a:ln>
          </p:spPr>
        </p:sp>
        <p:sp>
          <p:nvSpPr>
            <p:cNvPr id="53269" name="Text Box 20"/>
            <p:cNvSpPr txBox="1"/>
            <p:nvPr/>
          </p:nvSpPr>
          <p:spPr>
            <a:xfrm>
              <a:off x="779" y="0"/>
              <a:ext cx="445" cy="356"/>
            </a:xfrm>
            <a:prstGeom prst="rect">
              <a:avLst/>
            </a:prstGeom>
            <a:solidFill>
              <a:schemeClr val="bg1"/>
            </a:solidFill>
            <a:ln w="9525">
              <a:noFill/>
            </a:ln>
          </p:spPr>
          <p:txBody>
            <a:bodyPr/>
            <a:p>
              <a:pPr algn="just"/>
              <a:r>
                <a:rPr lang="zh-CN" altLang="en-US" sz="1600" dirty="0">
                  <a:solidFill>
                    <a:schemeClr val="hlink"/>
                  </a:solidFill>
                  <a:latin typeface="黑体" panose="02010609060101010101" pitchFamily="49" charset="-122"/>
                  <a:ea typeface="黑体" panose="02010609060101010101" pitchFamily="49" charset="-122"/>
                </a:rPr>
                <a:t>编译</a:t>
              </a:r>
              <a:endParaRPr lang="zh-CN" altLang="en-US" sz="1600" dirty="0">
                <a:solidFill>
                  <a:schemeClr val="hlink"/>
                </a:solidFill>
                <a:latin typeface="黑体" panose="02010609060101010101" pitchFamily="49" charset="-122"/>
                <a:ea typeface="黑体" panose="02010609060101010101" pitchFamily="49" charset="-122"/>
              </a:endParaRPr>
            </a:p>
          </p:txBody>
        </p:sp>
        <p:sp>
          <p:nvSpPr>
            <p:cNvPr id="53270" name="Text Box 21"/>
            <p:cNvSpPr txBox="1"/>
            <p:nvPr/>
          </p:nvSpPr>
          <p:spPr>
            <a:xfrm>
              <a:off x="3003" y="0"/>
              <a:ext cx="445" cy="356"/>
            </a:xfrm>
            <a:prstGeom prst="rect">
              <a:avLst/>
            </a:prstGeom>
            <a:solidFill>
              <a:schemeClr val="bg1"/>
            </a:solidFill>
            <a:ln w="9525">
              <a:noFill/>
            </a:ln>
          </p:spPr>
          <p:txBody>
            <a:bodyPr/>
            <a:p>
              <a:pPr algn="just"/>
              <a:r>
                <a:rPr lang="zh-CN" altLang="en-US" sz="1600" dirty="0">
                  <a:solidFill>
                    <a:srgbClr val="FF0000"/>
                  </a:solidFill>
                  <a:latin typeface="黑体" panose="02010609060101010101" pitchFamily="49" charset="-122"/>
                  <a:ea typeface="黑体" panose="02010609060101010101" pitchFamily="49" charset="-122"/>
                </a:rPr>
                <a:t>装入</a:t>
              </a:r>
              <a:endParaRPr lang="zh-CN" altLang="en-US" sz="1600" dirty="0">
                <a:solidFill>
                  <a:srgbClr val="FF0000"/>
                </a:solidFill>
                <a:latin typeface="黑体" panose="02010609060101010101" pitchFamily="49" charset="-122"/>
                <a:ea typeface="黑体" panose="02010609060101010101" pitchFamily="49" charset="-122"/>
              </a:endParaRPr>
            </a:p>
          </p:txBody>
        </p:sp>
        <p:sp>
          <p:nvSpPr>
            <p:cNvPr id="53271" name="Text Box 22"/>
            <p:cNvSpPr txBox="1"/>
            <p:nvPr/>
          </p:nvSpPr>
          <p:spPr>
            <a:xfrm>
              <a:off x="3671" y="0"/>
              <a:ext cx="445" cy="356"/>
            </a:xfrm>
            <a:prstGeom prst="rect">
              <a:avLst/>
            </a:prstGeom>
            <a:solidFill>
              <a:schemeClr val="bg1"/>
            </a:solidFill>
            <a:ln w="9525">
              <a:noFill/>
            </a:ln>
          </p:spPr>
          <p:txBody>
            <a:bodyPr/>
            <a:p>
              <a:pPr algn="just"/>
              <a:r>
                <a:rPr lang="zh-CN" altLang="en-US" sz="1600" dirty="0">
                  <a:solidFill>
                    <a:srgbClr val="0033CC"/>
                  </a:solidFill>
                  <a:latin typeface="黑体" panose="02010609060101010101" pitchFamily="49" charset="-122"/>
                  <a:ea typeface="黑体" panose="02010609060101010101" pitchFamily="49" charset="-122"/>
                </a:rPr>
                <a:t>执行</a:t>
              </a:r>
              <a:endParaRPr lang="zh-CN" altLang="en-US" sz="1600" dirty="0">
                <a:solidFill>
                  <a:srgbClr val="0033CC"/>
                </a:solidFill>
                <a:latin typeface="黑体" panose="02010609060101010101" pitchFamily="49" charset="-122"/>
                <a:ea typeface="黑体" panose="02010609060101010101" pitchFamily="49" charset="-122"/>
              </a:endParaRPr>
            </a:p>
          </p:txBody>
        </p:sp>
        <p:sp>
          <p:nvSpPr>
            <p:cNvPr id="53272" name="Line 23"/>
            <p:cNvSpPr/>
            <p:nvPr/>
          </p:nvSpPr>
          <p:spPr>
            <a:xfrm>
              <a:off x="1780" y="593"/>
              <a:ext cx="445" cy="475"/>
            </a:xfrm>
            <a:prstGeom prst="line">
              <a:avLst/>
            </a:prstGeom>
            <a:ln w="19050" cap="flat" cmpd="sng">
              <a:solidFill>
                <a:schemeClr val="tx1"/>
              </a:solidFill>
              <a:prstDash val="solid"/>
              <a:headEnd type="none" w="med" len="med"/>
              <a:tailEnd type="triangle" w="med" len="med"/>
            </a:ln>
          </p:spPr>
        </p:sp>
        <p:sp>
          <p:nvSpPr>
            <p:cNvPr id="53273" name="Line 24"/>
            <p:cNvSpPr/>
            <p:nvPr/>
          </p:nvSpPr>
          <p:spPr>
            <a:xfrm flipV="1">
              <a:off x="1780" y="1898"/>
              <a:ext cx="334" cy="356"/>
            </a:xfrm>
            <a:prstGeom prst="line">
              <a:avLst/>
            </a:prstGeom>
            <a:ln w="19050" cap="flat" cmpd="sng">
              <a:solidFill>
                <a:schemeClr val="tx1"/>
              </a:solidFill>
              <a:prstDash val="solid"/>
              <a:headEnd type="none" w="med" len="med"/>
              <a:tailEnd type="triangle" w="med" len="med"/>
            </a:ln>
          </p:spPr>
        </p:sp>
        <p:sp>
          <p:nvSpPr>
            <p:cNvPr id="53274" name="Text Box 25"/>
            <p:cNvSpPr txBox="1"/>
            <p:nvPr/>
          </p:nvSpPr>
          <p:spPr>
            <a:xfrm>
              <a:off x="0" y="2729"/>
              <a:ext cx="862" cy="384"/>
            </a:xfrm>
            <a:prstGeom prst="rect">
              <a:avLst/>
            </a:prstGeom>
            <a:solidFill>
              <a:schemeClr val="bg1"/>
            </a:solidFill>
            <a:ln w="9525">
              <a:noFill/>
            </a:ln>
          </p:spPr>
          <p:txBody>
            <a:bodyPr/>
            <a:p>
              <a:pPr algn="just"/>
              <a:r>
                <a:rPr lang="zh-CN" altLang="en-US" sz="1600" dirty="0">
                  <a:solidFill>
                    <a:srgbClr val="990099"/>
                  </a:solidFill>
                  <a:latin typeface="黑体" panose="02010609060101010101" pitchFamily="49" charset="-122"/>
                  <a:ea typeface="黑体" panose="02010609060101010101" pitchFamily="49" charset="-122"/>
                </a:rPr>
                <a:t>程序名字</a:t>
              </a:r>
              <a:endParaRPr lang="zh-CN" altLang="en-US" sz="1600" dirty="0">
                <a:solidFill>
                  <a:srgbClr val="990099"/>
                </a:solidFill>
                <a:latin typeface="黑体" panose="02010609060101010101" pitchFamily="49" charset="-122"/>
                <a:ea typeface="黑体" panose="02010609060101010101" pitchFamily="49" charset="-122"/>
              </a:endParaRPr>
            </a:p>
            <a:p>
              <a:pPr algn="just"/>
              <a:r>
                <a:rPr lang="zh-CN" altLang="en-US" sz="1600" dirty="0">
                  <a:solidFill>
                    <a:srgbClr val="990099"/>
                  </a:solidFill>
                  <a:latin typeface="黑体" panose="02010609060101010101" pitchFamily="49" charset="-122"/>
                  <a:ea typeface="黑体" panose="02010609060101010101" pitchFamily="49" charset="-122"/>
                </a:rPr>
                <a:t>空间</a:t>
              </a:r>
              <a:endParaRPr lang="zh-CN" altLang="en-US" sz="1600" dirty="0">
                <a:solidFill>
                  <a:srgbClr val="990099"/>
                </a:solidFill>
                <a:latin typeface="黑体" panose="02010609060101010101" pitchFamily="49" charset="-122"/>
                <a:ea typeface="黑体" panose="02010609060101010101" pitchFamily="49" charset="-122"/>
              </a:endParaRPr>
            </a:p>
          </p:txBody>
        </p:sp>
        <p:sp>
          <p:nvSpPr>
            <p:cNvPr id="53275" name="Text Box 26"/>
            <p:cNvSpPr txBox="1"/>
            <p:nvPr/>
          </p:nvSpPr>
          <p:spPr>
            <a:xfrm>
              <a:off x="1829" y="2729"/>
              <a:ext cx="756" cy="384"/>
            </a:xfrm>
            <a:prstGeom prst="rect">
              <a:avLst/>
            </a:prstGeom>
            <a:solidFill>
              <a:schemeClr val="bg1"/>
            </a:solidFill>
            <a:ln w="9525">
              <a:noFill/>
            </a:ln>
          </p:spPr>
          <p:txBody>
            <a:bodyPr/>
            <a:p>
              <a:pPr algn="just"/>
              <a:r>
                <a:rPr lang="zh-CN" altLang="en-US" sz="1600" dirty="0">
                  <a:solidFill>
                    <a:srgbClr val="990099"/>
                  </a:solidFill>
                  <a:latin typeface="黑体" panose="02010609060101010101" pitchFamily="49" charset="-122"/>
                  <a:ea typeface="黑体" panose="02010609060101010101" pitchFamily="49" charset="-122"/>
                </a:rPr>
                <a:t>逻辑地址</a:t>
              </a:r>
              <a:endParaRPr lang="zh-CN" altLang="en-US" sz="1600" dirty="0">
                <a:solidFill>
                  <a:srgbClr val="990099"/>
                </a:solidFill>
                <a:latin typeface="黑体" panose="02010609060101010101" pitchFamily="49" charset="-122"/>
                <a:ea typeface="黑体" panose="02010609060101010101" pitchFamily="49" charset="-122"/>
              </a:endParaRPr>
            </a:p>
            <a:p>
              <a:pPr algn="just"/>
              <a:r>
                <a:rPr lang="zh-CN" altLang="en-US" sz="1600" dirty="0">
                  <a:solidFill>
                    <a:srgbClr val="990099"/>
                  </a:solidFill>
                  <a:latin typeface="黑体" panose="02010609060101010101" pitchFamily="49" charset="-122"/>
                  <a:ea typeface="黑体" panose="02010609060101010101" pitchFamily="49" charset="-122"/>
                </a:rPr>
                <a:t>空间</a:t>
              </a:r>
              <a:endParaRPr lang="zh-CN" altLang="en-US" sz="1600" dirty="0">
                <a:solidFill>
                  <a:srgbClr val="990099"/>
                </a:solidFill>
                <a:latin typeface="黑体" panose="02010609060101010101" pitchFamily="49" charset="-122"/>
                <a:ea typeface="黑体" panose="02010609060101010101" pitchFamily="49" charset="-122"/>
              </a:endParaRPr>
            </a:p>
          </p:txBody>
        </p:sp>
        <p:sp>
          <p:nvSpPr>
            <p:cNvPr id="53276" name="Text Box 27"/>
            <p:cNvSpPr txBox="1"/>
            <p:nvPr/>
          </p:nvSpPr>
          <p:spPr>
            <a:xfrm>
              <a:off x="3427" y="2729"/>
              <a:ext cx="791" cy="429"/>
            </a:xfrm>
            <a:prstGeom prst="rect">
              <a:avLst/>
            </a:prstGeom>
            <a:solidFill>
              <a:schemeClr val="bg1"/>
            </a:solidFill>
            <a:ln w="9525">
              <a:noFill/>
            </a:ln>
          </p:spPr>
          <p:txBody>
            <a:bodyPr/>
            <a:p>
              <a:pPr algn="just"/>
              <a:r>
                <a:rPr lang="zh-CN" altLang="en-US" sz="1600" dirty="0">
                  <a:solidFill>
                    <a:srgbClr val="990099"/>
                  </a:solidFill>
                  <a:latin typeface="黑体" panose="02010609060101010101" pitchFamily="49" charset="-122"/>
                  <a:ea typeface="黑体" panose="02010609060101010101" pitchFamily="49" charset="-122"/>
                </a:rPr>
                <a:t>物理地址</a:t>
              </a:r>
              <a:endParaRPr lang="zh-CN" altLang="en-US" sz="1600" dirty="0">
                <a:solidFill>
                  <a:srgbClr val="990099"/>
                </a:solidFill>
                <a:latin typeface="黑体" panose="02010609060101010101" pitchFamily="49" charset="-122"/>
                <a:ea typeface="黑体" panose="02010609060101010101" pitchFamily="49" charset="-122"/>
              </a:endParaRPr>
            </a:p>
            <a:p>
              <a:pPr algn="just"/>
              <a:r>
                <a:rPr lang="zh-CN" altLang="en-US" sz="1600" dirty="0">
                  <a:solidFill>
                    <a:srgbClr val="990099"/>
                  </a:solidFill>
                  <a:latin typeface="黑体" panose="02010609060101010101" pitchFamily="49" charset="-122"/>
                  <a:ea typeface="黑体" panose="02010609060101010101" pitchFamily="49" charset="-122"/>
                </a:rPr>
                <a:t>空间</a:t>
              </a:r>
              <a:endParaRPr lang="zh-CN" altLang="en-US" sz="1600" dirty="0">
                <a:solidFill>
                  <a:srgbClr val="990099"/>
                </a:solidFill>
                <a:latin typeface="黑体" panose="02010609060101010101" pitchFamily="49" charset="-122"/>
                <a:ea typeface="黑体" panose="02010609060101010101" pitchFamily="49" charset="-122"/>
              </a:endParaRPr>
            </a:p>
          </p:txBody>
        </p:sp>
        <p:sp>
          <p:nvSpPr>
            <p:cNvPr id="53277" name="Line 28"/>
            <p:cNvSpPr/>
            <p:nvPr/>
          </p:nvSpPr>
          <p:spPr>
            <a:xfrm>
              <a:off x="1001" y="2729"/>
              <a:ext cx="1" cy="475"/>
            </a:xfrm>
            <a:prstGeom prst="line">
              <a:avLst/>
            </a:prstGeom>
            <a:ln w="19050" cap="flat" cmpd="sng">
              <a:solidFill>
                <a:srgbClr val="CC0099"/>
              </a:solidFill>
              <a:prstDash val="dash"/>
              <a:headEnd type="none" w="med" len="med"/>
              <a:tailEnd type="none" w="med" len="med"/>
            </a:ln>
          </p:spPr>
        </p:sp>
        <p:sp>
          <p:nvSpPr>
            <p:cNvPr id="53278" name="Line 29"/>
            <p:cNvSpPr/>
            <p:nvPr/>
          </p:nvSpPr>
          <p:spPr>
            <a:xfrm>
              <a:off x="3225" y="2729"/>
              <a:ext cx="1" cy="475"/>
            </a:xfrm>
            <a:prstGeom prst="line">
              <a:avLst/>
            </a:prstGeom>
            <a:ln w="19050" cap="flat" cmpd="sng">
              <a:solidFill>
                <a:srgbClr val="CC0099"/>
              </a:solidFill>
              <a:prstDash val="dash"/>
              <a:headEnd type="none" w="med" len="med"/>
              <a:tailEnd type="none" w="med" len="med"/>
            </a:ln>
          </p:spPr>
        </p:sp>
        <p:grpSp>
          <p:nvGrpSpPr>
            <p:cNvPr id="53279" name="Group 30"/>
            <p:cNvGrpSpPr/>
            <p:nvPr/>
          </p:nvGrpSpPr>
          <p:grpSpPr>
            <a:xfrm>
              <a:off x="3560" y="1661"/>
              <a:ext cx="1112" cy="712"/>
              <a:chOff x="0" y="0"/>
              <a:chExt cx="1620" cy="780"/>
            </a:xfrm>
          </p:grpSpPr>
          <p:sp>
            <p:nvSpPr>
              <p:cNvPr id="53287" name="Text Box 31"/>
              <p:cNvSpPr txBox="1"/>
              <p:nvPr/>
            </p:nvSpPr>
            <p:spPr>
              <a:xfrm>
                <a:off x="0" y="0"/>
                <a:ext cx="1080" cy="780"/>
              </a:xfrm>
              <a:prstGeom prst="rect">
                <a:avLst/>
              </a:prstGeom>
              <a:solidFill>
                <a:srgbClr val="CCFFCC"/>
              </a:solidFill>
              <a:ln w="9525" cap="flat" cmpd="sng">
                <a:solidFill>
                  <a:srgbClr val="000000"/>
                </a:solidFill>
                <a:prstDash val="solid"/>
                <a:miter/>
                <a:headEnd type="none" w="med" len="med"/>
                <a:tailEnd type="none" w="med" len="med"/>
              </a:ln>
              <a:effectLst>
                <a:outerShdw dist="107763" dir="18900000" algn="ctr" rotWithShape="0">
                  <a:srgbClr val="808080"/>
                </a:outerShdw>
              </a:effectLst>
            </p:spPr>
            <p:txBody>
              <a:bodyPr/>
              <a:p>
                <a:r>
                  <a:rPr lang="zh-CN" altLang="en-US" sz="1600" dirty="0">
                    <a:latin typeface="黑体" panose="02010609060101010101" pitchFamily="49" charset="-122"/>
                    <a:ea typeface="黑体" panose="02010609060101010101" pitchFamily="49" charset="-122"/>
                  </a:rPr>
                  <a:t>可执行二进代码</a:t>
                </a:r>
                <a:r>
                  <a:rPr lang="en-US" altLang="zh-CN" sz="1600" dirty="0">
                    <a:latin typeface="黑体" panose="02010609060101010101" pitchFamily="49" charset="-122"/>
                    <a:ea typeface="黑体" panose="02010609060101010101" pitchFamily="49" charset="-122"/>
                  </a:rPr>
                  <a:t>(</a:t>
                </a:r>
                <a:r>
                  <a:rPr lang="zh-CN" altLang="en-US" sz="1600" dirty="0">
                    <a:latin typeface="黑体" panose="02010609060101010101" pitchFamily="49" charset="-122"/>
                    <a:ea typeface="黑体" panose="02010609060101010101" pitchFamily="49" charset="-122"/>
                  </a:rPr>
                  <a:t>主存</a:t>
                </a:r>
                <a:r>
                  <a:rPr lang="en-US" altLang="zh-CN" sz="1600" dirty="0">
                    <a:latin typeface="黑体" panose="02010609060101010101" pitchFamily="49" charset="-122"/>
                    <a:ea typeface="黑体" panose="02010609060101010101" pitchFamily="49" charset="-122"/>
                  </a:rPr>
                  <a:t>)</a:t>
                </a:r>
                <a:endParaRPr lang="en-US" altLang="zh-CN" sz="1600" dirty="0">
                  <a:latin typeface="黑体" panose="02010609060101010101" pitchFamily="49" charset="-122"/>
                  <a:ea typeface="黑体" panose="02010609060101010101" pitchFamily="49" charset="-122"/>
                </a:endParaRPr>
              </a:p>
            </p:txBody>
          </p:sp>
          <p:sp>
            <p:nvSpPr>
              <p:cNvPr id="53288" name="Line 32"/>
              <p:cNvSpPr/>
              <p:nvPr/>
            </p:nvSpPr>
            <p:spPr>
              <a:xfrm>
                <a:off x="1080" y="468"/>
                <a:ext cx="540" cy="1"/>
              </a:xfrm>
              <a:prstGeom prst="line">
                <a:avLst/>
              </a:prstGeom>
              <a:ln w="19050" cap="flat" cmpd="sng">
                <a:solidFill>
                  <a:srgbClr val="0033CC"/>
                </a:solidFill>
                <a:prstDash val="solid"/>
                <a:headEnd type="none" w="med" len="med"/>
                <a:tailEnd type="triangle" w="med" len="med"/>
              </a:ln>
            </p:spPr>
          </p:sp>
        </p:grpSp>
        <p:sp>
          <p:nvSpPr>
            <p:cNvPr id="53280" name="Line 33"/>
            <p:cNvSpPr/>
            <p:nvPr/>
          </p:nvSpPr>
          <p:spPr>
            <a:xfrm flipV="1">
              <a:off x="3003" y="890"/>
              <a:ext cx="557" cy="474"/>
            </a:xfrm>
            <a:prstGeom prst="line">
              <a:avLst/>
            </a:prstGeom>
            <a:ln w="19050" cap="flat" cmpd="sng">
              <a:solidFill>
                <a:srgbClr val="FF0000"/>
              </a:solidFill>
              <a:prstDash val="solid"/>
              <a:headEnd type="none" w="med" len="med"/>
              <a:tailEnd type="triangle" w="med" len="med"/>
            </a:ln>
          </p:spPr>
        </p:sp>
        <p:sp>
          <p:nvSpPr>
            <p:cNvPr id="53281" name="Line 34"/>
            <p:cNvSpPr/>
            <p:nvPr/>
          </p:nvSpPr>
          <p:spPr>
            <a:xfrm>
              <a:off x="3003" y="1543"/>
              <a:ext cx="557" cy="355"/>
            </a:xfrm>
            <a:prstGeom prst="line">
              <a:avLst/>
            </a:prstGeom>
            <a:ln w="19050" cap="flat" cmpd="sng">
              <a:solidFill>
                <a:srgbClr val="FF0000"/>
              </a:solidFill>
              <a:prstDash val="solid"/>
              <a:headEnd type="none" w="med" len="med"/>
              <a:tailEnd type="triangle" w="med" len="med"/>
            </a:ln>
          </p:spPr>
        </p:sp>
        <p:sp>
          <p:nvSpPr>
            <p:cNvPr id="53282" name="Text Box 35"/>
            <p:cNvSpPr txBox="1"/>
            <p:nvPr/>
          </p:nvSpPr>
          <p:spPr>
            <a:xfrm>
              <a:off x="2114" y="2254"/>
              <a:ext cx="667" cy="357"/>
            </a:xfrm>
            <a:prstGeom prst="rect">
              <a:avLst/>
            </a:prstGeom>
            <a:solidFill>
              <a:srgbClr val="CCFFFF"/>
            </a:solidFill>
            <a:ln w="9525" cap="flat" cmpd="sng">
              <a:solidFill>
                <a:srgbClr val="000000"/>
              </a:solidFill>
              <a:prstDash val="solid"/>
              <a:miter/>
              <a:headEnd type="none" w="med" len="med"/>
              <a:tailEnd type="none" w="med" len="med"/>
            </a:ln>
            <a:effectLst>
              <a:outerShdw dist="107763" dir="18900000" algn="ctr" rotWithShape="0">
                <a:srgbClr val="808080"/>
              </a:outerShdw>
            </a:effectLst>
          </p:spPr>
          <p:txBody>
            <a:bodyPr/>
            <a:p>
              <a:r>
                <a:rPr lang="zh-CN" altLang="en-US" sz="1600" dirty="0">
                  <a:latin typeface="黑体" panose="02010609060101010101" pitchFamily="49" charset="-122"/>
                  <a:ea typeface="黑体" panose="02010609060101010101" pitchFamily="49" charset="-122"/>
                </a:rPr>
                <a:t>库代码</a:t>
              </a:r>
              <a:endParaRPr lang="zh-CN" altLang="en-US" sz="1600" dirty="0">
                <a:latin typeface="黑体" panose="02010609060101010101" pitchFamily="49" charset="-122"/>
                <a:ea typeface="黑体" panose="02010609060101010101" pitchFamily="49" charset="-122"/>
              </a:endParaRPr>
            </a:p>
          </p:txBody>
        </p:sp>
        <p:sp>
          <p:nvSpPr>
            <p:cNvPr id="53283" name="Line 36"/>
            <p:cNvSpPr/>
            <p:nvPr/>
          </p:nvSpPr>
          <p:spPr>
            <a:xfrm flipV="1">
              <a:off x="2447" y="1898"/>
              <a:ext cx="0" cy="356"/>
            </a:xfrm>
            <a:prstGeom prst="line">
              <a:avLst/>
            </a:prstGeom>
            <a:ln w="9525" cap="flat" cmpd="sng">
              <a:solidFill>
                <a:srgbClr val="000000"/>
              </a:solidFill>
              <a:prstDash val="solid"/>
              <a:headEnd type="none" w="med" len="med"/>
              <a:tailEnd type="triangle" w="med" len="med"/>
            </a:ln>
          </p:spPr>
        </p:sp>
        <p:grpSp>
          <p:nvGrpSpPr>
            <p:cNvPr id="53284" name="Group 37"/>
            <p:cNvGrpSpPr/>
            <p:nvPr/>
          </p:nvGrpSpPr>
          <p:grpSpPr>
            <a:xfrm>
              <a:off x="3560" y="593"/>
              <a:ext cx="1112" cy="712"/>
              <a:chOff x="0" y="0"/>
              <a:chExt cx="1620" cy="780"/>
            </a:xfrm>
          </p:grpSpPr>
          <p:sp>
            <p:nvSpPr>
              <p:cNvPr id="53285" name="Text Box 38"/>
              <p:cNvSpPr txBox="1"/>
              <p:nvPr/>
            </p:nvSpPr>
            <p:spPr>
              <a:xfrm>
                <a:off x="0" y="0"/>
                <a:ext cx="1080" cy="780"/>
              </a:xfrm>
              <a:prstGeom prst="rect">
                <a:avLst/>
              </a:prstGeom>
              <a:solidFill>
                <a:srgbClr val="CCFFCC"/>
              </a:solidFill>
              <a:ln w="9525" cap="flat" cmpd="sng">
                <a:solidFill>
                  <a:srgbClr val="000000"/>
                </a:solidFill>
                <a:prstDash val="solid"/>
                <a:miter/>
                <a:headEnd type="none" w="med" len="med"/>
                <a:tailEnd type="none" w="med" len="med"/>
              </a:ln>
              <a:effectLst>
                <a:outerShdw dist="107763" dir="18900000" algn="ctr" rotWithShape="0">
                  <a:srgbClr val="808080"/>
                </a:outerShdw>
              </a:effectLst>
            </p:spPr>
            <p:txBody>
              <a:bodyPr/>
              <a:p>
                <a:r>
                  <a:rPr lang="zh-CN" altLang="en-US" sz="1600" dirty="0">
                    <a:latin typeface="黑体" panose="02010609060101010101" pitchFamily="49" charset="-122"/>
                    <a:ea typeface="黑体" panose="02010609060101010101" pitchFamily="49" charset="-122"/>
                  </a:rPr>
                  <a:t>可执行二进代码</a:t>
                </a:r>
                <a:r>
                  <a:rPr lang="en-US" altLang="zh-CN" sz="1600" dirty="0">
                    <a:latin typeface="黑体" panose="02010609060101010101" pitchFamily="49" charset="-122"/>
                    <a:ea typeface="黑体" panose="02010609060101010101" pitchFamily="49" charset="-122"/>
                  </a:rPr>
                  <a:t>(</a:t>
                </a:r>
                <a:r>
                  <a:rPr lang="zh-CN" altLang="en-US" sz="1600" dirty="0">
                    <a:latin typeface="黑体" panose="02010609060101010101" pitchFamily="49" charset="-122"/>
                    <a:ea typeface="黑体" panose="02010609060101010101" pitchFamily="49" charset="-122"/>
                  </a:rPr>
                  <a:t>主存</a:t>
                </a:r>
                <a:r>
                  <a:rPr lang="en-US" altLang="zh-CN" sz="1600" dirty="0">
                    <a:latin typeface="黑体" panose="02010609060101010101" pitchFamily="49" charset="-122"/>
                    <a:ea typeface="黑体" panose="02010609060101010101" pitchFamily="49" charset="-122"/>
                  </a:rPr>
                  <a:t>)</a:t>
                </a:r>
                <a:endParaRPr lang="en-US" altLang="zh-CN" sz="1600" dirty="0">
                  <a:latin typeface="黑体" panose="02010609060101010101" pitchFamily="49" charset="-122"/>
                  <a:ea typeface="黑体" panose="02010609060101010101" pitchFamily="49" charset="-122"/>
                </a:endParaRPr>
              </a:p>
              <a:p>
                <a:r>
                  <a:rPr lang="en-US" altLang="zh-CN" sz="1600" dirty="0">
                    <a:latin typeface="黑体" panose="02010609060101010101" pitchFamily="49" charset="-122"/>
                    <a:ea typeface="黑体" panose="02010609060101010101" pitchFamily="49" charset="-122"/>
                  </a:rPr>
                  <a:t>    </a:t>
                </a:r>
                <a:endParaRPr lang="en-US" altLang="zh-CN" sz="1600" dirty="0">
                  <a:latin typeface="黑体" panose="02010609060101010101" pitchFamily="49" charset="-122"/>
                  <a:ea typeface="黑体" panose="02010609060101010101" pitchFamily="49" charset="-122"/>
                </a:endParaRPr>
              </a:p>
            </p:txBody>
          </p:sp>
          <p:sp>
            <p:nvSpPr>
              <p:cNvPr id="53286" name="Line 39"/>
              <p:cNvSpPr/>
              <p:nvPr/>
            </p:nvSpPr>
            <p:spPr>
              <a:xfrm>
                <a:off x="1080" y="468"/>
                <a:ext cx="540" cy="1"/>
              </a:xfrm>
              <a:prstGeom prst="line">
                <a:avLst/>
              </a:prstGeom>
              <a:ln w="19050" cap="flat" cmpd="sng">
                <a:solidFill>
                  <a:srgbClr val="0033CC"/>
                </a:solidFill>
                <a:prstDash val="solid"/>
                <a:headEnd type="none" w="med" len="med"/>
                <a:tailEnd type="triangle" w="med" len="med"/>
              </a:ln>
            </p:spPr>
          </p:sp>
        </p:grpSp>
      </p:grpSp>
      <p:sp>
        <p:nvSpPr>
          <p:cNvPr id="53252" name="Text Box 40"/>
          <p:cNvSpPr txBox="1"/>
          <p:nvPr/>
        </p:nvSpPr>
        <p:spPr>
          <a:xfrm>
            <a:off x="228600" y="1447800"/>
            <a:ext cx="612775" cy="5178425"/>
          </a:xfrm>
          <a:prstGeom prst="rect">
            <a:avLst/>
          </a:prstGeom>
          <a:noFill/>
          <a:ln w="9525">
            <a:noFill/>
          </a:ln>
        </p:spPr>
        <p:txBody>
          <a:bodyPr vert="eaVert" wrap="none">
            <a:spAutoFit/>
          </a:bodyPr>
          <a:p>
            <a:r>
              <a:rPr lang="zh-CN" altLang="en-US" sz="2800" dirty="0">
                <a:solidFill>
                  <a:srgbClr val="0033CC"/>
                </a:solidFill>
                <a:latin typeface="Times New Roman" panose="02020603050405020304" pitchFamily="18" charset="0"/>
                <a:ea typeface="黑体" panose="02010609060101010101" pitchFamily="49" charset="-122"/>
              </a:rPr>
              <a:t>程序的编译、链接、装入和执行  </a:t>
            </a:r>
            <a:endParaRPr lang="zh-CN" altLang="en-US" sz="2800" dirty="0">
              <a:solidFill>
                <a:srgbClr val="0033CC"/>
              </a:solidFill>
              <a:latin typeface="Times New Roman" panose="02020603050405020304" pitchFamily="18" charset="0"/>
              <a:ea typeface="黑体" panose="02010609060101010101" pitchFamily="49" charset="-122"/>
            </a:endParaRP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4274" name="Rectangle 2"/>
          <p:cNvSpPr>
            <a:spLocks noGrp="1"/>
          </p:cNvSpPr>
          <p:nvPr>
            <p:ph type="title" idx="4294967295"/>
          </p:nvPr>
        </p:nvSpPr>
        <p:spPr>
          <a:xfrm>
            <a:off x="1828800" y="457200"/>
            <a:ext cx="7240588" cy="563563"/>
          </a:xfrm>
          <a:ln/>
        </p:spPr>
        <p:txBody>
          <a:bodyPr vert="horz" wrap="square" lIns="91440" tIns="45720" rIns="91440" bIns="45720" anchor="ctr" anchorCtr="0"/>
          <a:p>
            <a:pPr eaLnBrk="1" hangingPunct="1"/>
            <a:r>
              <a:rPr lang="zh-CN" altLang="en-US" sz="3200" dirty="0"/>
              <a:t>逻辑地址与物理地址</a:t>
            </a:r>
            <a:endParaRPr lang="zh-CN" altLang="en-US" sz="3200" dirty="0"/>
          </a:p>
        </p:txBody>
      </p:sp>
      <p:sp>
        <p:nvSpPr>
          <p:cNvPr id="54275" name="Rectangle 4"/>
          <p:cNvSpPr/>
          <p:nvPr/>
        </p:nvSpPr>
        <p:spPr>
          <a:xfrm>
            <a:off x="152400" y="1447800"/>
            <a:ext cx="4343400" cy="4997450"/>
          </a:xfrm>
          <a:prstGeom prst="rect">
            <a:avLst/>
          </a:prstGeom>
          <a:noFill/>
          <a:ln w="9525">
            <a:noFill/>
          </a:ln>
        </p:spPr>
        <p:txBody>
          <a:bodyPr/>
          <a:p>
            <a:pPr marL="342900" indent="-342900">
              <a:lnSpc>
                <a:spcPct val="130000"/>
              </a:lnSpc>
              <a:spcBef>
                <a:spcPct val="20000"/>
              </a:spcBef>
              <a:buClr>
                <a:schemeClr val="hlink"/>
              </a:buClr>
              <a:buFont typeface="Wingdings" panose="05000000000000000000" pitchFamily="2" charset="2"/>
              <a:buChar char="v"/>
            </a:pPr>
            <a:r>
              <a:rPr lang="en-US" altLang="zh-CN" sz="3200" dirty="0">
                <a:latin typeface="Times New Roman" panose="02020603050405020304" pitchFamily="18" charset="0"/>
                <a:ea typeface="黑体" panose="02010609060101010101" pitchFamily="49" charset="-122"/>
              </a:rPr>
              <a:t>main.c</a:t>
            </a:r>
            <a:endParaRPr lang="en-US" altLang="zh-CN" sz="3200" dirty="0">
              <a:latin typeface="Times New Roman" panose="02020603050405020304" pitchFamily="18" charset="0"/>
              <a:ea typeface="黑体" panose="02010609060101010101" pitchFamily="49" charset="-122"/>
            </a:endParaRPr>
          </a:p>
          <a:p>
            <a:pPr marL="742950" lvl="1" indent="-285750" eaLnBrk="1" hangingPunct="1">
              <a:spcBef>
                <a:spcPct val="20000"/>
              </a:spcBef>
              <a:buClr>
                <a:schemeClr val="accent2"/>
              </a:buClr>
              <a:buFont typeface="Wingdings" panose="05000000000000000000" pitchFamily="2" charset="2"/>
              <a:buChar char="n"/>
            </a:pPr>
            <a:r>
              <a:rPr lang="en-US" altLang="zh-CN" dirty="0">
                <a:latin typeface="Times New Roman" panose="02020603050405020304" pitchFamily="18" charset="0"/>
                <a:ea typeface="黑体" panose="02010609060101010101" pitchFamily="49" charset="-122"/>
              </a:rPr>
              <a:t>#include &lt;stdio.h&gt;</a:t>
            </a:r>
            <a:endParaRPr lang="en-US" altLang="zh-CN" dirty="0">
              <a:latin typeface="Times New Roman" panose="02020603050405020304" pitchFamily="18" charset="0"/>
              <a:ea typeface="黑体" panose="02010609060101010101" pitchFamily="49" charset="-122"/>
            </a:endParaRPr>
          </a:p>
          <a:p>
            <a:pPr marL="742950" lvl="1" indent="-285750" eaLnBrk="1" hangingPunct="1">
              <a:spcBef>
                <a:spcPct val="20000"/>
              </a:spcBef>
              <a:buClr>
                <a:schemeClr val="accent2"/>
              </a:buClr>
              <a:buFont typeface="Wingdings" panose="05000000000000000000" pitchFamily="2" charset="2"/>
              <a:buChar char="n"/>
            </a:pPr>
            <a:r>
              <a:rPr lang="en-US" altLang="zh-CN" dirty="0">
                <a:latin typeface="Times New Roman" panose="02020603050405020304" pitchFamily="18" charset="0"/>
                <a:ea typeface="黑体" panose="02010609060101010101" pitchFamily="49" charset="-122"/>
              </a:rPr>
              <a:t>extern void b();</a:t>
            </a:r>
            <a:endParaRPr lang="en-US" altLang="zh-CN" dirty="0">
              <a:latin typeface="Times New Roman" panose="02020603050405020304" pitchFamily="18" charset="0"/>
              <a:ea typeface="黑体" panose="02010609060101010101" pitchFamily="49" charset="-122"/>
            </a:endParaRPr>
          </a:p>
          <a:p>
            <a:pPr marL="742950" lvl="1" indent="-285750" eaLnBrk="1" hangingPunct="1">
              <a:spcBef>
                <a:spcPct val="20000"/>
              </a:spcBef>
              <a:buClr>
                <a:schemeClr val="accent2"/>
              </a:buClr>
              <a:buFont typeface="Wingdings" panose="05000000000000000000" pitchFamily="2" charset="2"/>
              <a:buChar char="n"/>
            </a:pPr>
            <a:r>
              <a:rPr lang="en-US" altLang="zh-CN" dirty="0">
                <a:solidFill>
                  <a:srgbClr val="FF0000"/>
                </a:solidFill>
                <a:latin typeface="Times New Roman" panose="02020603050405020304" pitchFamily="18" charset="0"/>
                <a:ea typeface="黑体" panose="02010609060101010101" pitchFamily="49" charset="-122"/>
              </a:rPr>
              <a:t>int x = 11;</a:t>
            </a:r>
            <a:endParaRPr lang="en-US" altLang="zh-CN" dirty="0">
              <a:solidFill>
                <a:srgbClr val="FF0000"/>
              </a:solidFill>
              <a:latin typeface="Times New Roman" panose="02020603050405020304" pitchFamily="18" charset="0"/>
              <a:ea typeface="黑体" panose="02010609060101010101" pitchFamily="49" charset="-122"/>
            </a:endParaRPr>
          </a:p>
          <a:p>
            <a:pPr marL="742950" lvl="1" indent="-285750" eaLnBrk="1" hangingPunct="1">
              <a:spcBef>
                <a:spcPct val="20000"/>
              </a:spcBef>
              <a:buClr>
                <a:schemeClr val="accent2"/>
              </a:buClr>
              <a:buFont typeface="Wingdings" panose="05000000000000000000" pitchFamily="2" charset="2"/>
              <a:buChar char="n"/>
            </a:pPr>
            <a:endParaRPr lang="en-US" altLang="zh-CN" dirty="0">
              <a:latin typeface="Times New Roman" panose="02020603050405020304" pitchFamily="18" charset="0"/>
              <a:ea typeface="黑体" panose="02010609060101010101" pitchFamily="49" charset="-122"/>
            </a:endParaRPr>
          </a:p>
          <a:p>
            <a:pPr marL="742950" lvl="1" indent="-285750" eaLnBrk="1" hangingPunct="1">
              <a:spcBef>
                <a:spcPct val="20000"/>
              </a:spcBef>
              <a:buClr>
                <a:schemeClr val="accent2"/>
              </a:buClr>
              <a:buFont typeface="Wingdings" panose="05000000000000000000" pitchFamily="2" charset="2"/>
              <a:buChar char="n"/>
            </a:pPr>
            <a:r>
              <a:rPr lang="en-US" altLang="zh-CN" dirty="0">
                <a:latin typeface="Times New Roman" panose="02020603050405020304" pitchFamily="18" charset="0"/>
                <a:ea typeface="黑体" panose="02010609060101010101" pitchFamily="49" charset="-122"/>
              </a:rPr>
              <a:t>int main(void)</a:t>
            </a:r>
            <a:endParaRPr lang="en-US" altLang="zh-CN" dirty="0">
              <a:latin typeface="Times New Roman" panose="02020603050405020304" pitchFamily="18" charset="0"/>
              <a:ea typeface="黑体" panose="02010609060101010101" pitchFamily="49" charset="-122"/>
            </a:endParaRPr>
          </a:p>
          <a:p>
            <a:pPr marL="742950" lvl="1" indent="-285750" eaLnBrk="1" hangingPunct="1">
              <a:spcBef>
                <a:spcPct val="20000"/>
              </a:spcBef>
              <a:buClr>
                <a:schemeClr val="accent2"/>
              </a:buClr>
              <a:buFont typeface="Wingdings" panose="05000000000000000000" pitchFamily="2" charset="2"/>
              <a:buChar char="n"/>
            </a:pPr>
            <a:r>
              <a:rPr lang="en-US" altLang="zh-CN" dirty="0">
                <a:latin typeface="Times New Roman" panose="02020603050405020304" pitchFamily="18" charset="0"/>
                <a:ea typeface="黑体" panose="02010609060101010101" pitchFamily="49" charset="-122"/>
              </a:rPr>
              <a:t>{</a:t>
            </a:r>
            <a:endParaRPr lang="en-US" altLang="zh-CN" dirty="0">
              <a:latin typeface="Times New Roman" panose="02020603050405020304" pitchFamily="18" charset="0"/>
              <a:ea typeface="黑体" panose="02010609060101010101" pitchFamily="49" charset="-122"/>
            </a:endParaRPr>
          </a:p>
          <a:p>
            <a:pPr marL="742950" lvl="1" indent="-285750" eaLnBrk="1" hangingPunct="1">
              <a:spcBef>
                <a:spcPct val="20000"/>
              </a:spcBef>
              <a:buClr>
                <a:schemeClr val="accent2"/>
              </a:buClr>
              <a:buFont typeface="Wingdings" panose="05000000000000000000" pitchFamily="2" charset="2"/>
              <a:buChar char="n"/>
            </a:pPr>
            <a:r>
              <a:rPr lang="en-US" altLang="zh-CN" dirty="0">
                <a:solidFill>
                  <a:srgbClr val="FF0000"/>
                </a:solidFill>
                <a:latin typeface="Times New Roman" panose="02020603050405020304" pitchFamily="18" charset="0"/>
                <a:ea typeface="黑体" panose="02010609060101010101" pitchFamily="49" charset="-122"/>
              </a:rPr>
              <a:t>  b();</a:t>
            </a:r>
            <a:endParaRPr lang="en-US" altLang="zh-CN" dirty="0">
              <a:solidFill>
                <a:srgbClr val="FF0000"/>
              </a:solidFill>
              <a:latin typeface="Times New Roman" panose="02020603050405020304" pitchFamily="18" charset="0"/>
              <a:ea typeface="黑体" panose="02010609060101010101" pitchFamily="49" charset="-122"/>
            </a:endParaRPr>
          </a:p>
          <a:p>
            <a:pPr marL="742950" lvl="1" indent="-285750" eaLnBrk="1" hangingPunct="1">
              <a:spcBef>
                <a:spcPct val="20000"/>
              </a:spcBef>
              <a:buClr>
                <a:schemeClr val="accent2"/>
              </a:buClr>
              <a:buFont typeface="Wingdings" panose="05000000000000000000" pitchFamily="2" charset="2"/>
              <a:buChar char="n"/>
            </a:pPr>
            <a:r>
              <a:rPr lang="en-US" altLang="zh-CN" dirty="0">
                <a:latin typeface="Times New Roman" panose="02020603050405020304" pitchFamily="18" charset="0"/>
                <a:ea typeface="黑体" panose="02010609060101010101" pitchFamily="49" charset="-122"/>
              </a:rPr>
              <a:t>  printf("hello world\n");</a:t>
            </a:r>
            <a:endParaRPr lang="en-US" altLang="zh-CN" dirty="0">
              <a:latin typeface="Times New Roman" panose="02020603050405020304" pitchFamily="18" charset="0"/>
              <a:ea typeface="黑体" panose="02010609060101010101" pitchFamily="49" charset="-122"/>
            </a:endParaRPr>
          </a:p>
          <a:p>
            <a:pPr marL="742950" lvl="1" indent="-285750" eaLnBrk="1" hangingPunct="1">
              <a:spcBef>
                <a:spcPct val="20000"/>
              </a:spcBef>
              <a:buClr>
                <a:schemeClr val="accent2"/>
              </a:buClr>
              <a:buFont typeface="Wingdings" panose="05000000000000000000" pitchFamily="2" charset="2"/>
              <a:buChar char="n"/>
            </a:pPr>
            <a:r>
              <a:rPr lang="en-US" altLang="zh-CN" dirty="0">
                <a:latin typeface="Times New Roman" panose="02020603050405020304" pitchFamily="18" charset="0"/>
                <a:ea typeface="黑体" panose="02010609060101010101" pitchFamily="49" charset="-122"/>
              </a:rPr>
              <a:t>	 pause();</a:t>
            </a:r>
            <a:endParaRPr lang="en-US" altLang="zh-CN" dirty="0">
              <a:latin typeface="Times New Roman" panose="02020603050405020304" pitchFamily="18" charset="0"/>
              <a:ea typeface="黑体" panose="02010609060101010101" pitchFamily="49" charset="-122"/>
            </a:endParaRPr>
          </a:p>
          <a:p>
            <a:pPr marL="742950" lvl="1" indent="-285750" eaLnBrk="1" hangingPunct="1">
              <a:spcBef>
                <a:spcPct val="20000"/>
              </a:spcBef>
              <a:buClr>
                <a:schemeClr val="accent2"/>
              </a:buClr>
              <a:buFont typeface="Wingdings" panose="05000000000000000000" pitchFamily="2" charset="2"/>
              <a:buChar char="n"/>
            </a:pPr>
            <a:r>
              <a:rPr lang="en-US" altLang="zh-CN" dirty="0">
                <a:latin typeface="Times New Roman" panose="02020603050405020304" pitchFamily="18" charset="0"/>
                <a:ea typeface="黑体" panose="02010609060101010101" pitchFamily="49" charset="-122"/>
              </a:rPr>
              <a:t>}</a:t>
            </a:r>
            <a:endParaRPr lang="en-US" altLang="zh-CN" dirty="0">
              <a:latin typeface="Times New Roman" panose="02020603050405020304" pitchFamily="18" charset="0"/>
              <a:ea typeface="黑体" panose="02010609060101010101" pitchFamily="49" charset="-122"/>
            </a:endParaRPr>
          </a:p>
        </p:txBody>
      </p:sp>
      <p:sp>
        <p:nvSpPr>
          <p:cNvPr id="54276" name="Rectangle 5"/>
          <p:cNvSpPr/>
          <p:nvPr/>
        </p:nvSpPr>
        <p:spPr>
          <a:xfrm>
            <a:off x="4419600" y="1447800"/>
            <a:ext cx="4725988" cy="4997450"/>
          </a:xfrm>
          <a:prstGeom prst="rect">
            <a:avLst/>
          </a:prstGeom>
          <a:noFill/>
          <a:ln w="9525">
            <a:noFill/>
          </a:ln>
        </p:spPr>
        <p:txBody>
          <a:bodyPr/>
          <a:p>
            <a:pPr marL="342900" indent="-342900">
              <a:lnSpc>
                <a:spcPct val="130000"/>
              </a:lnSpc>
              <a:spcBef>
                <a:spcPct val="20000"/>
              </a:spcBef>
              <a:buClr>
                <a:schemeClr val="hlink"/>
              </a:buClr>
              <a:buFont typeface="Wingdings" panose="05000000000000000000" pitchFamily="2" charset="2"/>
              <a:buChar char="v"/>
            </a:pPr>
            <a:r>
              <a:rPr lang="en-US" altLang="zh-CN" sz="3200" dirty="0">
                <a:solidFill>
                  <a:schemeClr val="tx2"/>
                </a:solidFill>
                <a:latin typeface="Times New Roman" panose="02020603050405020304" pitchFamily="18" charset="0"/>
                <a:ea typeface="黑体" panose="02010609060101010101" pitchFamily="49" charset="-122"/>
              </a:rPr>
              <a:t>b.c</a:t>
            </a:r>
            <a:endParaRPr lang="en-US" altLang="zh-CN" sz="3200" dirty="0">
              <a:solidFill>
                <a:schemeClr val="tx2"/>
              </a:solidFill>
              <a:latin typeface="Times New Roman" panose="02020603050405020304" pitchFamily="18" charset="0"/>
              <a:ea typeface="黑体" panose="02010609060101010101" pitchFamily="49" charset="-122"/>
            </a:endParaRPr>
          </a:p>
          <a:p>
            <a:pPr marL="742950" lvl="1" indent="-285750" eaLnBrk="1" hangingPunct="1">
              <a:spcBef>
                <a:spcPct val="20000"/>
              </a:spcBef>
              <a:buClr>
                <a:schemeClr val="accent2"/>
              </a:buClr>
              <a:buFont typeface="Wingdings" panose="05000000000000000000" pitchFamily="2" charset="2"/>
              <a:buChar char="n"/>
            </a:pPr>
            <a:r>
              <a:rPr lang="en-US" altLang="zh-CN" dirty="0">
                <a:latin typeface="Times New Roman" panose="02020603050405020304" pitchFamily="18" charset="0"/>
                <a:ea typeface="黑体" panose="02010609060101010101" pitchFamily="49" charset="-122"/>
              </a:rPr>
              <a:t>extern int x;</a:t>
            </a:r>
            <a:endParaRPr lang="en-US" altLang="zh-CN" dirty="0">
              <a:latin typeface="Times New Roman" panose="02020603050405020304" pitchFamily="18" charset="0"/>
              <a:ea typeface="黑体" panose="02010609060101010101" pitchFamily="49" charset="-122"/>
            </a:endParaRPr>
          </a:p>
          <a:p>
            <a:pPr marL="742950" lvl="1" indent="-285750" eaLnBrk="1" hangingPunct="1">
              <a:spcBef>
                <a:spcPct val="20000"/>
              </a:spcBef>
              <a:buClr>
                <a:schemeClr val="accent2"/>
              </a:buClr>
              <a:buFont typeface="Wingdings" panose="05000000000000000000" pitchFamily="2" charset="2"/>
              <a:buChar char="n"/>
            </a:pPr>
            <a:endParaRPr lang="en-US" altLang="zh-CN" dirty="0">
              <a:latin typeface="Times New Roman" panose="02020603050405020304" pitchFamily="18" charset="0"/>
              <a:ea typeface="黑体" panose="02010609060101010101" pitchFamily="49" charset="-122"/>
            </a:endParaRPr>
          </a:p>
          <a:p>
            <a:pPr marL="742950" lvl="1" indent="-285750" eaLnBrk="1" hangingPunct="1">
              <a:spcBef>
                <a:spcPct val="20000"/>
              </a:spcBef>
              <a:buClr>
                <a:schemeClr val="accent2"/>
              </a:buClr>
              <a:buFont typeface="Wingdings" panose="05000000000000000000" pitchFamily="2" charset="2"/>
              <a:buChar char="n"/>
            </a:pPr>
            <a:r>
              <a:rPr lang="en-US" altLang="zh-CN" dirty="0">
                <a:latin typeface="Times New Roman" panose="02020603050405020304" pitchFamily="18" charset="0"/>
                <a:ea typeface="黑体" panose="02010609060101010101" pitchFamily="49" charset="-122"/>
              </a:rPr>
              <a:t>void b()</a:t>
            </a:r>
            <a:endParaRPr lang="en-US" altLang="zh-CN" dirty="0">
              <a:latin typeface="Times New Roman" panose="02020603050405020304" pitchFamily="18" charset="0"/>
              <a:ea typeface="黑体" panose="02010609060101010101" pitchFamily="49" charset="-122"/>
            </a:endParaRPr>
          </a:p>
          <a:p>
            <a:pPr marL="742950" lvl="1" indent="-285750" eaLnBrk="1" hangingPunct="1">
              <a:spcBef>
                <a:spcPct val="20000"/>
              </a:spcBef>
              <a:buClr>
                <a:schemeClr val="accent2"/>
              </a:buClr>
              <a:buFont typeface="Wingdings" panose="05000000000000000000" pitchFamily="2" charset="2"/>
              <a:buChar char="n"/>
            </a:pPr>
            <a:r>
              <a:rPr lang="en-US" altLang="zh-CN" dirty="0">
                <a:latin typeface="Times New Roman" panose="02020603050405020304" pitchFamily="18" charset="0"/>
                <a:ea typeface="黑体" panose="02010609060101010101" pitchFamily="49" charset="-122"/>
              </a:rPr>
              <a:t>{</a:t>
            </a:r>
            <a:endParaRPr lang="en-US" altLang="zh-CN" dirty="0">
              <a:latin typeface="Times New Roman" panose="02020603050405020304" pitchFamily="18" charset="0"/>
              <a:ea typeface="黑体" panose="02010609060101010101" pitchFamily="49" charset="-122"/>
            </a:endParaRPr>
          </a:p>
          <a:p>
            <a:pPr marL="742950" lvl="1" indent="-285750" eaLnBrk="1" hangingPunct="1">
              <a:spcBef>
                <a:spcPct val="20000"/>
              </a:spcBef>
              <a:buClr>
                <a:schemeClr val="accent2"/>
              </a:buClr>
              <a:buFont typeface="Wingdings" panose="05000000000000000000" pitchFamily="2" charset="2"/>
              <a:buChar char="n"/>
            </a:pPr>
            <a:r>
              <a:rPr lang="en-US" altLang="zh-CN" dirty="0">
                <a:solidFill>
                  <a:srgbClr val="FF0000"/>
                </a:solidFill>
                <a:latin typeface="Times New Roman" panose="02020603050405020304" pitchFamily="18" charset="0"/>
                <a:ea typeface="黑体" panose="02010609060101010101" pitchFamily="49" charset="-122"/>
              </a:rPr>
              <a:t>  x = 22;</a:t>
            </a:r>
            <a:endParaRPr lang="en-US" altLang="zh-CN" dirty="0">
              <a:solidFill>
                <a:srgbClr val="FF0000"/>
              </a:solidFill>
              <a:latin typeface="Times New Roman" panose="02020603050405020304" pitchFamily="18" charset="0"/>
              <a:ea typeface="黑体" panose="02010609060101010101" pitchFamily="49" charset="-122"/>
            </a:endParaRPr>
          </a:p>
          <a:p>
            <a:pPr marL="742950" lvl="1" indent="-285750" eaLnBrk="1" hangingPunct="1">
              <a:spcBef>
                <a:spcPct val="20000"/>
              </a:spcBef>
              <a:buClr>
                <a:schemeClr val="accent2"/>
              </a:buClr>
              <a:buFont typeface="Wingdings" panose="05000000000000000000" pitchFamily="2" charset="2"/>
              <a:buChar char="n"/>
            </a:pPr>
            <a:r>
              <a:rPr lang="en-US" altLang="zh-CN" dirty="0">
                <a:latin typeface="Times New Roman" panose="02020603050405020304" pitchFamily="18" charset="0"/>
                <a:ea typeface="黑体" panose="02010609060101010101" pitchFamily="49" charset="-122"/>
              </a:rPr>
              <a:t>  printf("In b function !\n");</a:t>
            </a:r>
            <a:endParaRPr lang="en-US" altLang="zh-CN" dirty="0">
              <a:latin typeface="Times New Roman" panose="02020603050405020304" pitchFamily="18" charset="0"/>
              <a:ea typeface="黑体" panose="02010609060101010101" pitchFamily="49" charset="-122"/>
            </a:endParaRPr>
          </a:p>
          <a:p>
            <a:pPr marL="742950" lvl="1" indent="-285750" eaLnBrk="1" hangingPunct="1">
              <a:spcBef>
                <a:spcPct val="20000"/>
              </a:spcBef>
              <a:buClr>
                <a:schemeClr val="accent2"/>
              </a:buClr>
              <a:buFont typeface="Wingdings" panose="05000000000000000000" pitchFamily="2" charset="2"/>
              <a:buChar char="n"/>
            </a:pPr>
            <a:r>
              <a:rPr lang="en-US" altLang="zh-CN" dirty="0">
                <a:latin typeface="Times New Roman" panose="02020603050405020304" pitchFamily="18" charset="0"/>
                <a:ea typeface="黑体" panose="02010609060101010101" pitchFamily="49" charset="-122"/>
              </a:rPr>
              <a:t>}</a:t>
            </a:r>
            <a:endParaRPr lang="en-US" altLang="zh-CN" dirty="0">
              <a:latin typeface="Times New Roman" panose="02020603050405020304" pitchFamily="18" charset="0"/>
              <a:ea typeface="黑体" panose="02010609060101010101" pitchFamily="49" charset="-122"/>
            </a:endParaRPr>
          </a:p>
        </p:txBody>
      </p:sp>
      <p:sp>
        <p:nvSpPr>
          <p:cNvPr id="59397" name="AutoShape 6"/>
          <p:cNvSpPr/>
          <p:nvPr/>
        </p:nvSpPr>
        <p:spPr>
          <a:xfrm rot="-1378590">
            <a:off x="1717675" y="3651250"/>
            <a:ext cx="3532188" cy="414338"/>
          </a:xfrm>
          <a:prstGeom prst="rightArrow">
            <a:avLst>
              <a:gd name="adj1" fmla="val 50000"/>
              <a:gd name="adj2" fmla="val 213122"/>
            </a:avLst>
          </a:prstGeom>
          <a:solidFill>
            <a:schemeClr val="accent1"/>
          </a:solidFill>
          <a:ln w="9525" cap="flat" cmpd="sng">
            <a:solidFill>
              <a:schemeClr val="tx1"/>
            </a:solidFill>
            <a:prstDash val="solid"/>
            <a:miter/>
            <a:headEnd type="none" w="med" len="med"/>
            <a:tailEnd type="none" w="med" len="med"/>
          </a:ln>
        </p:spPr>
        <p:txBody>
          <a:bodyPr wrap="none" anchor="ctr" anchorCtr="0"/>
          <a:p>
            <a:r>
              <a:rPr lang="zh-CN" altLang="en-US" dirty="0">
                <a:solidFill>
                  <a:srgbClr val="0000FF"/>
                </a:solidFill>
                <a:latin typeface="Times New Roman" panose="02020603050405020304" pitchFamily="18" charset="0"/>
                <a:ea typeface="楷体_GB2312" pitchFamily="49" charset="-122"/>
              </a:rPr>
              <a:t>调用</a:t>
            </a:r>
            <a:endParaRPr lang="zh-CN" altLang="en-US" dirty="0">
              <a:solidFill>
                <a:srgbClr val="0000FF"/>
              </a:solidFill>
              <a:latin typeface="Times New Roman" panose="02020603050405020304" pitchFamily="18" charset="0"/>
              <a:ea typeface="楷体_GB2312" pitchFamily="49" charset="-122"/>
            </a:endParaRPr>
          </a:p>
        </p:txBody>
      </p:sp>
      <p:sp>
        <p:nvSpPr>
          <p:cNvPr id="54278" name="AutoShape 7"/>
          <p:cNvSpPr/>
          <p:nvPr/>
        </p:nvSpPr>
        <p:spPr>
          <a:xfrm rot="-9733545">
            <a:off x="2343150" y="3287713"/>
            <a:ext cx="2833688" cy="360362"/>
          </a:xfrm>
          <a:prstGeom prst="rightArrow">
            <a:avLst>
              <a:gd name="adj1" fmla="val 50000"/>
              <a:gd name="adj2" fmla="val 196586"/>
            </a:avLst>
          </a:prstGeom>
          <a:solidFill>
            <a:schemeClr val="accent1"/>
          </a:solidFill>
          <a:ln w="9525" cap="flat" cmpd="sng">
            <a:solidFill>
              <a:schemeClr val="tx1"/>
            </a:solidFill>
            <a:prstDash val="solid"/>
            <a:miter/>
            <a:headEnd type="none" w="med" len="med"/>
            <a:tailEnd type="none" w="med" len="med"/>
          </a:ln>
        </p:spPr>
        <p:txBody>
          <a:bodyPr rot="10800000" wrap="none" anchor="ctr" anchorCtr="0"/>
          <a:p>
            <a:r>
              <a:rPr lang="zh-CN" altLang="en-US" dirty="0">
                <a:solidFill>
                  <a:srgbClr val="0000FF"/>
                </a:solidFill>
                <a:latin typeface="Times New Roman" panose="02020603050405020304" pitchFamily="18" charset="0"/>
                <a:ea typeface="楷体_GB2312" pitchFamily="49" charset="-122"/>
              </a:rPr>
              <a:t>引用</a:t>
            </a:r>
            <a:endParaRPr lang="zh-CN" altLang="en-US" dirty="0">
              <a:solidFill>
                <a:srgbClr val="0000FF"/>
              </a:solidFill>
              <a:latin typeface="Times New Roman" panose="02020603050405020304" pitchFamily="18" charset="0"/>
              <a:ea typeface="楷体_GB2312"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59397"/>
                                        </p:tgtEl>
                                        <p:attrNameLst>
                                          <p:attrName>style.visibility</p:attrName>
                                        </p:attrNameLst>
                                      </p:cBhvr>
                                      <p:to>
                                        <p:strVal val="visible"/>
                                      </p:to>
                                    </p:set>
                                    <p:animEffect transition="in" filter="dissolve">
                                      <p:cBhvr>
                                        <p:cTn id="7" dur="1000"/>
                                        <p:tgtEl>
                                          <p:spTgt spid="59397"/>
                                        </p:tgtEl>
                                      </p:cBhvr>
                                    </p:animEffect>
                                  </p:childTnLst>
                                </p:cTn>
                              </p:par>
                            </p:childTnLst>
                          </p:cTn>
                        </p:par>
                      </p:childTnLst>
                    </p:cTn>
                  </p:par>
                  <p:par>
                    <p:cTn id="8" fill="hold">
                      <p:stCondLst>
                        <p:cond delay="indefinite"/>
                      </p:stCondLst>
                      <p:childTnLst>
                        <p:par>
                          <p:cTn id="9" fill="hold">
                            <p:stCondLst>
                              <p:cond delay="0"/>
                            </p:stCondLst>
                            <p:childTnLst>
                              <p:par>
                                <p:cTn id="10" presetID="1" presetClass="exit" presetSubtype="0" fill="hold" grpId="1" nodeType="clickEffect">
                                  <p:stCondLst>
                                    <p:cond delay="0"/>
                                  </p:stCondLst>
                                  <p:childTnLst>
                                    <p:set>
                                      <p:cBhvr>
                                        <p:cTn id="11" dur="1" fill="hold">
                                          <p:stCondLst>
                                            <p:cond delay="0"/>
                                          </p:stCondLst>
                                        </p:cTn>
                                        <p:tgtEl>
                                          <p:spTgt spid="59397"/>
                                        </p:tgtEl>
                                        <p:attrNameLst>
                                          <p:attrName>style.visibility</p:attrName>
                                        </p:attrNameLst>
                                      </p:cBhvr>
                                      <p:to>
                                        <p:strVal val="hidden"/>
                                      </p:to>
                                    </p:set>
                                  </p:childTnLst>
                                </p:cTn>
                              </p:par>
                            </p:childTnLst>
                          </p:cTn>
                        </p:par>
                      </p:childTnLst>
                    </p:cTn>
                  </p:par>
                  <p:par>
                    <p:cTn id="12" fill="hold">
                      <p:stCondLst>
                        <p:cond delay="indefinite"/>
                      </p:stCondLst>
                      <p:childTnLst>
                        <p:par>
                          <p:cTn id="13" fill="hold">
                            <p:stCondLst>
                              <p:cond delay="0"/>
                            </p:stCondLst>
                            <p:childTnLst>
                              <p:par>
                                <p:cTn id="14" presetID="9" presetClass="entr" presetSubtype="0" fill="hold" grpId="0" nodeType="clickEffect">
                                  <p:stCondLst>
                                    <p:cond delay="0"/>
                                  </p:stCondLst>
                                  <p:childTnLst>
                                    <p:set>
                                      <p:cBhvr>
                                        <p:cTn id="15" dur="1" fill="hold">
                                          <p:stCondLst>
                                            <p:cond delay="0"/>
                                          </p:stCondLst>
                                        </p:cTn>
                                        <p:tgtEl>
                                          <p:spTgt spid="54278"/>
                                        </p:tgtEl>
                                        <p:attrNameLst>
                                          <p:attrName>style.visibility</p:attrName>
                                        </p:attrNameLst>
                                      </p:cBhvr>
                                      <p:to>
                                        <p:strVal val="visible"/>
                                      </p:to>
                                    </p:set>
                                    <p:animEffect transition="in" filter="dissolve">
                                      <p:cBhvr>
                                        <p:cTn id="16" dur="1000"/>
                                        <p:tgtEl>
                                          <p:spTgt spid="54278"/>
                                        </p:tgtEl>
                                      </p:cBhvr>
                                    </p:animEffect>
                                  </p:childTnLst>
                                </p:cTn>
                              </p:par>
                            </p:childTnLst>
                          </p:cTn>
                        </p:par>
                      </p:childTnLst>
                    </p:cTn>
                  </p:par>
                  <p:par>
                    <p:cTn id="17" fill="hold">
                      <p:stCondLst>
                        <p:cond delay="indefinite"/>
                      </p:stCondLst>
                      <p:childTnLst>
                        <p:par>
                          <p:cTn id="18" fill="hold">
                            <p:stCondLst>
                              <p:cond delay="0"/>
                            </p:stCondLst>
                            <p:childTnLst>
                              <p:par>
                                <p:cTn id="19" presetID="1" presetClass="exit" presetSubtype="0" fill="hold" grpId="1" nodeType="clickEffect">
                                  <p:stCondLst>
                                    <p:cond delay="0"/>
                                  </p:stCondLst>
                                  <p:childTnLst>
                                    <p:set>
                                      <p:cBhvr>
                                        <p:cTn id="20" dur="1" fill="hold">
                                          <p:stCondLst>
                                            <p:cond delay="0"/>
                                          </p:stCondLst>
                                        </p:cTn>
                                        <p:tgtEl>
                                          <p:spTgt spid="54278"/>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9397" grpId="0" animBg="1"/>
      <p:bldP spid="59397" grpId="1" animBg="1"/>
      <p:bldP spid="54278" grpId="0" animBg="1"/>
      <p:bldP spid="54278" grpId="1" animBg="1"/>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5298" name="Rectangle 2"/>
          <p:cNvSpPr>
            <a:spLocks noGrp="1"/>
          </p:cNvSpPr>
          <p:nvPr>
            <p:ph type="title" idx="4294967295"/>
          </p:nvPr>
        </p:nvSpPr>
        <p:spPr>
          <a:xfrm>
            <a:off x="1828800" y="476250"/>
            <a:ext cx="7240588" cy="563563"/>
          </a:xfrm>
          <a:ln/>
        </p:spPr>
        <p:txBody>
          <a:bodyPr vert="horz" wrap="square" lIns="91440" tIns="45720" rIns="91440" bIns="45720" anchor="ctr" anchorCtr="0"/>
          <a:p>
            <a:pPr eaLnBrk="1" hangingPunct="1"/>
            <a:r>
              <a:rPr lang="en-US" altLang="zh-CN" sz="3200" dirty="0"/>
              <a:t>2</a:t>
            </a:r>
            <a:r>
              <a:rPr lang="zh-CN" altLang="en-US" sz="3200" dirty="0"/>
              <a:t>、逻辑地址与物理地址</a:t>
            </a:r>
            <a:endParaRPr lang="zh-CN" altLang="en-US" sz="3200" dirty="0"/>
          </a:p>
        </p:txBody>
      </p:sp>
      <p:sp>
        <p:nvSpPr>
          <p:cNvPr id="55299" name="Rectangle 3"/>
          <p:cNvSpPr>
            <a:spLocks noGrp="1"/>
          </p:cNvSpPr>
          <p:nvPr>
            <p:ph type="body" idx="4294967295"/>
          </p:nvPr>
        </p:nvSpPr>
        <p:spPr>
          <a:xfrm>
            <a:off x="1116013" y="1268413"/>
            <a:ext cx="7697787" cy="5281612"/>
          </a:xfrm>
          <a:ln/>
        </p:spPr>
        <p:txBody>
          <a:bodyPr vert="horz" wrap="square" lIns="91440" tIns="45720" rIns="91440" bIns="45720" anchor="t" anchorCtr="0"/>
          <a:p>
            <a:pPr eaLnBrk="1" hangingPunct="1">
              <a:lnSpc>
                <a:spcPct val="100000"/>
              </a:lnSpc>
            </a:pPr>
            <a:r>
              <a:rPr lang="zh-CN" altLang="en-US" sz="2800" dirty="0"/>
              <a:t>编译(</a:t>
            </a:r>
            <a:r>
              <a:rPr lang="en-US" altLang="zh-CN" sz="2800" dirty="0"/>
              <a:t>main.c</a:t>
            </a:r>
            <a:r>
              <a:rPr lang="en-US" altLang="zh-CN" sz="2800" dirty="0">
                <a:sym typeface="Wingdings" panose="05000000000000000000" pitchFamily="2" charset="2"/>
              </a:rPr>
              <a:t>main.o</a:t>
            </a:r>
            <a:r>
              <a:rPr lang="en-US" altLang="zh-CN" sz="2800" dirty="0"/>
              <a:t>)</a:t>
            </a:r>
            <a:endParaRPr lang="en-US" altLang="zh-CN" sz="2800" dirty="0"/>
          </a:p>
          <a:p>
            <a:pPr lvl="1" eaLnBrk="1" hangingPunct="1">
              <a:lnSpc>
                <a:spcPct val="80000"/>
              </a:lnSpc>
            </a:pPr>
            <a:r>
              <a:rPr lang="en-US" altLang="zh-CN" sz="1800" dirty="0"/>
              <a:t>Disassembly of section .text:</a:t>
            </a:r>
            <a:endParaRPr lang="zh-CN" altLang="en-US" sz="1800" dirty="0"/>
          </a:p>
          <a:p>
            <a:pPr lvl="1" eaLnBrk="1" hangingPunct="1">
              <a:lnSpc>
                <a:spcPct val="80000"/>
              </a:lnSpc>
            </a:pPr>
            <a:r>
              <a:rPr lang="zh-CN" altLang="en-US" sz="1800" dirty="0">
                <a:solidFill>
                  <a:srgbClr val="FF0000"/>
                </a:solidFill>
              </a:rPr>
              <a:t>00000000 &lt;</a:t>
            </a:r>
            <a:r>
              <a:rPr lang="en-US" altLang="zh-CN" sz="1800" dirty="0">
                <a:solidFill>
                  <a:srgbClr val="FF0000"/>
                </a:solidFill>
              </a:rPr>
              <a:t>main&gt;:</a:t>
            </a:r>
            <a:endParaRPr lang="en-US" altLang="zh-CN" sz="1800" dirty="0">
              <a:solidFill>
                <a:srgbClr val="FF0000"/>
              </a:solidFill>
            </a:endParaRPr>
          </a:p>
          <a:p>
            <a:pPr lvl="1" eaLnBrk="1" hangingPunct="1">
              <a:lnSpc>
                <a:spcPct val="80000"/>
              </a:lnSpc>
            </a:pPr>
            <a:endParaRPr lang="en-US" altLang="zh-CN" sz="1800" dirty="0"/>
          </a:p>
          <a:p>
            <a:pPr lvl="1" eaLnBrk="1" hangingPunct="1">
              <a:lnSpc>
                <a:spcPct val="80000"/>
              </a:lnSpc>
            </a:pPr>
            <a:r>
              <a:rPr lang="en-US" altLang="zh-CN" sz="1800" dirty="0"/>
              <a:t>int x = 11;</a:t>
            </a:r>
            <a:endParaRPr lang="en-US" altLang="zh-CN" sz="1800" dirty="0"/>
          </a:p>
          <a:p>
            <a:pPr lvl="1" eaLnBrk="1" hangingPunct="1">
              <a:lnSpc>
                <a:spcPct val="80000"/>
              </a:lnSpc>
            </a:pPr>
            <a:endParaRPr lang="en-US" altLang="zh-CN" sz="1800" dirty="0"/>
          </a:p>
          <a:p>
            <a:pPr lvl="1" eaLnBrk="1" hangingPunct="1">
              <a:lnSpc>
                <a:spcPct val="80000"/>
              </a:lnSpc>
            </a:pPr>
            <a:r>
              <a:rPr lang="en-US" altLang="zh-CN" sz="1800" dirty="0"/>
              <a:t>int main(void)</a:t>
            </a:r>
            <a:endParaRPr lang="en-US" altLang="zh-CN" sz="1800" dirty="0"/>
          </a:p>
          <a:p>
            <a:pPr lvl="1" eaLnBrk="1" hangingPunct="1">
              <a:lnSpc>
                <a:spcPct val="80000"/>
              </a:lnSpc>
            </a:pPr>
            <a:r>
              <a:rPr lang="en-US" altLang="zh-CN" sz="1800" dirty="0"/>
              <a:t>{</a:t>
            </a:r>
            <a:endParaRPr lang="en-US" altLang="zh-CN" sz="1800" dirty="0"/>
          </a:p>
          <a:p>
            <a:pPr lvl="1" eaLnBrk="1" hangingPunct="1">
              <a:lnSpc>
                <a:spcPct val="80000"/>
              </a:lnSpc>
            </a:pPr>
            <a:r>
              <a:rPr lang="en-US" altLang="zh-CN" sz="1800" dirty="0"/>
              <a:t>  ……</a:t>
            </a:r>
            <a:endParaRPr lang="en-US" altLang="zh-CN" sz="1800" dirty="0"/>
          </a:p>
          <a:p>
            <a:pPr lvl="1" eaLnBrk="1" hangingPunct="1">
              <a:lnSpc>
                <a:spcPct val="80000"/>
              </a:lnSpc>
            </a:pPr>
            <a:r>
              <a:rPr lang="en-US" altLang="zh-CN" sz="1800" dirty="0"/>
              <a:t>  e:	29 c4                		sub    %eax,%esp</a:t>
            </a:r>
            <a:endParaRPr lang="en-US" altLang="zh-CN" sz="1800" dirty="0"/>
          </a:p>
          <a:p>
            <a:pPr lvl="1" eaLnBrk="1" hangingPunct="1">
              <a:lnSpc>
                <a:spcPct val="80000"/>
              </a:lnSpc>
            </a:pPr>
            <a:r>
              <a:rPr lang="en-US" altLang="zh-CN" sz="1800" dirty="0"/>
              <a:t>	         </a:t>
            </a:r>
            <a:r>
              <a:rPr lang="en-US" altLang="zh-CN" sz="1800" dirty="0">
                <a:solidFill>
                  <a:srgbClr val="FF0000"/>
                </a:solidFill>
              </a:rPr>
              <a:t>b();</a:t>
            </a:r>
            <a:endParaRPr lang="en-US" altLang="zh-CN" sz="1800" dirty="0">
              <a:solidFill>
                <a:srgbClr val="FF0000"/>
              </a:solidFill>
            </a:endParaRPr>
          </a:p>
          <a:p>
            <a:pPr lvl="1" eaLnBrk="1" hangingPunct="1">
              <a:lnSpc>
                <a:spcPct val="80000"/>
              </a:lnSpc>
            </a:pPr>
            <a:r>
              <a:rPr lang="en-US" altLang="zh-CN" sz="1800" dirty="0"/>
              <a:t>  </a:t>
            </a:r>
            <a:r>
              <a:rPr lang="en-US" altLang="zh-CN" sz="1800" dirty="0">
                <a:solidFill>
                  <a:srgbClr val="FF0000"/>
                </a:solidFill>
              </a:rPr>
              <a:t>10:	e8 fc ff ff ff       		call   11 &lt;main+0x11&gt;</a:t>
            </a:r>
            <a:endParaRPr lang="en-US" altLang="zh-CN" sz="1800" dirty="0">
              <a:solidFill>
                <a:srgbClr val="FF0000"/>
              </a:solidFill>
            </a:endParaRPr>
          </a:p>
          <a:p>
            <a:pPr lvl="1" eaLnBrk="1" hangingPunct="1">
              <a:lnSpc>
                <a:spcPct val="80000"/>
              </a:lnSpc>
            </a:pPr>
            <a:r>
              <a:rPr lang="en-US" altLang="zh-CN" sz="1800" dirty="0"/>
              <a:t>	……</a:t>
            </a:r>
            <a:endParaRPr lang="en-US" altLang="zh-CN" sz="1800" dirty="0"/>
          </a:p>
          <a:p>
            <a:pPr lvl="1" eaLnBrk="1" hangingPunct="1">
              <a:lnSpc>
                <a:spcPct val="80000"/>
              </a:lnSpc>
            </a:pPr>
            <a:r>
              <a:rPr lang="en-US" altLang="zh-CN" sz="1800" dirty="0"/>
              <a:t>}</a:t>
            </a:r>
            <a:endParaRPr lang="en-US" altLang="zh-CN" sz="1800" dirty="0"/>
          </a:p>
          <a:p>
            <a:pPr lvl="1" eaLnBrk="1" hangingPunct="1">
              <a:lnSpc>
                <a:spcPct val="80000"/>
              </a:lnSpc>
            </a:pPr>
            <a:endParaRPr lang="en-US" altLang="zh-CN" sz="1800" dirty="0"/>
          </a:p>
          <a:p>
            <a:pPr lvl="1" eaLnBrk="1" hangingPunct="1">
              <a:lnSpc>
                <a:spcPct val="80000"/>
              </a:lnSpc>
            </a:pPr>
            <a:r>
              <a:rPr lang="en-US" altLang="zh-CN" sz="1800" dirty="0"/>
              <a:t>00000000 &lt;x&gt;:</a:t>
            </a:r>
            <a:endParaRPr lang="en-US" altLang="zh-CN" sz="1800" dirty="0"/>
          </a:p>
          <a:p>
            <a:pPr lvl="1" eaLnBrk="1" hangingPunct="1"/>
            <a:r>
              <a:rPr lang="en-US" altLang="zh-CN" sz="1800" dirty="0"/>
              <a:t> 0:   0b 00                   or     (%eax),%eax</a:t>
            </a:r>
            <a:endParaRPr lang="en-US" altLang="zh-CN" sz="1800" dirty="0"/>
          </a:p>
          <a:p>
            <a:pPr lvl="1" eaLnBrk="1" hangingPunct="1">
              <a:lnSpc>
                <a:spcPct val="80000"/>
              </a:lnSpc>
            </a:pPr>
            <a:endParaRPr lang="en-US" altLang="zh-CN" sz="1800" dirty="0"/>
          </a:p>
        </p:txBody>
      </p:sp>
      <p:sp>
        <p:nvSpPr>
          <p:cNvPr id="61444" name="AutoShape 4" descr="现象1：对于每一个.C文件，都会生成一个.o中间目标文件，同时其起始地址都是从0开始的。"/>
          <p:cNvSpPr/>
          <p:nvPr/>
        </p:nvSpPr>
        <p:spPr>
          <a:xfrm>
            <a:off x="5564188" y="1371600"/>
            <a:ext cx="3046412" cy="1065213"/>
          </a:xfrm>
          <a:prstGeom prst="wedgeRoundRectCallout">
            <a:avLst>
              <a:gd name="adj1" fmla="val -103421"/>
              <a:gd name="adj2" fmla="val 22898"/>
              <a:gd name="adj3" fmla="val 16667"/>
            </a:avLst>
          </a:prstGeom>
          <a:solidFill>
            <a:schemeClr val="accent1"/>
          </a:solidFill>
          <a:ln w="9525" cap="flat" cmpd="sng">
            <a:solidFill>
              <a:schemeClr val="tx1"/>
            </a:solidFill>
            <a:prstDash val="solid"/>
            <a:miter/>
            <a:headEnd type="none" w="med" len="med"/>
            <a:tailEnd type="none" w="med" len="med"/>
          </a:ln>
        </p:spPr>
        <p:txBody>
          <a:bodyPr/>
          <a:p>
            <a:r>
              <a:rPr lang="zh-CN" altLang="en-US" sz="1600" b="0" dirty="0">
                <a:solidFill>
                  <a:schemeClr val="tx2"/>
                </a:solidFill>
                <a:latin typeface="华文新魏" panose="02010800040101010101" pitchFamily="2" charset="-122"/>
                <a:ea typeface="华文新魏" panose="02010800040101010101" pitchFamily="2" charset="-122"/>
              </a:rPr>
              <a:t>对于每一个</a:t>
            </a:r>
            <a:r>
              <a:rPr lang="en-US" altLang="zh-CN" sz="1600" b="0" dirty="0">
                <a:solidFill>
                  <a:schemeClr val="tx2"/>
                </a:solidFill>
                <a:latin typeface="华文新魏" panose="02010800040101010101" pitchFamily="2" charset="-122"/>
                <a:ea typeface="华文新魏" panose="02010800040101010101" pitchFamily="2" charset="-122"/>
              </a:rPr>
              <a:t>.C</a:t>
            </a:r>
            <a:r>
              <a:rPr lang="zh-CN" altLang="en-US" sz="1600" b="0" dirty="0">
                <a:solidFill>
                  <a:schemeClr val="tx2"/>
                </a:solidFill>
                <a:latin typeface="华文新魏" panose="02010800040101010101" pitchFamily="2" charset="-122"/>
                <a:ea typeface="华文新魏" panose="02010800040101010101" pitchFamily="2" charset="-122"/>
              </a:rPr>
              <a:t>文件，都会生成一个</a:t>
            </a:r>
            <a:r>
              <a:rPr lang="en-US" altLang="zh-CN" sz="1600" b="0" dirty="0">
                <a:solidFill>
                  <a:schemeClr val="tx2"/>
                </a:solidFill>
                <a:latin typeface="华文新魏" panose="02010800040101010101" pitchFamily="2" charset="-122"/>
                <a:ea typeface="华文新魏" panose="02010800040101010101" pitchFamily="2" charset="-122"/>
              </a:rPr>
              <a:t>.o</a:t>
            </a:r>
            <a:r>
              <a:rPr lang="zh-CN" altLang="en-US" sz="1600" b="0" dirty="0">
                <a:solidFill>
                  <a:schemeClr val="tx2"/>
                </a:solidFill>
                <a:latin typeface="华文新魏" panose="02010800040101010101" pitchFamily="2" charset="-122"/>
                <a:ea typeface="华文新魏" panose="02010800040101010101" pitchFamily="2" charset="-122"/>
              </a:rPr>
              <a:t>中间目标文件，同时其</a:t>
            </a:r>
            <a:r>
              <a:rPr lang="zh-CN" altLang="en-US" sz="1600" b="0" dirty="0">
                <a:solidFill>
                  <a:srgbClr val="FF3300"/>
                </a:solidFill>
                <a:latin typeface="华文新魏" panose="02010800040101010101" pitchFamily="2" charset="-122"/>
                <a:ea typeface="华文新魏" panose="02010800040101010101" pitchFamily="2" charset="-122"/>
              </a:rPr>
              <a:t>起始地址</a:t>
            </a:r>
            <a:r>
              <a:rPr lang="zh-CN" altLang="en-US" sz="1600" b="0" dirty="0">
                <a:solidFill>
                  <a:schemeClr val="tx2"/>
                </a:solidFill>
                <a:latin typeface="华文新魏" panose="02010800040101010101" pitchFamily="2" charset="-122"/>
                <a:ea typeface="华文新魏" panose="02010800040101010101" pitchFamily="2" charset="-122"/>
              </a:rPr>
              <a:t>都是从</a:t>
            </a:r>
            <a:r>
              <a:rPr lang="en-US" altLang="zh-CN" sz="1600" b="0" dirty="0">
                <a:solidFill>
                  <a:schemeClr val="tx2"/>
                </a:solidFill>
                <a:latin typeface="华文新魏" panose="02010800040101010101" pitchFamily="2" charset="-122"/>
                <a:ea typeface="华文新魏" panose="02010800040101010101" pitchFamily="2" charset="-122"/>
              </a:rPr>
              <a:t>0</a:t>
            </a:r>
            <a:r>
              <a:rPr lang="zh-CN" altLang="en-US" sz="1600" b="0" dirty="0">
                <a:solidFill>
                  <a:schemeClr val="tx2"/>
                </a:solidFill>
                <a:latin typeface="华文新魏" panose="02010800040101010101" pitchFamily="2" charset="-122"/>
                <a:ea typeface="华文新魏" panose="02010800040101010101" pitchFamily="2" charset="-122"/>
              </a:rPr>
              <a:t>开始的</a:t>
            </a:r>
            <a:endParaRPr lang="zh-CN" altLang="en-US" sz="1600" b="0" dirty="0">
              <a:solidFill>
                <a:schemeClr val="tx2"/>
              </a:solidFill>
              <a:latin typeface="华文新魏" panose="02010800040101010101" pitchFamily="2" charset="-122"/>
              <a:ea typeface="华文新魏" panose="02010800040101010101" pitchFamily="2" charset="-122"/>
            </a:endParaRPr>
          </a:p>
        </p:txBody>
      </p:sp>
      <p:sp>
        <p:nvSpPr>
          <p:cNvPr id="61445" name="AutoShape 5"/>
          <p:cNvSpPr/>
          <p:nvPr/>
        </p:nvSpPr>
        <p:spPr>
          <a:xfrm>
            <a:off x="4267200" y="3351213"/>
            <a:ext cx="1914525" cy="457200"/>
          </a:xfrm>
          <a:prstGeom prst="wedgeRoundRectCallout">
            <a:avLst>
              <a:gd name="adj1" fmla="val 67343"/>
              <a:gd name="adj2" fmla="val 213542"/>
              <a:gd name="adj3" fmla="val 16667"/>
            </a:avLst>
          </a:prstGeom>
          <a:solidFill>
            <a:schemeClr val="accent1"/>
          </a:solidFill>
          <a:ln w="9525" cap="flat" cmpd="sng">
            <a:solidFill>
              <a:schemeClr val="tx1"/>
            </a:solidFill>
            <a:prstDash val="solid"/>
            <a:miter/>
            <a:headEnd type="none" w="med" len="med"/>
            <a:tailEnd type="none" w="med" len="med"/>
          </a:ln>
        </p:spPr>
        <p:txBody>
          <a:bodyPr/>
          <a:p>
            <a:pPr fontAlgn="ctr"/>
            <a:r>
              <a:rPr lang="en-US" altLang="zh-CN" sz="1400" b="0" dirty="0">
                <a:solidFill>
                  <a:schemeClr val="tx2"/>
                </a:solidFill>
                <a:latin typeface="华文新魏" panose="02010800040101010101" pitchFamily="2" charset="-122"/>
                <a:ea typeface="华文新魏" panose="02010800040101010101" pitchFamily="2" charset="-122"/>
              </a:rPr>
              <a:t>b( )</a:t>
            </a:r>
            <a:r>
              <a:rPr lang="zh-CN" altLang="en-US" sz="1400" b="0" dirty="0">
                <a:solidFill>
                  <a:schemeClr val="tx2"/>
                </a:solidFill>
                <a:latin typeface="华文新魏" panose="02010800040101010101" pitchFamily="2" charset="-122"/>
                <a:ea typeface="华文新魏" panose="02010800040101010101" pitchFamily="2" charset="-122"/>
              </a:rPr>
              <a:t>的地址未知！</a:t>
            </a:r>
            <a:endParaRPr lang="zh-CN" altLang="en-US" sz="1400" b="0" dirty="0">
              <a:solidFill>
                <a:schemeClr val="tx2"/>
              </a:solidFill>
              <a:latin typeface="华文新魏" panose="02010800040101010101" pitchFamily="2" charset="-122"/>
              <a:ea typeface="华文新魏" panose="0201080004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61444"/>
                                        </p:tgtEl>
                                        <p:attrNameLst>
                                          <p:attrName>style.visibility</p:attrName>
                                        </p:attrNameLst>
                                      </p:cBhvr>
                                      <p:to>
                                        <p:strVal val="visible"/>
                                      </p:to>
                                    </p:set>
                                    <p:animEffect transition="in" filter="dissolve">
                                      <p:cBhvr>
                                        <p:cTn id="7" dur="500"/>
                                        <p:tgtEl>
                                          <p:spTgt spid="61444"/>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61445"/>
                                        </p:tgtEl>
                                        <p:attrNameLst>
                                          <p:attrName>style.visibility</p:attrName>
                                        </p:attrNameLst>
                                      </p:cBhvr>
                                      <p:to>
                                        <p:strVal val="visible"/>
                                      </p:to>
                                    </p:set>
                                    <p:animEffect transition="in" filter="dissolve">
                                      <p:cBhvr>
                                        <p:cTn id="12" dur="500"/>
                                        <p:tgtEl>
                                          <p:spTgt spid="6144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1444" grpId="0" animBg="1"/>
      <p:bldP spid="61445" grpId="0" animBg="1"/>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6322" name="Rectangle 2"/>
          <p:cNvSpPr>
            <a:spLocks noGrp="1"/>
          </p:cNvSpPr>
          <p:nvPr>
            <p:ph type="title"/>
          </p:nvPr>
        </p:nvSpPr>
        <p:spPr>
          <a:xfrm>
            <a:off x="1295400" y="381000"/>
            <a:ext cx="6707188" cy="660400"/>
          </a:xfrm>
          <a:ln/>
        </p:spPr>
        <p:txBody>
          <a:bodyPr vert="horz" wrap="square" lIns="91440" tIns="45720" rIns="91440" bIns="45720" anchor="ctr" anchorCtr="0"/>
          <a:p>
            <a:r>
              <a:rPr lang="zh-CN" altLang="en-US" dirty="0"/>
              <a:t>逻辑地址、物理地址</a:t>
            </a:r>
            <a:endParaRPr lang="zh-CN" altLang="en-US" dirty="0"/>
          </a:p>
        </p:txBody>
      </p:sp>
      <p:sp>
        <p:nvSpPr>
          <p:cNvPr id="63491" name="Rectangle 3"/>
          <p:cNvSpPr>
            <a:spLocks noGrp="1"/>
          </p:cNvSpPr>
          <p:nvPr>
            <p:ph idx="1"/>
          </p:nvPr>
        </p:nvSpPr>
        <p:spPr>
          <a:xfrm>
            <a:off x="306388" y="1370013"/>
            <a:ext cx="8685212" cy="4953000"/>
          </a:xfrm>
          <a:ln/>
        </p:spPr>
        <p:txBody>
          <a:bodyPr vert="horz" wrap="square" lIns="91440" tIns="45720" rIns="91440" bIns="45720" anchor="t" anchorCtr="0"/>
          <a:p>
            <a:pPr>
              <a:lnSpc>
                <a:spcPct val="130000"/>
              </a:lnSpc>
            </a:pPr>
            <a:r>
              <a:rPr lang="zh-CN" altLang="en-US" sz="2800" dirty="0">
                <a:solidFill>
                  <a:srgbClr val="01DF65"/>
                </a:solidFill>
              </a:rPr>
              <a:t>逻辑地址</a:t>
            </a:r>
            <a:r>
              <a:rPr lang="en-GB" altLang="en-US" sz="2800" dirty="0">
                <a:solidFill>
                  <a:srgbClr val="01DF65"/>
                </a:solidFill>
              </a:rPr>
              <a:t>Logical addresses</a:t>
            </a:r>
            <a:endParaRPr lang="en-GB" altLang="en-US" sz="2800" dirty="0">
              <a:solidFill>
                <a:srgbClr val="01DF65"/>
              </a:solidFill>
            </a:endParaRPr>
          </a:p>
          <a:p>
            <a:pPr lvl="1">
              <a:lnSpc>
                <a:spcPct val="130000"/>
              </a:lnSpc>
            </a:pPr>
            <a:r>
              <a:rPr lang="zh-CN" altLang="en-US" sz="2400" dirty="0"/>
              <a:t>程序装入内存之前使用的地址</a:t>
            </a:r>
            <a:endParaRPr lang="en-GB" altLang="en-US" sz="2400" dirty="0"/>
          </a:p>
          <a:p>
            <a:pPr lvl="1">
              <a:lnSpc>
                <a:spcPct val="130000"/>
              </a:lnSpc>
            </a:pPr>
            <a:r>
              <a:rPr lang="zh-CN" altLang="en-US" sz="2400" dirty="0"/>
              <a:t>是由编译器，汇编器和链接器等产生的</a:t>
            </a:r>
            <a:endParaRPr lang="en-GB" altLang="en-US" sz="2400" dirty="0"/>
          </a:p>
          <a:p>
            <a:pPr lvl="1">
              <a:lnSpc>
                <a:spcPct val="130000"/>
              </a:lnSpc>
            </a:pPr>
            <a:r>
              <a:rPr lang="zh-CN" altLang="en-US" sz="2400" dirty="0"/>
              <a:t>从</a:t>
            </a:r>
            <a:r>
              <a:rPr lang="en-GB" altLang="en-US" sz="2400" dirty="0"/>
              <a:t>0</a:t>
            </a:r>
            <a:r>
              <a:rPr lang="zh-CN" altLang="en-US" sz="2400" dirty="0"/>
              <a:t>到 </a:t>
            </a:r>
            <a:r>
              <a:rPr lang="en-GB" altLang="en-US" sz="2400" dirty="0"/>
              <a:t>N</a:t>
            </a:r>
            <a:r>
              <a:rPr lang="zh-CN" altLang="en-US" sz="2400" dirty="0"/>
              <a:t>的连续地址空间构成了程序的逻辑地址空间 </a:t>
            </a:r>
            <a:r>
              <a:rPr lang="en-GB" altLang="en-US" sz="2400" i="1" dirty="0">
                <a:solidFill>
                  <a:srgbClr val="01DF65"/>
                </a:solidFill>
              </a:rPr>
              <a:t>logical address space</a:t>
            </a:r>
            <a:endParaRPr lang="en-GB" altLang="en-US" sz="2400" dirty="0"/>
          </a:p>
          <a:p>
            <a:pPr>
              <a:lnSpc>
                <a:spcPct val="130000"/>
              </a:lnSpc>
            </a:pPr>
            <a:r>
              <a:rPr lang="zh-CN" altLang="en-US" sz="2800" dirty="0">
                <a:solidFill>
                  <a:srgbClr val="01DF65"/>
                </a:solidFill>
              </a:rPr>
              <a:t>物理地址</a:t>
            </a:r>
            <a:r>
              <a:rPr lang="en-GB" altLang="en-US" sz="2800" dirty="0">
                <a:solidFill>
                  <a:srgbClr val="01DF65"/>
                </a:solidFill>
              </a:rPr>
              <a:t>Physical addresses</a:t>
            </a:r>
            <a:r>
              <a:rPr lang="en-GB" altLang="en-US" sz="2800" dirty="0"/>
              <a:t> </a:t>
            </a:r>
            <a:endParaRPr lang="en-GB" altLang="en-US" sz="2800" dirty="0"/>
          </a:p>
          <a:p>
            <a:pPr lvl="1">
              <a:lnSpc>
                <a:spcPct val="130000"/>
              </a:lnSpc>
            </a:pPr>
            <a:r>
              <a:rPr lang="zh-CN" altLang="en-US" sz="2400" dirty="0"/>
              <a:t>内存以字节为单位编址，内存中各存储单元的地址，称为物理地址</a:t>
            </a:r>
            <a:endParaRPr lang="zh-CN" altLang="en-US" sz="2400" dirty="0"/>
          </a:p>
          <a:p>
            <a:pPr lvl="1">
              <a:lnSpc>
                <a:spcPct val="130000"/>
              </a:lnSpc>
            </a:pPr>
            <a:r>
              <a:rPr lang="zh-CN" altLang="en-US" sz="2400" dirty="0"/>
              <a:t>程序装入内存之后，需要进行逻辑地址向物理地址的转换</a:t>
            </a:r>
            <a:endParaRPr lang="en-GB" altLang="en-US" sz="24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32" fill="hold" grpId="0" nodeType="clickEffect">
                                  <p:stCondLst>
                                    <p:cond delay="0"/>
                                  </p:stCondLst>
                                  <p:childTnLst>
                                    <p:set>
                                      <p:cBhvr>
                                        <p:cTn id="6" dur="1" fill="hold">
                                          <p:stCondLst>
                                            <p:cond delay="0"/>
                                          </p:stCondLst>
                                        </p:cTn>
                                        <p:tgtEl>
                                          <p:spTgt spid="63491">
                                            <p:txEl>
                                              <p:charRg st="0" end="22"/>
                                            </p:txEl>
                                          </p:spTgt>
                                        </p:tgtEl>
                                        <p:attrNameLst>
                                          <p:attrName>style.visibility</p:attrName>
                                        </p:attrNameLst>
                                      </p:cBhvr>
                                      <p:to>
                                        <p:strVal val="visible"/>
                                      </p:to>
                                    </p:set>
                                    <p:animEffect transition="in" filter="box(out)">
                                      <p:cBhvr>
                                        <p:cTn id="7" dur="500"/>
                                        <p:tgtEl>
                                          <p:spTgt spid="63491">
                                            <p:txEl>
                                              <p:charRg st="0" end="22"/>
                                            </p:txEl>
                                          </p:spTgt>
                                        </p:tgtEl>
                                      </p:cBhvr>
                                    </p:animEffect>
                                  </p:childTnLst>
                                  <p:subTnLst>
                                    <p:audio>
                                      <p:cMediaNode>
                                        <p:cTn display="0" masterRel="sameClick">
                                          <p:stCondLst>
                                            <p:cond evt="begin" delay="0">
                                              <p:tn val="5"/>
                                            </p:cond>
                                          </p:stCondLst>
                                          <p:endCondLst>
                                            <p:cond evt="onStopAudio" delay="0">
                                              <p:tgtEl>
                                                <p:sldTgt/>
                                              </p:tgtEl>
                                            </p:cond>
                                          </p:endCondLst>
                                        </p:cTn>
                                        <p:tgtEl>
                                          <p:sndTgt r:embed="rId1" name="camera.wav"/>
                                        </p:tgtEl>
                                      </p:cMediaNode>
                                    </p:audio>
                                  </p:subTnLst>
                                </p:cTn>
                              </p:par>
                            </p:childTnLst>
                          </p:cTn>
                        </p:par>
                      </p:childTnLst>
                    </p:cTn>
                  </p:par>
                  <p:par>
                    <p:cTn id="8" fill="hold">
                      <p:stCondLst>
                        <p:cond delay="indefinite"/>
                      </p:stCondLst>
                      <p:childTnLst>
                        <p:par>
                          <p:cTn id="9" fill="hold">
                            <p:stCondLst>
                              <p:cond delay="0"/>
                            </p:stCondLst>
                            <p:childTnLst>
                              <p:par>
                                <p:cTn id="10" presetID="4" presetClass="entr" presetSubtype="32" fill="hold" grpId="0" nodeType="clickEffect">
                                  <p:stCondLst>
                                    <p:cond delay="0"/>
                                  </p:stCondLst>
                                  <p:childTnLst>
                                    <p:set>
                                      <p:cBhvr>
                                        <p:cTn id="11" dur="1" fill="hold">
                                          <p:stCondLst>
                                            <p:cond delay="0"/>
                                          </p:stCondLst>
                                        </p:cTn>
                                        <p:tgtEl>
                                          <p:spTgt spid="63491">
                                            <p:txEl>
                                              <p:charRg st="22" end="36"/>
                                            </p:txEl>
                                          </p:spTgt>
                                        </p:tgtEl>
                                        <p:attrNameLst>
                                          <p:attrName>style.visibility</p:attrName>
                                        </p:attrNameLst>
                                      </p:cBhvr>
                                      <p:to>
                                        <p:strVal val="visible"/>
                                      </p:to>
                                    </p:set>
                                    <p:animEffect transition="in" filter="box(out)">
                                      <p:cBhvr>
                                        <p:cTn id="12" dur="500"/>
                                        <p:tgtEl>
                                          <p:spTgt spid="63491">
                                            <p:txEl>
                                              <p:charRg st="22" end="36"/>
                                            </p:txEl>
                                          </p:spTgt>
                                        </p:tgtEl>
                                      </p:cBhvr>
                                    </p:animEffect>
                                  </p:childTnLst>
                                  <p:subTnLst>
                                    <p:audio>
                                      <p:cMediaNode>
                                        <p:cTn display="0" masterRel="sameClick">
                                          <p:stCondLst>
                                            <p:cond evt="begin" delay="0">
                                              <p:tn val="10"/>
                                            </p:cond>
                                          </p:stCondLst>
                                          <p:endCondLst>
                                            <p:cond evt="onStopAudio" delay="0">
                                              <p:tgtEl>
                                                <p:sldTgt/>
                                              </p:tgtEl>
                                            </p:cond>
                                          </p:endCondLst>
                                        </p:cTn>
                                        <p:tgtEl>
                                          <p:sndTgt r:embed="rId1" name="camera.wav"/>
                                        </p:tgtEl>
                                      </p:cMediaNode>
                                    </p:audio>
                                  </p:subTnLst>
                                </p:cTn>
                              </p:par>
                            </p:childTnLst>
                          </p:cTn>
                        </p:par>
                      </p:childTnLst>
                    </p:cTn>
                  </p:par>
                  <p:par>
                    <p:cTn id="13" fill="hold">
                      <p:stCondLst>
                        <p:cond delay="indefinite"/>
                      </p:stCondLst>
                      <p:childTnLst>
                        <p:par>
                          <p:cTn id="14" fill="hold">
                            <p:stCondLst>
                              <p:cond delay="0"/>
                            </p:stCondLst>
                            <p:childTnLst>
                              <p:par>
                                <p:cTn id="15" presetID="4" presetClass="entr" presetSubtype="32" fill="hold" grpId="0" nodeType="clickEffect">
                                  <p:stCondLst>
                                    <p:cond delay="0"/>
                                  </p:stCondLst>
                                  <p:childTnLst>
                                    <p:set>
                                      <p:cBhvr>
                                        <p:cTn id="16" dur="1" fill="hold">
                                          <p:stCondLst>
                                            <p:cond delay="0"/>
                                          </p:stCondLst>
                                        </p:cTn>
                                        <p:tgtEl>
                                          <p:spTgt spid="63491">
                                            <p:txEl>
                                              <p:charRg st="36" end="54"/>
                                            </p:txEl>
                                          </p:spTgt>
                                        </p:tgtEl>
                                        <p:attrNameLst>
                                          <p:attrName>style.visibility</p:attrName>
                                        </p:attrNameLst>
                                      </p:cBhvr>
                                      <p:to>
                                        <p:strVal val="visible"/>
                                      </p:to>
                                    </p:set>
                                    <p:animEffect transition="in" filter="box(out)">
                                      <p:cBhvr>
                                        <p:cTn id="17" dur="500"/>
                                        <p:tgtEl>
                                          <p:spTgt spid="63491">
                                            <p:txEl>
                                              <p:charRg st="36" end="54"/>
                                            </p:txEl>
                                          </p:spTgt>
                                        </p:tgtEl>
                                      </p:cBhvr>
                                    </p:animEffect>
                                  </p:childTnLst>
                                  <p:subTnLst>
                                    <p:audio>
                                      <p:cMediaNode>
                                        <p:cTn display="0" masterRel="sameClick">
                                          <p:stCondLst>
                                            <p:cond evt="begin" delay="0">
                                              <p:tn val="15"/>
                                            </p:cond>
                                          </p:stCondLst>
                                          <p:endCondLst>
                                            <p:cond evt="onStopAudio" delay="0">
                                              <p:tgtEl>
                                                <p:sldTgt/>
                                              </p:tgtEl>
                                            </p:cond>
                                          </p:endCondLst>
                                        </p:cTn>
                                        <p:tgtEl>
                                          <p:sndTgt r:embed="rId1" name="camera.wav"/>
                                        </p:tgtEl>
                                      </p:cMediaNode>
                                    </p:audio>
                                  </p:subTnLst>
                                </p:cTn>
                              </p:par>
                            </p:childTnLst>
                          </p:cTn>
                        </p:par>
                      </p:childTnLst>
                    </p:cTn>
                  </p:par>
                  <p:par>
                    <p:cTn id="18" fill="hold">
                      <p:stCondLst>
                        <p:cond delay="indefinite"/>
                      </p:stCondLst>
                      <p:childTnLst>
                        <p:par>
                          <p:cTn id="19" fill="hold">
                            <p:stCondLst>
                              <p:cond delay="0"/>
                            </p:stCondLst>
                            <p:childTnLst>
                              <p:par>
                                <p:cTn id="20" presetID="4" presetClass="entr" presetSubtype="32" fill="hold" grpId="0" nodeType="clickEffect">
                                  <p:stCondLst>
                                    <p:cond delay="0"/>
                                  </p:stCondLst>
                                  <p:childTnLst>
                                    <p:set>
                                      <p:cBhvr>
                                        <p:cTn id="21" dur="1" fill="hold">
                                          <p:stCondLst>
                                            <p:cond delay="0"/>
                                          </p:stCondLst>
                                        </p:cTn>
                                        <p:tgtEl>
                                          <p:spTgt spid="63491">
                                            <p:txEl>
                                              <p:charRg st="54" end="101"/>
                                            </p:txEl>
                                          </p:spTgt>
                                        </p:tgtEl>
                                        <p:attrNameLst>
                                          <p:attrName>style.visibility</p:attrName>
                                        </p:attrNameLst>
                                      </p:cBhvr>
                                      <p:to>
                                        <p:strVal val="visible"/>
                                      </p:to>
                                    </p:set>
                                    <p:animEffect transition="in" filter="box(out)">
                                      <p:cBhvr>
                                        <p:cTn id="22" dur="500"/>
                                        <p:tgtEl>
                                          <p:spTgt spid="63491">
                                            <p:txEl>
                                              <p:charRg st="54" end="101"/>
                                            </p:txEl>
                                          </p:spTgt>
                                        </p:tgtEl>
                                      </p:cBhvr>
                                    </p:animEffect>
                                  </p:childTnLst>
                                  <p:subTnLst>
                                    <p:audio>
                                      <p:cMediaNode>
                                        <p:cTn display="0" masterRel="sameClick">
                                          <p:stCondLst>
                                            <p:cond evt="begin" delay="0">
                                              <p:tn val="20"/>
                                            </p:cond>
                                          </p:stCondLst>
                                          <p:endCondLst>
                                            <p:cond evt="onStopAudio" delay="0">
                                              <p:tgtEl>
                                                <p:sldTgt/>
                                              </p:tgtEl>
                                            </p:cond>
                                          </p:endCondLst>
                                        </p:cTn>
                                        <p:tgtEl>
                                          <p:sndTgt r:embed="rId1" name="camera.wav"/>
                                        </p:tgtEl>
                                      </p:cMediaNode>
                                    </p:audio>
                                  </p:subTnLst>
                                </p:cTn>
                              </p:par>
                            </p:childTnLst>
                          </p:cTn>
                        </p:par>
                      </p:childTnLst>
                    </p:cTn>
                  </p:par>
                  <p:par>
                    <p:cTn id="23" fill="hold">
                      <p:stCondLst>
                        <p:cond delay="indefinite"/>
                      </p:stCondLst>
                      <p:childTnLst>
                        <p:par>
                          <p:cTn id="24" fill="hold">
                            <p:stCondLst>
                              <p:cond delay="0"/>
                            </p:stCondLst>
                            <p:childTnLst>
                              <p:par>
                                <p:cTn id="25" presetID="4" presetClass="entr" presetSubtype="32" fill="hold" grpId="0" nodeType="clickEffect">
                                  <p:stCondLst>
                                    <p:cond delay="0"/>
                                  </p:stCondLst>
                                  <p:childTnLst>
                                    <p:set>
                                      <p:cBhvr>
                                        <p:cTn id="26" dur="1" fill="hold">
                                          <p:stCondLst>
                                            <p:cond delay="0"/>
                                          </p:stCondLst>
                                        </p:cTn>
                                        <p:tgtEl>
                                          <p:spTgt spid="63491">
                                            <p:txEl>
                                              <p:charRg st="101" end="125"/>
                                            </p:txEl>
                                          </p:spTgt>
                                        </p:tgtEl>
                                        <p:attrNameLst>
                                          <p:attrName>style.visibility</p:attrName>
                                        </p:attrNameLst>
                                      </p:cBhvr>
                                      <p:to>
                                        <p:strVal val="visible"/>
                                      </p:to>
                                    </p:set>
                                    <p:animEffect transition="in" filter="box(out)">
                                      <p:cBhvr>
                                        <p:cTn id="27" dur="500"/>
                                        <p:tgtEl>
                                          <p:spTgt spid="63491">
                                            <p:txEl>
                                              <p:charRg st="101" end="125"/>
                                            </p:txEl>
                                          </p:spTgt>
                                        </p:tgtEl>
                                      </p:cBhvr>
                                    </p:animEffect>
                                  </p:childTnLst>
                                  <p:subTnLst>
                                    <p:audio>
                                      <p:cMediaNode>
                                        <p:cTn display="0" masterRel="sameClick">
                                          <p:stCondLst>
                                            <p:cond evt="begin" delay="0">
                                              <p:tn val="25"/>
                                            </p:cond>
                                          </p:stCondLst>
                                          <p:endCondLst>
                                            <p:cond evt="onStopAudio" delay="0">
                                              <p:tgtEl>
                                                <p:sldTgt/>
                                              </p:tgtEl>
                                            </p:cond>
                                          </p:endCondLst>
                                        </p:cTn>
                                        <p:tgtEl>
                                          <p:sndTgt r:embed="rId1" name="camera.wav"/>
                                        </p:tgtEl>
                                      </p:cMediaNode>
                                    </p:audio>
                                  </p:subTnLst>
                                </p:cTn>
                              </p:par>
                            </p:childTnLst>
                          </p:cTn>
                        </p:par>
                      </p:childTnLst>
                    </p:cTn>
                  </p:par>
                  <p:par>
                    <p:cTn id="28" fill="hold">
                      <p:stCondLst>
                        <p:cond delay="indefinite"/>
                      </p:stCondLst>
                      <p:childTnLst>
                        <p:par>
                          <p:cTn id="29" fill="hold">
                            <p:stCondLst>
                              <p:cond delay="0"/>
                            </p:stCondLst>
                            <p:childTnLst>
                              <p:par>
                                <p:cTn id="30" presetID="4" presetClass="entr" presetSubtype="32" fill="hold" grpId="0" nodeType="clickEffect">
                                  <p:stCondLst>
                                    <p:cond delay="0"/>
                                  </p:stCondLst>
                                  <p:childTnLst>
                                    <p:set>
                                      <p:cBhvr>
                                        <p:cTn id="31" dur="1" fill="hold">
                                          <p:stCondLst>
                                            <p:cond delay="0"/>
                                          </p:stCondLst>
                                        </p:cTn>
                                        <p:tgtEl>
                                          <p:spTgt spid="63491">
                                            <p:txEl>
                                              <p:charRg st="125" end="155"/>
                                            </p:txEl>
                                          </p:spTgt>
                                        </p:tgtEl>
                                        <p:attrNameLst>
                                          <p:attrName>style.visibility</p:attrName>
                                        </p:attrNameLst>
                                      </p:cBhvr>
                                      <p:to>
                                        <p:strVal val="visible"/>
                                      </p:to>
                                    </p:set>
                                    <p:animEffect transition="in" filter="box(out)">
                                      <p:cBhvr>
                                        <p:cTn id="32" dur="500"/>
                                        <p:tgtEl>
                                          <p:spTgt spid="63491">
                                            <p:txEl>
                                              <p:charRg st="125" end="155"/>
                                            </p:txEl>
                                          </p:spTgt>
                                        </p:tgtEl>
                                      </p:cBhvr>
                                    </p:animEffect>
                                  </p:childTnLst>
                                  <p:subTnLst>
                                    <p:audio>
                                      <p:cMediaNode>
                                        <p:cTn display="0" masterRel="sameClick">
                                          <p:stCondLst>
                                            <p:cond evt="begin" delay="0">
                                              <p:tn val="30"/>
                                            </p:cond>
                                          </p:stCondLst>
                                          <p:endCondLst>
                                            <p:cond evt="onStopAudio" delay="0">
                                              <p:tgtEl>
                                                <p:sldTgt/>
                                              </p:tgtEl>
                                            </p:cond>
                                          </p:endCondLst>
                                        </p:cTn>
                                        <p:tgtEl>
                                          <p:sndTgt r:embed="rId1" name="camera.wav"/>
                                        </p:tgtEl>
                                      </p:cMediaNode>
                                    </p:audio>
                                  </p:subTnLst>
                                </p:cTn>
                              </p:par>
                            </p:childTnLst>
                          </p:cTn>
                        </p:par>
                      </p:childTnLst>
                    </p:cTn>
                  </p:par>
                  <p:par>
                    <p:cTn id="33" fill="hold">
                      <p:stCondLst>
                        <p:cond delay="indefinite"/>
                      </p:stCondLst>
                      <p:childTnLst>
                        <p:par>
                          <p:cTn id="34" fill="hold">
                            <p:stCondLst>
                              <p:cond delay="0"/>
                            </p:stCondLst>
                            <p:childTnLst>
                              <p:par>
                                <p:cTn id="35" presetID="4" presetClass="entr" presetSubtype="32" fill="hold" grpId="0" nodeType="clickEffect">
                                  <p:stCondLst>
                                    <p:cond delay="0"/>
                                  </p:stCondLst>
                                  <p:childTnLst>
                                    <p:set>
                                      <p:cBhvr>
                                        <p:cTn id="36" dur="1" fill="hold">
                                          <p:stCondLst>
                                            <p:cond delay="0"/>
                                          </p:stCondLst>
                                        </p:cTn>
                                        <p:tgtEl>
                                          <p:spTgt spid="63491">
                                            <p:txEl>
                                              <p:charRg st="155" end="181"/>
                                            </p:txEl>
                                          </p:spTgt>
                                        </p:tgtEl>
                                        <p:attrNameLst>
                                          <p:attrName>style.visibility</p:attrName>
                                        </p:attrNameLst>
                                      </p:cBhvr>
                                      <p:to>
                                        <p:strVal val="visible"/>
                                      </p:to>
                                    </p:set>
                                    <p:animEffect transition="in" filter="box(out)">
                                      <p:cBhvr>
                                        <p:cTn id="37" dur="500"/>
                                        <p:tgtEl>
                                          <p:spTgt spid="63491">
                                            <p:txEl>
                                              <p:charRg st="155" end="181"/>
                                            </p:txEl>
                                          </p:spTgt>
                                        </p:tgtEl>
                                      </p:cBhvr>
                                    </p:animEffect>
                                  </p:childTnLst>
                                  <p:subTnLst>
                                    <p:audio>
                                      <p:cMediaNode>
                                        <p:cTn display="0" masterRel="sameClick">
                                          <p:stCondLst>
                                            <p:cond evt="begin" delay="0">
                                              <p:tn val="35"/>
                                            </p:cond>
                                          </p:stCondLst>
                                          <p:endCondLst>
                                            <p:cond evt="onStopAudio" delay="0">
                                              <p:tgtEl>
                                                <p:sldTgt/>
                                              </p:tgtEl>
                                            </p:cond>
                                          </p:endCondLst>
                                        </p:cTn>
                                        <p:tgtEl>
                                          <p:sndTgt r:embed="rId1" name="camera.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3491" grpId="0" bldLvl="5" build="p"/>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7346" name="Rectangle 2"/>
          <p:cNvSpPr>
            <a:spLocks noGrp="1"/>
          </p:cNvSpPr>
          <p:nvPr>
            <p:ph type="title"/>
          </p:nvPr>
        </p:nvSpPr>
        <p:spPr>
          <a:xfrm>
            <a:off x="1295400" y="381000"/>
            <a:ext cx="6707188" cy="660400"/>
          </a:xfrm>
          <a:ln/>
        </p:spPr>
        <p:txBody>
          <a:bodyPr vert="horz" wrap="square" lIns="91440" tIns="45720" rIns="91440" bIns="45720" anchor="ctr" anchorCtr="0"/>
          <a:p>
            <a:r>
              <a:rPr lang="zh-CN" altLang="en-US" dirty="0"/>
              <a:t>静态重定位和动态重定位</a:t>
            </a:r>
            <a:endParaRPr lang="zh-CN" altLang="en-US" dirty="0"/>
          </a:p>
        </p:txBody>
      </p:sp>
      <p:sp>
        <p:nvSpPr>
          <p:cNvPr id="64515" name="Rectangle 3"/>
          <p:cNvSpPr>
            <a:spLocks noGrp="1"/>
          </p:cNvSpPr>
          <p:nvPr>
            <p:ph idx="1"/>
          </p:nvPr>
        </p:nvSpPr>
        <p:spPr>
          <a:xfrm>
            <a:off x="153988" y="1217613"/>
            <a:ext cx="8913812" cy="5637212"/>
          </a:xfrm>
          <a:ln/>
        </p:spPr>
        <p:txBody>
          <a:bodyPr vert="horz" wrap="square" lIns="91440" tIns="45720" rIns="91440" bIns="45720" anchor="t" anchorCtr="0"/>
          <a:p>
            <a:pPr>
              <a:lnSpc>
                <a:spcPct val="130000"/>
              </a:lnSpc>
            </a:pPr>
            <a:r>
              <a:rPr lang="zh-CN" altLang="en-US" sz="2800" dirty="0">
                <a:solidFill>
                  <a:srgbClr val="01DF65"/>
                </a:solidFill>
                <a:sym typeface="Arial" panose="020B0604020202020204" pitchFamily="34" charset="0"/>
              </a:rPr>
              <a:t>静态重定位（static relocating address）</a:t>
            </a:r>
            <a:endParaRPr lang="zh-CN" altLang="en-US" sz="2800" dirty="0">
              <a:solidFill>
                <a:srgbClr val="01DF65"/>
              </a:solidFill>
              <a:sym typeface="Arial" panose="020B0604020202020204" pitchFamily="34" charset="0"/>
            </a:endParaRPr>
          </a:p>
          <a:p>
            <a:pPr lvl="1">
              <a:lnSpc>
                <a:spcPct val="130000"/>
              </a:lnSpc>
            </a:pPr>
            <a:r>
              <a:rPr lang="zh-CN" altLang="en-US" sz="2400" dirty="0">
                <a:sym typeface="Arial" panose="020B0604020202020204" pitchFamily="34" charset="0"/>
              </a:rPr>
              <a:t>由装入程序实现装载代码模块的加载和地址转换，把它装入分配给进程的主存指定区域，其中的所有逻辑地址修改成主存物理地址</a:t>
            </a:r>
            <a:endParaRPr lang="zh-CN" altLang="en-US" sz="2400" dirty="0">
              <a:sym typeface="Arial" panose="020B0604020202020204" pitchFamily="34" charset="0"/>
            </a:endParaRPr>
          </a:p>
          <a:p>
            <a:pPr lvl="1">
              <a:lnSpc>
                <a:spcPct val="130000"/>
              </a:lnSpc>
            </a:pPr>
            <a:r>
              <a:rPr lang="zh-CN" altLang="en-US" sz="2400" dirty="0">
                <a:sym typeface="Arial" panose="020B0604020202020204" pitchFamily="34" charset="0"/>
              </a:rPr>
              <a:t>地址转换工作在进程执行前一次完成，无须硬件支持，易于实现，但不允许程序在执行过程中移动位置。</a:t>
            </a:r>
            <a:endParaRPr lang="en-GB" altLang="en-US" sz="2400" dirty="0"/>
          </a:p>
          <a:p>
            <a:pPr>
              <a:lnSpc>
                <a:spcPct val="130000"/>
              </a:lnSpc>
            </a:pPr>
            <a:r>
              <a:rPr lang="zh-CN" altLang="en-US" sz="2800" dirty="0">
                <a:solidFill>
                  <a:srgbClr val="01DF65"/>
                </a:solidFill>
              </a:rPr>
              <a:t>动态重定位（dynamic relocating address）</a:t>
            </a:r>
            <a:r>
              <a:rPr lang="en-GB" altLang="en-US" sz="2800" dirty="0">
                <a:solidFill>
                  <a:srgbClr val="01DF65"/>
                </a:solidFill>
              </a:rPr>
              <a:t> </a:t>
            </a:r>
            <a:endParaRPr lang="en-GB" altLang="en-US" sz="2800" dirty="0">
              <a:solidFill>
                <a:srgbClr val="01DF65"/>
              </a:solidFill>
            </a:endParaRPr>
          </a:p>
          <a:p>
            <a:pPr lvl="1">
              <a:lnSpc>
                <a:spcPct val="130000"/>
              </a:lnSpc>
            </a:pPr>
            <a:r>
              <a:rPr lang="zh-CN" altLang="en-US" sz="2400" dirty="0"/>
              <a:t>由装入程序实现装载代码模块的加载，把它装入分配给进程的主存储指定区域，但对链接程序处理过的应用程序的逻辑地址则不做任何修改，地址转换推迟到执行时才完成。</a:t>
            </a:r>
            <a:endParaRPr lang="zh-CN" altLang="en-US" sz="2400" dirty="0"/>
          </a:p>
          <a:p>
            <a:pPr lvl="1">
              <a:lnSpc>
                <a:spcPct val="130000"/>
              </a:lnSpc>
            </a:pPr>
            <a:endParaRPr lang="en-GB" altLang="en-US" sz="24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32" fill="hold" grpId="0" nodeType="clickEffect">
                                  <p:stCondLst>
                                    <p:cond delay="0"/>
                                  </p:stCondLst>
                                  <p:childTnLst>
                                    <p:set>
                                      <p:cBhvr>
                                        <p:cTn id="6" dur="1" fill="hold">
                                          <p:stCondLst>
                                            <p:cond delay="0"/>
                                          </p:stCondLst>
                                        </p:cTn>
                                        <p:tgtEl>
                                          <p:spTgt spid="64515">
                                            <p:txEl>
                                              <p:charRg st="0" end="33"/>
                                            </p:txEl>
                                          </p:spTgt>
                                        </p:tgtEl>
                                        <p:attrNameLst>
                                          <p:attrName>style.visibility</p:attrName>
                                        </p:attrNameLst>
                                      </p:cBhvr>
                                      <p:to>
                                        <p:strVal val="visible"/>
                                      </p:to>
                                    </p:set>
                                    <p:animEffect transition="in" filter="box(out)">
                                      <p:cBhvr>
                                        <p:cTn id="7" dur="500"/>
                                        <p:tgtEl>
                                          <p:spTgt spid="64515">
                                            <p:txEl>
                                              <p:charRg st="0" end="33"/>
                                            </p:txEl>
                                          </p:spTgt>
                                        </p:tgtEl>
                                      </p:cBhvr>
                                    </p:animEffect>
                                  </p:childTnLst>
                                  <p:subTnLst>
                                    <p:audio>
                                      <p:cMediaNode>
                                        <p:cTn display="0" masterRel="sameClick">
                                          <p:stCondLst>
                                            <p:cond evt="begin" delay="0">
                                              <p:tn val="5"/>
                                            </p:cond>
                                          </p:stCondLst>
                                          <p:endCondLst>
                                            <p:cond evt="onStopAudio" delay="0">
                                              <p:tgtEl>
                                                <p:sldTgt/>
                                              </p:tgtEl>
                                            </p:cond>
                                          </p:endCondLst>
                                        </p:cTn>
                                        <p:tgtEl>
                                          <p:sndTgt r:embed="rId1" name="camera.wav"/>
                                        </p:tgtEl>
                                      </p:cMediaNode>
                                    </p:audio>
                                  </p:subTnLst>
                                </p:cTn>
                              </p:par>
                            </p:childTnLst>
                          </p:cTn>
                        </p:par>
                      </p:childTnLst>
                    </p:cTn>
                  </p:par>
                  <p:par>
                    <p:cTn id="8" fill="hold">
                      <p:stCondLst>
                        <p:cond delay="indefinite"/>
                      </p:stCondLst>
                      <p:childTnLst>
                        <p:par>
                          <p:cTn id="9" fill="hold">
                            <p:stCondLst>
                              <p:cond delay="0"/>
                            </p:stCondLst>
                            <p:childTnLst>
                              <p:par>
                                <p:cTn id="10" presetID="4" presetClass="entr" presetSubtype="32" fill="hold" grpId="0" nodeType="clickEffect">
                                  <p:stCondLst>
                                    <p:cond delay="0"/>
                                  </p:stCondLst>
                                  <p:childTnLst>
                                    <p:set>
                                      <p:cBhvr>
                                        <p:cTn id="11" dur="1" fill="hold">
                                          <p:stCondLst>
                                            <p:cond delay="0"/>
                                          </p:stCondLst>
                                        </p:cTn>
                                        <p:tgtEl>
                                          <p:spTgt spid="64515">
                                            <p:txEl>
                                              <p:charRg st="33" end="91"/>
                                            </p:txEl>
                                          </p:spTgt>
                                        </p:tgtEl>
                                        <p:attrNameLst>
                                          <p:attrName>style.visibility</p:attrName>
                                        </p:attrNameLst>
                                      </p:cBhvr>
                                      <p:to>
                                        <p:strVal val="visible"/>
                                      </p:to>
                                    </p:set>
                                    <p:animEffect transition="in" filter="box(out)">
                                      <p:cBhvr>
                                        <p:cTn id="12" dur="500"/>
                                        <p:tgtEl>
                                          <p:spTgt spid="64515">
                                            <p:txEl>
                                              <p:charRg st="33" end="9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4" presetClass="entr" presetSubtype="32" fill="hold" grpId="0" nodeType="clickEffect">
                                  <p:stCondLst>
                                    <p:cond delay="0"/>
                                  </p:stCondLst>
                                  <p:childTnLst>
                                    <p:set>
                                      <p:cBhvr>
                                        <p:cTn id="16" dur="1" fill="hold">
                                          <p:stCondLst>
                                            <p:cond delay="0"/>
                                          </p:stCondLst>
                                        </p:cTn>
                                        <p:tgtEl>
                                          <p:spTgt spid="64515">
                                            <p:txEl>
                                              <p:charRg st="91" end="138"/>
                                            </p:txEl>
                                          </p:spTgt>
                                        </p:tgtEl>
                                        <p:attrNameLst>
                                          <p:attrName>style.visibility</p:attrName>
                                        </p:attrNameLst>
                                      </p:cBhvr>
                                      <p:to>
                                        <p:strVal val="visible"/>
                                      </p:to>
                                    </p:set>
                                    <p:animEffect transition="in" filter="box(out)">
                                      <p:cBhvr>
                                        <p:cTn id="17" dur="500"/>
                                        <p:tgtEl>
                                          <p:spTgt spid="64515">
                                            <p:txEl>
                                              <p:charRg st="91" end="138"/>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4" presetClass="entr" presetSubtype="32" fill="hold" grpId="0" nodeType="clickEffect">
                                  <p:stCondLst>
                                    <p:cond delay="0"/>
                                  </p:stCondLst>
                                  <p:childTnLst>
                                    <p:set>
                                      <p:cBhvr>
                                        <p:cTn id="21" dur="1" fill="hold">
                                          <p:stCondLst>
                                            <p:cond delay="0"/>
                                          </p:stCondLst>
                                        </p:cTn>
                                        <p:tgtEl>
                                          <p:spTgt spid="64515">
                                            <p:txEl>
                                              <p:charRg st="138" end="173"/>
                                            </p:txEl>
                                          </p:spTgt>
                                        </p:tgtEl>
                                        <p:attrNameLst>
                                          <p:attrName>style.visibility</p:attrName>
                                        </p:attrNameLst>
                                      </p:cBhvr>
                                      <p:to>
                                        <p:strVal val="visible"/>
                                      </p:to>
                                    </p:set>
                                    <p:animEffect transition="in" filter="box(out)">
                                      <p:cBhvr>
                                        <p:cTn id="22" dur="500"/>
                                        <p:tgtEl>
                                          <p:spTgt spid="64515">
                                            <p:txEl>
                                              <p:charRg st="138" end="173"/>
                                            </p:txEl>
                                          </p:spTgt>
                                        </p:tgtEl>
                                      </p:cBhvr>
                                    </p:animEffect>
                                  </p:childTnLst>
                                  <p:subTnLst>
                                    <p:audio>
                                      <p:cMediaNode>
                                        <p:cTn display="0" masterRel="sameClick">
                                          <p:stCondLst>
                                            <p:cond evt="begin" delay="0">
                                              <p:tn val="20"/>
                                            </p:cond>
                                          </p:stCondLst>
                                          <p:endCondLst>
                                            <p:cond evt="onStopAudio" delay="0">
                                              <p:tgtEl>
                                                <p:sldTgt/>
                                              </p:tgtEl>
                                            </p:cond>
                                          </p:endCondLst>
                                        </p:cTn>
                                        <p:tgtEl>
                                          <p:sndTgt r:embed="rId1" name="camera.wav"/>
                                        </p:tgtEl>
                                      </p:cMediaNode>
                                    </p:audio>
                                  </p:subTnLst>
                                </p:cTn>
                              </p:par>
                            </p:childTnLst>
                          </p:cTn>
                        </p:par>
                      </p:childTnLst>
                    </p:cTn>
                  </p:par>
                  <p:par>
                    <p:cTn id="23" fill="hold">
                      <p:stCondLst>
                        <p:cond delay="indefinite"/>
                      </p:stCondLst>
                      <p:childTnLst>
                        <p:par>
                          <p:cTn id="24" fill="hold">
                            <p:stCondLst>
                              <p:cond delay="0"/>
                            </p:stCondLst>
                            <p:childTnLst>
                              <p:par>
                                <p:cTn id="25" presetID="4" presetClass="entr" presetSubtype="32" fill="hold" grpId="0" nodeType="clickEffect">
                                  <p:stCondLst>
                                    <p:cond delay="0"/>
                                  </p:stCondLst>
                                  <p:childTnLst>
                                    <p:set>
                                      <p:cBhvr>
                                        <p:cTn id="26" dur="1" fill="hold">
                                          <p:stCondLst>
                                            <p:cond delay="0"/>
                                          </p:stCondLst>
                                        </p:cTn>
                                        <p:tgtEl>
                                          <p:spTgt spid="64515">
                                            <p:txEl>
                                              <p:charRg st="173" end="250"/>
                                            </p:txEl>
                                          </p:spTgt>
                                        </p:tgtEl>
                                        <p:attrNameLst>
                                          <p:attrName>style.visibility</p:attrName>
                                        </p:attrNameLst>
                                      </p:cBhvr>
                                      <p:to>
                                        <p:strVal val="visible"/>
                                      </p:to>
                                    </p:set>
                                    <p:animEffect transition="in" filter="box(out)">
                                      <p:cBhvr>
                                        <p:cTn id="27" dur="500"/>
                                        <p:tgtEl>
                                          <p:spTgt spid="64515">
                                            <p:txEl>
                                              <p:charRg st="173" end="25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4515" grpId="0" bldLvl="5" build="p"/>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8370" name="Rectangle 2"/>
          <p:cNvSpPr>
            <a:spLocks noGrp="1"/>
          </p:cNvSpPr>
          <p:nvPr>
            <p:ph type="title"/>
          </p:nvPr>
        </p:nvSpPr>
        <p:spPr>
          <a:xfrm>
            <a:off x="1295400" y="304800"/>
            <a:ext cx="7773988" cy="865188"/>
          </a:xfrm>
          <a:ln/>
        </p:spPr>
        <p:txBody>
          <a:bodyPr vert="horz" wrap="square" lIns="91440" tIns="45720" rIns="91440" bIns="45720" anchor="ctr" anchorCtr="0"/>
          <a:p>
            <a:r>
              <a:rPr lang="en-US" altLang="zh-CN" dirty="0"/>
              <a:t> </a:t>
            </a:r>
            <a:r>
              <a:rPr lang="zh-CN" altLang="en-US" dirty="0"/>
              <a:t>固定分区存储管理</a:t>
            </a:r>
            <a:endParaRPr lang="zh-CN" altLang="en-US" dirty="0"/>
          </a:p>
        </p:txBody>
      </p:sp>
      <p:sp>
        <p:nvSpPr>
          <p:cNvPr id="58371" name="Rectangle 3"/>
          <p:cNvSpPr>
            <a:spLocks noGrp="1"/>
          </p:cNvSpPr>
          <p:nvPr>
            <p:ph idx="1"/>
          </p:nvPr>
        </p:nvSpPr>
        <p:spPr>
          <a:xfrm>
            <a:off x="458788" y="1412875"/>
            <a:ext cx="8456612" cy="4833938"/>
          </a:xfrm>
          <a:ln/>
        </p:spPr>
        <p:txBody>
          <a:bodyPr vert="horz" wrap="square" lIns="91440" tIns="45720" rIns="91440" bIns="45720" anchor="t" anchorCtr="0"/>
          <a:p>
            <a:pPr algn="just">
              <a:lnSpc>
                <a:spcPct val="140000"/>
              </a:lnSpc>
              <a:spcAft>
                <a:spcPct val="20000"/>
              </a:spcAft>
            </a:pPr>
            <a:r>
              <a:rPr lang="zh-CN" altLang="en-US" sz="2800" dirty="0">
                <a:latin typeface="黑体" panose="02010609060101010101" pitchFamily="49" charset="-122"/>
              </a:rPr>
              <a:t>基本思想：</a:t>
            </a:r>
            <a:r>
              <a:rPr lang="zh-CN" altLang="en-US" sz="2800" dirty="0">
                <a:solidFill>
                  <a:schemeClr val="tx1"/>
                </a:solidFill>
                <a:latin typeface="黑体" panose="02010609060101010101" pitchFamily="49" charset="-122"/>
              </a:rPr>
              <a:t>主存空间被系统预先划分</a:t>
            </a:r>
            <a:r>
              <a:rPr lang="zh-CN" altLang="en-US" sz="2800" dirty="0">
                <a:solidFill>
                  <a:srgbClr val="FF0000"/>
                </a:solidFill>
                <a:latin typeface="黑体" panose="02010609060101010101" pitchFamily="49" charset="-122"/>
              </a:rPr>
              <a:t>大小不等</a:t>
            </a:r>
            <a:r>
              <a:rPr lang="zh-CN" altLang="en-US" sz="2800" dirty="0">
                <a:solidFill>
                  <a:schemeClr val="tx1"/>
                </a:solidFill>
                <a:latin typeface="黑体" panose="02010609060101010101" pitchFamily="49" charset="-122"/>
              </a:rPr>
              <a:t>、</a:t>
            </a:r>
            <a:r>
              <a:rPr lang="zh-CN" altLang="en-US" sz="2800" dirty="0">
                <a:solidFill>
                  <a:srgbClr val="FF0000"/>
                </a:solidFill>
                <a:latin typeface="黑体" panose="02010609060101010101" pitchFamily="49" charset="-122"/>
              </a:rPr>
              <a:t>数目固定</a:t>
            </a:r>
            <a:r>
              <a:rPr lang="zh-CN" altLang="en-US" sz="2800" dirty="0">
                <a:solidFill>
                  <a:schemeClr val="tx1"/>
                </a:solidFill>
                <a:latin typeface="黑体" panose="02010609060101010101" pitchFamily="49" charset="-122"/>
              </a:rPr>
              <a:t>的若干个分区，每个分区装入一个作业；</a:t>
            </a:r>
            <a:endParaRPr lang="zh-CN" altLang="en-US" sz="2800" dirty="0">
              <a:solidFill>
                <a:schemeClr val="tx1"/>
              </a:solidFill>
              <a:latin typeface="黑体" panose="02010609060101010101" pitchFamily="49" charset="-122"/>
            </a:endParaRPr>
          </a:p>
          <a:p>
            <a:pPr algn="just">
              <a:lnSpc>
                <a:spcPct val="140000"/>
              </a:lnSpc>
              <a:spcAft>
                <a:spcPct val="20000"/>
              </a:spcAft>
            </a:pPr>
            <a:r>
              <a:rPr lang="zh-CN" altLang="en-US" sz="2800" dirty="0">
                <a:solidFill>
                  <a:schemeClr val="tx1"/>
                </a:solidFill>
                <a:latin typeface="黑体" panose="02010609060101010101" pitchFamily="49" charset="-122"/>
              </a:rPr>
              <a:t>每个分区为一块</a:t>
            </a:r>
            <a:r>
              <a:rPr lang="zh-CN" altLang="en-US" sz="2800" dirty="0">
                <a:solidFill>
                  <a:srgbClr val="FF0000"/>
                </a:solidFill>
                <a:latin typeface="黑体" panose="02010609060101010101" pitchFamily="49" charset="-122"/>
              </a:rPr>
              <a:t>连续</a:t>
            </a:r>
            <a:r>
              <a:rPr lang="zh-CN" altLang="en-US" sz="2800" dirty="0">
                <a:solidFill>
                  <a:schemeClr val="tx1"/>
                </a:solidFill>
                <a:latin typeface="黑体" panose="02010609060101010101" pitchFamily="49" charset="-122"/>
              </a:rPr>
              <a:t>的存储区域；多个分区中都装入作业，则它们可以并发执行；</a:t>
            </a:r>
            <a:endParaRPr lang="en-US" altLang="zh-CN" sz="2800" dirty="0">
              <a:solidFill>
                <a:schemeClr val="tx1"/>
              </a:solidFill>
              <a:latin typeface="黑体" panose="02010609060101010101" pitchFamily="49" charset="-122"/>
            </a:endParaRPr>
          </a:p>
          <a:p>
            <a:pPr algn="just">
              <a:lnSpc>
                <a:spcPct val="140000"/>
              </a:lnSpc>
              <a:spcAft>
                <a:spcPct val="20000"/>
              </a:spcAft>
            </a:pPr>
            <a:r>
              <a:rPr lang="zh-CN" altLang="en-US" sz="2800" dirty="0">
                <a:solidFill>
                  <a:schemeClr val="tx1"/>
                </a:solidFill>
                <a:latin typeface="黑体" panose="02010609060101010101" pitchFamily="49" charset="-122"/>
              </a:rPr>
              <a:t>是能满足多道程序设计需要的最简单的存储管理技术。</a:t>
            </a:r>
            <a:endParaRPr lang="zh-CN" altLang="en-US" sz="2800" dirty="0">
              <a:solidFill>
                <a:schemeClr val="tx1"/>
              </a:solidFill>
              <a:latin typeface="黑体" panose="02010609060101010101" pitchFamily="49" charset="-122"/>
            </a:endParaRPr>
          </a:p>
        </p:txBody>
      </p:sp>
    </p:spTree>
  </p:cSld>
  <p:clrMapOvr>
    <a:masterClrMapping/>
  </p:clrMapOvr>
  <p:transition>
    <p:zoom dir="in"/>
  </p:transition>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9394" name="Rectangle 2"/>
          <p:cNvSpPr>
            <a:spLocks noGrp="1"/>
          </p:cNvSpPr>
          <p:nvPr>
            <p:ph type="title"/>
          </p:nvPr>
        </p:nvSpPr>
        <p:spPr>
          <a:xfrm>
            <a:off x="1905000" y="381000"/>
            <a:ext cx="7164388" cy="762000"/>
          </a:xfrm>
          <a:ln/>
        </p:spPr>
        <p:txBody>
          <a:bodyPr vert="horz" wrap="square" lIns="91440" tIns="45720" rIns="91440" bIns="45720" anchor="ctr" anchorCtr="0"/>
          <a:p>
            <a:r>
              <a:rPr lang="zh-CN" altLang="en-US" sz="2800" dirty="0"/>
              <a:t>固定分区存储管理的地址转换和存储保护</a:t>
            </a:r>
            <a:endParaRPr lang="zh-CN" altLang="en-US" sz="2800" dirty="0"/>
          </a:p>
        </p:txBody>
      </p:sp>
      <p:sp>
        <p:nvSpPr>
          <p:cNvPr id="59395" name="Rectangle 3"/>
          <p:cNvSpPr>
            <a:spLocks noGrp="1"/>
          </p:cNvSpPr>
          <p:nvPr>
            <p:ph idx="1"/>
          </p:nvPr>
        </p:nvSpPr>
        <p:spPr>
          <a:xfrm>
            <a:off x="382588" y="1268413"/>
            <a:ext cx="8431212" cy="5359400"/>
          </a:xfrm>
          <a:ln/>
        </p:spPr>
        <p:txBody>
          <a:bodyPr vert="horz" wrap="square" lIns="91440" tIns="45720" rIns="91440" bIns="45720" anchor="t" anchorCtr="0"/>
          <a:p>
            <a:pPr>
              <a:buNone/>
            </a:pPr>
            <a:r>
              <a:rPr lang="zh-CN" altLang="zh-CN" dirty="0">
                <a:latin typeface="华文新魏" panose="02010800040101010101" pitchFamily="2" charset="-122"/>
                <a:ea typeface="华文新魏" panose="02010800040101010101" pitchFamily="2" charset="-122"/>
              </a:rPr>
              <a:t>  </a:t>
            </a:r>
            <a:endParaRPr lang="zh-CN" altLang="zh-CN" dirty="0">
              <a:latin typeface="华文新魏" panose="02010800040101010101" pitchFamily="2" charset="-122"/>
              <a:ea typeface="华文新魏" panose="02010800040101010101" pitchFamily="2" charset="-122"/>
            </a:endParaRPr>
          </a:p>
        </p:txBody>
      </p:sp>
      <p:grpSp>
        <p:nvGrpSpPr>
          <p:cNvPr id="59396" name="Group 4"/>
          <p:cNvGrpSpPr/>
          <p:nvPr/>
        </p:nvGrpSpPr>
        <p:grpSpPr>
          <a:xfrm>
            <a:off x="306388" y="1600200"/>
            <a:ext cx="8380412" cy="5027613"/>
            <a:chOff x="0" y="0"/>
            <a:chExt cx="4320" cy="2928"/>
          </a:xfrm>
        </p:grpSpPr>
        <p:sp>
          <p:nvSpPr>
            <p:cNvPr id="59397" name="Text Box 5"/>
            <p:cNvSpPr txBox="1"/>
            <p:nvPr/>
          </p:nvSpPr>
          <p:spPr>
            <a:xfrm>
              <a:off x="899" y="295"/>
              <a:ext cx="781" cy="233"/>
            </a:xfrm>
            <a:prstGeom prst="rect">
              <a:avLst/>
            </a:prstGeom>
            <a:solidFill>
              <a:schemeClr val="accent1"/>
            </a:solidFill>
            <a:ln w="19050" cap="flat" cmpd="sng">
              <a:solidFill>
                <a:srgbClr val="000000"/>
              </a:solidFill>
              <a:prstDash val="solid"/>
              <a:miter/>
              <a:headEnd type="none" w="med" len="med"/>
              <a:tailEnd type="none" w="med" len="med"/>
            </a:ln>
          </p:spPr>
          <p:txBody>
            <a:bodyPr lIns="0" tIns="0" rIns="0" bIns="0"/>
            <a:p>
              <a:pPr algn="ctr" eaLnBrk="0" hangingPunct="0"/>
              <a:r>
                <a:rPr lang="en-US" altLang="zh-CN" sz="2200" b="0" dirty="0">
                  <a:latin typeface="黑体" panose="02010609060101010101" pitchFamily="49" charset="-122"/>
                  <a:ea typeface="黑体" panose="02010609060101010101" pitchFamily="49" charset="-122"/>
                </a:rPr>
                <a:t>B</a:t>
              </a:r>
              <a:endParaRPr lang="en-US" altLang="zh-CN" sz="2200" b="0" dirty="0">
                <a:latin typeface="黑体" panose="02010609060101010101" pitchFamily="49" charset="-122"/>
                <a:ea typeface="黑体" panose="02010609060101010101" pitchFamily="49" charset="-122"/>
              </a:endParaRPr>
            </a:p>
          </p:txBody>
        </p:sp>
        <p:sp>
          <p:nvSpPr>
            <p:cNvPr id="59398" name="Text Box 6"/>
            <p:cNvSpPr txBox="1"/>
            <p:nvPr/>
          </p:nvSpPr>
          <p:spPr>
            <a:xfrm>
              <a:off x="0" y="298"/>
              <a:ext cx="816" cy="230"/>
            </a:xfrm>
            <a:prstGeom prst="rect">
              <a:avLst/>
            </a:prstGeom>
            <a:noFill/>
            <a:ln w="9525">
              <a:noFill/>
            </a:ln>
          </p:spPr>
          <p:txBody>
            <a:bodyPr lIns="0" tIns="0" rIns="0" bIns="0"/>
            <a:p>
              <a:pPr algn="ctr" eaLnBrk="0" hangingPunct="0"/>
              <a:r>
                <a:rPr lang="zh-CN" altLang="en-US" sz="2200" b="0" dirty="0">
                  <a:latin typeface="黑体" panose="02010609060101010101" pitchFamily="49" charset="-122"/>
                  <a:ea typeface="黑体" panose="02010609060101010101" pitchFamily="49" charset="-122"/>
                </a:rPr>
                <a:t>下限寄存器</a:t>
              </a:r>
              <a:endParaRPr lang="zh-CN" altLang="en-US" sz="2200" b="0" dirty="0">
                <a:latin typeface="黑体" panose="02010609060101010101" pitchFamily="49" charset="-122"/>
                <a:ea typeface="黑体" panose="02010609060101010101" pitchFamily="49" charset="-122"/>
              </a:endParaRPr>
            </a:p>
          </p:txBody>
        </p:sp>
        <p:sp>
          <p:nvSpPr>
            <p:cNvPr id="59399" name="Text Box 7"/>
            <p:cNvSpPr txBox="1"/>
            <p:nvPr/>
          </p:nvSpPr>
          <p:spPr>
            <a:xfrm>
              <a:off x="480" y="1635"/>
              <a:ext cx="728" cy="285"/>
            </a:xfrm>
            <a:prstGeom prst="rect">
              <a:avLst/>
            </a:prstGeom>
            <a:noFill/>
            <a:ln w="9525">
              <a:noFill/>
            </a:ln>
          </p:spPr>
          <p:txBody>
            <a:bodyPr lIns="0" tIns="0" rIns="0" bIns="0"/>
            <a:p>
              <a:pPr algn="ctr" eaLnBrk="0" hangingPunct="0"/>
              <a:r>
                <a:rPr lang="zh-CN" altLang="en-US" sz="2200" b="0" dirty="0">
                  <a:latin typeface="黑体" panose="02010609060101010101" pitchFamily="49" charset="-122"/>
                  <a:ea typeface="黑体" panose="02010609060101010101" pitchFamily="49" charset="-122"/>
                </a:rPr>
                <a:t>逻辑地址</a:t>
              </a:r>
              <a:endParaRPr lang="zh-CN" altLang="en-US" sz="2200" b="0" dirty="0">
                <a:latin typeface="黑体" panose="02010609060101010101" pitchFamily="49" charset="-122"/>
                <a:ea typeface="黑体" panose="02010609060101010101" pitchFamily="49" charset="-122"/>
              </a:endParaRPr>
            </a:p>
          </p:txBody>
        </p:sp>
        <p:sp>
          <p:nvSpPr>
            <p:cNvPr id="59400" name="Line 8"/>
            <p:cNvSpPr/>
            <p:nvPr/>
          </p:nvSpPr>
          <p:spPr>
            <a:xfrm>
              <a:off x="1657" y="384"/>
              <a:ext cx="1561" cy="0"/>
            </a:xfrm>
            <a:prstGeom prst="line">
              <a:avLst/>
            </a:prstGeom>
            <a:ln w="19050" cap="flat" cmpd="sng">
              <a:solidFill>
                <a:srgbClr val="000000"/>
              </a:solidFill>
              <a:prstDash val="solid"/>
              <a:headEnd type="none" w="med" len="med"/>
              <a:tailEnd type="none" w="med" len="med"/>
            </a:ln>
          </p:spPr>
        </p:sp>
        <p:sp>
          <p:nvSpPr>
            <p:cNvPr id="59401" name="Text Box 9"/>
            <p:cNvSpPr txBox="1"/>
            <p:nvPr/>
          </p:nvSpPr>
          <p:spPr>
            <a:xfrm>
              <a:off x="142" y="1264"/>
              <a:ext cx="386" cy="272"/>
            </a:xfrm>
            <a:prstGeom prst="rect">
              <a:avLst/>
            </a:prstGeom>
            <a:noFill/>
            <a:ln w="9525">
              <a:noFill/>
            </a:ln>
          </p:spPr>
          <p:txBody>
            <a:bodyPr lIns="0" tIns="0" rIns="0" bIns="0"/>
            <a:p>
              <a:pPr algn="ctr" eaLnBrk="0" hangingPunct="0"/>
              <a:r>
                <a:rPr lang="en-US" altLang="zh-CN" sz="2200" b="0" dirty="0">
                  <a:latin typeface="黑体" panose="02010609060101010101" pitchFamily="49" charset="-122"/>
                  <a:ea typeface="黑体" panose="02010609060101010101" pitchFamily="49" charset="-122"/>
                </a:rPr>
                <a:t>CPU</a:t>
              </a:r>
              <a:endParaRPr lang="en-US" altLang="zh-CN" sz="2200" b="0" dirty="0">
                <a:latin typeface="黑体" panose="02010609060101010101" pitchFamily="49" charset="-122"/>
                <a:ea typeface="黑体" panose="02010609060101010101" pitchFamily="49" charset="-122"/>
              </a:endParaRPr>
            </a:p>
          </p:txBody>
        </p:sp>
        <p:sp>
          <p:nvSpPr>
            <p:cNvPr id="59402" name="AutoShape 10"/>
            <p:cNvSpPr/>
            <p:nvPr/>
          </p:nvSpPr>
          <p:spPr>
            <a:xfrm>
              <a:off x="1203" y="1351"/>
              <a:ext cx="128" cy="292"/>
            </a:xfrm>
            <a:prstGeom prst="flowChartOr">
              <a:avLst/>
            </a:prstGeom>
            <a:solidFill>
              <a:schemeClr val="accent1"/>
            </a:solidFill>
            <a:ln w="19050" cap="flat" cmpd="sng">
              <a:solidFill>
                <a:srgbClr val="000000"/>
              </a:solidFill>
              <a:prstDash val="solid"/>
              <a:headEnd type="none" w="med" len="med"/>
              <a:tailEnd type="none" w="med" len="med"/>
            </a:ln>
          </p:spPr>
          <p:txBody>
            <a:bodyPr/>
            <a:p>
              <a:endParaRPr lang="zh-CN" altLang="en-US" sz="2200" dirty="0">
                <a:latin typeface="Times New Roman" panose="02020603050405020304" pitchFamily="18" charset="0"/>
              </a:endParaRPr>
            </a:p>
          </p:txBody>
        </p:sp>
        <p:sp>
          <p:nvSpPr>
            <p:cNvPr id="59403" name="Line 11"/>
            <p:cNvSpPr/>
            <p:nvPr/>
          </p:nvSpPr>
          <p:spPr>
            <a:xfrm>
              <a:off x="531" y="1479"/>
              <a:ext cx="662" cy="0"/>
            </a:xfrm>
            <a:prstGeom prst="line">
              <a:avLst/>
            </a:prstGeom>
            <a:ln w="19050" cap="flat" cmpd="sng">
              <a:solidFill>
                <a:srgbClr val="000000"/>
              </a:solidFill>
              <a:prstDash val="solid"/>
              <a:headEnd type="none" w="med" len="med"/>
              <a:tailEnd type="triangle" w="sm" len="med"/>
            </a:ln>
          </p:spPr>
        </p:sp>
        <p:sp>
          <p:nvSpPr>
            <p:cNvPr id="59404" name="Line 12"/>
            <p:cNvSpPr/>
            <p:nvPr/>
          </p:nvSpPr>
          <p:spPr>
            <a:xfrm flipV="1">
              <a:off x="1325" y="1478"/>
              <a:ext cx="909" cy="1"/>
            </a:xfrm>
            <a:prstGeom prst="line">
              <a:avLst/>
            </a:prstGeom>
            <a:ln w="19050" cap="flat" cmpd="sng">
              <a:solidFill>
                <a:srgbClr val="000000"/>
              </a:solidFill>
              <a:prstDash val="solid"/>
              <a:headEnd type="none" w="med" len="med"/>
              <a:tailEnd type="triangle" w="sm" len="med"/>
            </a:ln>
          </p:spPr>
        </p:sp>
        <p:sp>
          <p:nvSpPr>
            <p:cNvPr id="59405" name="Text Box 13"/>
            <p:cNvSpPr txBox="1"/>
            <p:nvPr/>
          </p:nvSpPr>
          <p:spPr>
            <a:xfrm>
              <a:off x="1421" y="1635"/>
              <a:ext cx="691" cy="285"/>
            </a:xfrm>
            <a:prstGeom prst="rect">
              <a:avLst/>
            </a:prstGeom>
            <a:noFill/>
            <a:ln w="9525">
              <a:noFill/>
            </a:ln>
          </p:spPr>
          <p:txBody>
            <a:bodyPr lIns="0" tIns="0" rIns="0" bIns="0"/>
            <a:p>
              <a:pPr algn="ctr" eaLnBrk="0" hangingPunct="0"/>
              <a:r>
                <a:rPr lang="zh-CN" altLang="en-US" sz="2200" b="0" dirty="0">
                  <a:latin typeface="黑体" panose="02010609060101010101" pitchFamily="49" charset="-122"/>
                  <a:ea typeface="黑体" panose="02010609060101010101" pitchFamily="49" charset="-122"/>
                </a:rPr>
                <a:t>绝对地址</a:t>
              </a:r>
              <a:endParaRPr lang="zh-CN" altLang="en-US" sz="2200" b="0" dirty="0">
                <a:latin typeface="黑体" panose="02010609060101010101" pitchFamily="49" charset="-122"/>
                <a:ea typeface="黑体" panose="02010609060101010101" pitchFamily="49" charset="-122"/>
              </a:endParaRPr>
            </a:p>
          </p:txBody>
        </p:sp>
        <p:sp>
          <p:nvSpPr>
            <p:cNvPr id="59406" name="Text Box 14"/>
            <p:cNvSpPr txBox="1"/>
            <p:nvPr/>
          </p:nvSpPr>
          <p:spPr>
            <a:xfrm>
              <a:off x="3468" y="0"/>
              <a:ext cx="852" cy="427"/>
            </a:xfrm>
            <a:prstGeom prst="rect">
              <a:avLst/>
            </a:prstGeom>
            <a:solidFill>
              <a:schemeClr val="accent1"/>
            </a:solidFill>
            <a:ln w="19050" cap="flat" cmpd="sng">
              <a:solidFill>
                <a:srgbClr val="000000"/>
              </a:solidFill>
              <a:prstDash val="solid"/>
              <a:miter/>
              <a:headEnd type="none" w="med" len="med"/>
              <a:tailEnd type="none" w="med" len="med"/>
            </a:ln>
          </p:spPr>
          <p:txBody>
            <a:bodyPr lIns="0" tIns="0" rIns="0" bIns="0"/>
            <a:p>
              <a:pPr algn="ctr" eaLnBrk="0" hangingPunct="0"/>
              <a:r>
                <a:rPr lang="zh-CN" altLang="en-US" sz="2200" b="0" dirty="0">
                  <a:latin typeface="黑体" panose="02010609060101010101" pitchFamily="49" charset="-122"/>
                  <a:ea typeface="黑体" panose="02010609060101010101" pitchFamily="49" charset="-122"/>
                </a:rPr>
                <a:t>操作系统区</a:t>
              </a:r>
              <a:endParaRPr lang="zh-CN" altLang="en-US" sz="2200" b="0" dirty="0">
                <a:latin typeface="黑体" panose="02010609060101010101" pitchFamily="49" charset="-122"/>
                <a:ea typeface="黑体" panose="02010609060101010101" pitchFamily="49" charset="-122"/>
              </a:endParaRPr>
            </a:p>
          </p:txBody>
        </p:sp>
        <p:sp>
          <p:nvSpPr>
            <p:cNvPr id="59407" name="Text Box 15"/>
            <p:cNvSpPr txBox="1"/>
            <p:nvPr/>
          </p:nvSpPr>
          <p:spPr>
            <a:xfrm>
              <a:off x="3468" y="409"/>
              <a:ext cx="852" cy="428"/>
            </a:xfrm>
            <a:prstGeom prst="rect">
              <a:avLst/>
            </a:prstGeom>
            <a:solidFill>
              <a:schemeClr val="accent1"/>
            </a:solidFill>
            <a:ln w="19050" cap="flat" cmpd="sng">
              <a:solidFill>
                <a:srgbClr val="000000"/>
              </a:solidFill>
              <a:prstDash val="solid"/>
              <a:miter/>
              <a:headEnd type="none" w="med" len="med"/>
              <a:tailEnd type="none" w="med" len="med"/>
            </a:ln>
          </p:spPr>
          <p:txBody>
            <a:bodyPr lIns="0" tIns="0" rIns="0" bIns="0"/>
            <a:p>
              <a:pPr algn="ctr" eaLnBrk="0" hangingPunct="0"/>
              <a:r>
                <a:rPr lang="zh-CN" altLang="en-US" sz="2200" b="0" dirty="0">
                  <a:latin typeface="黑体" panose="02010609060101010101" pitchFamily="49" charset="-122"/>
                  <a:ea typeface="黑体" panose="02010609060101010101" pitchFamily="49" charset="-122"/>
                </a:rPr>
                <a:t>用户分区</a:t>
              </a:r>
              <a:r>
                <a:rPr lang="en-US" altLang="zh-CN" sz="2200" b="0" dirty="0">
                  <a:latin typeface="黑体" panose="02010609060101010101" pitchFamily="49" charset="-122"/>
                  <a:ea typeface="黑体" panose="02010609060101010101" pitchFamily="49" charset="-122"/>
                </a:rPr>
                <a:t>1</a:t>
              </a:r>
              <a:endParaRPr lang="en-US" altLang="zh-CN" sz="2200" b="0" dirty="0">
                <a:latin typeface="黑体" panose="02010609060101010101" pitchFamily="49" charset="-122"/>
                <a:ea typeface="黑体" panose="02010609060101010101" pitchFamily="49" charset="-122"/>
              </a:endParaRPr>
            </a:p>
          </p:txBody>
        </p:sp>
        <p:sp>
          <p:nvSpPr>
            <p:cNvPr id="59408" name="Text Box 16"/>
            <p:cNvSpPr txBox="1"/>
            <p:nvPr/>
          </p:nvSpPr>
          <p:spPr>
            <a:xfrm>
              <a:off x="3468" y="837"/>
              <a:ext cx="852" cy="427"/>
            </a:xfrm>
            <a:prstGeom prst="rect">
              <a:avLst/>
            </a:prstGeom>
            <a:solidFill>
              <a:schemeClr val="accent1"/>
            </a:solidFill>
            <a:ln w="19050" cap="flat" cmpd="sng">
              <a:solidFill>
                <a:srgbClr val="000000"/>
              </a:solidFill>
              <a:prstDash val="solid"/>
              <a:miter/>
              <a:headEnd type="none" w="med" len="med"/>
              <a:tailEnd type="none" w="med" len="med"/>
            </a:ln>
          </p:spPr>
          <p:txBody>
            <a:bodyPr lIns="0" tIns="0" rIns="0" bIns="0"/>
            <a:p>
              <a:pPr algn="ctr" eaLnBrk="0" hangingPunct="0"/>
              <a:r>
                <a:rPr lang="zh-CN" altLang="en-US" sz="2200" b="0" dirty="0">
                  <a:latin typeface="黑体" panose="02010609060101010101" pitchFamily="49" charset="-122"/>
                  <a:ea typeface="黑体" panose="02010609060101010101" pitchFamily="49" charset="-122"/>
                </a:rPr>
                <a:t>用户分区</a:t>
              </a:r>
              <a:r>
                <a:rPr lang="en-US" altLang="zh-CN" sz="2200" b="0" dirty="0">
                  <a:latin typeface="黑体" panose="02010609060101010101" pitchFamily="49" charset="-122"/>
                  <a:ea typeface="黑体" panose="02010609060101010101" pitchFamily="49" charset="-122"/>
                </a:rPr>
                <a:t>2</a:t>
              </a:r>
              <a:endParaRPr lang="en-US" altLang="zh-CN" sz="2200" b="0" dirty="0">
                <a:latin typeface="黑体" panose="02010609060101010101" pitchFamily="49" charset="-122"/>
                <a:ea typeface="黑体" panose="02010609060101010101" pitchFamily="49" charset="-122"/>
              </a:endParaRPr>
            </a:p>
          </p:txBody>
        </p:sp>
        <p:sp>
          <p:nvSpPr>
            <p:cNvPr id="59409" name="Text Box 17"/>
            <p:cNvSpPr txBox="1"/>
            <p:nvPr/>
          </p:nvSpPr>
          <p:spPr>
            <a:xfrm>
              <a:off x="3468" y="1264"/>
              <a:ext cx="852" cy="429"/>
            </a:xfrm>
            <a:prstGeom prst="rect">
              <a:avLst/>
            </a:prstGeom>
            <a:solidFill>
              <a:schemeClr val="accent1"/>
            </a:solidFill>
            <a:ln w="19050" cap="flat" cmpd="sng">
              <a:solidFill>
                <a:srgbClr val="000000"/>
              </a:solidFill>
              <a:prstDash val="solid"/>
              <a:miter/>
              <a:headEnd type="none" w="med" len="med"/>
              <a:tailEnd type="none" w="med" len="med"/>
            </a:ln>
          </p:spPr>
          <p:txBody>
            <a:bodyPr lIns="0" tIns="0" rIns="0" bIns="0"/>
            <a:p>
              <a:pPr algn="ctr" eaLnBrk="0" hangingPunct="0"/>
              <a:r>
                <a:rPr lang="zh-CN" altLang="en-US" sz="2200" b="0" dirty="0">
                  <a:latin typeface="黑体" panose="02010609060101010101" pitchFamily="49" charset="-122"/>
                  <a:ea typeface="黑体" panose="02010609060101010101" pitchFamily="49" charset="-122"/>
                </a:rPr>
                <a:t>用户分区</a:t>
              </a:r>
              <a:r>
                <a:rPr lang="en-US" altLang="zh-CN" sz="2200" b="0" dirty="0">
                  <a:latin typeface="黑体" panose="02010609060101010101" pitchFamily="49" charset="-122"/>
                  <a:ea typeface="黑体" panose="02010609060101010101" pitchFamily="49" charset="-122"/>
                </a:rPr>
                <a:t>3</a:t>
              </a:r>
              <a:endParaRPr lang="en-US" altLang="zh-CN" sz="2200" b="0" dirty="0">
                <a:latin typeface="黑体" panose="02010609060101010101" pitchFamily="49" charset="-122"/>
                <a:ea typeface="黑体" panose="02010609060101010101" pitchFamily="49" charset="-122"/>
              </a:endParaRPr>
            </a:p>
          </p:txBody>
        </p:sp>
        <p:sp>
          <p:nvSpPr>
            <p:cNvPr id="59410" name="Text Box 18"/>
            <p:cNvSpPr txBox="1"/>
            <p:nvPr/>
          </p:nvSpPr>
          <p:spPr>
            <a:xfrm>
              <a:off x="2224" y="2325"/>
              <a:ext cx="752" cy="267"/>
            </a:xfrm>
            <a:prstGeom prst="rect">
              <a:avLst/>
            </a:prstGeom>
            <a:solidFill>
              <a:schemeClr val="accent1"/>
            </a:solidFill>
            <a:ln w="19050" cap="flat" cmpd="sng">
              <a:solidFill>
                <a:srgbClr val="000000"/>
              </a:solidFill>
              <a:prstDash val="solid"/>
              <a:miter/>
              <a:headEnd type="none" w="med" len="med"/>
              <a:tailEnd type="none" w="med" len="med"/>
            </a:ln>
          </p:spPr>
          <p:txBody>
            <a:bodyPr lIns="0" tIns="0" rIns="0" bIns="0"/>
            <a:p>
              <a:pPr algn="ctr" eaLnBrk="0" hangingPunct="0"/>
              <a:r>
                <a:rPr lang="en-US" altLang="zh-CN" sz="2200" b="0" dirty="0">
                  <a:latin typeface="黑体" panose="02010609060101010101" pitchFamily="49" charset="-122"/>
                  <a:ea typeface="黑体" panose="02010609060101010101" pitchFamily="49" charset="-122"/>
                </a:rPr>
                <a:t>B+L2</a:t>
              </a:r>
              <a:endParaRPr lang="en-US" altLang="zh-CN" sz="2200" b="0" dirty="0">
                <a:latin typeface="黑体" panose="02010609060101010101" pitchFamily="49" charset="-122"/>
                <a:ea typeface="黑体" panose="02010609060101010101" pitchFamily="49" charset="-122"/>
              </a:endParaRPr>
            </a:p>
          </p:txBody>
        </p:sp>
        <p:sp>
          <p:nvSpPr>
            <p:cNvPr id="59411" name="Text Box 19"/>
            <p:cNvSpPr txBox="1"/>
            <p:nvPr/>
          </p:nvSpPr>
          <p:spPr>
            <a:xfrm>
              <a:off x="1278" y="2229"/>
              <a:ext cx="834" cy="267"/>
            </a:xfrm>
            <a:prstGeom prst="rect">
              <a:avLst/>
            </a:prstGeom>
            <a:noFill/>
            <a:ln w="9525">
              <a:noFill/>
            </a:ln>
          </p:spPr>
          <p:txBody>
            <a:bodyPr lIns="0" tIns="0" rIns="0" bIns="0"/>
            <a:p>
              <a:pPr algn="ctr" eaLnBrk="0" hangingPunct="0"/>
              <a:r>
                <a:rPr lang="zh-CN" altLang="en-US" sz="2200" b="0" dirty="0">
                  <a:latin typeface="黑体" panose="02010609060101010101" pitchFamily="49" charset="-122"/>
                  <a:ea typeface="黑体" panose="02010609060101010101" pitchFamily="49" charset="-122"/>
                </a:rPr>
                <a:t>上限寄存器</a:t>
              </a:r>
              <a:endParaRPr lang="zh-CN" altLang="en-US" sz="2200" b="0" dirty="0">
                <a:latin typeface="黑体" panose="02010609060101010101" pitchFamily="49" charset="-122"/>
                <a:ea typeface="黑体" panose="02010609060101010101" pitchFamily="49" charset="-122"/>
              </a:endParaRPr>
            </a:p>
          </p:txBody>
        </p:sp>
        <p:sp>
          <p:nvSpPr>
            <p:cNvPr id="59412" name="Line 20"/>
            <p:cNvSpPr/>
            <p:nvPr/>
          </p:nvSpPr>
          <p:spPr>
            <a:xfrm>
              <a:off x="2592" y="1776"/>
              <a:ext cx="0" cy="528"/>
            </a:xfrm>
            <a:prstGeom prst="line">
              <a:avLst/>
            </a:prstGeom>
            <a:ln w="19050" cap="flat" cmpd="sng">
              <a:solidFill>
                <a:srgbClr val="000000"/>
              </a:solidFill>
              <a:prstDash val="solid"/>
              <a:headEnd type="triangle" w="sm" len="med"/>
              <a:tailEnd type="none" w="med" len="med"/>
            </a:ln>
          </p:spPr>
        </p:sp>
        <p:sp>
          <p:nvSpPr>
            <p:cNvPr id="59413" name="AutoShape 21"/>
            <p:cNvSpPr/>
            <p:nvPr/>
          </p:nvSpPr>
          <p:spPr>
            <a:xfrm>
              <a:off x="2230" y="1164"/>
              <a:ext cx="766" cy="645"/>
            </a:xfrm>
            <a:prstGeom prst="flowChartDecision">
              <a:avLst/>
            </a:prstGeom>
            <a:solidFill>
              <a:schemeClr val="accent1"/>
            </a:solidFill>
            <a:ln w="19050" cap="flat" cmpd="sng">
              <a:solidFill>
                <a:srgbClr val="000000"/>
              </a:solidFill>
              <a:prstDash val="solid"/>
              <a:miter/>
              <a:headEnd type="none" w="med" len="med"/>
              <a:tailEnd type="none" w="med" len="med"/>
            </a:ln>
          </p:spPr>
          <p:txBody>
            <a:bodyPr/>
            <a:p>
              <a:endParaRPr lang="zh-CN" altLang="en-US" sz="2200" dirty="0">
                <a:latin typeface="Times New Roman" panose="02020603050405020304" pitchFamily="18" charset="0"/>
              </a:endParaRPr>
            </a:p>
          </p:txBody>
        </p:sp>
        <p:sp>
          <p:nvSpPr>
            <p:cNvPr id="59414" name="Text Box 22"/>
            <p:cNvSpPr txBox="1"/>
            <p:nvPr/>
          </p:nvSpPr>
          <p:spPr>
            <a:xfrm>
              <a:off x="2404" y="1334"/>
              <a:ext cx="425" cy="266"/>
            </a:xfrm>
            <a:prstGeom prst="rect">
              <a:avLst/>
            </a:prstGeom>
            <a:solidFill>
              <a:schemeClr val="accent1"/>
            </a:solidFill>
            <a:ln w="9525">
              <a:noFill/>
            </a:ln>
          </p:spPr>
          <p:txBody>
            <a:bodyPr lIns="0" tIns="0" rIns="0" bIns="0"/>
            <a:p>
              <a:pPr algn="ctr" eaLnBrk="0" hangingPunct="0"/>
              <a:r>
                <a:rPr lang="en-US" altLang="zh-CN" sz="2200" b="0" dirty="0">
                  <a:latin typeface="黑体" panose="02010609060101010101" pitchFamily="49" charset="-122"/>
                  <a:ea typeface="黑体" panose="02010609060101010101" pitchFamily="49" charset="-122"/>
                </a:rPr>
                <a:t>&lt;B+L2</a:t>
              </a:r>
              <a:endParaRPr lang="en-US" altLang="zh-CN" sz="2200" b="0" dirty="0">
                <a:latin typeface="黑体" panose="02010609060101010101" pitchFamily="49" charset="-122"/>
                <a:ea typeface="黑体" panose="02010609060101010101" pitchFamily="49" charset="-122"/>
              </a:endParaRPr>
            </a:p>
          </p:txBody>
        </p:sp>
        <p:sp>
          <p:nvSpPr>
            <p:cNvPr id="59415" name="Line 23"/>
            <p:cNvSpPr/>
            <p:nvPr/>
          </p:nvSpPr>
          <p:spPr>
            <a:xfrm>
              <a:off x="3126" y="994"/>
              <a:ext cx="345" cy="0"/>
            </a:xfrm>
            <a:prstGeom prst="line">
              <a:avLst/>
            </a:prstGeom>
            <a:ln w="19050" cap="flat" cmpd="sng">
              <a:solidFill>
                <a:srgbClr val="000000"/>
              </a:solidFill>
              <a:prstDash val="solid"/>
              <a:headEnd type="none" w="med" len="med"/>
              <a:tailEnd type="triangle" w="sm" len="med"/>
            </a:ln>
          </p:spPr>
        </p:sp>
        <p:sp>
          <p:nvSpPr>
            <p:cNvPr id="59416" name="Line 24"/>
            <p:cNvSpPr/>
            <p:nvPr/>
          </p:nvSpPr>
          <p:spPr>
            <a:xfrm>
              <a:off x="3216" y="384"/>
              <a:ext cx="2" cy="432"/>
            </a:xfrm>
            <a:prstGeom prst="line">
              <a:avLst/>
            </a:prstGeom>
            <a:ln w="19050" cap="flat" cmpd="sng">
              <a:solidFill>
                <a:srgbClr val="000000"/>
              </a:solidFill>
              <a:prstDash val="solid"/>
              <a:headEnd type="none" w="med" len="med"/>
              <a:tailEnd type="none" w="med" len="med"/>
            </a:ln>
          </p:spPr>
        </p:sp>
        <p:sp>
          <p:nvSpPr>
            <p:cNvPr id="59417" name="Line 25"/>
            <p:cNvSpPr/>
            <p:nvPr/>
          </p:nvSpPr>
          <p:spPr>
            <a:xfrm>
              <a:off x="3218" y="824"/>
              <a:ext cx="237" cy="0"/>
            </a:xfrm>
            <a:prstGeom prst="line">
              <a:avLst/>
            </a:prstGeom>
            <a:ln w="19050" cap="flat" cmpd="sng">
              <a:solidFill>
                <a:srgbClr val="000000"/>
              </a:solidFill>
              <a:prstDash val="solid"/>
              <a:headEnd type="none" w="med" len="med"/>
              <a:tailEnd type="triangle" w="sm" len="med"/>
            </a:ln>
          </p:spPr>
        </p:sp>
        <p:sp>
          <p:nvSpPr>
            <p:cNvPr id="59418" name="Line 26"/>
            <p:cNvSpPr/>
            <p:nvPr/>
          </p:nvSpPr>
          <p:spPr>
            <a:xfrm>
              <a:off x="2982" y="2445"/>
              <a:ext cx="234" cy="3"/>
            </a:xfrm>
            <a:prstGeom prst="line">
              <a:avLst/>
            </a:prstGeom>
            <a:ln w="19050" cap="flat" cmpd="sng">
              <a:solidFill>
                <a:srgbClr val="000000"/>
              </a:solidFill>
              <a:prstDash val="solid"/>
              <a:headEnd type="none" w="med" len="med"/>
              <a:tailEnd type="none" w="med" len="med"/>
            </a:ln>
          </p:spPr>
        </p:sp>
        <p:sp>
          <p:nvSpPr>
            <p:cNvPr id="59419" name="Line 27"/>
            <p:cNvSpPr/>
            <p:nvPr/>
          </p:nvSpPr>
          <p:spPr>
            <a:xfrm>
              <a:off x="3218" y="1231"/>
              <a:ext cx="0" cy="1204"/>
            </a:xfrm>
            <a:prstGeom prst="line">
              <a:avLst/>
            </a:prstGeom>
            <a:ln w="19050" cap="flat" cmpd="sng">
              <a:solidFill>
                <a:srgbClr val="000000"/>
              </a:solidFill>
              <a:prstDash val="solid"/>
              <a:headEnd type="none" w="med" len="med"/>
              <a:tailEnd type="none" w="med" len="med"/>
            </a:ln>
          </p:spPr>
        </p:sp>
        <p:sp>
          <p:nvSpPr>
            <p:cNvPr id="59420" name="Line 28"/>
            <p:cNvSpPr/>
            <p:nvPr/>
          </p:nvSpPr>
          <p:spPr>
            <a:xfrm>
              <a:off x="3218" y="1254"/>
              <a:ext cx="237" cy="0"/>
            </a:xfrm>
            <a:prstGeom prst="line">
              <a:avLst/>
            </a:prstGeom>
            <a:ln w="19050" cap="flat" cmpd="sng">
              <a:solidFill>
                <a:srgbClr val="000000"/>
              </a:solidFill>
              <a:prstDash val="solid"/>
              <a:headEnd type="none" w="med" len="med"/>
              <a:tailEnd type="triangle" w="sm" len="med"/>
            </a:ln>
          </p:spPr>
        </p:sp>
        <p:sp>
          <p:nvSpPr>
            <p:cNvPr id="59421" name="Text Box 29"/>
            <p:cNvSpPr txBox="1"/>
            <p:nvPr/>
          </p:nvSpPr>
          <p:spPr>
            <a:xfrm>
              <a:off x="1575" y="831"/>
              <a:ext cx="663" cy="428"/>
            </a:xfrm>
            <a:prstGeom prst="rect">
              <a:avLst/>
            </a:prstGeom>
            <a:noFill/>
            <a:ln w="9525">
              <a:noFill/>
            </a:ln>
          </p:spPr>
          <p:txBody>
            <a:bodyPr lIns="0" tIns="0" rIns="0" bIns="0"/>
            <a:p>
              <a:pPr algn="ctr" eaLnBrk="0" hangingPunct="0"/>
              <a:r>
                <a:rPr lang="zh-CN" altLang="en-US" sz="2200" b="0" dirty="0">
                  <a:latin typeface="黑体" panose="02010609060101010101" pitchFamily="49" charset="-122"/>
                  <a:ea typeface="黑体" panose="02010609060101010101" pitchFamily="49" charset="-122"/>
                </a:rPr>
                <a:t>越界中断</a:t>
              </a:r>
              <a:endParaRPr lang="zh-CN" altLang="en-US" sz="2200" b="0" dirty="0">
                <a:latin typeface="黑体" panose="02010609060101010101" pitchFamily="49" charset="-122"/>
                <a:ea typeface="黑体" panose="02010609060101010101" pitchFamily="49" charset="-122"/>
              </a:endParaRPr>
            </a:p>
          </p:txBody>
        </p:sp>
        <p:sp>
          <p:nvSpPr>
            <p:cNvPr id="59422" name="Line 30"/>
            <p:cNvSpPr/>
            <p:nvPr/>
          </p:nvSpPr>
          <p:spPr>
            <a:xfrm flipH="1">
              <a:off x="2248" y="939"/>
              <a:ext cx="357" cy="0"/>
            </a:xfrm>
            <a:prstGeom prst="line">
              <a:avLst/>
            </a:prstGeom>
            <a:ln w="19050" cap="flat" cmpd="sng">
              <a:solidFill>
                <a:srgbClr val="000000"/>
              </a:solidFill>
              <a:prstDash val="solid"/>
              <a:headEnd type="none" w="med" len="med"/>
              <a:tailEnd type="triangle" w="sm" len="med"/>
            </a:ln>
          </p:spPr>
        </p:sp>
        <p:sp>
          <p:nvSpPr>
            <p:cNvPr id="59423" name="Line 31"/>
            <p:cNvSpPr/>
            <p:nvPr/>
          </p:nvSpPr>
          <p:spPr>
            <a:xfrm>
              <a:off x="2598" y="916"/>
              <a:ext cx="0" cy="255"/>
            </a:xfrm>
            <a:prstGeom prst="line">
              <a:avLst/>
            </a:prstGeom>
            <a:ln w="19050" cap="flat" cmpd="sng">
              <a:solidFill>
                <a:srgbClr val="000000"/>
              </a:solidFill>
              <a:prstDash val="solid"/>
              <a:headEnd type="none" w="med" len="med"/>
              <a:tailEnd type="none" w="med" len="med"/>
            </a:ln>
          </p:spPr>
        </p:sp>
        <p:sp>
          <p:nvSpPr>
            <p:cNvPr id="59424" name="Text Box 32"/>
            <p:cNvSpPr txBox="1"/>
            <p:nvPr/>
          </p:nvSpPr>
          <p:spPr>
            <a:xfrm>
              <a:off x="3468" y="1644"/>
              <a:ext cx="852" cy="428"/>
            </a:xfrm>
            <a:prstGeom prst="rect">
              <a:avLst/>
            </a:prstGeom>
            <a:solidFill>
              <a:schemeClr val="accent1"/>
            </a:solidFill>
            <a:ln w="19050" cap="flat" cmpd="sng">
              <a:solidFill>
                <a:srgbClr val="000000"/>
              </a:solidFill>
              <a:prstDash val="solid"/>
              <a:miter/>
              <a:headEnd type="none" w="med" len="med"/>
              <a:tailEnd type="none" w="med" len="med"/>
            </a:ln>
          </p:spPr>
          <p:txBody>
            <a:bodyPr lIns="0" tIns="0" rIns="0" bIns="0"/>
            <a:p>
              <a:pPr algn="ctr" eaLnBrk="0" hangingPunct="0"/>
              <a:r>
                <a:rPr lang="zh-CN" altLang="en-US" sz="2200" b="0" dirty="0">
                  <a:latin typeface="黑体" panose="02010609060101010101" pitchFamily="49" charset="-122"/>
                  <a:ea typeface="黑体" panose="02010609060101010101" pitchFamily="49" charset="-122"/>
                </a:rPr>
                <a:t>用户分区</a:t>
              </a:r>
              <a:r>
                <a:rPr lang="en-US" altLang="zh-CN" sz="2200" b="0" dirty="0">
                  <a:latin typeface="黑体" panose="02010609060101010101" pitchFamily="49" charset="-122"/>
                  <a:ea typeface="黑体" panose="02010609060101010101" pitchFamily="49" charset="-122"/>
                </a:rPr>
                <a:t>4</a:t>
              </a:r>
              <a:endParaRPr lang="en-US" altLang="zh-CN" sz="2200" b="0" dirty="0">
                <a:latin typeface="黑体" panose="02010609060101010101" pitchFamily="49" charset="-122"/>
                <a:ea typeface="黑体" panose="02010609060101010101" pitchFamily="49" charset="-122"/>
              </a:endParaRPr>
            </a:p>
          </p:txBody>
        </p:sp>
        <p:sp>
          <p:nvSpPr>
            <p:cNvPr id="59425" name="Text Box 33"/>
            <p:cNvSpPr txBox="1"/>
            <p:nvPr/>
          </p:nvSpPr>
          <p:spPr>
            <a:xfrm>
              <a:off x="3468" y="2072"/>
              <a:ext cx="852" cy="428"/>
            </a:xfrm>
            <a:prstGeom prst="rect">
              <a:avLst/>
            </a:prstGeom>
            <a:solidFill>
              <a:schemeClr val="accent1"/>
            </a:solidFill>
            <a:ln w="19050" cap="flat" cmpd="sng">
              <a:solidFill>
                <a:srgbClr val="000000"/>
              </a:solidFill>
              <a:prstDash val="solid"/>
              <a:miter/>
              <a:headEnd type="none" w="med" len="med"/>
              <a:tailEnd type="none" w="med" len="med"/>
            </a:ln>
          </p:spPr>
          <p:txBody>
            <a:bodyPr lIns="0" tIns="0" rIns="0" bIns="0"/>
            <a:p>
              <a:pPr algn="ctr" eaLnBrk="0" hangingPunct="0"/>
              <a:r>
                <a:rPr lang="zh-CN" altLang="en-US" sz="2200" b="0" dirty="0">
                  <a:latin typeface="黑体" panose="02010609060101010101" pitchFamily="49" charset="-122"/>
                  <a:ea typeface="黑体" panose="02010609060101010101" pitchFamily="49" charset="-122"/>
                </a:rPr>
                <a:t>用户分区</a:t>
              </a:r>
              <a:r>
                <a:rPr lang="en-US" altLang="zh-CN" sz="2200" b="0" dirty="0">
                  <a:latin typeface="黑体" panose="02010609060101010101" pitchFamily="49" charset="-122"/>
                  <a:ea typeface="黑体" panose="02010609060101010101" pitchFamily="49" charset="-122"/>
                </a:rPr>
                <a:t>5</a:t>
              </a:r>
              <a:endParaRPr lang="en-US" altLang="zh-CN" sz="2200" b="0" dirty="0">
                <a:latin typeface="黑体" panose="02010609060101010101" pitchFamily="49" charset="-122"/>
                <a:ea typeface="黑体" panose="02010609060101010101" pitchFamily="49" charset="-122"/>
              </a:endParaRPr>
            </a:p>
          </p:txBody>
        </p:sp>
        <p:sp>
          <p:nvSpPr>
            <p:cNvPr id="59426" name="Text Box 34"/>
            <p:cNvSpPr txBox="1"/>
            <p:nvPr/>
          </p:nvSpPr>
          <p:spPr>
            <a:xfrm>
              <a:off x="3468" y="2500"/>
              <a:ext cx="852" cy="428"/>
            </a:xfrm>
            <a:prstGeom prst="rect">
              <a:avLst/>
            </a:prstGeom>
            <a:solidFill>
              <a:schemeClr val="accent1"/>
            </a:solidFill>
            <a:ln w="19050" cap="flat" cmpd="sng">
              <a:solidFill>
                <a:srgbClr val="000000"/>
              </a:solidFill>
              <a:prstDash val="solid"/>
              <a:miter/>
              <a:headEnd type="none" w="med" len="med"/>
              <a:tailEnd type="none" w="med" len="med"/>
            </a:ln>
          </p:spPr>
          <p:txBody>
            <a:bodyPr lIns="0" tIns="0" rIns="0" bIns="0"/>
            <a:p>
              <a:pPr algn="ctr" eaLnBrk="0" hangingPunct="0"/>
              <a:r>
                <a:rPr lang="zh-CN" altLang="en-US" sz="2200" b="0" dirty="0">
                  <a:latin typeface="黑体" panose="02010609060101010101" pitchFamily="49" charset="-122"/>
                  <a:ea typeface="黑体" panose="02010609060101010101" pitchFamily="49" charset="-122"/>
                </a:rPr>
                <a:t>用户分区</a:t>
              </a:r>
              <a:r>
                <a:rPr lang="en-US" altLang="zh-CN" sz="2200" b="0" dirty="0">
                  <a:latin typeface="黑体" panose="02010609060101010101" pitchFamily="49" charset="-122"/>
                  <a:ea typeface="黑体" panose="02010609060101010101" pitchFamily="49" charset="-122"/>
                </a:rPr>
                <a:t>6</a:t>
              </a:r>
              <a:endParaRPr lang="en-US" altLang="zh-CN" sz="2200" b="0" dirty="0">
                <a:latin typeface="黑体" panose="02010609060101010101" pitchFamily="49" charset="-122"/>
                <a:ea typeface="黑体" panose="02010609060101010101" pitchFamily="49" charset="-122"/>
              </a:endParaRPr>
            </a:p>
          </p:txBody>
        </p:sp>
        <p:sp>
          <p:nvSpPr>
            <p:cNvPr id="59427" name="Line 35"/>
            <p:cNvSpPr/>
            <p:nvPr/>
          </p:nvSpPr>
          <p:spPr>
            <a:xfrm>
              <a:off x="3135" y="972"/>
              <a:ext cx="0" cy="515"/>
            </a:xfrm>
            <a:prstGeom prst="line">
              <a:avLst/>
            </a:prstGeom>
            <a:ln w="19050" cap="flat" cmpd="sng">
              <a:solidFill>
                <a:srgbClr val="000000"/>
              </a:solidFill>
              <a:prstDash val="solid"/>
              <a:headEnd type="none" w="med" len="med"/>
              <a:tailEnd type="none" w="med" len="med"/>
            </a:ln>
          </p:spPr>
        </p:sp>
        <p:sp>
          <p:nvSpPr>
            <p:cNvPr id="59428" name="Line 36"/>
            <p:cNvSpPr/>
            <p:nvPr/>
          </p:nvSpPr>
          <p:spPr>
            <a:xfrm flipV="1">
              <a:off x="2996" y="1491"/>
              <a:ext cx="139" cy="3"/>
            </a:xfrm>
            <a:prstGeom prst="line">
              <a:avLst/>
            </a:prstGeom>
            <a:ln w="19050" cap="flat" cmpd="sng">
              <a:solidFill>
                <a:srgbClr val="000000"/>
              </a:solidFill>
              <a:prstDash val="solid"/>
              <a:headEnd type="none" w="med" len="med"/>
              <a:tailEnd type="none" w="med" len="med"/>
            </a:ln>
          </p:spPr>
        </p:sp>
        <p:sp>
          <p:nvSpPr>
            <p:cNvPr id="59429" name="Line 37"/>
            <p:cNvSpPr/>
            <p:nvPr/>
          </p:nvSpPr>
          <p:spPr>
            <a:xfrm>
              <a:off x="1262" y="528"/>
              <a:ext cx="0" cy="816"/>
            </a:xfrm>
            <a:prstGeom prst="line">
              <a:avLst/>
            </a:prstGeom>
            <a:ln w="9525" cap="flat" cmpd="sng">
              <a:solidFill>
                <a:schemeClr val="tx1"/>
              </a:solidFill>
              <a:prstDash val="solid"/>
              <a:headEnd type="none" w="med" len="med"/>
              <a:tailEnd type="triangle" w="med" len="med"/>
            </a:ln>
          </p:spPr>
        </p:sp>
      </p:grpSp>
    </p:spTree>
  </p:cSld>
  <p:clrMapOvr>
    <a:masterClrMapping/>
  </p:clrMapOvr>
  <p:transition>
    <p:dissolve/>
  </p:transition>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0418" name="Rectangle 2"/>
          <p:cNvSpPr>
            <a:spLocks noGrp="1"/>
          </p:cNvSpPr>
          <p:nvPr>
            <p:ph type="title"/>
          </p:nvPr>
        </p:nvSpPr>
        <p:spPr>
          <a:ln/>
        </p:spPr>
        <p:txBody>
          <a:bodyPr vert="horz" wrap="square" lIns="91440" tIns="45720" rIns="91440" bIns="45720" anchor="ctr" anchorCtr="0"/>
          <a:p>
            <a:r>
              <a:rPr lang="zh-CN" altLang="en-US" sz="2800" dirty="0"/>
              <a:t>固定分区的内存管理</a:t>
            </a:r>
            <a:endParaRPr lang="zh-CN" altLang="en-US" sz="2800" dirty="0"/>
          </a:p>
        </p:txBody>
      </p:sp>
      <p:sp>
        <p:nvSpPr>
          <p:cNvPr id="60419" name="Rectangle 3"/>
          <p:cNvSpPr>
            <a:spLocks noGrp="1"/>
          </p:cNvSpPr>
          <p:nvPr>
            <p:ph idx="1"/>
          </p:nvPr>
        </p:nvSpPr>
        <p:spPr>
          <a:ln/>
        </p:spPr>
        <p:txBody>
          <a:bodyPr vert="horz" wrap="square" lIns="91440" tIns="45720" rIns="91440" bIns="45720" anchor="t" anchorCtr="0"/>
          <a:p>
            <a:r>
              <a:rPr lang="zh-CN" altLang="en-US" dirty="0"/>
              <a:t>优点</a:t>
            </a:r>
            <a:endParaRPr lang="zh-CN" altLang="en-US" dirty="0"/>
          </a:p>
          <a:p>
            <a:pPr lvl="1"/>
            <a:r>
              <a:rPr lang="zh-CN" altLang="en-US" dirty="0"/>
              <a:t>灵活、简单</a:t>
            </a:r>
            <a:endParaRPr lang="zh-CN" altLang="en-US" dirty="0"/>
          </a:p>
          <a:p>
            <a:r>
              <a:rPr lang="zh-CN" altLang="en-US" dirty="0"/>
              <a:t>缺点</a:t>
            </a:r>
            <a:endParaRPr lang="zh-CN" altLang="en-US" dirty="0"/>
          </a:p>
          <a:p>
            <a:pPr lvl="1"/>
            <a:r>
              <a:rPr lang="zh-CN" altLang="en-US" dirty="0"/>
              <a:t>程序大小和分区大小的匹配，内碎片</a:t>
            </a:r>
            <a:endParaRPr lang="zh-CN" altLang="en-US" dirty="0"/>
          </a:p>
          <a:p>
            <a:pPr lvl="1"/>
            <a:r>
              <a:rPr lang="zh-CN" altLang="en-US" dirty="0"/>
              <a:t>程序比最大的分区大怎么办？</a:t>
            </a:r>
            <a:endParaRPr lang="zh-CN" altLang="en-US" dirty="0"/>
          </a:p>
          <a:p>
            <a:pPr lvl="1"/>
            <a:r>
              <a:rPr lang="zh-CN" altLang="en-US" dirty="0"/>
              <a:t>地址空间如何增长，程序运行时候的内存需求增长怎么办？</a:t>
            </a:r>
            <a:endParaRPr lang="zh-CN" altLang="en-US"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442" name="Rectangle 2"/>
          <p:cNvSpPr>
            <a:spLocks noGrp="1"/>
          </p:cNvSpPr>
          <p:nvPr>
            <p:ph type="title"/>
          </p:nvPr>
        </p:nvSpPr>
        <p:spPr>
          <a:xfrm>
            <a:off x="1295400" y="457200"/>
            <a:ext cx="7773988" cy="609600"/>
          </a:xfrm>
          <a:ln/>
        </p:spPr>
        <p:txBody>
          <a:bodyPr vert="horz" wrap="square" lIns="91440" tIns="45720" rIns="91440" bIns="45720" anchor="ctr" anchorCtr="0"/>
          <a:p>
            <a:r>
              <a:rPr lang="zh-CN" altLang="en-US" dirty="0"/>
              <a:t>可变分区存储管理</a:t>
            </a:r>
            <a:endParaRPr lang="zh-CN" altLang="en-US" dirty="0"/>
          </a:p>
        </p:txBody>
      </p:sp>
      <p:sp>
        <p:nvSpPr>
          <p:cNvPr id="61443" name="Rectangle 3"/>
          <p:cNvSpPr>
            <a:spLocks noGrp="1"/>
          </p:cNvSpPr>
          <p:nvPr>
            <p:ph idx="1"/>
          </p:nvPr>
        </p:nvSpPr>
        <p:spPr>
          <a:xfrm>
            <a:off x="382588" y="1751013"/>
            <a:ext cx="8156575" cy="3200400"/>
          </a:xfrm>
          <a:ln/>
        </p:spPr>
        <p:txBody>
          <a:bodyPr vert="horz" wrap="square" lIns="91440" tIns="45720" rIns="91440" bIns="45720" anchor="t" anchorCtr="0"/>
          <a:p>
            <a:pPr>
              <a:lnSpc>
                <a:spcPct val="140000"/>
              </a:lnSpc>
              <a:buNone/>
            </a:pPr>
            <a:r>
              <a:rPr lang="zh-CN" altLang="en-US" dirty="0">
                <a:latin typeface="黑体" panose="02010609060101010101" pitchFamily="49" charset="-122"/>
              </a:rPr>
              <a:t>  可变分区存储管理：</a:t>
            </a:r>
            <a:r>
              <a:rPr lang="zh-CN" altLang="en-US" dirty="0">
                <a:solidFill>
                  <a:schemeClr val="tx1"/>
                </a:solidFill>
                <a:latin typeface="黑体" panose="02010609060101010101" pitchFamily="49" charset="-122"/>
              </a:rPr>
              <a:t>是按</a:t>
            </a:r>
            <a:r>
              <a:rPr lang="zh-CN" altLang="en-US" dirty="0">
                <a:solidFill>
                  <a:srgbClr val="FF0000"/>
                </a:solidFill>
                <a:latin typeface="黑体" panose="02010609060101010101" pitchFamily="49" charset="-122"/>
              </a:rPr>
              <a:t>作业的实际大小</a:t>
            </a:r>
            <a:r>
              <a:rPr lang="zh-CN" altLang="en-US" dirty="0">
                <a:solidFill>
                  <a:schemeClr val="tx1"/>
                </a:solidFill>
                <a:latin typeface="黑体" panose="02010609060101010101" pitchFamily="49" charset="-122"/>
              </a:rPr>
              <a:t>来划分分区，且分区个数也是</a:t>
            </a:r>
            <a:r>
              <a:rPr lang="zh-CN" altLang="en-US" dirty="0">
                <a:solidFill>
                  <a:srgbClr val="FF0000"/>
                </a:solidFill>
                <a:latin typeface="黑体" panose="02010609060101010101" pitchFamily="49" charset="-122"/>
              </a:rPr>
              <a:t>随机</a:t>
            </a:r>
            <a:r>
              <a:rPr lang="zh-CN" altLang="en-US" dirty="0">
                <a:solidFill>
                  <a:schemeClr val="tx1"/>
                </a:solidFill>
                <a:latin typeface="黑体" panose="02010609060101010101" pitchFamily="49" charset="-122"/>
              </a:rPr>
              <a:t>的</a:t>
            </a:r>
            <a:r>
              <a:rPr lang="en-US" altLang="zh-CN" dirty="0">
                <a:solidFill>
                  <a:schemeClr val="tx1"/>
                </a:solidFill>
                <a:latin typeface="黑体" panose="02010609060101010101" pitchFamily="49" charset="-122"/>
              </a:rPr>
              <a:t>,</a:t>
            </a:r>
            <a:r>
              <a:rPr lang="zh-CN" altLang="en-US" dirty="0">
                <a:solidFill>
                  <a:schemeClr val="tx1"/>
                </a:solidFill>
                <a:latin typeface="黑体" panose="02010609060101010101" pitchFamily="49" charset="-122"/>
              </a:rPr>
              <a:t>实现多个作业对主存的共享，进一步提高主存资源利用率。</a:t>
            </a:r>
            <a:endParaRPr lang="zh-CN" altLang="en-US" dirty="0">
              <a:latin typeface="黑体" panose="02010609060101010101" pitchFamily="49" charset="-122"/>
            </a:endParaRPr>
          </a:p>
        </p:txBody>
      </p:sp>
    </p:spTree>
  </p:cSld>
  <p:clrMapOvr>
    <a:masterClrMapping/>
  </p:clrMapOvr>
  <p:transition>
    <p:zoom dir="in"/>
  </p:transition>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2466" name="Rectangle 2"/>
          <p:cNvSpPr>
            <a:spLocks noGrp="1"/>
          </p:cNvSpPr>
          <p:nvPr>
            <p:ph type="title"/>
          </p:nvPr>
        </p:nvSpPr>
        <p:spPr>
          <a:xfrm>
            <a:off x="1828800" y="476250"/>
            <a:ext cx="7240588" cy="563563"/>
          </a:xfrm>
          <a:ln/>
        </p:spPr>
        <p:txBody>
          <a:bodyPr vert="horz" wrap="square" lIns="91440" tIns="45720" rIns="91440" bIns="45720" anchor="ctr" anchorCtr="0"/>
          <a:p>
            <a:r>
              <a:rPr lang="en-US" altLang="zh-CN" dirty="0"/>
              <a:t>4.2.2 </a:t>
            </a:r>
            <a:r>
              <a:rPr lang="zh-CN" altLang="en-US" dirty="0"/>
              <a:t>可变分区存储管理</a:t>
            </a:r>
            <a:endParaRPr lang="zh-CN" altLang="en-US" dirty="0"/>
          </a:p>
        </p:txBody>
      </p:sp>
      <p:sp>
        <p:nvSpPr>
          <p:cNvPr id="62467" name="Rectangle 3"/>
          <p:cNvSpPr>
            <a:spLocks noGrp="1"/>
          </p:cNvSpPr>
          <p:nvPr>
            <p:ph idx="1"/>
          </p:nvPr>
        </p:nvSpPr>
        <p:spPr>
          <a:xfrm>
            <a:off x="1116013" y="1268413"/>
            <a:ext cx="7697787" cy="712787"/>
          </a:xfrm>
          <a:ln/>
        </p:spPr>
        <p:txBody>
          <a:bodyPr vert="horz" wrap="square" lIns="91440" tIns="45720" rIns="91440" bIns="45720" anchor="t" anchorCtr="0"/>
          <a:p>
            <a:r>
              <a:rPr lang="zh-CN" altLang="en-US" sz="2800" dirty="0"/>
              <a:t>可变分区方式主存分配和回收示例</a:t>
            </a:r>
            <a:endParaRPr lang="zh-CN" altLang="en-US" sz="2800" dirty="0"/>
          </a:p>
        </p:txBody>
      </p:sp>
      <p:sp>
        <p:nvSpPr>
          <p:cNvPr id="62468" name="Text Box 4"/>
          <p:cNvSpPr txBox="1"/>
          <p:nvPr/>
        </p:nvSpPr>
        <p:spPr>
          <a:xfrm>
            <a:off x="2778125" y="2181225"/>
            <a:ext cx="1068388" cy="715963"/>
          </a:xfrm>
          <a:prstGeom prst="rect">
            <a:avLst/>
          </a:prstGeom>
          <a:solidFill>
            <a:schemeClr val="accent1"/>
          </a:solidFill>
          <a:ln w="9525" cap="flat" cmpd="sng">
            <a:solidFill>
              <a:srgbClr val="000000"/>
            </a:solidFill>
            <a:prstDash val="solid"/>
            <a:miter/>
            <a:headEnd type="none" w="med" len="med"/>
            <a:tailEnd type="none" w="med" len="med"/>
          </a:ln>
        </p:spPr>
        <p:txBody>
          <a:bodyPr lIns="0" tIns="0" rIns="0" bIns="0"/>
          <a:p>
            <a:pPr algn="ctr" eaLnBrk="0" hangingPunct="0"/>
            <a:r>
              <a:rPr lang="zh-CN" altLang="en-US" b="0" dirty="0">
                <a:latin typeface="黑体" panose="02010609060101010101" pitchFamily="49" charset="-122"/>
                <a:ea typeface="黑体" panose="02010609060101010101" pitchFamily="49" charset="-122"/>
              </a:rPr>
              <a:t>操作系统</a:t>
            </a:r>
            <a:endParaRPr lang="zh-CN" altLang="en-US" b="0" dirty="0">
              <a:latin typeface="黑体" panose="02010609060101010101" pitchFamily="49" charset="-122"/>
              <a:ea typeface="黑体" panose="02010609060101010101" pitchFamily="49" charset="-122"/>
            </a:endParaRPr>
          </a:p>
        </p:txBody>
      </p:sp>
      <p:sp>
        <p:nvSpPr>
          <p:cNvPr id="62469" name="Text Box 5"/>
          <p:cNvSpPr txBox="1"/>
          <p:nvPr/>
        </p:nvSpPr>
        <p:spPr>
          <a:xfrm>
            <a:off x="2778125" y="2897188"/>
            <a:ext cx="1068388" cy="712787"/>
          </a:xfrm>
          <a:prstGeom prst="rect">
            <a:avLst/>
          </a:prstGeom>
          <a:solidFill>
            <a:schemeClr val="accent1"/>
          </a:solidFill>
          <a:ln w="9525" cap="flat" cmpd="sng">
            <a:solidFill>
              <a:srgbClr val="000000"/>
            </a:solidFill>
            <a:prstDash val="solid"/>
            <a:miter/>
            <a:headEnd type="none" w="med" len="med"/>
            <a:tailEnd type="none" w="med" len="med"/>
          </a:ln>
        </p:spPr>
        <p:txBody>
          <a:bodyPr lIns="0" tIns="0" rIns="0" bIns="0"/>
          <a:p>
            <a:pPr algn="ctr" eaLnBrk="0" hangingPunct="0"/>
            <a:endParaRPr lang="en-US" altLang="zh-CN" sz="1600" b="0" dirty="0">
              <a:latin typeface="黑体" panose="02010609060101010101" pitchFamily="49" charset="-122"/>
              <a:ea typeface="黑体" panose="02010609060101010101" pitchFamily="49" charset="-122"/>
            </a:endParaRPr>
          </a:p>
        </p:txBody>
      </p:sp>
      <p:sp>
        <p:nvSpPr>
          <p:cNvPr id="62470" name="Text Box 6"/>
          <p:cNvSpPr txBox="1"/>
          <p:nvPr/>
        </p:nvSpPr>
        <p:spPr>
          <a:xfrm>
            <a:off x="2778125" y="2897188"/>
            <a:ext cx="1068388" cy="3503612"/>
          </a:xfrm>
          <a:prstGeom prst="rect">
            <a:avLst/>
          </a:prstGeom>
          <a:solidFill>
            <a:schemeClr val="accent1"/>
          </a:solidFill>
          <a:ln w="9525" cap="flat" cmpd="sng">
            <a:solidFill>
              <a:srgbClr val="000000"/>
            </a:solidFill>
            <a:prstDash val="solid"/>
            <a:miter/>
            <a:headEnd type="none" w="med" len="med"/>
            <a:tailEnd type="none" w="med" len="med"/>
          </a:ln>
        </p:spPr>
        <p:txBody>
          <a:bodyPr lIns="0" tIns="0" rIns="0" bIns="0"/>
          <a:p>
            <a:pPr algn="ctr" eaLnBrk="0" hangingPunct="0"/>
            <a:r>
              <a:rPr lang="zh-CN" altLang="en-US" sz="1600" dirty="0">
                <a:solidFill>
                  <a:srgbClr val="FF0000"/>
                </a:solidFill>
                <a:latin typeface="黑体" panose="02010609060101010101" pitchFamily="49" charset="-122"/>
                <a:ea typeface="黑体" panose="02010609060101010101" pitchFamily="49" charset="-122"/>
              </a:rPr>
              <a:t>空闲区</a:t>
            </a:r>
            <a:endParaRPr lang="zh-CN" altLang="en-US" sz="1600" dirty="0">
              <a:solidFill>
                <a:srgbClr val="FF0000"/>
              </a:solidFill>
              <a:latin typeface="黑体" panose="02010609060101010101" pitchFamily="49" charset="-122"/>
              <a:ea typeface="黑体" panose="02010609060101010101" pitchFamily="49" charset="-122"/>
            </a:endParaRPr>
          </a:p>
        </p:txBody>
      </p:sp>
      <p:grpSp>
        <p:nvGrpSpPr>
          <p:cNvPr id="62471" name="Group 7"/>
          <p:cNvGrpSpPr/>
          <p:nvPr/>
        </p:nvGrpSpPr>
        <p:grpSpPr>
          <a:xfrm>
            <a:off x="1981200" y="2720975"/>
            <a:ext cx="781050" cy="3752850"/>
            <a:chOff x="0" y="0"/>
            <a:chExt cx="492" cy="2365"/>
          </a:xfrm>
        </p:grpSpPr>
        <p:sp>
          <p:nvSpPr>
            <p:cNvPr id="62483" name="Text Box 8"/>
            <p:cNvSpPr txBox="1"/>
            <p:nvPr/>
          </p:nvSpPr>
          <p:spPr>
            <a:xfrm>
              <a:off x="136" y="0"/>
              <a:ext cx="332" cy="188"/>
            </a:xfrm>
            <a:prstGeom prst="rect">
              <a:avLst/>
            </a:prstGeom>
            <a:noFill/>
            <a:ln w="9525">
              <a:noFill/>
            </a:ln>
          </p:spPr>
          <p:txBody>
            <a:bodyPr lIns="0" tIns="0" rIns="0" bIns="0"/>
            <a:p>
              <a:pPr algn="ctr" eaLnBrk="0" hangingPunct="0"/>
              <a:r>
                <a:rPr lang="en-US" altLang="zh-CN" sz="1600" b="0" dirty="0">
                  <a:latin typeface="黑体" panose="02010609060101010101" pitchFamily="49" charset="-122"/>
                  <a:ea typeface="黑体" panose="02010609060101010101" pitchFamily="49" charset="-122"/>
                </a:rPr>
                <a:t>8KB</a:t>
              </a:r>
              <a:endParaRPr lang="en-US" altLang="zh-CN" sz="1600" b="0" dirty="0">
                <a:latin typeface="黑体" panose="02010609060101010101" pitchFamily="49" charset="-122"/>
                <a:ea typeface="黑体" panose="02010609060101010101" pitchFamily="49" charset="-122"/>
              </a:endParaRPr>
            </a:p>
          </p:txBody>
        </p:sp>
        <p:sp>
          <p:nvSpPr>
            <p:cNvPr id="62484" name="Text Box 9"/>
            <p:cNvSpPr txBox="1"/>
            <p:nvPr/>
          </p:nvSpPr>
          <p:spPr>
            <a:xfrm>
              <a:off x="136" y="505"/>
              <a:ext cx="332" cy="167"/>
            </a:xfrm>
            <a:prstGeom prst="rect">
              <a:avLst/>
            </a:prstGeom>
            <a:noFill/>
            <a:ln w="9525">
              <a:noFill/>
            </a:ln>
          </p:spPr>
          <p:txBody>
            <a:bodyPr lIns="0" tIns="0" rIns="0" bIns="0"/>
            <a:p>
              <a:pPr algn="ctr" eaLnBrk="0" hangingPunct="0"/>
              <a:endParaRPr lang="en-US" altLang="zh-CN" sz="1600" b="0" dirty="0">
                <a:latin typeface="黑体" panose="02010609060101010101" pitchFamily="49" charset="-122"/>
                <a:ea typeface="黑体" panose="02010609060101010101" pitchFamily="49" charset="-122"/>
              </a:endParaRPr>
            </a:p>
          </p:txBody>
        </p:sp>
        <p:sp>
          <p:nvSpPr>
            <p:cNvPr id="62485" name="Text Box 10"/>
            <p:cNvSpPr txBox="1"/>
            <p:nvPr/>
          </p:nvSpPr>
          <p:spPr>
            <a:xfrm>
              <a:off x="136" y="969"/>
              <a:ext cx="356" cy="171"/>
            </a:xfrm>
            <a:prstGeom prst="rect">
              <a:avLst/>
            </a:prstGeom>
            <a:noFill/>
            <a:ln w="9525">
              <a:noFill/>
            </a:ln>
          </p:spPr>
          <p:txBody>
            <a:bodyPr lIns="0" tIns="0" rIns="0" bIns="0"/>
            <a:p>
              <a:pPr algn="ctr" eaLnBrk="0" hangingPunct="0"/>
              <a:endParaRPr lang="en-US" altLang="zh-CN" sz="1600" b="0" dirty="0">
                <a:latin typeface="黑体" panose="02010609060101010101" pitchFamily="49" charset="-122"/>
                <a:ea typeface="黑体" panose="02010609060101010101" pitchFamily="49" charset="-122"/>
              </a:endParaRPr>
            </a:p>
          </p:txBody>
        </p:sp>
        <p:sp>
          <p:nvSpPr>
            <p:cNvPr id="62486" name="Text Box 11"/>
            <p:cNvSpPr txBox="1"/>
            <p:nvPr/>
          </p:nvSpPr>
          <p:spPr>
            <a:xfrm>
              <a:off x="136" y="1375"/>
              <a:ext cx="332" cy="173"/>
            </a:xfrm>
            <a:prstGeom prst="rect">
              <a:avLst/>
            </a:prstGeom>
            <a:noFill/>
            <a:ln w="9525">
              <a:noFill/>
            </a:ln>
          </p:spPr>
          <p:txBody>
            <a:bodyPr lIns="0" tIns="0" rIns="0" bIns="0"/>
            <a:p>
              <a:pPr algn="ctr" eaLnBrk="0" hangingPunct="0"/>
              <a:endParaRPr lang="en-US" altLang="zh-CN" sz="1600" b="0" dirty="0">
                <a:latin typeface="黑体" panose="02010609060101010101" pitchFamily="49" charset="-122"/>
                <a:ea typeface="黑体" panose="02010609060101010101" pitchFamily="49" charset="-122"/>
              </a:endParaRPr>
            </a:p>
          </p:txBody>
        </p:sp>
        <p:sp>
          <p:nvSpPr>
            <p:cNvPr id="62487" name="Text Box 12"/>
            <p:cNvSpPr txBox="1"/>
            <p:nvPr/>
          </p:nvSpPr>
          <p:spPr>
            <a:xfrm>
              <a:off x="136" y="1802"/>
              <a:ext cx="332" cy="200"/>
            </a:xfrm>
            <a:prstGeom prst="rect">
              <a:avLst/>
            </a:prstGeom>
            <a:noFill/>
            <a:ln w="9525">
              <a:noFill/>
            </a:ln>
          </p:spPr>
          <p:txBody>
            <a:bodyPr lIns="0" tIns="0" rIns="0" bIns="0"/>
            <a:p>
              <a:pPr algn="ctr" eaLnBrk="0" hangingPunct="0"/>
              <a:endParaRPr lang="en-US" altLang="zh-CN" sz="1600" b="0" dirty="0">
                <a:latin typeface="黑体" panose="02010609060101010101" pitchFamily="49" charset="-122"/>
                <a:ea typeface="黑体" panose="02010609060101010101" pitchFamily="49" charset="-122"/>
              </a:endParaRPr>
            </a:p>
          </p:txBody>
        </p:sp>
        <p:sp>
          <p:nvSpPr>
            <p:cNvPr id="62488" name="Text Box 13"/>
            <p:cNvSpPr txBox="1"/>
            <p:nvPr/>
          </p:nvSpPr>
          <p:spPr>
            <a:xfrm>
              <a:off x="0" y="2183"/>
              <a:ext cx="455" cy="182"/>
            </a:xfrm>
            <a:prstGeom prst="rect">
              <a:avLst/>
            </a:prstGeom>
            <a:noFill/>
            <a:ln w="9525">
              <a:noFill/>
            </a:ln>
          </p:spPr>
          <p:txBody>
            <a:bodyPr lIns="0" tIns="0" rIns="0" bIns="0"/>
            <a:p>
              <a:pPr algn="ctr" eaLnBrk="0" hangingPunct="0"/>
              <a:r>
                <a:rPr lang="en-US" altLang="zh-CN" sz="1600" b="0" dirty="0">
                  <a:latin typeface="黑体" panose="02010609060101010101" pitchFamily="49" charset="-122"/>
                  <a:ea typeface="黑体" panose="02010609060101010101" pitchFamily="49" charset="-122"/>
                </a:rPr>
                <a:t>128KB</a:t>
              </a:r>
              <a:endParaRPr lang="en-US" altLang="zh-CN" sz="1600" b="0" dirty="0">
                <a:latin typeface="黑体" panose="02010609060101010101" pitchFamily="49" charset="-122"/>
                <a:ea typeface="黑体" panose="02010609060101010101" pitchFamily="49" charset="-122"/>
              </a:endParaRPr>
            </a:p>
          </p:txBody>
        </p:sp>
      </p:grpSp>
      <p:sp>
        <p:nvSpPr>
          <p:cNvPr id="62472" name="Text Box 14"/>
          <p:cNvSpPr txBox="1"/>
          <p:nvPr/>
        </p:nvSpPr>
        <p:spPr>
          <a:xfrm>
            <a:off x="5445125" y="2112963"/>
            <a:ext cx="1068388" cy="715962"/>
          </a:xfrm>
          <a:prstGeom prst="rect">
            <a:avLst/>
          </a:prstGeom>
          <a:solidFill>
            <a:schemeClr val="accent1"/>
          </a:solidFill>
          <a:ln w="9525" cap="flat" cmpd="sng">
            <a:solidFill>
              <a:srgbClr val="000000"/>
            </a:solidFill>
            <a:prstDash val="solid"/>
            <a:miter/>
            <a:headEnd type="none" w="med" len="med"/>
            <a:tailEnd type="none" w="med" len="med"/>
          </a:ln>
        </p:spPr>
        <p:txBody>
          <a:bodyPr lIns="0" tIns="0" rIns="0" bIns="0"/>
          <a:p>
            <a:pPr algn="ctr" eaLnBrk="0" hangingPunct="0"/>
            <a:r>
              <a:rPr lang="zh-CN" altLang="en-US" b="0" dirty="0">
                <a:latin typeface="黑体" panose="02010609060101010101" pitchFamily="49" charset="-122"/>
                <a:ea typeface="黑体" panose="02010609060101010101" pitchFamily="49" charset="-122"/>
              </a:rPr>
              <a:t>操作系统</a:t>
            </a:r>
            <a:endParaRPr lang="zh-CN" altLang="en-US" b="0" dirty="0">
              <a:latin typeface="黑体" panose="02010609060101010101" pitchFamily="49" charset="-122"/>
              <a:ea typeface="黑体" panose="02010609060101010101" pitchFamily="49" charset="-122"/>
            </a:endParaRPr>
          </a:p>
        </p:txBody>
      </p:sp>
      <p:sp>
        <p:nvSpPr>
          <p:cNvPr id="62473" name="Text Box 15"/>
          <p:cNvSpPr txBox="1"/>
          <p:nvPr/>
        </p:nvSpPr>
        <p:spPr>
          <a:xfrm>
            <a:off x="5445125" y="2828925"/>
            <a:ext cx="1068388" cy="712788"/>
          </a:xfrm>
          <a:prstGeom prst="rect">
            <a:avLst/>
          </a:prstGeom>
          <a:solidFill>
            <a:schemeClr val="accent1"/>
          </a:solidFill>
          <a:ln w="9525" cap="flat" cmpd="sng">
            <a:solidFill>
              <a:srgbClr val="000000"/>
            </a:solidFill>
            <a:prstDash val="solid"/>
            <a:miter/>
            <a:headEnd type="none" w="med" len="med"/>
            <a:tailEnd type="none" w="med" len="med"/>
          </a:ln>
        </p:spPr>
        <p:txBody>
          <a:bodyPr lIns="0" tIns="0" rIns="0" bIns="0"/>
          <a:p>
            <a:pPr algn="ctr" eaLnBrk="0" hangingPunct="0"/>
            <a:r>
              <a:rPr lang="zh-CN" altLang="en-US" sz="1600" dirty="0">
                <a:solidFill>
                  <a:srgbClr val="0033CC"/>
                </a:solidFill>
                <a:latin typeface="黑体" panose="02010609060101010101" pitchFamily="49" charset="-122"/>
                <a:ea typeface="黑体" panose="02010609060101010101" pitchFamily="49" charset="-122"/>
              </a:rPr>
              <a:t>作业</a:t>
            </a:r>
            <a:r>
              <a:rPr lang="en-US" altLang="zh-CN" sz="1600" dirty="0">
                <a:solidFill>
                  <a:srgbClr val="0033CC"/>
                </a:solidFill>
                <a:latin typeface="黑体" panose="02010609060101010101" pitchFamily="49" charset="-122"/>
                <a:ea typeface="黑体" panose="02010609060101010101" pitchFamily="49" charset="-122"/>
              </a:rPr>
              <a:t>1</a:t>
            </a:r>
            <a:endParaRPr lang="en-US" altLang="zh-CN" sz="1600" dirty="0">
              <a:solidFill>
                <a:srgbClr val="0033CC"/>
              </a:solidFill>
              <a:latin typeface="黑体" panose="02010609060101010101" pitchFamily="49" charset="-122"/>
              <a:ea typeface="黑体" panose="02010609060101010101" pitchFamily="49" charset="-122"/>
            </a:endParaRPr>
          </a:p>
        </p:txBody>
      </p:sp>
      <p:sp>
        <p:nvSpPr>
          <p:cNvPr id="62474" name="Text Box 16"/>
          <p:cNvSpPr txBox="1"/>
          <p:nvPr/>
        </p:nvSpPr>
        <p:spPr>
          <a:xfrm>
            <a:off x="5445125" y="4257675"/>
            <a:ext cx="1068388" cy="2143125"/>
          </a:xfrm>
          <a:prstGeom prst="rect">
            <a:avLst/>
          </a:prstGeom>
          <a:solidFill>
            <a:schemeClr val="accent1"/>
          </a:solidFill>
          <a:ln w="9525" cap="flat" cmpd="sng">
            <a:solidFill>
              <a:srgbClr val="000000"/>
            </a:solidFill>
            <a:prstDash val="solid"/>
            <a:miter/>
            <a:headEnd type="none" w="med" len="med"/>
            <a:tailEnd type="none" w="med" len="med"/>
          </a:ln>
        </p:spPr>
        <p:txBody>
          <a:bodyPr lIns="0" tIns="0" rIns="0" bIns="0"/>
          <a:p>
            <a:pPr algn="ctr" eaLnBrk="0" hangingPunct="0"/>
            <a:r>
              <a:rPr lang="zh-CN" altLang="en-US" sz="1600" dirty="0">
                <a:solidFill>
                  <a:srgbClr val="FF0000"/>
                </a:solidFill>
                <a:latin typeface="黑体" panose="02010609060101010101" pitchFamily="49" charset="-122"/>
                <a:ea typeface="黑体" panose="02010609060101010101" pitchFamily="49" charset="-122"/>
              </a:rPr>
              <a:t>空闲区</a:t>
            </a:r>
            <a:endParaRPr lang="zh-CN" altLang="en-US" sz="1600" dirty="0">
              <a:solidFill>
                <a:srgbClr val="FF0000"/>
              </a:solidFill>
              <a:latin typeface="黑体" panose="02010609060101010101" pitchFamily="49" charset="-122"/>
              <a:ea typeface="黑体" panose="02010609060101010101" pitchFamily="49" charset="-122"/>
            </a:endParaRPr>
          </a:p>
        </p:txBody>
      </p:sp>
      <p:grpSp>
        <p:nvGrpSpPr>
          <p:cNvPr id="62475" name="Group 17"/>
          <p:cNvGrpSpPr/>
          <p:nvPr/>
        </p:nvGrpSpPr>
        <p:grpSpPr>
          <a:xfrm>
            <a:off x="4649788" y="2652713"/>
            <a:ext cx="781050" cy="3752850"/>
            <a:chOff x="0" y="0"/>
            <a:chExt cx="492" cy="2365"/>
          </a:xfrm>
        </p:grpSpPr>
        <p:sp>
          <p:nvSpPr>
            <p:cNvPr id="62477" name="Text Box 18"/>
            <p:cNvSpPr txBox="1"/>
            <p:nvPr/>
          </p:nvSpPr>
          <p:spPr>
            <a:xfrm>
              <a:off x="136" y="0"/>
              <a:ext cx="332" cy="188"/>
            </a:xfrm>
            <a:prstGeom prst="rect">
              <a:avLst/>
            </a:prstGeom>
            <a:noFill/>
            <a:ln w="9525">
              <a:noFill/>
            </a:ln>
          </p:spPr>
          <p:txBody>
            <a:bodyPr lIns="0" tIns="0" rIns="0" bIns="0"/>
            <a:p>
              <a:pPr algn="ctr" eaLnBrk="0" hangingPunct="0"/>
              <a:r>
                <a:rPr lang="en-US" altLang="zh-CN" sz="1600" b="0" dirty="0">
                  <a:latin typeface="黑体" panose="02010609060101010101" pitchFamily="49" charset="-122"/>
                  <a:ea typeface="黑体" panose="02010609060101010101" pitchFamily="49" charset="-122"/>
                </a:rPr>
                <a:t>8KB</a:t>
              </a:r>
              <a:endParaRPr lang="en-US" altLang="zh-CN" sz="1600" b="0" dirty="0">
                <a:latin typeface="黑体" panose="02010609060101010101" pitchFamily="49" charset="-122"/>
                <a:ea typeface="黑体" panose="02010609060101010101" pitchFamily="49" charset="-122"/>
              </a:endParaRPr>
            </a:p>
          </p:txBody>
        </p:sp>
        <p:sp>
          <p:nvSpPr>
            <p:cNvPr id="62478" name="Text Box 19"/>
            <p:cNvSpPr txBox="1"/>
            <p:nvPr/>
          </p:nvSpPr>
          <p:spPr>
            <a:xfrm>
              <a:off x="136" y="505"/>
              <a:ext cx="332" cy="167"/>
            </a:xfrm>
            <a:prstGeom prst="rect">
              <a:avLst/>
            </a:prstGeom>
            <a:noFill/>
            <a:ln w="9525">
              <a:noFill/>
            </a:ln>
          </p:spPr>
          <p:txBody>
            <a:bodyPr lIns="0" tIns="0" rIns="0" bIns="0"/>
            <a:p>
              <a:pPr algn="ctr" eaLnBrk="0" hangingPunct="0"/>
              <a:r>
                <a:rPr lang="en-US" altLang="zh-CN" sz="1600" b="0" dirty="0">
                  <a:latin typeface="黑体" panose="02010609060101010101" pitchFamily="49" charset="-122"/>
                  <a:ea typeface="黑体" panose="02010609060101010101" pitchFamily="49" charset="-122"/>
                </a:rPr>
                <a:t>14KB</a:t>
              </a:r>
              <a:endParaRPr lang="en-US" altLang="zh-CN" sz="1600" b="0" dirty="0">
                <a:latin typeface="黑体" panose="02010609060101010101" pitchFamily="49" charset="-122"/>
                <a:ea typeface="黑体" panose="02010609060101010101" pitchFamily="49" charset="-122"/>
              </a:endParaRPr>
            </a:p>
          </p:txBody>
        </p:sp>
        <p:sp>
          <p:nvSpPr>
            <p:cNvPr id="62479" name="Text Box 20"/>
            <p:cNvSpPr txBox="1"/>
            <p:nvPr/>
          </p:nvSpPr>
          <p:spPr>
            <a:xfrm>
              <a:off x="136" y="969"/>
              <a:ext cx="356" cy="171"/>
            </a:xfrm>
            <a:prstGeom prst="rect">
              <a:avLst/>
            </a:prstGeom>
            <a:noFill/>
            <a:ln w="9525">
              <a:noFill/>
            </a:ln>
          </p:spPr>
          <p:txBody>
            <a:bodyPr lIns="0" tIns="0" rIns="0" bIns="0"/>
            <a:p>
              <a:pPr algn="ctr" eaLnBrk="0" hangingPunct="0"/>
              <a:r>
                <a:rPr lang="en-US" altLang="zh-CN" sz="1600" b="0" dirty="0">
                  <a:latin typeface="黑体" panose="02010609060101010101" pitchFamily="49" charset="-122"/>
                  <a:ea typeface="黑体" panose="02010609060101010101" pitchFamily="49" charset="-122"/>
                </a:rPr>
                <a:t>44KB</a:t>
              </a:r>
              <a:endParaRPr lang="en-US" altLang="zh-CN" sz="1600" b="0" dirty="0">
                <a:latin typeface="黑体" panose="02010609060101010101" pitchFamily="49" charset="-122"/>
                <a:ea typeface="黑体" panose="02010609060101010101" pitchFamily="49" charset="-122"/>
              </a:endParaRPr>
            </a:p>
          </p:txBody>
        </p:sp>
        <p:sp>
          <p:nvSpPr>
            <p:cNvPr id="62480" name="Text Box 21"/>
            <p:cNvSpPr txBox="1"/>
            <p:nvPr/>
          </p:nvSpPr>
          <p:spPr>
            <a:xfrm>
              <a:off x="136" y="1375"/>
              <a:ext cx="332" cy="173"/>
            </a:xfrm>
            <a:prstGeom prst="rect">
              <a:avLst/>
            </a:prstGeom>
            <a:noFill/>
            <a:ln w="9525">
              <a:noFill/>
            </a:ln>
          </p:spPr>
          <p:txBody>
            <a:bodyPr lIns="0" tIns="0" rIns="0" bIns="0"/>
            <a:p>
              <a:pPr algn="ctr" eaLnBrk="0" hangingPunct="0"/>
              <a:r>
                <a:rPr lang="en-US" altLang="zh-CN" sz="1600" b="0" dirty="0">
                  <a:latin typeface="黑体" panose="02010609060101010101" pitchFamily="49" charset="-122"/>
                  <a:ea typeface="黑体" panose="02010609060101010101" pitchFamily="49" charset="-122"/>
                </a:rPr>
                <a:t>50KB</a:t>
              </a:r>
              <a:endParaRPr lang="en-US" altLang="zh-CN" sz="1600" b="0" dirty="0">
                <a:latin typeface="黑体" panose="02010609060101010101" pitchFamily="49" charset="-122"/>
                <a:ea typeface="黑体" panose="02010609060101010101" pitchFamily="49" charset="-122"/>
              </a:endParaRPr>
            </a:p>
          </p:txBody>
        </p:sp>
        <p:sp>
          <p:nvSpPr>
            <p:cNvPr id="62481" name="Text Box 22"/>
            <p:cNvSpPr txBox="1"/>
            <p:nvPr/>
          </p:nvSpPr>
          <p:spPr>
            <a:xfrm>
              <a:off x="136" y="1802"/>
              <a:ext cx="332" cy="200"/>
            </a:xfrm>
            <a:prstGeom prst="rect">
              <a:avLst/>
            </a:prstGeom>
            <a:noFill/>
            <a:ln w="9525">
              <a:noFill/>
            </a:ln>
          </p:spPr>
          <p:txBody>
            <a:bodyPr lIns="0" tIns="0" rIns="0" bIns="0"/>
            <a:p>
              <a:pPr algn="ctr" eaLnBrk="0" hangingPunct="0"/>
              <a:r>
                <a:rPr lang="en-US" altLang="zh-CN" sz="1600" b="0" dirty="0">
                  <a:latin typeface="黑体" panose="02010609060101010101" pitchFamily="49" charset="-122"/>
                  <a:ea typeface="黑体" panose="02010609060101010101" pitchFamily="49" charset="-122"/>
                </a:rPr>
                <a:t>56KB</a:t>
              </a:r>
              <a:endParaRPr lang="en-US" altLang="zh-CN" sz="1600" b="0" dirty="0">
                <a:latin typeface="黑体" panose="02010609060101010101" pitchFamily="49" charset="-122"/>
                <a:ea typeface="黑体" panose="02010609060101010101" pitchFamily="49" charset="-122"/>
              </a:endParaRPr>
            </a:p>
          </p:txBody>
        </p:sp>
        <p:sp>
          <p:nvSpPr>
            <p:cNvPr id="62482" name="Text Box 23"/>
            <p:cNvSpPr txBox="1"/>
            <p:nvPr/>
          </p:nvSpPr>
          <p:spPr>
            <a:xfrm>
              <a:off x="0" y="2183"/>
              <a:ext cx="455" cy="182"/>
            </a:xfrm>
            <a:prstGeom prst="rect">
              <a:avLst/>
            </a:prstGeom>
            <a:noFill/>
            <a:ln w="9525">
              <a:noFill/>
            </a:ln>
          </p:spPr>
          <p:txBody>
            <a:bodyPr lIns="0" tIns="0" rIns="0" bIns="0"/>
            <a:p>
              <a:pPr algn="ctr" eaLnBrk="0" hangingPunct="0"/>
              <a:r>
                <a:rPr lang="en-US" altLang="zh-CN" sz="1600" b="0" dirty="0">
                  <a:latin typeface="黑体" panose="02010609060101010101" pitchFamily="49" charset="-122"/>
                  <a:ea typeface="黑体" panose="02010609060101010101" pitchFamily="49" charset="-122"/>
                </a:rPr>
                <a:t>128KB</a:t>
              </a:r>
              <a:endParaRPr lang="en-US" altLang="zh-CN" sz="1600" b="0" dirty="0">
                <a:latin typeface="黑体" panose="02010609060101010101" pitchFamily="49" charset="-122"/>
                <a:ea typeface="黑体" panose="02010609060101010101" pitchFamily="49" charset="-122"/>
              </a:endParaRPr>
            </a:p>
          </p:txBody>
        </p:sp>
      </p:grpSp>
      <p:sp>
        <p:nvSpPr>
          <p:cNvPr id="62476" name="Text Box 24"/>
          <p:cNvSpPr txBox="1"/>
          <p:nvPr/>
        </p:nvSpPr>
        <p:spPr>
          <a:xfrm>
            <a:off x="5445125" y="3541713"/>
            <a:ext cx="1068388" cy="715962"/>
          </a:xfrm>
          <a:prstGeom prst="rect">
            <a:avLst/>
          </a:prstGeom>
          <a:solidFill>
            <a:schemeClr val="accent1"/>
          </a:solidFill>
          <a:ln w="9525" cap="flat" cmpd="sng">
            <a:solidFill>
              <a:srgbClr val="000000"/>
            </a:solidFill>
            <a:prstDash val="solid"/>
            <a:miter/>
            <a:headEnd type="none" w="med" len="med"/>
            <a:tailEnd type="none" w="med" len="med"/>
          </a:ln>
        </p:spPr>
        <p:txBody>
          <a:bodyPr lIns="0" tIns="0" rIns="0" bIns="0"/>
          <a:p>
            <a:pPr algn="ctr" eaLnBrk="0" hangingPunct="0"/>
            <a:r>
              <a:rPr lang="zh-CN" altLang="en-US" sz="1600" dirty="0">
                <a:solidFill>
                  <a:srgbClr val="0033CC"/>
                </a:solidFill>
                <a:latin typeface="黑体" panose="02010609060101010101" pitchFamily="49" charset="-122"/>
                <a:ea typeface="黑体" panose="02010609060101010101" pitchFamily="49" charset="-122"/>
              </a:rPr>
              <a:t>作业</a:t>
            </a:r>
            <a:r>
              <a:rPr lang="en-US" altLang="zh-CN" sz="1600" dirty="0">
                <a:solidFill>
                  <a:srgbClr val="0033CC"/>
                </a:solidFill>
                <a:latin typeface="黑体" panose="02010609060101010101" pitchFamily="49" charset="-122"/>
                <a:ea typeface="黑体" panose="02010609060101010101" pitchFamily="49" charset="-122"/>
              </a:rPr>
              <a:t>3</a:t>
            </a:r>
            <a:endParaRPr lang="en-US" altLang="zh-CN" sz="1600" dirty="0">
              <a:solidFill>
                <a:srgbClr val="0033CC"/>
              </a:solidFill>
              <a:latin typeface="黑体" panose="02010609060101010101" pitchFamily="49" charset="-122"/>
              <a:ea typeface="黑体" panose="02010609060101010101" pitchFamily="49" charset="-122"/>
            </a:endParaRP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3490" name="Rectangle 2"/>
          <p:cNvSpPr>
            <a:spLocks noGrp="1"/>
          </p:cNvSpPr>
          <p:nvPr>
            <p:ph type="title"/>
          </p:nvPr>
        </p:nvSpPr>
        <p:spPr>
          <a:xfrm>
            <a:off x="1295400" y="152400"/>
            <a:ext cx="7773988" cy="1219200"/>
          </a:xfrm>
          <a:ln/>
        </p:spPr>
        <p:txBody>
          <a:bodyPr vert="horz" wrap="square" lIns="91440" tIns="45720" rIns="91440" bIns="45720" anchor="ctr" anchorCtr="0"/>
          <a:p>
            <a:r>
              <a:rPr lang="zh-CN" altLang="en-US" sz="2800" dirty="0"/>
              <a:t>可变分区地址转换与存储保护</a:t>
            </a:r>
            <a:endParaRPr lang="zh-CN" altLang="en-US" sz="2800" dirty="0"/>
          </a:p>
        </p:txBody>
      </p:sp>
      <p:sp>
        <p:nvSpPr>
          <p:cNvPr id="63491" name="Rectangle 3"/>
          <p:cNvSpPr>
            <a:spLocks noGrp="1"/>
          </p:cNvSpPr>
          <p:nvPr>
            <p:ph idx="1"/>
          </p:nvPr>
        </p:nvSpPr>
        <p:spPr>
          <a:xfrm flipV="1">
            <a:off x="685800" y="1143000"/>
            <a:ext cx="7773988" cy="1065213"/>
          </a:xfrm>
          <a:ln/>
        </p:spPr>
        <p:txBody>
          <a:bodyPr vert="horz" wrap="square" lIns="91440" tIns="45720" rIns="91440" bIns="45720" anchor="t" anchorCtr="0"/>
          <a:p>
            <a:pPr>
              <a:buNone/>
            </a:pPr>
            <a:r>
              <a:rPr lang="zh-CN" altLang="zh-CN" dirty="0">
                <a:latin typeface="华文新魏" panose="02010800040101010101" pitchFamily="2" charset="-122"/>
                <a:ea typeface="华文新魏" panose="02010800040101010101" pitchFamily="2" charset="-122"/>
              </a:rPr>
              <a:t>  </a:t>
            </a:r>
            <a:endParaRPr lang="zh-CN" altLang="zh-CN" dirty="0">
              <a:latin typeface="华文新魏" panose="02010800040101010101" pitchFamily="2" charset="-122"/>
              <a:ea typeface="华文新魏" panose="02010800040101010101" pitchFamily="2" charset="-122"/>
            </a:endParaRPr>
          </a:p>
        </p:txBody>
      </p:sp>
      <p:grpSp>
        <p:nvGrpSpPr>
          <p:cNvPr id="63492" name="Group 4"/>
          <p:cNvGrpSpPr/>
          <p:nvPr/>
        </p:nvGrpSpPr>
        <p:grpSpPr>
          <a:xfrm>
            <a:off x="838200" y="1614488"/>
            <a:ext cx="6859588" cy="4097337"/>
            <a:chOff x="0" y="0"/>
            <a:chExt cx="4320" cy="2583"/>
          </a:xfrm>
        </p:grpSpPr>
        <p:sp>
          <p:nvSpPr>
            <p:cNvPr id="63494" name="Text Box 5"/>
            <p:cNvSpPr txBox="1"/>
            <p:nvPr/>
          </p:nvSpPr>
          <p:spPr>
            <a:xfrm>
              <a:off x="2167" y="375"/>
              <a:ext cx="761" cy="308"/>
            </a:xfrm>
            <a:prstGeom prst="rect">
              <a:avLst/>
            </a:prstGeom>
            <a:solidFill>
              <a:schemeClr val="accent1"/>
            </a:solidFill>
            <a:ln w="19050" cap="flat" cmpd="sng">
              <a:solidFill>
                <a:srgbClr val="000000"/>
              </a:solidFill>
              <a:prstDash val="solid"/>
              <a:miter/>
              <a:headEnd type="none" w="med" len="med"/>
              <a:tailEnd type="none" w="med" len="med"/>
            </a:ln>
          </p:spPr>
          <p:txBody>
            <a:bodyPr lIns="0" tIns="0" rIns="0" bIns="0"/>
            <a:p>
              <a:pPr algn="ctr" eaLnBrk="0" hangingPunct="0"/>
              <a:r>
                <a:rPr lang="zh-CN" altLang="en-US" b="0" dirty="0">
                  <a:latin typeface="黑体" panose="02010609060101010101" pitchFamily="49" charset="-122"/>
                  <a:ea typeface="黑体" panose="02010609060101010101" pitchFamily="49" charset="-122"/>
                </a:rPr>
                <a:t>基址</a:t>
              </a:r>
              <a:endParaRPr lang="zh-CN" altLang="en-US" b="0" dirty="0">
                <a:latin typeface="黑体" panose="02010609060101010101" pitchFamily="49" charset="-122"/>
                <a:ea typeface="黑体" panose="02010609060101010101" pitchFamily="49" charset="-122"/>
              </a:endParaRPr>
            </a:p>
          </p:txBody>
        </p:sp>
        <p:sp>
          <p:nvSpPr>
            <p:cNvPr id="63495" name="Text Box 6"/>
            <p:cNvSpPr txBox="1"/>
            <p:nvPr/>
          </p:nvSpPr>
          <p:spPr>
            <a:xfrm>
              <a:off x="2138" y="0"/>
              <a:ext cx="832" cy="279"/>
            </a:xfrm>
            <a:prstGeom prst="rect">
              <a:avLst/>
            </a:prstGeom>
            <a:solidFill>
              <a:srgbClr val="FFCC00"/>
            </a:solidFill>
            <a:ln w="9525">
              <a:noFill/>
            </a:ln>
          </p:spPr>
          <p:txBody>
            <a:bodyPr lIns="0" tIns="0" rIns="0" bIns="0"/>
            <a:p>
              <a:pPr algn="ctr" eaLnBrk="0" hangingPunct="0"/>
              <a:r>
                <a:rPr lang="zh-CN" altLang="en-US" b="0" dirty="0">
                  <a:latin typeface="黑体" panose="02010609060101010101" pitchFamily="49" charset="-122"/>
                  <a:ea typeface="黑体" panose="02010609060101010101" pitchFamily="49" charset="-122"/>
                </a:rPr>
                <a:t>基址寄存器</a:t>
              </a:r>
              <a:endParaRPr lang="zh-CN" altLang="en-US" b="0" dirty="0">
                <a:latin typeface="黑体" panose="02010609060101010101" pitchFamily="49" charset="-122"/>
                <a:ea typeface="黑体" panose="02010609060101010101" pitchFamily="49" charset="-122"/>
              </a:endParaRPr>
            </a:p>
          </p:txBody>
        </p:sp>
        <p:sp>
          <p:nvSpPr>
            <p:cNvPr id="63496" name="Text Box 7"/>
            <p:cNvSpPr txBox="1"/>
            <p:nvPr/>
          </p:nvSpPr>
          <p:spPr>
            <a:xfrm>
              <a:off x="440" y="1673"/>
              <a:ext cx="664" cy="238"/>
            </a:xfrm>
            <a:prstGeom prst="rect">
              <a:avLst/>
            </a:prstGeom>
            <a:noFill/>
            <a:ln w="9525">
              <a:noFill/>
            </a:ln>
          </p:spPr>
          <p:txBody>
            <a:bodyPr lIns="0" tIns="0" rIns="0" bIns="0"/>
            <a:p>
              <a:pPr algn="ctr" eaLnBrk="0" hangingPunct="0"/>
              <a:r>
                <a:rPr lang="zh-CN" altLang="en-US" b="0" dirty="0">
                  <a:latin typeface="黑体" panose="02010609060101010101" pitchFamily="49" charset="-122"/>
                  <a:ea typeface="黑体" panose="02010609060101010101" pitchFamily="49" charset="-122"/>
                </a:rPr>
                <a:t>逻辑地址</a:t>
              </a:r>
              <a:endParaRPr lang="zh-CN" altLang="en-US" b="0" dirty="0">
                <a:latin typeface="黑体" panose="02010609060101010101" pitchFamily="49" charset="-122"/>
                <a:ea typeface="黑体" panose="02010609060101010101" pitchFamily="49" charset="-122"/>
              </a:endParaRPr>
            </a:p>
          </p:txBody>
        </p:sp>
        <p:sp>
          <p:nvSpPr>
            <p:cNvPr id="63497" name="Line 8"/>
            <p:cNvSpPr/>
            <p:nvPr/>
          </p:nvSpPr>
          <p:spPr>
            <a:xfrm flipV="1">
              <a:off x="2950" y="457"/>
              <a:ext cx="244" cy="0"/>
            </a:xfrm>
            <a:prstGeom prst="line">
              <a:avLst/>
            </a:prstGeom>
            <a:ln w="19050" cap="flat" cmpd="sng">
              <a:solidFill>
                <a:srgbClr val="000000"/>
              </a:solidFill>
              <a:prstDash val="solid"/>
              <a:headEnd type="none" w="med" len="med"/>
              <a:tailEnd type="none" w="med" len="med"/>
            </a:ln>
          </p:spPr>
        </p:sp>
        <p:sp>
          <p:nvSpPr>
            <p:cNvPr id="63498" name="Text Box 9"/>
            <p:cNvSpPr txBox="1"/>
            <p:nvPr/>
          </p:nvSpPr>
          <p:spPr>
            <a:xfrm>
              <a:off x="0" y="1332"/>
              <a:ext cx="392" cy="453"/>
            </a:xfrm>
            <a:prstGeom prst="rect">
              <a:avLst/>
            </a:prstGeom>
            <a:noFill/>
            <a:ln w="9525">
              <a:noFill/>
            </a:ln>
          </p:spPr>
          <p:txBody>
            <a:bodyPr lIns="0" tIns="0" rIns="0" bIns="0"/>
            <a:p>
              <a:pPr algn="ctr" eaLnBrk="0" hangingPunct="0"/>
              <a:r>
                <a:rPr lang="en-US" altLang="zh-CN" b="0" dirty="0">
                  <a:latin typeface="黑体" panose="02010609060101010101" pitchFamily="49" charset="-122"/>
                  <a:ea typeface="黑体" panose="02010609060101010101" pitchFamily="49" charset="-122"/>
                </a:rPr>
                <a:t>CPU</a:t>
              </a:r>
              <a:endParaRPr lang="en-US" altLang="zh-CN" b="0" dirty="0">
                <a:latin typeface="黑体" panose="02010609060101010101" pitchFamily="49" charset="-122"/>
                <a:ea typeface="黑体" panose="02010609060101010101" pitchFamily="49" charset="-122"/>
              </a:endParaRPr>
            </a:p>
          </p:txBody>
        </p:sp>
        <p:sp>
          <p:nvSpPr>
            <p:cNvPr id="63499" name="AutoShape 10"/>
            <p:cNvSpPr/>
            <p:nvPr/>
          </p:nvSpPr>
          <p:spPr>
            <a:xfrm>
              <a:off x="2481" y="1448"/>
              <a:ext cx="147" cy="228"/>
            </a:xfrm>
            <a:prstGeom prst="flowChartOr">
              <a:avLst/>
            </a:prstGeom>
            <a:solidFill>
              <a:schemeClr val="accent1"/>
            </a:solidFill>
            <a:ln w="19050" cap="flat" cmpd="sng">
              <a:solidFill>
                <a:srgbClr val="000000"/>
              </a:solidFill>
              <a:prstDash val="solid"/>
              <a:headEnd type="none" w="med" len="med"/>
              <a:tailEnd type="none" w="med" len="med"/>
            </a:ln>
          </p:spPr>
          <p:txBody>
            <a:bodyPr tIns="0" bIns="0"/>
            <a:p>
              <a:endParaRPr lang="zh-CN" altLang="en-US" dirty="0">
                <a:latin typeface="Times New Roman" panose="02020603050405020304" pitchFamily="18" charset="0"/>
              </a:endParaRPr>
            </a:p>
          </p:txBody>
        </p:sp>
        <p:sp>
          <p:nvSpPr>
            <p:cNvPr id="63500" name="Line 11"/>
            <p:cNvSpPr/>
            <p:nvPr/>
          </p:nvSpPr>
          <p:spPr>
            <a:xfrm>
              <a:off x="2559" y="688"/>
              <a:ext cx="0" cy="785"/>
            </a:xfrm>
            <a:prstGeom prst="line">
              <a:avLst/>
            </a:prstGeom>
            <a:ln w="19050" cap="flat" cmpd="sng">
              <a:solidFill>
                <a:srgbClr val="000000"/>
              </a:solidFill>
              <a:prstDash val="solid"/>
              <a:headEnd type="none" w="med" len="med"/>
              <a:tailEnd type="triangle" w="med" len="med"/>
            </a:ln>
          </p:spPr>
        </p:sp>
        <p:sp>
          <p:nvSpPr>
            <p:cNvPr id="63501" name="Line 12"/>
            <p:cNvSpPr/>
            <p:nvPr/>
          </p:nvSpPr>
          <p:spPr>
            <a:xfrm>
              <a:off x="392" y="1596"/>
              <a:ext cx="684" cy="0"/>
            </a:xfrm>
            <a:prstGeom prst="line">
              <a:avLst/>
            </a:prstGeom>
            <a:ln w="19050" cap="flat" cmpd="sng">
              <a:solidFill>
                <a:srgbClr val="000000"/>
              </a:solidFill>
              <a:prstDash val="solid"/>
              <a:headEnd type="none" w="med" len="med"/>
              <a:tailEnd type="triangle" w="med" len="med"/>
            </a:ln>
          </p:spPr>
        </p:sp>
        <p:sp>
          <p:nvSpPr>
            <p:cNvPr id="63502" name="Line 13"/>
            <p:cNvSpPr/>
            <p:nvPr/>
          </p:nvSpPr>
          <p:spPr>
            <a:xfrm flipV="1">
              <a:off x="2607" y="1557"/>
              <a:ext cx="832" cy="3"/>
            </a:xfrm>
            <a:prstGeom prst="line">
              <a:avLst/>
            </a:prstGeom>
            <a:ln w="19050" cap="flat" cmpd="sng">
              <a:solidFill>
                <a:srgbClr val="000000"/>
              </a:solidFill>
              <a:prstDash val="solid"/>
              <a:headEnd type="none" w="med" len="med"/>
              <a:tailEnd type="triangle" w="med" len="med"/>
            </a:ln>
          </p:spPr>
        </p:sp>
        <p:sp>
          <p:nvSpPr>
            <p:cNvPr id="63503" name="Text Box 14"/>
            <p:cNvSpPr txBox="1"/>
            <p:nvPr/>
          </p:nvSpPr>
          <p:spPr>
            <a:xfrm>
              <a:off x="2656" y="1673"/>
              <a:ext cx="656" cy="286"/>
            </a:xfrm>
            <a:prstGeom prst="rect">
              <a:avLst/>
            </a:prstGeom>
            <a:noFill/>
            <a:ln w="9525">
              <a:noFill/>
            </a:ln>
          </p:spPr>
          <p:txBody>
            <a:bodyPr lIns="0" tIns="0" rIns="0" bIns="0"/>
            <a:p>
              <a:pPr algn="ctr" eaLnBrk="0" hangingPunct="0"/>
              <a:r>
                <a:rPr lang="zh-CN" altLang="en-US" b="0" dirty="0">
                  <a:latin typeface="黑体" panose="02010609060101010101" pitchFamily="49" charset="-122"/>
                  <a:ea typeface="黑体" panose="02010609060101010101" pitchFamily="49" charset="-122"/>
                </a:rPr>
                <a:t>绝对地址</a:t>
              </a:r>
              <a:endParaRPr lang="zh-CN" altLang="en-US" b="0" dirty="0">
                <a:latin typeface="黑体" panose="02010609060101010101" pitchFamily="49" charset="-122"/>
                <a:ea typeface="黑体" panose="02010609060101010101" pitchFamily="49" charset="-122"/>
              </a:endParaRPr>
            </a:p>
          </p:txBody>
        </p:sp>
        <p:sp>
          <p:nvSpPr>
            <p:cNvPr id="63504" name="Text Box 15"/>
            <p:cNvSpPr txBox="1"/>
            <p:nvPr/>
          </p:nvSpPr>
          <p:spPr>
            <a:xfrm>
              <a:off x="3439" y="423"/>
              <a:ext cx="881" cy="454"/>
            </a:xfrm>
            <a:prstGeom prst="rect">
              <a:avLst/>
            </a:prstGeom>
            <a:solidFill>
              <a:schemeClr val="accent1"/>
            </a:solidFill>
            <a:ln w="19050" cap="flat" cmpd="sng">
              <a:solidFill>
                <a:srgbClr val="000000"/>
              </a:solidFill>
              <a:prstDash val="solid"/>
              <a:miter/>
              <a:headEnd type="none" w="med" len="med"/>
              <a:tailEnd type="none" w="med" len="med"/>
            </a:ln>
          </p:spPr>
          <p:txBody>
            <a:bodyPr lIns="0" tIns="0" rIns="0" bIns="0"/>
            <a:p>
              <a:pPr algn="ctr" eaLnBrk="0" hangingPunct="0"/>
              <a:r>
                <a:rPr lang="zh-CN" altLang="en-US" b="0" dirty="0">
                  <a:latin typeface="黑体" panose="02010609060101010101" pitchFamily="49" charset="-122"/>
                  <a:ea typeface="黑体" panose="02010609060101010101" pitchFamily="49" charset="-122"/>
                </a:rPr>
                <a:t>操作系统区</a:t>
              </a:r>
              <a:endParaRPr lang="zh-CN" altLang="en-US" b="0" dirty="0">
                <a:latin typeface="黑体" panose="02010609060101010101" pitchFamily="49" charset="-122"/>
                <a:ea typeface="黑体" panose="02010609060101010101" pitchFamily="49" charset="-122"/>
              </a:endParaRPr>
            </a:p>
          </p:txBody>
        </p:sp>
        <p:sp>
          <p:nvSpPr>
            <p:cNvPr id="63505" name="Text Box 16"/>
            <p:cNvSpPr txBox="1"/>
            <p:nvPr/>
          </p:nvSpPr>
          <p:spPr>
            <a:xfrm>
              <a:off x="3439" y="881"/>
              <a:ext cx="881" cy="453"/>
            </a:xfrm>
            <a:prstGeom prst="rect">
              <a:avLst/>
            </a:prstGeom>
            <a:solidFill>
              <a:schemeClr val="accent1"/>
            </a:solidFill>
            <a:ln w="19050" cap="flat" cmpd="sng">
              <a:solidFill>
                <a:srgbClr val="000000"/>
              </a:solidFill>
              <a:prstDash val="solid"/>
              <a:miter/>
              <a:headEnd type="none" w="med" len="med"/>
              <a:tailEnd type="none" w="med" len="med"/>
            </a:ln>
          </p:spPr>
          <p:txBody>
            <a:bodyPr lIns="0" tIns="0" rIns="0" bIns="0"/>
            <a:p>
              <a:pPr algn="ctr" eaLnBrk="0" hangingPunct="0"/>
              <a:r>
                <a:rPr lang="zh-CN" altLang="en-US" b="0" dirty="0">
                  <a:latin typeface="黑体" panose="02010609060101010101" pitchFamily="49" charset="-122"/>
                  <a:ea typeface="黑体" panose="02010609060101010101" pitchFamily="49" charset="-122"/>
                </a:rPr>
                <a:t>空闲分区</a:t>
              </a:r>
              <a:r>
                <a:rPr lang="en-US" altLang="zh-CN" b="0" dirty="0">
                  <a:latin typeface="黑体" panose="02010609060101010101" pitchFamily="49" charset="-122"/>
                  <a:ea typeface="黑体" panose="02010609060101010101" pitchFamily="49" charset="-122"/>
                </a:rPr>
                <a:t>1</a:t>
              </a:r>
              <a:endParaRPr lang="en-US" altLang="zh-CN" b="0" dirty="0">
                <a:latin typeface="黑体" panose="02010609060101010101" pitchFamily="49" charset="-122"/>
                <a:ea typeface="黑体" panose="02010609060101010101" pitchFamily="49" charset="-122"/>
              </a:endParaRPr>
            </a:p>
          </p:txBody>
        </p:sp>
        <p:sp>
          <p:nvSpPr>
            <p:cNvPr id="63506" name="Text Box 17"/>
            <p:cNvSpPr txBox="1"/>
            <p:nvPr/>
          </p:nvSpPr>
          <p:spPr>
            <a:xfrm>
              <a:off x="3439" y="1334"/>
              <a:ext cx="881" cy="453"/>
            </a:xfrm>
            <a:prstGeom prst="rect">
              <a:avLst/>
            </a:prstGeom>
            <a:solidFill>
              <a:schemeClr val="accent1"/>
            </a:solidFill>
            <a:ln w="19050" cap="flat" cmpd="sng">
              <a:solidFill>
                <a:srgbClr val="000000"/>
              </a:solidFill>
              <a:prstDash val="solid"/>
              <a:miter/>
              <a:headEnd type="none" w="med" len="med"/>
              <a:tailEnd type="none" w="med" len="med"/>
            </a:ln>
          </p:spPr>
          <p:txBody>
            <a:bodyPr lIns="0" tIns="0" rIns="0" bIns="0"/>
            <a:p>
              <a:pPr algn="ctr" eaLnBrk="0" hangingPunct="0"/>
              <a:r>
                <a:rPr lang="zh-CN" altLang="en-US" b="0" dirty="0">
                  <a:latin typeface="黑体" panose="02010609060101010101" pitchFamily="49" charset="-122"/>
                  <a:ea typeface="黑体" panose="02010609060101010101" pitchFamily="49" charset="-122"/>
                </a:rPr>
                <a:t>用户作业</a:t>
              </a:r>
              <a:r>
                <a:rPr lang="en-US" altLang="zh-CN" b="0" dirty="0">
                  <a:latin typeface="黑体" panose="02010609060101010101" pitchFamily="49" charset="-122"/>
                  <a:ea typeface="黑体" panose="02010609060101010101" pitchFamily="49" charset="-122"/>
                </a:rPr>
                <a:t>1</a:t>
              </a:r>
              <a:endParaRPr lang="en-US" altLang="zh-CN" b="0" dirty="0">
                <a:latin typeface="黑体" panose="02010609060101010101" pitchFamily="49" charset="-122"/>
                <a:ea typeface="黑体" panose="02010609060101010101" pitchFamily="49" charset="-122"/>
              </a:endParaRPr>
            </a:p>
            <a:p>
              <a:pPr algn="ctr" eaLnBrk="0" hangingPunct="0"/>
              <a:endParaRPr lang="zh-CN" altLang="en-US" dirty="0">
                <a:latin typeface="黑体" panose="02010609060101010101" pitchFamily="49" charset="-122"/>
                <a:ea typeface="黑体" panose="02010609060101010101" pitchFamily="49" charset="-122"/>
              </a:endParaRPr>
            </a:p>
          </p:txBody>
        </p:sp>
        <p:sp>
          <p:nvSpPr>
            <p:cNvPr id="63507" name="Text Box 18"/>
            <p:cNvSpPr txBox="1"/>
            <p:nvPr/>
          </p:nvSpPr>
          <p:spPr>
            <a:xfrm>
              <a:off x="3439" y="1787"/>
              <a:ext cx="881" cy="453"/>
            </a:xfrm>
            <a:prstGeom prst="rect">
              <a:avLst/>
            </a:prstGeom>
            <a:solidFill>
              <a:schemeClr val="accent1"/>
            </a:solidFill>
            <a:ln w="19050" cap="flat" cmpd="sng">
              <a:solidFill>
                <a:srgbClr val="000000"/>
              </a:solidFill>
              <a:prstDash val="solid"/>
              <a:miter/>
              <a:headEnd type="none" w="med" len="med"/>
              <a:tailEnd type="none" w="med" len="med"/>
            </a:ln>
          </p:spPr>
          <p:txBody>
            <a:bodyPr lIns="0" tIns="0" rIns="0" bIns="0"/>
            <a:p>
              <a:pPr algn="ctr" eaLnBrk="0" hangingPunct="0"/>
              <a:r>
                <a:rPr lang="zh-CN" altLang="en-US" b="0" dirty="0">
                  <a:latin typeface="黑体" panose="02010609060101010101" pitchFamily="49" charset="-122"/>
                  <a:ea typeface="黑体" panose="02010609060101010101" pitchFamily="49" charset="-122"/>
                </a:rPr>
                <a:t>空闲分区</a:t>
              </a:r>
              <a:r>
                <a:rPr lang="en-US" altLang="zh-CN" b="0" dirty="0">
                  <a:latin typeface="黑体" panose="02010609060101010101" pitchFamily="49" charset="-122"/>
                  <a:ea typeface="黑体" panose="02010609060101010101" pitchFamily="49" charset="-122"/>
                </a:rPr>
                <a:t>2</a:t>
              </a:r>
              <a:endParaRPr lang="en-US" altLang="zh-CN" b="0" dirty="0">
                <a:latin typeface="黑体" panose="02010609060101010101" pitchFamily="49" charset="-122"/>
                <a:ea typeface="黑体" panose="02010609060101010101" pitchFamily="49" charset="-122"/>
              </a:endParaRPr>
            </a:p>
          </p:txBody>
        </p:sp>
        <p:sp>
          <p:nvSpPr>
            <p:cNvPr id="63508" name="Text Box 19"/>
            <p:cNvSpPr txBox="1"/>
            <p:nvPr/>
          </p:nvSpPr>
          <p:spPr>
            <a:xfrm>
              <a:off x="1188" y="375"/>
              <a:ext cx="732" cy="308"/>
            </a:xfrm>
            <a:prstGeom prst="rect">
              <a:avLst/>
            </a:prstGeom>
            <a:solidFill>
              <a:schemeClr val="accent1"/>
            </a:solidFill>
            <a:ln w="19050" cap="flat" cmpd="sng">
              <a:solidFill>
                <a:srgbClr val="000000"/>
              </a:solidFill>
              <a:prstDash val="solid"/>
              <a:miter/>
              <a:headEnd type="none" w="med" len="med"/>
              <a:tailEnd type="none" w="med" len="med"/>
            </a:ln>
          </p:spPr>
          <p:txBody>
            <a:bodyPr lIns="0" tIns="0" rIns="0" bIns="0"/>
            <a:p>
              <a:pPr algn="ctr" eaLnBrk="0" hangingPunct="0"/>
              <a:r>
                <a:rPr lang="zh-CN" altLang="en-US" b="0" dirty="0">
                  <a:latin typeface="黑体" panose="02010609060101010101" pitchFamily="49" charset="-122"/>
                  <a:ea typeface="黑体" panose="02010609060101010101" pitchFamily="49" charset="-122"/>
                </a:rPr>
                <a:t>限长</a:t>
              </a:r>
              <a:endParaRPr lang="zh-CN" altLang="en-US" b="0" dirty="0">
                <a:latin typeface="黑体" panose="02010609060101010101" pitchFamily="49" charset="-122"/>
                <a:ea typeface="黑体" panose="02010609060101010101" pitchFamily="49" charset="-122"/>
              </a:endParaRPr>
            </a:p>
          </p:txBody>
        </p:sp>
        <p:sp>
          <p:nvSpPr>
            <p:cNvPr id="63509" name="Text Box 20"/>
            <p:cNvSpPr txBox="1"/>
            <p:nvPr/>
          </p:nvSpPr>
          <p:spPr>
            <a:xfrm>
              <a:off x="1140" y="0"/>
              <a:ext cx="880" cy="279"/>
            </a:xfrm>
            <a:prstGeom prst="rect">
              <a:avLst/>
            </a:prstGeom>
            <a:solidFill>
              <a:srgbClr val="FFCC00"/>
            </a:solidFill>
            <a:ln w="9525">
              <a:noFill/>
            </a:ln>
          </p:spPr>
          <p:txBody>
            <a:bodyPr lIns="0" tIns="0" rIns="0" bIns="0"/>
            <a:p>
              <a:pPr algn="ctr" eaLnBrk="0" hangingPunct="0"/>
              <a:r>
                <a:rPr lang="zh-CN" altLang="en-US" b="0" dirty="0">
                  <a:latin typeface="黑体" panose="02010609060101010101" pitchFamily="49" charset="-122"/>
                  <a:ea typeface="黑体" panose="02010609060101010101" pitchFamily="49" charset="-122"/>
                </a:rPr>
                <a:t>限长寄存器</a:t>
              </a:r>
              <a:endParaRPr lang="zh-CN" altLang="en-US" b="0" dirty="0">
                <a:latin typeface="黑体" panose="02010609060101010101" pitchFamily="49" charset="-122"/>
                <a:ea typeface="黑体" panose="02010609060101010101" pitchFamily="49" charset="-122"/>
              </a:endParaRPr>
            </a:p>
          </p:txBody>
        </p:sp>
        <p:sp>
          <p:nvSpPr>
            <p:cNvPr id="63510" name="Line 21"/>
            <p:cNvSpPr/>
            <p:nvPr/>
          </p:nvSpPr>
          <p:spPr>
            <a:xfrm>
              <a:off x="1580" y="685"/>
              <a:ext cx="0" cy="604"/>
            </a:xfrm>
            <a:prstGeom prst="line">
              <a:avLst/>
            </a:prstGeom>
            <a:ln w="19050" cap="flat" cmpd="sng">
              <a:solidFill>
                <a:srgbClr val="000000"/>
              </a:solidFill>
              <a:prstDash val="solid"/>
              <a:headEnd type="none" w="med" len="med"/>
              <a:tailEnd type="triangle" w="med" len="med"/>
            </a:ln>
          </p:spPr>
        </p:sp>
        <p:sp>
          <p:nvSpPr>
            <p:cNvPr id="63511" name="AutoShape 22"/>
            <p:cNvSpPr/>
            <p:nvPr/>
          </p:nvSpPr>
          <p:spPr>
            <a:xfrm>
              <a:off x="1091" y="1283"/>
              <a:ext cx="978" cy="603"/>
            </a:xfrm>
            <a:prstGeom prst="flowChartDecision">
              <a:avLst/>
            </a:prstGeom>
            <a:solidFill>
              <a:schemeClr val="accent1"/>
            </a:solidFill>
            <a:ln w="19050" cap="flat" cmpd="sng">
              <a:solidFill>
                <a:srgbClr val="000000"/>
              </a:solidFill>
              <a:prstDash val="solid"/>
              <a:miter/>
              <a:headEnd type="none" w="med" len="med"/>
              <a:tailEnd type="none" w="med" len="med"/>
            </a:ln>
          </p:spPr>
          <p:txBody>
            <a:bodyPr tIns="0" bIns="0"/>
            <a:p>
              <a:endParaRPr lang="zh-CN" altLang="en-US" dirty="0">
                <a:latin typeface="Times New Roman" panose="02020603050405020304" pitchFamily="18" charset="0"/>
              </a:endParaRPr>
            </a:p>
          </p:txBody>
        </p:sp>
        <p:sp>
          <p:nvSpPr>
            <p:cNvPr id="63512" name="Text Box 23"/>
            <p:cNvSpPr txBox="1"/>
            <p:nvPr/>
          </p:nvSpPr>
          <p:spPr>
            <a:xfrm>
              <a:off x="1354" y="1417"/>
              <a:ext cx="441" cy="347"/>
            </a:xfrm>
            <a:prstGeom prst="rect">
              <a:avLst/>
            </a:prstGeom>
            <a:solidFill>
              <a:schemeClr val="accent1"/>
            </a:solidFill>
            <a:ln w="9525">
              <a:noFill/>
            </a:ln>
          </p:spPr>
          <p:txBody>
            <a:bodyPr lIns="0" tIns="0" rIns="0" bIns="0"/>
            <a:p>
              <a:pPr algn="ctr" eaLnBrk="0" hangingPunct="0"/>
              <a:r>
                <a:rPr lang="en-US" altLang="zh-CN" b="0" dirty="0">
                  <a:latin typeface="黑体" panose="02010609060101010101" pitchFamily="49" charset="-122"/>
                  <a:ea typeface="黑体" panose="02010609060101010101" pitchFamily="49" charset="-122"/>
                </a:rPr>
                <a:t>&lt;</a:t>
              </a:r>
              <a:endParaRPr lang="en-US" altLang="zh-CN" b="0" dirty="0">
                <a:latin typeface="黑体" panose="02010609060101010101" pitchFamily="49" charset="-122"/>
                <a:ea typeface="黑体" panose="02010609060101010101" pitchFamily="49" charset="-122"/>
              </a:endParaRPr>
            </a:p>
            <a:p>
              <a:pPr algn="ctr" eaLnBrk="0" hangingPunct="0"/>
              <a:r>
                <a:rPr lang="zh-CN" altLang="en-US" b="0" dirty="0">
                  <a:latin typeface="黑体" panose="02010609060101010101" pitchFamily="49" charset="-122"/>
                  <a:ea typeface="黑体" panose="02010609060101010101" pitchFamily="49" charset="-122"/>
                </a:rPr>
                <a:t>限长</a:t>
              </a:r>
              <a:endParaRPr lang="zh-CN" altLang="en-US" b="0" dirty="0">
                <a:latin typeface="黑体" panose="02010609060101010101" pitchFamily="49" charset="-122"/>
                <a:ea typeface="黑体" panose="02010609060101010101" pitchFamily="49" charset="-122"/>
              </a:endParaRPr>
            </a:p>
          </p:txBody>
        </p:sp>
        <p:sp>
          <p:nvSpPr>
            <p:cNvPr id="63513" name="Line 24"/>
            <p:cNvSpPr/>
            <p:nvPr/>
          </p:nvSpPr>
          <p:spPr>
            <a:xfrm flipV="1">
              <a:off x="2069" y="1596"/>
              <a:ext cx="391" cy="2"/>
            </a:xfrm>
            <a:prstGeom prst="line">
              <a:avLst/>
            </a:prstGeom>
            <a:ln w="19050" cap="flat" cmpd="sng">
              <a:solidFill>
                <a:srgbClr val="000000"/>
              </a:solidFill>
              <a:prstDash val="solid"/>
              <a:headEnd type="none" w="med" len="med"/>
              <a:tailEnd type="triangle" w="med" len="med"/>
            </a:ln>
          </p:spPr>
        </p:sp>
        <p:sp>
          <p:nvSpPr>
            <p:cNvPr id="63514" name="Line 25"/>
            <p:cNvSpPr/>
            <p:nvPr/>
          </p:nvSpPr>
          <p:spPr>
            <a:xfrm flipH="1">
              <a:off x="3194" y="457"/>
              <a:ext cx="0" cy="911"/>
            </a:xfrm>
            <a:prstGeom prst="line">
              <a:avLst/>
            </a:prstGeom>
            <a:ln w="19050" cap="flat" cmpd="sng">
              <a:solidFill>
                <a:srgbClr val="000000"/>
              </a:solidFill>
              <a:prstDash val="solid"/>
              <a:headEnd type="none" w="med" len="med"/>
              <a:tailEnd type="none" w="med" len="med"/>
            </a:ln>
          </p:spPr>
        </p:sp>
        <p:sp>
          <p:nvSpPr>
            <p:cNvPr id="63515" name="Line 26"/>
            <p:cNvSpPr/>
            <p:nvPr/>
          </p:nvSpPr>
          <p:spPr>
            <a:xfrm>
              <a:off x="3194" y="1368"/>
              <a:ext cx="245" cy="0"/>
            </a:xfrm>
            <a:prstGeom prst="line">
              <a:avLst/>
            </a:prstGeom>
            <a:ln w="19050" cap="flat" cmpd="sng">
              <a:solidFill>
                <a:srgbClr val="000000"/>
              </a:solidFill>
              <a:prstDash val="solid"/>
              <a:headEnd type="none" w="med" len="med"/>
              <a:tailEnd type="triangle" w="med" len="med"/>
            </a:ln>
          </p:spPr>
        </p:sp>
        <p:sp>
          <p:nvSpPr>
            <p:cNvPr id="63516" name="Line 27"/>
            <p:cNvSpPr/>
            <p:nvPr/>
          </p:nvSpPr>
          <p:spPr>
            <a:xfrm>
              <a:off x="1580" y="1910"/>
              <a:ext cx="0" cy="342"/>
            </a:xfrm>
            <a:prstGeom prst="line">
              <a:avLst/>
            </a:prstGeom>
            <a:ln w="19050" cap="flat" cmpd="sng">
              <a:solidFill>
                <a:srgbClr val="000000"/>
              </a:solidFill>
              <a:prstDash val="solid"/>
              <a:headEnd type="none" w="med" len="med"/>
              <a:tailEnd type="triangle" w="med" len="med"/>
            </a:ln>
          </p:spPr>
        </p:sp>
        <p:sp>
          <p:nvSpPr>
            <p:cNvPr id="63517" name="Text Box 28"/>
            <p:cNvSpPr txBox="1"/>
            <p:nvPr/>
          </p:nvSpPr>
          <p:spPr>
            <a:xfrm>
              <a:off x="1140" y="2327"/>
              <a:ext cx="880" cy="256"/>
            </a:xfrm>
            <a:prstGeom prst="rect">
              <a:avLst/>
            </a:prstGeom>
            <a:noFill/>
            <a:ln w="9525">
              <a:noFill/>
            </a:ln>
          </p:spPr>
          <p:txBody>
            <a:bodyPr lIns="0" tIns="0" rIns="0" bIns="0"/>
            <a:p>
              <a:pPr algn="ctr" eaLnBrk="0" hangingPunct="0"/>
              <a:r>
                <a:rPr lang="zh-CN" altLang="en-US" b="0" dirty="0">
                  <a:latin typeface="黑体" panose="02010609060101010101" pitchFamily="49" charset="-122"/>
                  <a:ea typeface="黑体" panose="02010609060101010101" pitchFamily="49" charset="-122"/>
                </a:rPr>
                <a:t>越界中断</a:t>
              </a:r>
              <a:endParaRPr lang="zh-CN" altLang="en-US" b="0" dirty="0">
                <a:latin typeface="黑体" panose="02010609060101010101" pitchFamily="49" charset="-122"/>
                <a:ea typeface="黑体" panose="02010609060101010101" pitchFamily="49" charset="-122"/>
              </a:endParaRPr>
            </a:p>
          </p:txBody>
        </p:sp>
      </p:grpSp>
      <p:sp>
        <p:nvSpPr>
          <p:cNvPr id="70685" name="Rectangle 29"/>
          <p:cNvSpPr/>
          <p:nvPr/>
        </p:nvSpPr>
        <p:spPr>
          <a:xfrm>
            <a:off x="609600" y="2894013"/>
            <a:ext cx="7697788" cy="1855787"/>
          </a:xfrm>
          <a:prstGeom prst="rect">
            <a:avLst/>
          </a:prstGeom>
          <a:solidFill>
            <a:schemeClr val="bg2"/>
          </a:solidFill>
          <a:ln w="9525">
            <a:noFill/>
          </a:ln>
        </p:spPr>
        <p:txBody>
          <a:bodyPr/>
          <a:p>
            <a:pPr marL="342900" indent="-342900" eaLnBrk="0" hangingPunct="0">
              <a:lnSpc>
                <a:spcPct val="120000"/>
              </a:lnSpc>
              <a:spcBef>
                <a:spcPct val="20000"/>
              </a:spcBef>
              <a:buClr>
                <a:schemeClr val="hlink"/>
              </a:buClr>
              <a:buFont typeface="Wingdings" panose="05000000000000000000" pitchFamily="2" charset="2"/>
              <a:buChar char="v"/>
            </a:pPr>
            <a:r>
              <a:rPr lang="zh-CN" altLang="en-US" sz="2800" dirty="0">
                <a:solidFill>
                  <a:srgbClr val="0033CC"/>
                </a:solidFill>
                <a:latin typeface="Times New Roman" panose="02020603050405020304" pitchFamily="18" charset="0"/>
                <a:ea typeface="黑体" panose="02010609060101010101" pitchFamily="49" charset="-122"/>
              </a:rPr>
              <a:t>物理地址 </a:t>
            </a:r>
            <a:r>
              <a:rPr lang="en-US" altLang="zh-CN" sz="2800" dirty="0">
                <a:solidFill>
                  <a:srgbClr val="0033CC"/>
                </a:solidFill>
                <a:latin typeface="Times New Roman" panose="02020603050405020304" pitchFamily="18" charset="0"/>
                <a:ea typeface="黑体" panose="02010609060101010101" pitchFamily="49" charset="-122"/>
              </a:rPr>
              <a:t>= </a:t>
            </a:r>
            <a:r>
              <a:rPr lang="zh-CN" altLang="en-US" sz="2800" dirty="0">
                <a:solidFill>
                  <a:srgbClr val="0033CC"/>
                </a:solidFill>
                <a:latin typeface="Times New Roman" panose="02020603050405020304" pitchFamily="18" charset="0"/>
                <a:ea typeface="黑体" panose="02010609060101010101" pitchFamily="49" charset="-122"/>
              </a:rPr>
              <a:t>逻辑地址 </a:t>
            </a:r>
            <a:r>
              <a:rPr lang="en-US" altLang="zh-CN" sz="2800" dirty="0">
                <a:solidFill>
                  <a:srgbClr val="0033CC"/>
                </a:solidFill>
                <a:latin typeface="Times New Roman" panose="02020603050405020304" pitchFamily="18" charset="0"/>
                <a:ea typeface="黑体" panose="02010609060101010101" pitchFamily="49" charset="-122"/>
              </a:rPr>
              <a:t>+ </a:t>
            </a:r>
            <a:r>
              <a:rPr lang="zh-CN" altLang="en-US" sz="2800" dirty="0">
                <a:solidFill>
                  <a:srgbClr val="0033CC"/>
                </a:solidFill>
                <a:latin typeface="Times New Roman" panose="02020603050405020304" pitchFamily="18" charset="0"/>
                <a:ea typeface="黑体" panose="02010609060101010101" pitchFamily="49" charset="-122"/>
              </a:rPr>
              <a:t>所占分区起始地址</a:t>
            </a:r>
            <a:endParaRPr lang="en-US" altLang="zh-CN" sz="2800" dirty="0">
              <a:solidFill>
                <a:srgbClr val="0033CC"/>
              </a:solidFill>
              <a:latin typeface="Times New Roman" panose="02020603050405020304" pitchFamily="18" charset="0"/>
              <a:ea typeface="黑体" panose="02010609060101010101" pitchFamily="49" charset="-122"/>
            </a:endParaRPr>
          </a:p>
          <a:p>
            <a:pPr marL="342900" indent="-342900" eaLnBrk="0" hangingPunct="0">
              <a:lnSpc>
                <a:spcPct val="120000"/>
              </a:lnSpc>
              <a:spcBef>
                <a:spcPct val="20000"/>
              </a:spcBef>
              <a:buClr>
                <a:schemeClr val="hlink"/>
              </a:buClr>
              <a:buFont typeface="Wingdings" panose="05000000000000000000" pitchFamily="2" charset="2"/>
              <a:buChar char="v"/>
            </a:pPr>
            <a:endParaRPr lang="zh-CN" altLang="en-US" sz="2800" dirty="0">
              <a:solidFill>
                <a:srgbClr val="0033CC"/>
              </a:solidFill>
              <a:latin typeface="Times New Roman" panose="02020603050405020304" pitchFamily="18" charset="0"/>
              <a:ea typeface="黑体" panose="02010609060101010101" pitchFamily="49" charset="-122"/>
            </a:endParaRPr>
          </a:p>
          <a:p>
            <a:pPr marL="342900" indent="-342900" eaLnBrk="0" hangingPunct="0">
              <a:lnSpc>
                <a:spcPct val="120000"/>
              </a:lnSpc>
              <a:spcBef>
                <a:spcPct val="20000"/>
              </a:spcBef>
              <a:buClr>
                <a:schemeClr val="hlink"/>
              </a:buClr>
              <a:buFont typeface="Wingdings" panose="05000000000000000000" pitchFamily="2" charset="2"/>
              <a:buChar char="v"/>
            </a:pPr>
            <a:r>
              <a:rPr lang="zh-CN" altLang="en-US" sz="2800" dirty="0">
                <a:solidFill>
                  <a:srgbClr val="0033CC"/>
                </a:solidFill>
                <a:latin typeface="Times New Roman" panose="02020603050405020304" pitchFamily="18" charset="0"/>
                <a:ea typeface="黑体" panose="02010609060101010101" pitchFamily="49" charset="-122"/>
              </a:rPr>
              <a:t>访问地址 </a:t>
            </a:r>
            <a:r>
              <a:rPr lang="en-US" altLang="zh-CN" sz="2800" dirty="0">
                <a:solidFill>
                  <a:srgbClr val="0033CC"/>
                </a:solidFill>
                <a:latin typeface="Times New Roman" panose="02020603050405020304" pitchFamily="18" charset="0"/>
                <a:ea typeface="黑体" panose="02010609060101010101" pitchFamily="49" charset="-122"/>
              </a:rPr>
              <a:t>&lt; </a:t>
            </a:r>
            <a:r>
              <a:rPr lang="zh-CN" altLang="en-US" sz="2800" dirty="0">
                <a:solidFill>
                  <a:srgbClr val="0033CC"/>
                </a:solidFill>
                <a:latin typeface="Times New Roman" panose="02020603050405020304" pitchFamily="18" charset="0"/>
                <a:ea typeface="黑体" panose="02010609060101010101" pitchFamily="49" charset="-122"/>
              </a:rPr>
              <a:t>作业长度</a:t>
            </a:r>
            <a:endParaRPr lang="zh-CN" altLang="en-US" sz="2800" dirty="0">
              <a:solidFill>
                <a:srgbClr val="0033CC"/>
              </a:solidFill>
              <a:latin typeface="Times New Roman" panose="02020603050405020304" pitchFamily="18" charset="0"/>
              <a:ea typeface="黑体" panose="02010609060101010101" pitchFamily="49" charset="-122"/>
            </a:endParaRPr>
          </a:p>
        </p:txBody>
      </p:sp>
    </p:spTree>
  </p:cSld>
  <p:clrMapOvr>
    <a:masterClrMapping/>
  </p:clrMapOvr>
  <p:transition>
    <p:dissolv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70685"/>
                                        </p:tgtEl>
                                        <p:attrNameLst>
                                          <p:attrName>style.visibility</p:attrName>
                                        </p:attrNameLst>
                                      </p:cBhvr>
                                      <p:to>
                                        <p:strVal val="visible"/>
                                      </p:to>
                                    </p:set>
                                    <p:animEffect transition="in" filter="checkerboard(across)">
                                      <p:cBhvr>
                                        <p:cTn id="7" dur="500"/>
                                        <p:tgtEl>
                                          <p:spTgt spid="7068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0685" grpId="0" animBg="1"/>
    </p:bld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4514" name="Rectangle 2"/>
          <p:cNvSpPr>
            <a:spLocks noGrp="1"/>
          </p:cNvSpPr>
          <p:nvPr>
            <p:ph type="title"/>
          </p:nvPr>
        </p:nvSpPr>
        <p:spPr>
          <a:xfrm>
            <a:off x="1295400" y="188913"/>
            <a:ext cx="7773988" cy="1143000"/>
          </a:xfrm>
          <a:ln/>
        </p:spPr>
        <p:txBody>
          <a:bodyPr vert="horz" wrap="square" lIns="91440" tIns="45720" rIns="91440" bIns="45720" anchor="ctr" anchorCtr="0"/>
          <a:p>
            <a:r>
              <a:rPr lang="en-US" altLang="zh-CN" dirty="0"/>
              <a:t> </a:t>
            </a:r>
            <a:r>
              <a:rPr lang="zh-CN" altLang="en-US" dirty="0"/>
              <a:t>主存不足的存储管理技术</a:t>
            </a:r>
            <a:endParaRPr lang="zh-CN" altLang="en-US" dirty="0"/>
          </a:p>
        </p:txBody>
      </p:sp>
      <p:grpSp>
        <p:nvGrpSpPr>
          <p:cNvPr id="64515" name="Group 3"/>
          <p:cNvGrpSpPr/>
          <p:nvPr/>
        </p:nvGrpSpPr>
        <p:grpSpPr>
          <a:xfrm>
            <a:off x="457200" y="2243138"/>
            <a:ext cx="8383588" cy="3316287"/>
            <a:chOff x="0" y="0"/>
            <a:chExt cx="3840" cy="2016"/>
          </a:xfrm>
        </p:grpSpPr>
        <p:grpSp>
          <p:nvGrpSpPr>
            <p:cNvPr id="64517" name="Group 4"/>
            <p:cNvGrpSpPr/>
            <p:nvPr/>
          </p:nvGrpSpPr>
          <p:grpSpPr>
            <a:xfrm>
              <a:off x="0" y="0"/>
              <a:ext cx="768" cy="2016"/>
              <a:chOff x="0" y="0"/>
              <a:chExt cx="960" cy="2282"/>
            </a:xfrm>
          </p:grpSpPr>
          <p:sp>
            <p:nvSpPr>
              <p:cNvPr id="64533" name="Text Box 5"/>
              <p:cNvSpPr txBox="1"/>
              <p:nvPr/>
            </p:nvSpPr>
            <p:spPr>
              <a:xfrm>
                <a:off x="0" y="0"/>
                <a:ext cx="960" cy="326"/>
              </a:xfrm>
              <a:prstGeom prst="rect">
                <a:avLst/>
              </a:prstGeom>
              <a:solidFill>
                <a:srgbClr val="FF5050"/>
              </a:solidFill>
              <a:ln w="9525" cap="flat" cmpd="sng">
                <a:solidFill>
                  <a:srgbClr val="000000"/>
                </a:solidFill>
                <a:prstDash val="solid"/>
                <a:miter/>
                <a:headEnd type="none" w="med" len="med"/>
                <a:tailEnd type="none" w="med" len="med"/>
              </a:ln>
            </p:spPr>
            <p:txBody>
              <a:bodyPr lIns="0" tIns="0" rIns="0" bIns="0"/>
              <a:p>
                <a:pPr algn="ctr" eaLnBrk="0" hangingPunct="0"/>
                <a:r>
                  <a:rPr lang="zh-CN" altLang="en-US" sz="2800" b="0" dirty="0">
                    <a:solidFill>
                      <a:srgbClr val="0033CC"/>
                    </a:solidFill>
                    <a:latin typeface="黑体" panose="02010609060101010101" pitchFamily="49" charset="-122"/>
                    <a:ea typeface="黑体" panose="02010609060101010101" pitchFamily="49" charset="-122"/>
                  </a:rPr>
                  <a:t>操作系统</a:t>
                </a:r>
                <a:endParaRPr lang="zh-CN" altLang="en-US" sz="2800" b="0" dirty="0">
                  <a:solidFill>
                    <a:srgbClr val="0033CC"/>
                  </a:solidFill>
                  <a:latin typeface="黑体" panose="02010609060101010101" pitchFamily="49" charset="-122"/>
                  <a:ea typeface="黑体" panose="02010609060101010101" pitchFamily="49" charset="-122"/>
                </a:endParaRPr>
              </a:p>
            </p:txBody>
          </p:sp>
          <p:sp>
            <p:nvSpPr>
              <p:cNvPr id="64534" name="Text Box 6"/>
              <p:cNvSpPr txBox="1"/>
              <p:nvPr/>
            </p:nvSpPr>
            <p:spPr>
              <a:xfrm>
                <a:off x="0" y="326"/>
                <a:ext cx="960" cy="326"/>
              </a:xfrm>
              <a:prstGeom prst="rect">
                <a:avLst/>
              </a:prstGeom>
              <a:solidFill>
                <a:schemeClr val="accent1"/>
              </a:solidFill>
              <a:ln w="9525" cap="flat" cmpd="sng">
                <a:solidFill>
                  <a:srgbClr val="000000"/>
                </a:solidFill>
                <a:prstDash val="solid"/>
                <a:miter/>
                <a:headEnd type="none" w="med" len="med"/>
                <a:tailEnd type="none" w="med" len="med"/>
              </a:ln>
            </p:spPr>
            <p:txBody>
              <a:bodyPr lIns="0" tIns="0" rIns="0" bIns="0"/>
              <a:p>
                <a:pPr algn="ctr" eaLnBrk="0" hangingPunct="0"/>
                <a:r>
                  <a:rPr lang="zh-CN" altLang="en-US" sz="2800" b="0" dirty="0">
                    <a:solidFill>
                      <a:srgbClr val="0033CC"/>
                    </a:solidFill>
                    <a:latin typeface="黑体" panose="02010609060101010101" pitchFamily="49" charset="-122"/>
                    <a:ea typeface="黑体" panose="02010609060101010101" pitchFamily="49" charset="-122"/>
                  </a:rPr>
                  <a:t>作业</a:t>
                </a:r>
                <a:r>
                  <a:rPr lang="en-US" altLang="zh-CN" sz="2800" b="0" dirty="0">
                    <a:solidFill>
                      <a:srgbClr val="0033CC"/>
                    </a:solidFill>
                    <a:latin typeface="黑体" panose="02010609060101010101" pitchFamily="49" charset="-122"/>
                    <a:ea typeface="黑体" panose="02010609060101010101" pitchFamily="49" charset="-122"/>
                  </a:rPr>
                  <a:t>1</a:t>
                </a:r>
                <a:endParaRPr lang="en-US" altLang="zh-CN" sz="2800" b="0" dirty="0">
                  <a:solidFill>
                    <a:srgbClr val="0033CC"/>
                  </a:solidFill>
                  <a:latin typeface="黑体" panose="02010609060101010101" pitchFamily="49" charset="-122"/>
                  <a:ea typeface="黑体" panose="02010609060101010101" pitchFamily="49" charset="-122"/>
                </a:endParaRPr>
              </a:p>
            </p:txBody>
          </p:sp>
          <p:sp>
            <p:nvSpPr>
              <p:cNvPr id="64535" name="Text Box 7"/>
              <p:cNvSpPr txBox="1"/>
              <p:nvPr/>
            </p:nvSpPr>
            <p:spPr>
              <a:xfrm>
                <a:off x="0" y="652"/>
                <a:ext cx="960" cy="326"/>
              </a:xfrm>
              <a:prstGeom prst="rect">
                <a:avLst/>
              </a:prstGeom>
              <a:solidFill>
                <a:srgbClr val="FFCC00"/>
              </a:solidFill>
              <a:ln w="9525" cap="flat" cmpd="sng">
                <a:solidFill>
                  <a:srgbClr val="000000"/>
                </a:solidFill>
                <a:prstDash val="solid"/>
                <a:miter/>
                <a:headEnd type="none" w="med" len="med"/>
                <a:tailEnd type="none" w="med" len="med"/>
              </a:ln>
            </p:spPr>
            <p:txBody>
              <a:bodyPr lIns="0" tIns="0" rIns="0" bIns="0"/>
              <a:p>
                <a:pPr algn="ctr" eaLnBrk="0" hangingPunct="0"/>
                <a:r>
                  <a:rPr lang="zh-CN" altLang="en-US" sz="2800" b="0" dirty="0">
                    <a:solidFill>
                      <a:srgbClr val="0033CC"/>
                    </a:solidFill>
                    <a:latin typeface="黑体" panose="02010609060101010101" pitchFamily="49" charset="-122"/>
                    <a:ea typeface="黑体" panose="02010609060101010101" pitchFamily="49" charset="-122"/>
                  </a:rPr>
                  <a:t>空闲区</a:t>
                </a:r>
                <a:endParaRPr lang="zh-CN" altLang="en-US" sz="2800" b="0" dirty="0">
                  <a:solidFill>
                    <a:srgbClr val="0033CC"/>
                  </a:solidFill>
                  <a:latin typeface="黑体" panose="02010609060101010101" pitchFamily="49" charset="-122"/>
                  <a:ea typeface="黑体" panose="02010609060101010101" pitchFamily="49" charset="-122"/>
                </a:endParaRPr>
              </a:p>
            </p:txBody>
          </p:sp>
          <p:sp>
            <p:nvSpPr>
              <p:cNvPr id="64536" name="Text Box 8"/>
              <p:cNvSpPr txBox="1"/>
              <p:nvPr/>
            </p:nvSpPr>
            <p:spPr>
              <a:xfrm>
                <a:off x="0" y="978"/>
                <a:ext cx="960" cy="326"/>
              </a:xfrm>
              <a:prstGeom prst="rect">
                <a:avLst/>
              </a:prstGeom>
              <a:solidFill>
                <a:schemeClr val="accent1"/>
              </a:solidFill>
              <a:ln w="9525" cap="flat" cmpd="sng">
                <a:solidFill>
                  <a:srgbClr val="000000"/>
                </a:solidFill>
                <a:prstDash val="solid"/>
                <a:miter/>
                <a:headEnd type="none" w="med" len="med"/>
                <a:tailEnd type="none" w="med" len="med"/>
              </a:ln>
            </p:spPr>
            <p:txBody>
              <a:bodyPr lIns="0" tIns="0" rIns="0" bIns="0"/>
              <a:p>
                <a:pPr algn="ctr" eaLnBrk="0" hangingPunct="0"/>
                <a:r>
                  <a:rPr lang="zh-CN" altLang="en-US" sz="2800" b="0" dirty="0">
                    <a:solidFill>
                      <a:srgbClr val="0033CC"/>
                    </a:solidFill>
                    <a:latin typeface="黑体" panose="02010609060101010101" pitchFamily="49" charset="-122"/>
                    <a:ea typeface="黑体" panose="02010609060101010101" pitchFamily="49" charset="-122"/>
                  </a:rPr>
                  <a:t>作业</a:t>
                </a:r>
                <a:r>
                  <a:rPr lang="en-US" altLang="zh-CN" sz="2800" b="0" dirty="0">
                    <a:solidFill>
                      <a:srgbClr val="0033CC"/>
                    </a:solidFill>
                    <a:latin typeface="黑体" panose="02010609060101010101" pitchFamily="49" charset="-122"/>
                    <a:ea typeface="黑体" panose="02010609060101010101" pitchFamily="49" charset="-122"/>
                  </a:rPr>
                  <a:t>2</a:t>
                </a:r>
                <a:endParaRPr lang="en-US" altLang="zh-CN" sz="2800" b="0" dirty="0">
                  <a:solidFill>
                    <a:srgbClr val="0033CC"/>
                  </a:solidFill>
                  <a:latin typeface="黑体" panose="02010609060101010101" pitchFamily="49" charset="-122"/>
                  <a:ea typeface="黑体" panose="02010609060101010101" pitchFamily="49" charset="-122"/>
                </a:endParaRPr>
              </a:p>
            </p:txBody>
          </p:sp>
          <p:sp>
            <p:nvSpPr>
              <p:cNvPr id="64537" name="Text Box 9"/>
              <p:cNvSpPr txBox="1"/>
              <p:nvPr/>
            </p:nvSpPr>
            <p:spPr>
              <a:xfrm>
                <a:off x="0" y="1304"/>
                <a:ext cx="960" cy="326"/>
              </a:xfrm>
              <a:prstGeom prst="rect">
                <a:avLst/>
              </a:prstGeom>
              <a:solidFill>
                <a:srgbClr val="FFCC00"/>
              </a:solidFill>
              <a:ln w="9525" cap="flat" cmpd="sng">
                <a:solidFill>
                  <a:srgbClr val="000000"/>
                </a:solidFill>
                <a:prstDash val="solid"/>
                <a:miter/>
                <a:headEnd type="none" w="med" len="med"/>
                <a:tailEnd type="none" w="med" len="med"/>
              </a:ln>
            </p:spPr>
            <p:txBody>
              <a:bodyPr lIns="0" tIns="0" rIns="0" bIns="0"/>
              <a:p>
                <a:pPr algn="ctr" eaLnBrk="0" hangingPunct="0"/>
                <a:r>
                  <a:rPr lang="zh-CN" altLang="en-US" sz="2800" b="0" dirty="0">
                    <a:solidFill>
                      <a:srgbClr val="0033CC"/>
                    </a:solidFill>
                    <a:latin typeface="黑体" panose="02010609060101010101" pitchFamily="49" charset="-122"/>
                    <a:ea typeface="黑体" panose="02010609060101010101" pitchFamily="49" charset="-122"/>
                  </a:rPr>
                  <a:t>空闲区</a:t>
                </a:r>
                <a:endParaRPr lang="zh-CN" altLang="en-US" sz="2800" b="0" dirty="0">
                  <a:solidFill>
                    <a:srgbClr val="0033CC"/>
                  </a:solidFill>
                  <a:latin typeface="黑体" panose="02010609060101010101" pitchFamily="49" charset="-122"/>
                  <a:ea typeface="黑体" panose="02010609060101010101" pitchFamily="49" charset="-122"/>
                </a:endParaRPr>
              </a:p>
            </p:txBody>
          </p:sp>
          <p:sp>
            <p:nvSpPr>
              <p:cNvPr id="64538" name="Text Box 10"/>
              <p:cNvSpPr txBox="1"/>
              <p:nvPr/>
            </p:nvSpPr>
            <p:spPr>
              <a:xfrm>
                <a:off x="0" y="1630"/>
                <a:ext cx="960" cy="326"/>
              </a:xfrm>
              <a:prstGeom prst="rect">
                <a:avLst/>
              </a:prstGeom>
              <a:solidFill>
                <a:schemeClr val="accent1"/>
              </a:solidFill>
              <a:ln w="9525" cap="flat" cmpd="sng">
                <a:solidFill>
                  <a:srgbClr val="000000"/>
                </a:solidFill>
                <a:prstDash val="solid"/>
                <a:miter/>
                <a:headEnd type="none" w="med" len="med"/>
                <a:tailEnd type="none" w="med" len="med"/>
              </a:ln>
            </p:spPr>
            <p:txBody>
              <a:bodyPr lIns="0" tIns="0" rIns="0" bIns="0"/>
              <a:p>
                <a:pPr algn="ctr" eaLnBrk="0" hangingPunct="0"/>
                <a:r>
                  <a:rPr lang="zh-CN" altLang="en-US" sz="2800" b="0" dirty="0">
                    <a:solidFill>
                      <a:srgbClr val="0033CC"/>
                    </a:solidFill>
                    <a:latin typeface="黑体" panose="02010609060101010101" pitchFamily="49" charset="-122"/>
                    <a:ea typeface="黑体" panose="02010609060101010101" pitchFamily="49" charset="-122"/>
                  </a:rPr>
                  <a:t>作业</a:t>
                </a:r>
                <a:r>
                  <a:rPr lang="en-US" altLang="zh-CN" sz="2800" b="0" dirty="0">
                    <a:solidFill>
                      <a:srgbClr val="0033CC"/>
                    </a:solidFill>
                    <a:latin typeface="黑体" panose="02010609060101010101" pitchFamily="49" charset="-122"/>
                    <a:ea typeface="黑体" panose="02010609060101010101" pitchFamily="49" charset="-122"/>
                  </a:rPr>
                  <a:t>3</a:t>
                </a:r>
                <a:endParaRPr lang="en-US" altLang="zh-CN" sz="2800" b="0" dirty="0">
                  <a:solidFill>
                    <a:srgbClr val="0033CC"/>
                  </a:solidFill>
                  <a:latin typeface="黑体" panose="02010609060101010101" pitchFamily="49" charset="-122"/>
                  <a:ea typeface="黑体" panose="02010609060101010101" pitchFamily="49" charset="-122"/>
                </a:endParaRPr>
              </a:p>
            </p:txBody>
          </p:sp>
          <p:sp>
            <p:nvSpPr>
              <p:cNvPr id="64539" name="Text Box 11"/>
              <p:cNvSpPr txBox="1"/>
              <p:nvPr/>
            </p:nvSpPr>
            <p:spPr>
              <a:xfrm>
                <a:off x="0" y="1956"/>
                <a:ext cx="960" cy="326"/>
              </a:xfrm>
              <a:prstGeom prst="rect">
                <a:avLst/>
              </a:prstGeom>
              <a:solidFill>
                <a:srgbClr val="FFCC00"/>
              </a:solidFill>
              <a:ln w="9525" cap="flat" cmpd="sng">
                <a:solidFill>
                  <a:srgbClr val="000000"/>
                </a:solidFill>
                <a:prstDash val="solid"/>
                <a:miter/>
                <a:headEnd type="none" w="med" len="med"/>
                <a:tailEnd type="none" w="med" len="med"/>
              </a:ln>
            </p:spPr>
            <p:txBody>
              <a:bodyPr lIns="0" tIns="0" rIns="0" bIns="0"/>
              <a:p>
                <a:pPr algn="ctr" eaLnBrk="0" hangingPunct="0"/>
                <a:r>
                  <a:rPr lang="zh-CN" altLang="en-US" sz="2800" b="0" dirty="0">
                    <a:solidFill>
                      <a:srgbClr val="0033CC"/>
                    </a:solidFill>
                    <a:latin typeface="黑体" panose="02010609060101010101" pitchFamily="49" charset="-122"/>
                    <a:ea typeface="黑体" panose="02010609060101010101" pitchFamily="49" charset="-122"/>
                  </a:rPr>
                  <a:t>空闲区</a:t>
                </a:r>
                <a:endParaRPr lang="zh-CN" altLang="en-US" sz="2800" b="0" dirty="0">
                  <a:solidFill>
                    <a:srgbClr val="0033CC"/>
                  </a:solidFill>
                  <a:latin typeface="黑体" panose="02010609060101010101" pitchFamily="49" charset="-122"/>
                  <a:ea typeface="黑体" panose="02010609060101010101" pitchFamily="49" charset="-122"/>
                </a:endParaRPr>
              </a:p>
            </p:txBody>
          </p:sp>
        </p:grpSp>
        <p:grpSp>
          <p:nvGrpSpPr>
            <p:cNvPr id="64518" name="Group 12"/>
            <p:cNvGrpSpPr/>
            <p:nvPr/>
          </p:nvGrpSpPr>
          <p:grpSpPr>
            <a:xfrm>
              <a:off x="1646" y="0"/>
              <a:ext cx="802" cy="2016"/>
              <a:chOff x="0" y="0"/>
              <a:chExt cx="960" cy="2282"/>
            </a:xfrm>
          </p:grpSpPr>
          <p:sp>
            <p:nvSpPr>
              <p:cNvPr id="64528" name="Text Box 13"/>
              <p:cNvSpPr txBox="1"/>
              <p:nvPr/>
            </p:nvSpPr>
            <p:spPr>
              <a:xfrm>
                <a:off x="0" y="0"/>
                <a:ext cx="960" cy="326"/>
              </a:xfrm>
              <a:prstGeom prst="rect">
                <a:avLst/>
              </a:prstGeom>
              <a:solidFill>
                <a:srgbClr val="FF5050"/>
              </a:solidFill>
              <a:ln w="9525" cap="flat" cmpd="sng">
                <a:solidFill>
                  <a:srgbClr val="000000"/>
                </a:solidFill>
                <a:prstDash val="solid"/>
                <a:miter/>
                <a:headEnd type="none" w="med" len="med"/>
                <a:tailEnd type="none" w="med" len="med"/>
              </a:ln>
            </p:spPr>
            <p:txBody>
              <a:bodyPr lIns="0" tIns="0" rIns="0" bIns="0"/>
              <a:p>
                <a:pPr algn="ctr" eaLnBrk="0" hangingPunct="0"/>
                <a:r>
                  <a:rPr lang="zh-CN" altLang="en-US" sz="2800" b="0" dirty="0">
                    <a:solidFill>
                      <a:srgbClr val="0033CC"/>
                    </a:solidFill>
                    <a:latin typeface="黑体" panose="02010609060101010101" pitchFamily="49" charset="-122"/>
                    <a:ea typeface="黑体" panose="02010609060101010101" pitchFamily="49" charset="-122"/>
                  </a:rPr>
                  <a:t>操作系统</a:t>
                </a:r>
                <a:endParaRPr lang="zh-CN" altLang="en-US" sz="2800" b="0" dirty="0">
                  <a:solidFill>
                    <a:srgbClr val="0033CC"/>
                  </a:solidFill>
                  <a:latin typeface="黑体" panose="02010609060101010101" pitchFamily="49" charset="-122"/>
                  <a:ea typeface="黑体" panose="02010609060101010101" pitchFamily="49" charset="-122"/>
                </a:endParaRPr>
              </a:p>
            </p:txBody>
          </p:sp>
          <p:sp>
            <p:nvSpPr>
              <p:cNvPr id="64529" name="Text Box 14"/>
              <p:cNvSpPr txBox="1"/>
              <p:nvPr/>
            </p:nvSpPr>
            <p:spPr>
              <a:xfrm>
                <a:off x="0" y="326"/>
                <a:ext cx="960" cy="326"/>
              </a:xfrm>
              <a:prstGeom prst="rect">
                <a:avLst/>
              </a:prstGeom>
              <a:solidFill>
                <a:schemeClr val="accent1"/>
              </a:solidFill>
              <a:ln w="9525" cap="flat" cmpd="sng">
                <a:solidFill>
                  <a:srgbClr val="000000"/>
                </a:solidFill>
                <a:prstDash val="solid"/>
                <a:miter/>
                <a:headEnd type="none" w="med" len="med"/>
                <a:tailEnd type="none" w="med" len="med"/>
              </a:ln>
            </p:spPr>
            <p:txBody>
              <a:bodyPr lIns="0" tIns="0" rIns="0" bIns="0"/>
              <a:p>
                <a:pPr algn="ctr" eaLnBrk="0" hangingPunct="0"/>
                <a:r>
                  <a:rPr lang="zh-CN" altLang="en-US" sz="2800" b="0" dirty="0">
                    <a:solidFill>
                      <a:srgbClr val="0033CC"/>
                    </a:solidFill>
                    <a:latin typeface="黑体" panose="02010609060101010101" pitchFamily="49" charset="-122"/>
                    <a:ea typeface="黑体" panose="02010609060101010101" pitchFamily="49" charset="-122"/>
                  </a:rPr>
                  <a:t>作业</a:t>
                </a:r>
                <a:r>
                  <a:rPr lang="en-US" altLang="zh-CN" sz="2800" b="0" dirty="0">
                    <a:solidFill>
                      <a:srgbClr val="0033CC"/>
                    </a:solidFill>
                    <a:latin typeface="黑体" panose="02010609060101010101" pitchFamily="49" charset="-122"/>
                    <a:ea typeface="黑体" panose="02010609060101010101" pitchFamily="49" charset="-122"/>
                  </a:rPr>
                  <a:t>1</a:t>
                </a:r>
                <a:endParaRPr lang="en-US" altLang="zh-CN" sz="2800" b="0" dirty="0">
                  <a:solidFill>
                    <a:srgbClr val="0033CC"/>
                  </a:solidFill>
                  <a:latin typeface="黑体" panose="02010609060101010101" pitchFamily="49" charset="-122"/>
                  <a:ea typeface="黑体" panose="02010609060101010101" pitchFamily="49" charset="-122"/>
                </a:endParaRPr>
              </a:p>
            </p:txBody>
          </p:sp>
          <p:sp>
            <p:nvSpPr>
              <p:cNvPr id="64530" name="Text Box 15"/>
              <p:cNvSpPr txBox="1"/>
              <p:nvPr/>
            </p:nvSpPr>
            <p:spPr>
              <a:xfrm>
                <a:off x="0" y="652"/>
                <a:ext cx="960" cy="326"/>
              </a:xfrm>
              <a:prstGeom prst="rect">
                <a:avLst/>
              </a:prstGeom>
              <a:solidFill>
                <a:schemeClr val="accent1"/>
              </a:solidFill>
              <a:ln w="9525" cap="flat" cmpd="sng">
                <a:solidFill>
                  <a:srgbClr val="000000"/>
                </a:solidFill>
                <a:prstDash val="solid"/>
                <a:miter/>
                <a:headEnd type="none" w="med" len="med"/>
                <a:tailEnd type="none" w="med" len="med"/>
              </a:ln>
            </p:spPr>
            <p:txBody>
              <a:bodyPr lIns="0" tIns="0" rIns="0" bIns="0"/>
              <a:p>
                <a:pPr algn="ctr" eaLnBrk="0" hangingPunct="0"/>
                <a:r>
                  <a:rPr lang="zh-CN" altLang="en-US" sz="2800" b="0" dirty="0">
                    <a:solidFill>
                      <a:srgbClr val="0033CC"/>
                    </a:solidFill>
                    <a:latin typeface="黑体" panose="02010609060101010101" pitchFamily="49" charset="-122"/>
                    <a:ea typeface="黑体" panose="02010609060101010101" pitchFamily="49" charset="-122"/>
                  </a:rPr>
                  <a:t>作业</a:t>
                </a:r>
                <a:r>
                  <a:rPr lang="en-US" altLang="zh-CN" sz="2800" b="0" dirty="0">
                    <a:solidFill>
                      <a:srgbClr val="0033CC"/>
                    </a:solidFill>
                    <a:latin typeface="黑体" panose="02010609060101010101" pitchFamily="49" charset="-122"/>
                    <a:ea typeface="黑体" panose="02010609060101010101" pitchFamily="49" charset="-122"/>
                  </a:rPr>
                  <a:t>2</a:t>
                </a:r>
                <a:endParaRPr lang="en-US" altLang="zh-CN" sz="2800" b="0" dirty="0">
                  <a:solidFill>
                    <a:srgbClr val="0033CC"/>
                  </a:solidFill>
                  <a:latin typeface="黑体" panose="02010609060101010101" pitchFamily="49" charset="-122"/>
                  <a:ea typeface="黑体" panose="02010609060101010101" pitchFamily="49" charset="-122"/>
                </a:endParaRPr>
              </a:p>
            </p:txBody>
          </p:sp>
          <p:sp>
            <p:nvSpPr>
              <p:cNvPr id="64531" name="Text Box 16"/>
              <p:cNvSpPr txBox="1"/>
              <p:nvPr/>
            </p:nvSpPr>
            <p:spPr>
              <a:xfrm>
                <a:off x="0" y="978"/>
                <a:ext cx="960" cy="326"/>
              </a:xfrm>
              <a:prstGeom prst="rect">
                <a:avLst/>
              </a:prstGeom>
              <a:solidFill>
                <a:schemeClr val="accent1"/>
              </a:solidFill>
              <a:ln w="9525" cap="flat" cmpd="sng">
                <a:solidFill>
                  <a:srgbClr val="000000"/>
                </a:solidFill>
                <a:prstDash val="solid"/>
                <a:miter/>
                <a:headEnd type="none" w="med" len="med"/>
                <a:tailEnd type="none" w="med" len="med"/>
              </a:ln>
            </p:spPr>
            <p:txBody>
              <a:bodyPr lIns="0" tIns="0" rIns="0" bIns="0"/>
              <a:p>
                <a:pPr algn="ctr" eaLnBrk="0" hangingPunct="0"/>
                <a:r>
                  <a:rPr lang="zh-CN" altLang="en-US" sz="2800" b="0" dirty="0">
                    <a:solidFill>
                      <a:srgbClr val="0033CC"/>
                    </a:solidFill>
                    <a:latin typeface="黑体" panose="02010609060101010101" pitchFamily="49" charset="-122"/>
                    <a:ea typeface="黑体" panose="02010609060101010101" pitchFamily="49" charset="-122"/>
                  </a:rPr>
                  <a:t>作业</a:t>
                </a:r>
                <a:r>
                  <a:rPr lang="en-US" altLang="zh-CN" sz="2800" b="0" dirty="0">
                    <a:solidFill>
                      <a:srgbClr val="0033CC"/>
                    </a:solidFill>
                    <a:latin typeface="黑体" panose="02010609060101010101" pitchFamily="49" charset="-122"/>
                    <a:ea typeface="黑体" panose="02010609060101010101" pitchFamily="49" charset="-122"/>
                  </a:rPr>
                  <a:t>3</a:t>
                </a:r>
                <a:endParaRPr lang="en-US" altLang="zh-CN" sz="2800" b="0" dirty="0">
                  <a:solidFill>
                    <a:srgbClr val="0033CC"/>
                  </a:solidFill>
                  <a:latin typeface="黑体" panose="02010609060101010101" pitchFamily="49" charset="-122"/>
                  <a:ea typeface="黑体" panose="02010609060101010101" pitchFamily="49" charset="-122"/>
                </a:endParaRPr>
              </a:p>
            </p:txBody>
          </p:sp>
          <p:sp>
            <p:nvSpPr>
              <p:cNvPr id="64532" name="Text Box 17"/>
              <p:cNvSpPr txBox="1"/>
              <p:nvPr/>
            </p:nvSpPr>
            <p:spPr>
              <a:xfrm>
                <a:off x="0" y="1304"/>
                <a:ext cx="960" cy="978"/>
              </a:xfrm>
              <a:prstGeom prst="rect">
                <a:avLst/>
              </a:prstGeom>
              <a:solidFill>
                <a:srgbClr val="FFCC00"/>
              </a:solidFill>
              <a:ln w="9525" cap="flat" cmpd="sng">
                <a:solidFill>
                  <a:srgbClr val="000000"/>
                </a:solidFill>
                <a:prstDash val="solid"/>
                <a:miter/>
                <a:headEnd type="none" w="med" len="med"/>
                <a:tailEnd type="none" w="med" len="med"/>
              </a:ln>
            </p:spPr>
            <p:txBody>
              <a:bodyPr lIns="0" tIns="0" rIns="0" bIns="0"/>
              <a:p>
                <a:pPr algn="ctr" eaLnBrk="0" hangingPunct="0"/>
                <a:r>
                  <a:rPr lang="zh-CN" altLang="en-US" sz="2800" b="0" dirty="0">
                    <a:solidFill>
                      <a:srgbClr val="0033CC"/>
                    </a:solidFill>
                    <a:latin typeface="黑体" panose="02010609060101010101" pitchFamily="49" charset="-122"/>
                    <a:ea typeface="黑体" panose="02010609060101010101" pitchFamily="49" charset="-122"/>
                  </a:rPr>
                  <a:t>空闲区</a:t>
                </a:r>
                <a:endParaRPr lang="zh-CN" altLang="en-US" sz="2800" b="0" dirty="0">
                  <a:solidFill>
                    <a:srgbClr val="0033CC"/>
                  </a:solidFill>
                  <a:latin typeface="黑体" panose="02010609060101010101" pitchFamily="49" charset="-122"/>
                  <a:ea typeface="黑体" panose="02010609060101010101" pitchFamily="49" charset="-122"/>
                </a:endParaRPr>
              </a:p>
            </p:txBody>
          </p:sp>
        </p:grpSp>
        <p:grpSp>
          <p:nvGrpSpPr>
            <p:cNvPr id="64519" name="Group 18"/>
            <p:cNvGrpSpPr/>
            <p:nvPr/>
          </p:nvGrpSpPr>
          <p:grpSpPr>
            <a:xfrm>
              <a:off x="3072" y="0"/>
              <a:ext cx="768" cy="2016"/>
              <a:chOff x="0" y="0"/>
              <a:chExt cx="960" cy="2282"/>
            </a:xfrm>
          </p:grpSpPr>
          <p:sp>
            <p:nvSpPr>
              <p:cNvPr id="64522" name="Text Box 19"/>
              <p:cNvSpPr txBox="1"/>
              <p:nvPr/>
            </p:nvSpPr>
            <p:spPr>
              <a:xfrm>
                <a:off x="0" y="0"/>
                <a:ext cx="960" cy="326"/>
              </a:xfrm>
              <a:prstGeom prst="rect">
                <a:avLst/>
              </a:prstGeom>
              <a:solidFill>
                <a:srgbClr val="FF5050"/>
              </a:solidFill>
              <a:ln w="9525" cap="flat" cmpd="sng">
                <a:solidFill>
                  <a:srgbClr val="000000"/>
                </a:solidFill>
                <a:prstDash val="solid"/>
                <a:miter/>
                <a:headEnd type="none" w="med" len="med"/>
                <a:tailEnd type="none" w="med" len="med"/>
              </a:ln>
            </p:spPr>
            <p:txBody>
              <a:bodyPr lIns="0" tIns="0" rIns="0" bIns="0"/>
              <a:p>
                <a:pPr algn="ctr" eaLnBrk="0" hangingPunct="0"/>
                <a:r>
                  <a:rPr lang="zh-CN" altLang="en-US" sz="2800" b="0" dirty="0">
                    <a:solidFill>
                      <a:srgbClr val="0033CC"/>
                    </a:solidFill>
                    <a:latin typeface="黑体" panose="02010609060101010101" pitchFamily="49" charset="-122"/>
                    <a:ea typeface="黑体" panose="02010609060101010101" pitchFamily="49" charset="-122"/>
                  </a:rPr>
                  <a:t>操作系统</a:t>
                </a:r>
                <a:endParaRPr lang="zh-CN" altLang="en-US" sz="2800" b="0" dirty="0">
                  <a:solidFill>
                    <a:srgbClr val="0033CC"/>
                  </a:solidFill>
                  <a:latin typeface="黑体" panose="02010609060101010101" pitchFamily="49" charset="-122"/>
                  <a:ea typeface="黑体" panose="02010609060101010101" pitchFamily="49" charset="-122"/>
                </a:endParaRPr>
              </a:p>
            </p:txBody>
          </p:sp>
          <p:sp>
            <p:nvSpPr>
              <p:cNvPr id="64523" name="Text Box 20"/>
              <p:cNvSpPr txBox="1"/>
              <p:nvPr/>
            </p:nvSpPr>
            <p:spPr>
              <a:xfrm>
                <a:off x="0" y="326"/>
                <a:ext cx="960" cy="326"/>
              </a:xfrm>
              <a:prstGeom prst="rect">
                <a:avLst/>
              </a:prstGeom>
              <a:solidFill>
                <a:schemeClr val="accent1"/>
              </a:solidFill>
              <a:ln w="9525" cap="flat" cmpd="sng">
                <a:solidFill>
                  <a:srgbClr val="000000"/>
                </a:solidFill>
                <a:prstDash val="solid"/>
                <a:miter/>
                <a:headEnd type="none" w="med" len="med"/>
                <a:tailEnd type="none" w="med" len="med"/>
              </a:ln>
            </p:spPr>
            <p:txBody>
              <a:bodyPr lIns="0" tIns="0" rIns="0" bIns="0"/>
              <a:p>
                <a:pPr algn="ctr" eaLnBrk="0" hangingPunct="0"/>
                <a:r>
                  <a:rPr lang="zh-CN" altLang="en-US" sz="2800" b="0" dirty="0">
                    <a:solidFill>
                      <a:srgbClr val="0033CC"/>
                    </a:solidFill>
                    <a:latin typeface="黑体" panose="02010609060101010101" pitchFamily="49" charset="-122"/>
                    <a:ea typeface="黑体" panose="02010609060101010101" pitchFamily="49" charset="-122"/>
                  </a:rPr>
                  <a:t>作业</a:t>
                </a:r>
                <a:r>
                  <a:rPr lang="en-US" altLang="zh-CN" sz="2800" b="0" dirty="0">
                    <a:solidFill>
                      <a:srgbClr val="0033CC"/>
                    </a:solidFill>
                    <a:latin typeface="黑体" panose="02010609060101010101" pitchFamily="49" charset="-122"/>
                    <a:ea typeface="黑体" panose="02010609060101010101" pitchFamily="49" charset="-122"/>
                  </a:rPr>
                  <a:t>1</a:t>
                </a:r>
                <a:endParaRPr lang="en-US" altLang="zh-CN" sz="2800" b="0" dirty="0">
                  <a:solidFill>
                    <a:srgbClr val="0033CC"/>
                  </a:solidFill>
                  <a:latin typeface="黑体" panose="02010609060101010101" pitchFamily="49" charset="-122"/>
                  <a:ea typeface="黑体" panose="02010609060101010101" pitchFamily="49" charset="-122"/>
                </a:endParaRPr>
              </a:p>
            </p:txBody>
          </p:sp>
          <p:sp>
            <p:nvSpPr>
              <p:cNvPr id="64524" name="Text Box 21"/>
              <p:cNvSpPr txBox="1"/>
              <p:nvPr/>
            </p:nvSpPr>
            <p:spPr>
              <a:xfrm>
                <a:off x="0" y="652"/>
                <a:ext cx="960" cy="326"/>
              </a:xfrm>
              <a:prstGeom prst="rect">
                <a:avLst/>
              </a:prstGeom>
              <a:solidFill>
                <a:schemeClr val="accent1"/>
              </a:solidFill>
              <a:ln w="9525" cap="flat" cmpd="sng">
                <a:solidFill>
                  <a:srgbClr val="000000"/>
                </a:solidFill>
                <a:prstDash val="solid"/>
                <a:miter/>
                <a:headEnd type="none" w="med" len="med"/>
                <a:tailEnd type="none" w="med" len="med"/>
              </a:ln>
            </p:spPr>
            <p:txBody>
              <a:bodyPr lIns="0" tIns="0" rIns="0" bIns="0"/>
              <a:p>
                <a:pPr algn="ctr" eaLnBrk="0" hangingPunct="0"/>
                <a:r>
                  <a:rPr lang="zh-CN" altLang="en-US" sz="2800" b="0" dirty="0">
                    <a:solidFill>
                      <a:srgbClr val="0033CC"/>
                    </a:solidFill>
                    <a:latin typeface="黑体" panose="02010609060101010101" pitchFamily="49" charset="-122"/>
                    <a:ea typeface="黑体" panose="02010609060101010101" pitchFamily="49" charset="-122"/>
                  </a:rPr>
                  <a:t>作业</a:t>
                </a:r>
                <a:r>
                  <a:rPr lang="en-US" altLang="zh-CN" sz="2800" b="0" dirty="0">
                    <a:solidFill>
                      <a:srgbClr val="0033CC"/>
                    </a:solidFill>
                    <a:latin typeface="黑体" panose="02010609060101010101" pitchFamily="49" charset="-122"/>
                    <a:ea typeface="黑体" panose="02010609060101010101" pitchFamily="49" charset="-122"/>
                  </a:rPr>
                  <a:t>2</a:t>
                </a:r>
                <a:endParaRPr lang="en-US" altLang="zh-CN" sz="2800" b="0" dirty="0">
                  <a:solidFill>
                    <a:srgbClr val="0033CC"/>
                  </a:solidFill>
                  <a:latin typeface="黑体" panose="02010609060101010101" pitchFamily="49" charset="-122"/>
                  <a:ea typeface="黑体" panose="02010609060101010101" pitchFamily="49" charset="-122"/>
                </a:endParaRPr>
              </a:p>
            </p:txBody>
          </p:sp>
          <p:sp>
            <p:nvSpPr>
              <p:cNvPr id="64525" name="Text Box 22"/>
              <p:cNvSpPr txBox="1"/>
              <p:nvPr/>
            </p:nvSpPr>
            <p:spPr>
              <a:xfrm>
                <a:off x="0" y="978"/>
                <a:ext cx="960" cy="326"/>
              </a:xfrm>
              <a:prstGeom prst="rect">
                <a:avLst/>
              </a:prstGeom>
              <a:solidFill>
                <a:schemeClr val="accent1"/>
              </a:solidFill>
              <a:ln w="9525" cap="flat" cmpd="sng">
                <a:solidFill>
                  <a:srgbClr val="000000"/>
                </a:solidFill>
                <a:prstDash val="solid"/>
                <a:miter/>
                <a:headEnd type="none" w="med" len="med"/>
                <a:tailEnd type="none" w="med" len="med"/>
              </a:ln>
            </p:spPr>
            <p:txBody>
              <a:bodyPr lIns="0" tIns="0" rIns="0" bIns="0"/>
              <a:p>
                <a:pPr algn="ctr" eaLnBrk="0" hangingPunct="0"/>
                <a:r>
                  <a:rPr lang="zh-CN" altLang="en-US" sz="2800" b="0" dirty="0">
                    <a:solidFill>
                      <a:srgbClr val="0033CC"/>
                    </a:solidFill>
                    <a:latin typeface="黑体" panose="02010609060101010101" pitchFamily="49" charset="-122"/>
                    <a:ea typeface="黑体" panose="02010609060101010101" pitchFamily="49" charset="-122"/>
                  </a:rPr>
                  <a:t>作业</a:t>
                </a:r>
                <a:r>
                  <a:rPr lang="en-US" altLang="zh-CN" sz="2800" b="0" dirty="0">
                    <a:solidFill>
                      <a:srgbClr val="0033CC"/>
                    </a:solidFill>
                    <a:latin typeface="黑体" panose="02010609060101010101" pitchFamily="49" charset="-122"/>
                    <a:ea typeface="黑体" panose="02010609060101010101" pitchFamily="49" charset="-122"/>
                  </a:rPr>
                  <a:t>3</a:t>
                </a:r>
                <a:endParaRPr lang="en-US" altLang="zh-CN" sz="2800" b="0" dirty="0">
                  <a:solidFill>
                    <a:srgbClr val="0033CC"/>
                  </a:solidFill>
                  <a:latin typeface="黑体" panose="02010609060101010101" pitchFamily="49" charset="-122"/>
                  <a:ea typeface="黑体" panose="02010609060101010101" pitchFamily="49" charset="-122"/>
                </a:endParaRPr>
              </a:p>
            </p:txBody>
          </p:sp>
          <p:sp>
            <p:nvSpPr>
              <p:cNvPr id="64526" name="Text Box 23"/>
              <p:cNvSpPr txBox="1"/>
              <p:nvPr/>
            </p:nvSpPr>
            <p:spPr>
              <a:xfrm>
                <a:off x="0" y="1956"/>
                <a:ext cx="960" cy="326"/>
              </a:xfrm>
              <a:prstGeom prst="rect">
                <a:avLst/>
              </a:prstGeom>
              <a:solidFill>
                <a:srgbClr val="FFCC00"/>
              </a:solidFill>
              <a:ln w="9525" cap="flat" cmpd="sng">
                <a:solidFill>
                  <a:srgbClr val="000000"/>
                </a:solidFill>
                <a:prstDash val="solid"/>
                <a:miter/>
                <a:headEnd type="none" w="med" len="med"/>
                <a:tailEnd type="none" w="med" len="med"/>
              </a:ln>
            </p:spPr>
            <p:txBody>
              <a:bodyPr lIns="0" tIns="0" rIns="0" bIns="0"/>
              <a:p>
                <a:pPr algn="ctr" eaLnBrk="0" hangingPunct="0"/>
                <a:r>
                  <a:rPr lang="zh-CN" altLang="en-US" sz="2800" b="0" dirty="0">
                    <a:solidFill>
                      <a:srgbClr val="0033CC"/>
                    </a:solidFill>
                    <a:latin typeface="黑体" panose="02010609060101010101" pitchFamily="49" charset="-122"/>
                    <a:ea typeface="黑体" panose="02010609060101010101" pitchFamily="49" charset="-122"/>
                  </a:rPr>
                  <a:t>空闲区</a:t>
                </a:r>
                <a:endParaRPr lang="zh-CN" altLang="en-US" sz="2800" b="0" dirty="0">
                  <a:solidFill>
                    <a:srgbClr val="0033CC"/>
                  </a:solidFill>
                  <a:latin typeface="黑体" panose="02010609060101010101" pitchFamily="49" charset="-122"/>
                  <a:ea typeface="黑体" panose="02010609060101010101" pitchFamily="49" charset="-122"/>
                </a:endParaRPr>
              </a:p>
            </p:txBody>
          </p:sp>
          <p:sp>
            <p:nvSpPr>
              <p:cNvPr id="64527" name="Text Box 24"/>
              <p:cNvSpPr txBox="1"/>
              <p:nvPr/>
            </p:nvSpPr>
            <p:spPr>
              <a:xfrm>
                <a:off x="0" y="1304"/>
                <a:ext cx="960" cy="652"/>
              </a:xfrm>
              <a:prstGeom prst="rect">
                <a:avLst/>
              </a:prstGeom>
              <a:solidFill>
                <a:schemeClr val="accent1"/>
              </a:solidFill>
              <a:ln w="9525" cap="flat" cmpd="sng">
                <a:solidFill>
                  <a:srgbClr val="000000"/>
                </a:solidFill>
                <a:prstDash val="solid"/>
                <a:miter/>
                <a:headEnd type="none" w="med" len="med"/>
                <a:tailEnd type="none" w="med" len="med"/>
              </a:ln>
            </p:spPr>
            <p:txBody>
              <a:bodyPr lIns="0" tIns="0" rIns="0" bIns="0"/>
              <a:p>
                <a:pPr algn="ctr" eaLnBrk="0" hangingPunct="0"/>
                <a:r>
                  <a:rPr lang="zh-CN" altLang="en-US" sz="2800" b="0" dirty="0">
                    <a:solidFill>
                      <a:srgbClr val="0033CC"/>
                    </a:solidFill>
                    <a:latin typeface="黑体" panose="02010609060101010101" pitchFamily="49" charset="-122"/>
                    <a:ea typeface="黑体" panose="02010609060101010101" pitchFamily="49" charset="-122"/>
                  </a:rPr>
                  <a:t>作业</a:t>
                </a:r>
                <a:r>
                  <a:rPr lang="en-US" altLang="zh-CN" sz="2800" b="0" dirty="0">
                    <a:solidFill>
                      <a:srgbClr val="0033CC"/>
                    </a:solidFill>
                    <a:latin typeface="黑体" panose="02010609060101010101" pitchFamily="49" charset="-122"/>
                    <a:ea typeface="黑体" panose="02010609060101010101" pitchFamily="49" charset="-122"/>
                  </a:rPr>
                  <a:t>4</a:t>
                </a:r>
                <a:endParaRPr lang="en-US" altLang="zh-CN" sz="2800" b="0" dirty="0">
                  <a:solidFill>
                    <a:srgbClr val="0033CC"/>
                  </a:solidFill>
                  <a:latin typeface="黑体" panose="02010609060101010101" pitchFamily="49" charset="-122"/>
                  <a:ea typeface="黑体" panose="02010609060101010101" pitchFamily="49" charset="-122"/>
                </a:endParaRPr>
              </a:p>
            </p:txBody>
          </p:sp>
        </p:grpSp>
        <p:sp>
          <p:nvSpPr>
            <p:cNvPr id="64520" name="Line 25"/>
            <p:cNvSpPr/>
            <p:nvPr/>
          </p:nvSpPr>
          <p:spPr>
            <a:xfrm flipV="1">
              <a:off x="768" y="720"/>
              <a:ext cx="878" cy="240"/>
            </a:xfrm>
            <a:prstGeom prst="line">
              <a:avLst/>
            </a:prstGeom>
            <a:ln w="9525" cap="flat" cmpd="sng">
              <a:solidFill>
                <a:srgbClr val="000000"/>
              </a:solidFill>
              <a:prstDash val="solid"/>
              <a:headEnd type="none" w="med" len="med"/>
              <a:tailEnd type="triangle" w="med" len="med"/>
            </a:ln>
          </p:spPr>
        </p:sp>
        <p:sp>
          <p:nvSpPr>
            <p:cNvPr id="64521" name="Line 26"/>
            <p:cNvSpPr/>
            <p:nvPr/>
          </p:nvSpPr>
          <p:spPr>
            <a:xfrm flipV="1">
              <a:off x="768" y="1008"/>
              <a:ext cx="878" cy="528"/>
            </a:xfrm>
            <a:prstGeom prst="line">
              <a:avLst/>
            </a:prstGeom>
            <a:ln w="9525" cap="flat" cmpd="sng">
              <a:solidFill>
                <a:srgbClr val="000000"/>
              </a:solidFill>
              <a:prstDash val="solid"/>
              <a:headEnd type="none" w="med" len="med"/>
              <a:tailEnd type="triangle" w="med" len="med"/>
            </a:ln>
          </p:spPr>
        </p:sp>
      </p:grpSp>
      <p:sp>
        <p:nvSpPr>
          <p:cNvPr id="64516" name="Rectangle 27"/>
          <p:cNvSpPr/>
          <p:nvPr/>
        </p:nvSpPr>
        <p:spPr>
          <a:xfrm>
            <a:off x="1219200" y="1401763"/>
            <a:ext cx="2868613" cy="579437"/>
          </a:xfrm>
          <a:prstGeom prst="rect">
            <a:avLst/>
          </a:prstGeom>
          <a:noFill/>
          <a:ln w="9525">
            <a:noFill/>
          </a:ln>
        </p:spPr>
        <p:txBody>
          <a:bodyPr>
            <a:spAutoFit/>
          </a:bodyPr>
          <a:p>
            <a:r>
              <a:rPr lang="zh-CN" altLang="en-US" sz="3200" dirty="0">
                <a:solidFill>
                  <a:srgbClr val="0033CC"/>
                </a:solidFill>
                <a:latin typeface="黑体" panose="02010609060101010101" pitchFamily="49" charset="-122"/>
                <a:ea typeface="黑体" panose="02010609060101010101" pitchFamily="49" charset="-122"/>
              </a:rPr>
              <a:t>移动技术</a:t>
            </a:r>
            <a:endParaRPr lang="zh-CN" altLang="en-US" sz="3200" dirty="0">
              <a:solidFill>
                <a:srgbClr val="0033CC"/>
              </a:solidFill>
              <a:latin typeface="黑体" panose="02010609060101010101" pitchFamily="49" charset="-122"/>
              <a:ea typeface="黑体" panose="02010609060101010101" pitchFamily="49" charset="-122"/>
            </a:endParaRPr>
          </a:p>
        </p:txBody>
      </p:sp>
    </p:spTree>
  </p:cSld>
  <p:clrMapOvr>
    <a:masterClrMapping/>
  </p:clrMapOvr>
  <p:transition>
    <p:dissolve/>
  </p:transition>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5538" name="Rectangle 2"/>
          <p:cNvSpPr>
            <a:spLocks noGrp="1"/>
          </p:cNvSpPr>
          <p:nvPr>
            <p:ph type="title"/>
          </p:nvPr>
        </p:nvSpPr>
        <p:spPr>
          <a:xfrm>
            <a:off x="-149225" y="457200"/>
            <a:ext cx="9142413" cy="563563"/>
          </a:xfrm>
          <a:ln/>
        </p:spPr>
        <p:txBody>
          <a:bodyPr vert="horz" wrap="square" lIns="91440" tIns="45720" rIns="91440" bIns="45720" anchor="ctr" anchorCtr="0"/>
          <a:p>
            <a:pPr algn="ctr"/>
            <a:r>
              <a:rPr lang="zh-CN" altLang="zh-CN" dirty="0"/>
              <a:t>  </a:t>
            </a:r>
            <a:r>
              <a:rPr lang="zh-CN" altLang="en-US" dirty="0"/>
              <a:t>连续存储管理方式</a:t>
            </a:r>
            <a:endParaRPr lang="zh-CN" altLang="en-US" dirty="0"/>
          </a:p>
        </p:txBody>
      </p:sp>
      <p:sp>
        <p:nvSpPr>
          <p:cNvPr id="65539" name="Rectangle 3"/>
          <p:cNvSpPr>
            <a:spLocks noGrp="1"/>
          </p:cNvSpPr>
          <p:nvPr>
            <p:ph idx="1"/>
          </p:nvPr>
        </p:nvSpPr>
        <p:spPr>
          <a:xfrm>
            <a:off x="611188" y="1371600"/>
            <a:ext cx="8151812" cy="5483225"/>
          </a:xfrm>
          <a:ln/>
        </p:spPr>
        <p:txBody>
          <a:bodyPr vert="horz" wrap="square" lIns="91440" tIns="45720" rIns="91440" bIns="45720" anchor="t" anchorCtr="0"/>
          <a:p>
            <a:pPr marL="633730" indent="-633730">
              <a:spcBef>
                <a:spcPct val="50000"/>
              </a:spcBef>
            </a:pPr>
            <a:r>
              <a:rPr lang="zh-CN" altLang="en-US" sz="2800" dirty="0">
                <a:solidFill>
                  <a:schemeClr val="tx1"/>
                </a:solidFill>
              </a:rPr>
              <a:t>固定分区</a:t>
            </a:r>
            <a:endParaRPr lang="zh-CN" altLang="en-US" sz="2800" dirty="0">
              <a:solidFill>
                <a:schemeClr val="tx1"/>
              </a:solidFill>
            </a:endParaRPr>
          </a:p>
          <a:p>
            <a:pPr marL="1183005" lvl="1">
              <a:spcBef>
                <a:spcPct val="50000"/>
              </a:spcBef>
            </a:pPr>
            <a:r>
              <a:rPr lang="zh-CN" altLang="en-US" sz="2400" dirty="0"/>
              <a:t>主存空间被划分成数目固定不变的分区，各分区的大小不等，每个分区只装入一个作业</a:t>
            </a:r>
            <a:endParaRPr lang="zh-CN" altLang="en-US" sz="2400" dirty="0"/>
          </a:p>
          <a:p>
            <a:pPr marL="1183005" lvl="1">
              <a:spcBef>
                <a:spcPct val="50000"/>
              </a:spcBef>
            </a:pPr>
            <a:r>
              <a:rPr lang="zh-CN" altLang="en-US" sz="2400" dirty="0"/>
              <a:t>缺点：大作业无法装入；产生内部碎片；限制多道运行的程序数</a:t>
            </a:r>
            <a:endParaRPr lang="zh-CN" altLang="en-US" sz="2400" dirty="0"/>
          </a:p>
          <a:p>
            <a:pPr marL="633730" indent="-633730">
              <a:spcBef>
                <a:spcPct val="50000"/>
              </a:spcBef>
            </a:pPr>
            <a:r>
              <a:rPr lang="zh-CN" altLang="en-US" sz="2800" dirty="0">
                <a:solidFill>
                  <a:schemeClr val="tx1"/>
                </a:solidFill>
              </a:rPr>
              <a:t>可变分区</a:t>
            </a:r>
            <a:endParaRPr lang="zh-CN" altLang="en-US" sz="2800" dirty="0">
              <a:solidFill>
                <a:schemeClr val="tx1"/>
              </a:solidFill>
            </a:endParaRPr>
          </a:p>
          <a:p>
            <a:pPr marL="1183005" lvl="1">
              <a:spcBef>
                <a:spcPct val="50000"/>
              </a:spcBef>
            </a:pPr>
            <a:r>
              <a:rPr lang="zh-CN" altLang="en-US" sz="2400" dirty="0"/>
              <a:t>按照作业的大小动态划分分区，分区数目可变</a:t>
            </a:r>
            <a:endParaRPr lang="zh-CN" altLang="en-US" sz="2400" dirty="0"/>
          </a:p>
          <a:p>
            <a:pPr marL="1183005" lvl="1">
              <a:spcBef>
                <a:spcPct val="50000"/>
              </a:spcBef>
            </a:pPr>
            <a:r>
              <a:rPr lang="zh-CN" altLang="en-US" sz="2400" dirty="0"/>
              <a:t>缺点：产生外部碎片</a:t>
            </a:r>
            <a:endParaRPr lang="zh-CN" altLang="en-US" sz="2400" dirty="0"/>
          </a:p>
        </p:txBody>
      </p:sp>
    </p:spTree>
  </p:cSld>
  <p:clrMapOvr>
    <a:masterClrMapping/>
  </p:clrMapOvr>
  <p:transition>
    <p:blinds/>
  </p:transition>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66562" name="Group 2"/>
          <p:cNvGrpSpPr/>
          <p:nvPr/>
        </p:nvGrpSpPr>
        <p:grpSpPr>
          <a:xfrm>
            <a:off x="6935788" y="1295400"/>
            <a:ext cx="1093787" cy="5178425"/>
            <a:chOff x="0" y="0"/>
            <a:chExt cx="881" cy="3264"/>
          </a:xfrm>
        </p:grpSpPr>
        <p:grpSp>
          <p:nvGrpSpPr>
            <p:cNvPr id="66618" name="Group 3"/>
            <p:cNvGrpSpPr/>
            <p:nvPr/>
          </p:nvGrpSpPr>
          <p:grpSpPr>
            <a:xfrm>
              <a:off x="0" y="0"/>
              <a:ext cx="881" cy="3264"/>
              <a:chOff x="0" y="0"/>
              <a:chExt cx="881" cy="3264"/>
            </a:xfrm>
          </p:grpSpPr>
          <p:sp>
            <p:nvSpPr>
              <p:cNvPr id="66634" name="Rectangle 4"/>
              <p:cNvSpPr/>
              <p:nvPr/>
            </p:nvSpPr>
            <p:spPr>
              <a:xfrm>
                <a:off x="0" y="0"/>
                <a:ext cx="881" cy="3264"/>
              </a:xfrm>
              <a:prstGeom prst="rect">
                <a:avLst/>
              </a:prstGeom>
              <a:solidFill>
                <a:schemeClr val="accent1"/>
              </a:solidFill>
              <a:ln w="9525" cap="flat" cmpd="sng">
                <a:solidFill>
                  <a:schemeClr val="tx1"/>
                </a:solidFill>
                <a:prstDash val="solid"/>
                <a:miter/>
                <a:headEnd type="none" w="med" len="med"/>
                <a:tailEnd type="none" w="med" len="med"/>
              </a:ln>
            </p:spPr>
            <p:txBody>
              <a:bodyPr wrap="none" anchor="ctr" anchorCtr="0"/>
              <a:p>
                <a:endParaRPr lang="zh-CN" altLang="en-US" dirty="0">
                  <a:latin typeface="Times New Roman" panose="02020603050405020304" pitchFamily="18" charset="0"/>
                </a:endParaRPr>
              </a:p>
            </p:txBody>
          </p:sp>
          <p:sp>
            <p:nvSpPr>
              <p:cNvPr id="66635" name="Text Box 5"/>
              <p:cNvSpPr txBox="1"/>
              <p:nvPr/>
            </p:nvSpPr>
            <p:spPr>
              <a:xfrm>
                <a:off x="49" y="48"/>
                <a:ext cx="748" cy="212"/>
              </a:xfrm>
              <a:prstGeom prst="rect">
                <a:avLst/>
              </a:prstGeom>
              <a:noFill/>
              <a:ln w="9525">
                <a:noFill/>
              </a:ln>
            </p:spPr>
            <p:txBody>
              <a:bodyPr>
                <a:spAutoFit/>
              </a:bodyPr>
              <a:p>
                <a:r>
                  <a:rPr lang="zh-CN" altLang="en-US" sz="1600" dirty="0">
                    <a:latin typeface="Times New Roman" panose="02020603050405020304" pitchFamily="18" charset="0"/>
                    <a:ea typeface="黑体" panose="02010609060101010101" pitchFamily="49" charset="-122"/>
                  </a:rPr>
                  <a:t>系统区</a:t>
                </a:r>
                <a:endParaRPr lang="zh-CN" altLang="en-US" sz="1600" dirty="0">
                  <a:latin typeface="Times New Roman" panose="02020603050405020304" pitchFamily="18" charset="0"/>
                  <a:ea typeface="黑体" panose="02010609060101010101" pitchFamily="49" charset="-122"/>
                </a:endParaRPr>
              </a:p>
            </p:txBody>
          </p:sp>
        </p:grpSp>
        <p:grpSp>
          <p:nvGrpSpPr>
            <p:cNvPr id="66619" name="Group 6"/>
            <p:cNvGrpSpPr/>
            <p:nvPr/>
          </p:nvGrpSpPr>
          <p:grpSpPr>
            <a:xfrm>
              <a:off x="0" y="576"/>
              <a:ext cx="864" cy="2496"/>
              <a:chOff x="0" y="0"/>
              <a:chExt cx="1248" cy="2496"/>
            </a:xfrm>
          </p:grpSpPr>
          <p:sp>
            <p:nvSpPr>
              <p:cNvPr id="66620" name="Line 7"/>
              <p:cNvSpPr/>
              <p:nvPr/>
            </p:nvSpPr>
            <p:spPr>
              <a:xfrm>
                <a:off x="0" y="0"/>
                <a:ext cx="1200" cy="0"/>
              </a:xfrm>
              <a:prstGeom prst="line">
                <a:avLst/>
              </a:prstGeom>
              <a:ln w="28575" cap="flat" cmpd="sng">
                <a:solidFill>
                  <a:schemeClr val="hlink"/>
                </a:solidFill>
                <a:prstDash val="dash"/>
                <a:headEnd type="none" w="med" len="med"/>
                <a:tailEnd type="none" w="med" len="med"/>
              </a:ln>
            </p:spPr>
          </p:sp>
          <p:sp>
            <p:nvSpPr>
              <p:cNvPr id="66621" name="Line 8"/>
              <p:cNvSpPr/>
              <p:nvPr/>
            </p:nvSpPr>
            <p:spPr>
              <a:xfrm>
                <a:off x="0" y="384"/>
                <a:ext cx="1248" cy="0"/>
              </a:xfrm>
              <a:prstGeom prst="line">
                <a:avLst/>
              </a:prstGeom>
              <a:ln w="28575" cap="flat" cmpd="sng">
                <a:solidFill>
                  <a:schemeClr val="hlink"/>
                </a:solidFill>
                <a:prstDash val="dash"/>
                <a:headEnd type="none" w="med" len="med"/>
                <a:tailEnd type="none" w="med" len="med"/>
              </a:ln>
            </p:spPr>
          </p:sp>
          <p:sp>
            <p:nvSpPr>
              <p:cNvPr id="66622" name="Line 9"/>
              <p:cNvSpPr/>
              <p:nvPr/>
            </p:nvSpPr>
            <p:spPr>
              <a:xfrm>
                <a:off x="0" y="192"/>
                <a:ext cx="1248" cy="0"/>
              </a:xfrm>
              <a:prstGeom prst="line">
                <a:avLst/>
              </a:prstGeom>
              <a:ln w="28575" cap="flat" cmpd="sng">
                <a:solidFill>
                  <a:schemeClr val="hlink"/>
                </a:solidFill>
                <a:prstDash val="dash"/>
                <a:headEnd type="none" w="med" len="med"/>
                <a:tailEnd type="none" w="med" len="med"/>
              </a:ln>
            </p:spPr>
          </p:sp>
          <p:sp>
            <p:nvSpPr>
              <p:cNvPr id="66623" name="Line 10"/>
              <p:cNvSpPr/>
              <p:nvPr/>
            </p:nvSpPr>
            <p:spPr>
              <a:xfrm>
                <a:off x="0" y="1344"/>
                <a:ext cx="1248" cy="0"/>
              </a:xfrm>
              <a:prstGeom prst="line">
                <a:avLst/>
              </a:prstGeom>
              <a:ln w="28575" cap="flat" cmpd="sng">
                <a:solidFill>
                  <a:schemeClr val="hlink"/>
                </a:solidFill>
                <a:prstDash val="dash"/>
                <a:headEnd type="none" w="med" len="med"/>
                <a:tailEnd type="none" w="med" len="med"/>
              </a:ln>
            </p:spPr>
          </p:sp>
          <p:sp>
            <p:nvSpPr>
              <p:cNvPr id="66624" name="Line 11"/>
              <p:cNvSpPr/>
              <p:nvPr/>
            </p:nvSpPr>
            <p:spPr>
              <a:xfrm>
                <a:off x="0" y="1536"/>
                <a:ext cx="1248" cy="0"/>
              </a:xfrm>
              <a:prstGeom prst="line">
                <a:avLst/>
              </a:prstGeom>
              <a:ln w="28575" cap="flat" cmpd="sng">
                <a:solidFill>
                  <a:schemeClr val="hlink"/>
                </a:solidFill>
                <a:prstDash val="dash"/>
                <a:headEnd type="none" w="med" len="med"/>
                <a:tailEnd type="none" w="med" len="med"/>
              </a:ln>
            </p:spPr>
          </p:sp>
          <p:sp>
            <p:nvSpPr>
              <p:cNvPr id="66625" name="Line 12"/>
              <p:cNvSpPr/>
              <p:nvPr/>
            </p:nvSpPr>
            <p:spPr>
              <a:xfrm>
                <a:off x="0" y="576"/>
                <a:ext cx="1248" cy="0"/>
              </a:xfrm>
              <a:prstGeom prst="line">
                <a:avLst/>
              </a:prstGeom>
              <a:ln w="28575" cap="flat" cmpd="sng">
                <a:solidFill>
                  <a:schemeClr val="hlink"/>
                </a:solidFill>
                <a:prstDash val="dash"/>
                <a:headEnd type="none" w="med" len="med"/>
                <a:tailEnd type="none" w="med" len="med"/>
              </a:ln>
            </p:spPr>
          </p:sp>
          <p:sp>
            <p:nvSpPr>
              <p:cNvPr id="66626" name="Line 13"/>
              <p:cNvSpPr/>
              <p:nvPr/>
            </p:nvSpPr>
            <p:spPr>
              <a:xfrm>
                <a:off x="0" y="960"/>
                <a:ext cx="1248" cy="0"/>
              </a:xfrm>
              <a:prstGeom prst="line">
                <a:avLst/>
              </a:prstGeom>
              <a:ln w="28575" cap="flat" cmpd="sng">
                <a:solidFill>
                  <a:schemeClr val="hlink"/>
                </a:solidFill>
                <a:prstDash val="dash"/>
                <a:headEnd type="none" w="med" len="med"/>
                <a:tailEnd type="none" w="med" len="med"/>
              </a:ln>
            </p:spPr>
          </p:sp>
          <p:sp>
            <p:nvSpPr>
              <p:cNvPr id="66627" name="Line 14"/>
              <p:cNvSpPr/>
              <p:nvPr/>
            </p:nvSpPr>
            <p:spPr>
              <a:xfrm>
                <a:off x="0" y="1152"/>
                <a:ext cx="1248" cy="0"/>
              </a:xfrm>
              <a:prstGeom prst="line">
                <a:avLst/>
              </a:prstGeom>
              <a:ln w="28575" cap="flat" cmpd="sng">
                <a:solidFill>
                  <a:schemeClr val="hlink"/>
                </a:solidFill>
                <a:prstDash val="dash"/>
                <a:headEnd type="none" w="med" len="med"/>
                <a:tailEnd type="none" w="med" len="med"/>
              </a:ln>
            </p:spPr>
          </p:sp>
          <p:sp>
            <p:nvSpPr>
              <p:cNvPr id="66628" name="Line 15"/>
              <p:cNvSpPr/>
              <p:nvPr/>
            </p:nvSpPr>
            <p:spPr>
              <a:xfrm>
                <a:off x="0" y="768"/>
                <a:ext cx="1248" cy="0"/>
              </a:xfrm>
              <a:prstGeom prst="line">
                <a:avLst/>
              </a:prstGeom>
              <a:ln w="28575" cap="flat" cmpd="sng">
                <a:solidFill>
                  <a:schemeClr val="hlink"/>
                </a:solidFill>
                <a:prstDash val="dash"/>
                <a:headEnd type="none" w="med" len="med"/>
                <a:tailEnd type="none" w="med" len="med"/>
              </a:ln>
            </p:spPr>
          </p:sp>
          <p:sp>
            <p:nvSpPr>
              <p:cNvPr id="66629" name="Line 16"/>
              <p:cNvSpPr/>
              <p:nvPr/>
            </p:nvSpPr>
            <p:spPr>
              <a:xfrm>
                <a:off x="0" y="1728"/>
                <a:ext cx="1248" cy="0"/>
              </a:xfrm>
              <a:prstGeom prst="line">
                <a:avLst/>
              </a:prstGeom>
              <a:ln w="28575" cap="flat" cmpd="sng">
                <a:solidFill>
                  <a:schemeClr val="hlink"/>
                </a:solidFill>
                <a:prstDash val="dash"/>
                <a:headEnd type="none" w="med" len="med"/>
                <a:tailEnd type="none" w="med" len="med"/>
              </a:ln>
            </p:spPr>
          </p:sp>
          <p:sp>
            <p:nvSpPr>
              <p:cNvPr id="66630" name="Line 17"/>
              <p:cNvSpPr/>
              <p:nvPr/>
            </p:nvSpPr>
            <p:spPr>
              <a:xfrm>
                <a:off x="0" y="1920"/>
                <a:ext cx="1248" cy="0"/>
              </a:xfrm>
              <a:prstGeom prst="line">
                <a:avLst/>
              </a:prstGeom>
              <a:ln w="28575" cap="flat" cmpd="sng">
                <a:solidFill>
                  <a:schemeClr val="hlink"/>
                </a:solidFill>
                <a:prstDash val="dash"/>
                <a:headEnd type="none" w="med" len="med"/>
                <a:tailEnd type="none" w="med" len="med"/>
              </a:ln>
            </p:spPr>
          </p:sp>
          <p:sp>
            <p:nvSpPr>
              <p:cNvPr id="66631" name="Line 18"/>
              <p:cNvSpPr/>
              <p:nvPr/>
            </p:nvSpPr>
            <p:spPr>
              <a:xfrm>
                <a:off x="0" y="2112"/>
                <a:ext cx="1248" cy="0"/>
              </a:xfrm>
              <a:prstGeom prst="line">
                <a:avLst/>
              </a:prstGeom>
              <a:ln w="28575" cap="flat" cmpd="sng">
                <a:solidFill>
                  <a:schemeClr val="hlink"/>
                </a:solidFill>
                <a:prstDash val="dash"/>
                <a:headEnd type="none" w="med" len="med"/>
                <a:tailEnd type="none" w="med" len="med"/>
              </a:ln>
            </p:spPr>
          </p:sp>
          <p:sp>
            <p:nvSpPr>
              <p:cNvPr id="66632" name="Line 19"/>
              <p:cNvSpPr/>
              <p:nvPr/>
            </p:nvSpPr>
            <p:spPr>
              <a:xfrm>
                <a:off x="0" y="2304"/>
                <a:ext cx="1248" cy="0"/>
              </a:xfrm>
              <a:prstGeom prst="line">
                <a:avLst/>
              </a:prstGeom>
              <a:ln w="28575" cap="flat" cmpd="sng">
                <a:solidFill>
                  <a:schemeClr val="hlink"/>
                </a:solidFill>
                <a:prstDash val="dash"/>
                <a:headEnd type="none" w="med" len="med"/>
                <a:tailEnd type="none" w="med" len="med"/>
              </a:ln>
            </p:spPr>
          </p:sp>
          <p:sp>
            <p:nvSpPr>
              <p:cNvPr id="66633" name="Line 20"/>
              <p:cNvSpPr/>
              <p:nvPr/>
            </p:nvSpPr>
            <p:spPr>
              <a:xfrm>
                <a:off x="0" y="2496"/>
                <a:ext cx="1248" cy="0"/>
              </a:xfrm>
              <a:prstGeom prst="line">
                <a:avLst/>
              </a:prstGeom>
              <a:ln w="28575" cap="flat" cmpd="sng">
                <a:solidFill>
                  <a:schemeClr val="hlink"/>
                </a:solidFill>
                <a:prstDash val="dash"/>
                <a:headEnd type="none" w="med" len="med"/>
                <a:tailEnd type="none" w="med" len="med"/>
              </a:ln>
            </p:spPr>
          </p:sp>
        </p:grpSp>
      </p:grpSp>
      <p:grpSp>
        <p:nvGrpSpPr>
          <p:cNvPr id="66563" name="Group 21"/>
          <p:cNvGrpSpPr/>
          <p:nvPr/>
        </p:nvGrpSpPr>
        <p:grpSpPr>
          <a:xfrm>
            <a:off x="6935788" y="2208213"/>
            <a:ext cx="1093787" cy="3960812"/>
            <a:chOff x="0" y="0"/>
            <a:chExt cx="1248" cy="2496"/>
          </a:xfrm>
        </p:grpSpPr>
        <p:sp>
          <p:nvSpPr>
            <p:cNvPr id="66611" name="Rectangle 22"/>
            <p:cNvSpPr/>
            <p:nvPr/>
          </p:nvSpPr>
          <p:spPr>
            <a:xfrm>
              <a:off x="0" y="0"/>
              <a:ext cx="1248" cy="192"/>
            </a:xfrm>
            <a:prstGeom prst="rect">
              <a:avLst/>
            </a:prstGeom>
            <a:solidFill>
              <a:schemeClr val="bg2"/>
            </a:solidFill>
            <a:ln w="9525" cap="flat" cmpd="sng">
              <a:solidFill>
                <a:schemeClr val="hlink"/>
              </a:solidFill>
              <a:prstDash val="dash"/>
              <a:miter/>
              <a:headEnd type="none" w="med" len="med"/>
              <a:tailEnd type="none" w="med" len="med"/>
            </a:ln>
          </p:spPr>
          <p:txBody>
            <a:bodyPr wrap="none" anchor="ctr" anchorCtr="0"/>
            <a:p>
              <a:endParaRPr lang="zh-CN" altLang="en-US" dirty="0">
                <a:latin typeface="Times New Roman" panose="02020603050405020304" pitchFamily="18" charset="0"/>
              </a:endParaRPr>
            </a:p>
          </p:txBody>
        </p:sp>
        <p:sp>
          <p:nvSpPr>
            <p:cNvPr id="66612" name="Rectangle 23"/>
            <p:cNvSpPr/>
            <p:nvPr/>
          </p:nvSpPr>
          <p:spPr>
            <a:xfrm>
              <a:off x="0" y="192"/>
              <a:ext cx="1248" cy="192"/>
            </a:xfrm>
            <a:prstGeom prst="rect">
              <a:avLst/>
            </a:prstGeom>
            <a:solidFill>
              <a:schemeClr val="bg2"/>
            </a:solidFill>
            <a:ln w="9525" cap="flat" cmpd="sng">
              <a:solidFill>
                <a:schemeClr val="hlink"/>
              </a:solidFill>
              <a:prstDash val="dash"/>
              <a:miter/>
              <a:headEnd type="none" w="med" len="med"/>
              <a:tailEnd type="none" w="med" len="med"/>
            </a:ln>
          </p:spPr>
          <p:txBody>
            <a:bodyPr wrap="none" anchor="ctr" anchorCtr="0"/>
            <a:p>
              <a:endParaRPr lang="zh-CN" altLang="en-US" dirty="0">
                <a:latin typeface="Times New Roman" panose="02020603050405020304" pitchFamily="18" charset="0"/>
              </a:endParaRPr>
            </a:p>
          </p:txBody>
        </p:sp>
        <p:sp>
          <p:nvSpPr>
            <p:cNvPr id="66613" name="Rectangle 24"/>
            <p:cNvSpPr/>
            <p:nvPr/>
          </p:nvSpPr>
          <p:spPr>
            <a:xfrm>
              <a:off x="0" y="576"/>
              <a:ext cx="1248" cy="192"/>
            </a:xfrm>
            <a:prstGeom prst="rect">
              <a:avLst/>
            </a:prstGeom>
            <a:solidFill>
              <a:schemeClr val="bg2"/>
            </a:solidFill>
            <a:ln w="9525" cap="flat" cmpd="sng">
              <a:solidFill>
                <a:schemeClr val="hlink"/>
              </a:solidFill>
              <a:prstDash val="dash"/>
              <a:miter/>
              <a:headEnd type="none" w="med" len="med"/>
              <a:tailEnd type="none" w="med" len="med"/>
            </a:ln>
          </p:spPr>
          <p:txBody>
            <a:bodyPr wrap="none" anchor="ctr" anchorCtr="0"/>
            <a:p>
              <a:endParaRPr lang="zh-CN" altLang="en-US" dirty="0">
                <a:latin typeface="Times New Roman" panose="02020603050405020304" pitchFamily="18" charset="0"/>
              </a:endParaRPr>
            </a:p>
          </p:txBody>
        </p:sp>
        <p:sp>
          <p:nvSpPr>
            <p:cNvPr id="66614" name="Rectangle 25"/>
            <p:cNvSpPr/>
            <p:nvPr/>
          </p:nvSpPr>
          <p:spPr>
            <a:xfrm>
              <a:off x="0" y="960"/>
              <a:ext cx="1248" cy="192"/>
            </a:xfrm>
            <a:prstGeom prst="rect">
              <a:avLst/>
            </a:prstGeom>
            <a:solidFill>
              <a:schemeClr val="bg2"/>
            </a:solidFill>
            <a:ln w="9525" cap="flat" cmpd="sng">
              <a:solidFill>
                <a:schemeClr val="hlink"/>
              </a:solidFill>
              <a:prstDash val="dash"/>
              <a:miter/>
              <a:headEnd type="none" w="med" len="med"/>
              <a:tailEnd type="none" w="med" len="med"/>
            </a:ln>
          </p:spPr>
          <p:txBody>
            <a:bodyPr wrap="none" anchor="ctr" anchorCtr="0"/>
            <a:p>
              <a:endParaRPr lang="zh-CN" altLang="en-US" dirty="0">
                <a:latin typeface="Times New Roman" panose="02020603050405020304" pitchFamily="18" charset="0"/>
              </a:endParaRPr>
            </a:p>
          </p:txBody>
        </p:sp>
        <p:sp>
          <p:nvSpPr>
            <p:cNvPr id="66615" name="Rectangle 26"/>
            <p:cNvSpPr/>
            <p:nvPr/>
          </p:nvSpPr>
          <p:spPr>
            <a:xfrm>
              <a:off x="0" y="1536"/>
              <a:ext cx="1248" cy="192"/>
            </a:xfrm>
            <a:prstGeom prst="rect">
              <a:avLst/>
            </a:prstGeom>
            <a:solidFill>
              <a:schemeClr val="bg2"/>
            </a:solidFill>
            <a:ln w="9525" cap="flat" cmpd="sng">
              <a:solidFill>
                <a:schemeClr val="hlink"/>
              </a:solidFill>
              <a:prstDash val="dash"/>
              <a:miter/>
              <a:headEnd type="none" w="med" len="med"/>
              <a:tailEnd type="none" w="med" len="med"/>
            </a:ln>
          </p:spPr>
          <p:txBody>
            <a:bodyPr wrap="none" anchor="ctr" anchorCtr="0"/>
            <a:p>
              <a:endParaRPr lang="zh-CN" altLang="en-US" dirty="0">
                <a:latin typeface="Times New Roman" panose="02020603050405020304" pitchFamily="18" charset="0"/>
              </a:endParaRPr>
            </a:p>
          </p:txBody>
        </p:sp>
        <p:sp>
          <p:nvSpPr>
            <p:cNvPr id="66616" name="Rectangle 27"/>
            <p:cNvSpPr/>
            <p:nvPr/>
          </p:nvSpPr>
          <p:spPr>
            <a:xfrm>
              <a:off x="0" y="1920"/>
              <a:ext cx="1248" cy="192"/>
            </a:xfrm>
            <a:prstGeom prst="rect">
              <a:avLst/>
            </a:prstGeom>
            <a:solidFill>
              <a:schemeClr val="bg2"/>
            </a:solidFill>
            <a:ln w="9525" cap="flat" cmpd="sng">
              <a:solidFill>
                <a:schemeClr val="hlink"/>
              </a:solidFill>
              <a:prstDash val="dash"/>
              <a:miter/>
              <a:headEnd type="none" w="med" len="med"/>
              <a:tailEnd type="none" w="med" len="med"/>
            </a:ln>
          </p:spPr>
          <p:txBody>
            <a:bodyPr wrap="none" anchor="ctr" anchorCtr="0"/>
            <a:p>
              <a:endParaRPr lang="zh-CN" altLang="en-US" dirty="0">
                <a:latin typeface="Times New Roman" panose="02020603050405020304" pitchFamily="18" charset="0"/>
              </a:endParaRPr>
            </a:p>
          </p:txBody>
        </p:sp>
        <p:sp>
          <p:nvSpPr>
            <p:cNvPr id="66617" name="Rectangle 28"/>
            <p:cNvSpPr/>
            <p:nvPr/>
          </p:nvSpPr>
          <p:spPr>
            <a:xfrm>
              <a:off x="0" y="2304"/>
              <a:ext cx="1248" cy="192"/>
            </a:xfrm>
            <a:prstGeom prst="rect">
              <a:avLst/>
            </a:prstGeom>
            <a:solidFill>
              <a:schemeClr val="bg2"/>
            </a:solidFill>
            <a:ln w="9525" cap="flat" cmpd="sng">
              <a:solidFill>
                <a:schemeClr val="hlink"/>
              </a:solidFill>
              <a:prstDash val="dash"/>
              <a:miter/>
              <a:headEnd type="none" w="med" len="med"/>
              <a:tailEnd type="none" w="med" len="med"/>
            </a:ln>
          </p:spPr>
          <p:txBody>
            <a:bodyPr wrap="none" anchor="ctr" anchorCtr="0"/>
            <a:p>
              <a:endParaRPr lang="zh-CN" altLang="en-US" dirty="0">
                <a:latin typeface="Times New Roman" panose="02020603050405020304" pitchFamily="18" charset="0"/>
              </a:endParaRPr>
            </a:p>
          </p:txBody>
        </p:sp>
      </p:grpSp>
      <p:sp>
        <p:nvSpPr>
          <p:cNvPr id="66564" name="Rectangle 29"/>
          <p:cNvSpPr>
            <a:spLocks noGrp="1"/>
          </p:cNvSpPr>
          <p:nvPr>
            <p:ph type="title"/>
          </p:nvPr>
        </p:nvSpPr>
        <p:spPr>
          <a:xfrm>
            <a:off x="609600" y="457200"/>
            <a:ext cx="8535988" cy="563563"/>
          </a:xfrm>
          <a:ln/>
        </p:spPr>
        <p:txBody>
          <a:bodyPr vert="horz" wrap="square" lIns="91440" tIns="45720" rIns="91440" bIns="45720" anchor="ctr" anchorCtr="0"/>
          <a:p>
            <a:pPr algn="ctr"/>
            <a:r>
              <a:rPr lang="en-US" altLang="zh-CN" dirty="0"/>
              <a:t> </a:t>
            </a:r>
            <a:r>
              <a:rPr lang="zh-CN" altLang="en-US" dirty="0"/>
              <a:t>分页式存储管理的基本原理</a:t>
            </a:r>
            <a:endParaRPr lang="zh-CN" altLang="en-US" dirty="0"/>
          </a:p>
        </p:txBody>
      </p:sp>
      <p:sp>
        <p:nvSpPr>
          <p:cNvPr id="66565" name="Rectangle 30"/>
          <p:cNvSpPr>
            <a:spLocks noGrp="1"/>
          </p:cNvSpPr>
          <p:nvPr>
            <p:ph type="body" sz="half" idx="1"/>
          </p:nvPr>
        </p:nvSpPr>
        <p:spPr>
          <a:xfrm>
            <a:off x="306388" y="1539875"/>
            <a:ext cx="4646612" cy="5103813"/>
          </a:xfrm>
          <a:ln>
            <a:solidFill>
              <a:schemeClr val="tx1">
                <a:alpha val="100000"/>
              </a:schemeClr>
            </a:solidFill>
            <a:miter lim="800000"/>
          </a:ln>
        </p:spPr>
        <p:txBody>
          <a:bodyPr vert="horz" wrap="square" lIns="91440" tIns="45720" rIns="91440" bIns="45720" anchor="t" anchorCtr="0"/>
          <a:p>
            <a:pPr>
              <a:lnSpc>
                <a:spcPct val="130000"/>
              </a:lnSpc>
              <a:spcAft>
                <a:spcPct val="20000"/>
              </a:spcAft>
              <a:buClr>
                <a:schemeClr val="hlink"/>
              </a:buClr>
              <a:buSzTx/>
              <a:buFont typeface="Wingdings" panose="05000000000000000000" pitchFamily="2" charset="2"/>
            </a:pPr>
            <a:r>
              <a:rPr lang="zh-CN" altLang="en-US" sz="2600" dirty="0"/>
              <a:t>页面：</a:t>
            </a:r>
            <a:r>
              <a:rPr lang="zh-CN" altLang="en-US" sz="2600" dirty="0">
                <a:solidFill>
                  <a:schemeClr val="tx1"/>
                </a:solidFill>
              </a:rPr>
              <a:t>进程逻辑地址空间分成</a:t>
            </a:r>
            <a:r>
              <a:rPr lang="zh-CN" altLang="en-US" sz="2600" dirty="0">
                <a:solidFill>
                  <a:srgbClr val="FF0000"/>
                </a:solidFill>
              </a:rPr>
              <a:t>大小相等</a:t>
            </a:r>
            <a:r>
              <a:rPr lang="zh-CN" altLang="en-US" sz="2600" dirty="0">
                <a:solidFill>
                  <a:schemeClr val="tx1"/>
                </a:solidFill>
              </a:rPr>
              <a:t>的区，每个区称之为页面或页，页号从</a:t>
            </a:r>
            <a:r>
              <a:rPr lang="en-US" altLang="zh-CN" sz="2600" dirty="0">
                <a:solidFill>
                  <a:srgbClr val="FF0000"/>
                </a:solidFill>
              </a:rPr>
              <a:t>0</a:t>
            </a:r>
            <a:r>
              <a:rPr lang="zh-CN" altLang="en-US" sz="2600" dirty="0">
                <a:solidFill>
                  <a:schemeClr val="tx1"/>
                </a:solidFill>
              </a:rPr>
              <a:t>开始；</a:t>
            </a:r>
            <a:endParaRPr lang="zh-CN" altLang="en-US" sz="2600" dirty="0">
              <a:solidFill>
                <a:schemeClr val="tx1"/>
              </a:solidFill>
            </a:endParaRPr>
          </a:p>
          <a:p>
            <a:pPr>
              <a:lnSpc>
                <a:spcPct val="130000"/>
              </a:lnSpc>
              <a:spcAft>
                <a:spcPct val="20000"/>
              </a:spcAft>
              <a:buClr>
                <a:schemeClr val="hlink"/>
              </a:buClr>
              <a:buSzTx/>
              <a:buFont typeface="Wingdings" panose="05000000000000000000" pitchFamily="2" charset="2"/>
            </a:pPr>
            <a:r>
              <a:rPr lang="zh-CN" altLang="en-US" sz="2600" dirty="0"/>
              <a:t>页框：</a:t>
            </a:r>
            <a:r>
              <a:rPr lang="zh-CN" altLang="en-US" sz="2600" dirty="0">
                <a:solidFill>
                  <a:schemeClr val="tx1"/>
                </a:solidFill>
              </a:rPr>
              <a:t>主存用户区</a:t>
            </a:r>
            <a:r>
              <a:rPr lang="zh-CN" altLang="en-US" sz="2600" dirty="0">
                <a:solidFill>
                  <a:srgbClr val="FF0000"/>
                </a:solidFill>
              </a:rPr>
              <a:t>按页面大小</a:t>
            </a:r>
            <a:r>
              <a:rPr lang="zh-CN" altLang="en-US" sz="2600" dirty="0">
                <a:solidFill>
                  <a:schemeClr val="tx1"/>
                </a:solidFill>
              </a:rPr>
              <a:t>划分为若干区，每个区称之为页框或页帧或块，块号从</a:t>
            </a:r>
            <a:r>
              <a:rPr lang="en-US" altLang="zh-CN" sz="2600" dirty="0">
                <a:solidFill>
                  <a:srgbClr val="FF0000"/>
                </a:solidFill>
              </a:rPr>
              <a:t>0</a:t>
            </a:r>
            <a:r>
              <a:rPr lang="zh-CN" altLang="en-US" sz="2600" dirty="0">
                <a:solidFill>
                  <a:schemeClr val="tx1"/>
                </a:solidFill>
              </a:rPr>
              <a:t>开始；</a:t>
            </a:r>
            <a:endParaRPr lang="zh-CN" altLang="en-US" sz="2600" dirty="0">
              <a:solidFill>
                <a:schemeClr val="tx1"/>
              </a:solidFill>
            </a:endParaRPr>
          </a:p>
        </p:txBody>
      </p:sp>
      <p:graphicFrame>
        <p:nvGraphicFramePr>
          <p:cNvPr id="74783" name="Group 31"/>
          <p:cNvGraphicFramePr>
            <a:graphicFrameLocks noGrp="1"/>
          </p:cNvGraphicFramePr>
          <p:nvPr>
            <p:ph sz="quarter" idx="1"/>
          </p:nvPr>
        </p:nvGraphicFramePr>
        <p:xfrm>
          <a:off x="5335588" y="3241675"/>
          <a:ext cx="304800" cy="2178050"/>
        </p:xfrm>
        <a:graphic>
          <a:graphicData uri="http://schemas.openxmlformats.org/drawingml/2006/table">
            <a:tbl>
              <a:tblPr/>
              <a:tblGrid>
                <a:gridCol w="304800"/>
              </a:tblGrid>
              <a:tr h="311186">
                <a:tc>
                  <a:txBody>
                    <a:bodyPr/>
                    <a:lstStyle/>
                    <a:p>
                      <a:pPr marL="0" marR="0" lvl="0" indent="0" algn="l" defTabSz="914400" rtl="0" eaLnBrk="0" fontAlgn="base" latinLnBrk="0" hangingPunct="0">
                        <a:lnSpc>
                          <a:spcPct val="120000"/>
                        </a:lnSpc>
                        <a:spcBef>
                          <a:spcPct val="20000"/>
                        </a:spcBef>
                        <a:spcAft>
                          <a:spcPct val="0"/>
                        </a:spcAft>
                        <a:buClr>
                          <a:schemeClr val="hlink"/>
                        </a:buClr>
                        <a:buSzTx/>
                        <a:buFont typeface="Wingdings" panose="05000000000000000000" pitchFamily="2" charset="2"/>
                        <a:buNone/>
                      </a:pPr>
                      <a:r>
                        <a:rPr kumimoji="0" lang="en-US" sz="1200" b="1" i="0" u="none" strike="noStrike" cap="none" normalizeH="0" baseline="0" smtClean="0">
                          <a:ln>
                            <a:noFill/>
                          </a:ln>
                          <a:solidFill>
                            <a:schemeClr val="tx1"/>
                          </a:solidFill>
                          <a:effectLst/>
                          <a:latin typeface="Times New Roman" panose="02020603050405020304" pitchFamily="18" charset="0"/>
                          <a:ea typeface="黑体" panose="02010609060101010101" pitchFamily="49" charset="-122"/>
                        </a:rPr>
                        <a:t>0</a:t>
                      </a:r>
                      <a:endParaRPr kumimoji="0" lang="en-US" sz="1200" b="1" i="0" u="none" strike="noStrike" cap="none" normalizeH="0" baseline="0" smtClean="0">
                        <a:ln>
                          <a:noFill/>
                        </a:ln>
                        <a:solidFill>
                          <a:schemeClr val="tx1"/>
                        </a:solidFill>
                        <a:effectLst/>
                        <a:latin typeface="Times New Roman" panose="02020603050405020304" pitchFamily="18" charset="0"/>
                        <a:ea typeface="黑体" panose="02010609060101010101" pitchFamily="49" charset="-122"/>
                      </a:endParaRPr>
                    </a:p>
                  </a:txBody>
                  <a:tcPr marT="45725" marB="45725" horzOverflow="overflow">
                    <a:lnL cap="flat">
                      <a:noFill/>
                    </a:lnL>
                    <a:lnR cap="flat">
                      <a:noFill/>
                    </a:lnR>
                    <a:lnT cap="flat">
                      <a:noFill/>
                    </a:lnT>
                    <a:lnB>
                      <a:noFill/>
                    </a:lnB>
                    <a:lnTlToBr>
                      <a:noFill/>
                    </a:lnTlToBr>
                    <a:lnBlToTr>
                      <a:noFill/>
                    </a:lnBlToTr>
                    <a:noFill/>
                  </a:tcPr>
                </a:tc>
              </a:tr>
              <a:tr h="311186">
                <a:tc>
                  <a:txBody>
                    <a:bodyPr/>
                    <a:lstStyle/>
                    <a:p>
                      <a:pPr marL="0" marR="0" lvl="0" indent="0" algn="l" defTabSz="914400" rtl="0" eaLnBrk="0" fontAlgn="base" latinLnBrk="0" hangingPunct="0">
                        <a:lnSpc>
                          <a:spcPct val="120000"/>
                        </a:lnSpc>
                        <a:spcBef>
                          <a:spcPct val="20000"/>
                        </a:spcBef>
                        <a:spcAft>
                          <a:spcPct val="0"/>
                        </a:spcAft>
                        <a:buClr>
                          <a:schemeClr val="hlink"/>
                        </a:buClr>
                        <a:buSzTx/>
                        <a:buFont typeface="Wingdings" panose="05000000000000000000" pitchFamily="2" charset="2"/>
                        <a:buNone/>
                      </a:pPr>
                      <a:r>
                        <a:rPr kumimoji="0" lang="en-US" sz="1200" b="1" i="0" u="none" strike="noStrike" cap="none" normalizeH="0" baseline="0" smtClean="0">
                          <a:ln>
                            <a:noFill/>
                          </a:ln>
                          <a:solidFill>
                            <a:schemeClr val="tx1"/>
                          </a:solidFill>
                          <a:effectLst/>
                          <a:latin typeface="Times New Roman" panose="02020603050405020304" pitchFamily="18" charset="0"/>
                          <a:ea typeface="黑体" panose="02010609060101010101" pitchFamily="49" charset="-122"/>
                        </a:rPr>
                        <a:t>1</a:t>
                      </a:r>
                      <a:endParaRPr kumimoji="0" lang="en-US" sz="1200" b="1" i="0" u="none" strike="noStrike" cap="none" normalizeH="0" baseline="0" smtClean="0">
                        <a:ln>
                          <a:noFill/>
                        </a:ln>
                        <a:solidFill>
                          <a:schemeClr val="tx1"/>
                        </a:solidFill>
                        <a:effectLst/>
                        <a:latin typeface="Times New Roman" panose="02020603050405020304" pitchFamily="18" charset="0"/>
                        <a:ea typeface="黑体" panose="02010609060101010101" pitchFamily="49" charset="-122"/>
                      </a:endParaRPr>
                    </a:p>
                  </a:txBody>
                  <a:tcPr marT="45725" marB="45725" horzOverflow="overflow">
                    <a:lnL cap="flat">
                      <a:noFill/>
                    </a:lnL>
                    <a:lnR cap="flat">
                      <a:noFill/>
                    </a:lnR>
                    <a:lnT>
                      <a:noFill/>
                    </a:lnT>
                    <a:lnB>
                      <a:noFill/>
                    </a:lnB>
                    <a:lnTlToBr>
                      <a:noFill/>
                    </a:lnTlToBr>
                    <a:lnBlToTr>
                      <a:noFill/>
                    </a:lnBlToTr>
                    <a:noFill/>
                  </a:tcPr>
                </a:tc>
              </a:tr>
              <a:tr h="311186">
                <a:tc>
                  <a:txBody>
                    <a:bodyPr/>
                    <a:lstStyle/>
                    <a:p>
                      <a:pPr marL="0" marR="0" lvl="0" indent="0" algn="l" defTabSz="914400" rtl="0" eaLnBrk="0" fontAlgn="base" latinLnBrk="0" hangingPunct="0">
                        <a:lnSpc>
                          <a:spcPct val="120000"/>
                        </a:lnSpc>
                        <a:spcBef>
                          <a:spcPct val="20000"/>
                        </a:spcBef>
                        <a:spcAft>
                          <a:spcPct val="0"/>
                        </a:spcAft>
                        <a:buClr>
                          <a:schemeClr val="hlink"/>
                        </a:buClr>
                        <a:buSzTx/>
                        <a:buFont typeface="Wingdings" panose="05000000000000000000" pitchFamily="2" charset="2"/>
                        <a:buNone/>
                      </a:pPr>
                      <a:r>
                        <a:rPr kumimoji="0" lang="en-US" sz="1200" b="1" i="0" u="none" strike="noStrike" cap="none" normalizeH="0" baseline="0" smtClean="0">
                          <a:ln>
                            <a:noFill/>
                          </a:ln>
                          <a:solidFill>
                            <a:schemeClr val="tx1"/>
                          </a:solidFill>
                          <a:effectLst/>
                          <a:latin typeface="Times New Roman" panose="02020603050405020304" pitchFamily="18" charset="0"/>
                          <a:ea typeface="黑体" panose="02010609060101010101" pitchFamily="49" charset="-122"/>
                        </a:rPr>
                        <a:t>2</a:t>
                      </a:r>
                      <a:endParaRPr kumimoji="0" lang="en-US" sz="1200" b="1" i="0" u="none" strike="noStrike" cap="none" normalizeH="0" baseline="0" smtClean="0">
                        <a:ln>
                          <a:noFill/>
                        </a:ln>
                        <a:solidFill>
                          <a:schemeClr val="tx1"/>
                        </a:solidFill>
                        <a:effectLst/>
                        <a:latin typeface="Times New Roman" panose="02020603050405020304" pitchFamily="18" charset="0"/>
                        <a:ea typeface="黑体" panose="02010609060101010101" pitchFamily="49" charset="-122"/>
                      </a:endParaRPr>
                    </a:p>
                  </a:txBody>
                  <a:tcPr marT="45725" marB="45725" horzOverflow="overflow">
                    <a:lnL cap="flat">
                      <a:noFill/>
                    </a:lnL>
                    <a:lnR cap="flat">
                      <a:noFill/>
                    </a:lnR>
                    <a:lnT>
                      <a:noFill/>
                    </a:lnT>
                    <a:lnB>
                      <a:noFill/>
                    </a:lnB>
                    <a:lnTlToBr>
                      <a:noFill/>
                    </a:lnTlToBr>
                    <a:lnBlToTr>
                      <a:noFill/>
                    </a:lnBlToTr>
                    <a:noFill/>
                  </a:tcPr>
                </a:tc>
              </a:tr>
              <a:tr h="310932">
                <a:tc>
                  <a:txBody>
                    <a:bodyPr/>
                    <a:lstStyle/>
                    <a:p>
                      <a:pPr marL="0" marR="0" lvl="0" indent="0" algn="l" defTabSz="914400" rtl="0" eaLnBrk="0" fontAlgn="base" latinLnBrk="0" hangingPunct="0">
                        <a:lnSpc>
                          <a:spcPct val="120000"/>
                        </a:lnSpc>
                        <a:spcBef>
                          <a:spcPct val="20000"/>
                        </a:spcBef>
                        <a:spcAft>
                          <a:spcPct val="0"/>
                        </a:spcAft>
                        <a:buClr>
                          <a:schemeClr val="hlink"/>
                        </a:buClr>
                        <a:buSzTx/>
                        <a:buFont typeface="Wingdings" panose="05000000000000000000" pitchFamily="2" charset="2"/>
                        <a:buNone/>
                      </a:pPr>
                      <a:r>
                        <a:rPr kumimoji="0" lang="en-US" sz="1200" b="1" i="0" u="none" strike="noStrike" cap="none" normalizeH="0" baseline="0" smtClean="0">
                          <a:ln>
                            <a:noFill/>
                          </a:ln>
                          <a:solidFill>
                            <a:schemeClr val="tx1"/>
                          </a:solidFill>
                          <a:effectLst/>
                          <a:latin typeface="Times New Roman" panose="02020603050405020304" pitchFamily="18" charset="0"/>
                          <a:ea typeface="黑体" panose="02010609060101010101" pitchFamily="49" charset="-122"/>
                        </a:rPr>
                        <a:t>3</a:t>
                      </a:r>
                      <a:endParaRPr kumimoji="0" lang="en-US" sz="1200" b="1" i="0" u="none" strike="noStrike" cap="none" normalizeH="0" baseline="0" smtClean="0">
                        <a:ln>
                          <a:noFill/>
                        </a:ln>
                        <a:solidFill>
                          <a:schemeClr val="tx1"/>
                        </a:solidFill>
                        <a:effectLst/>
                        <a:latin typeface="Times New Roman" panose="02020603050405020304" pitchFamily="18" charset="0"/>
                        <a:ea typeface="黑体" panose="02010609060101010101" pitchFamily="49" charset="-122"/>
                      </a:endParaRPr>
                    </a:p>
                  </a:txBody>
                  <a:tcPr marT="45725" marB="45725" horzOverflow="overflow">
                    <a:lnL cap="flat">
                      <a:noFill/>
                    </a:lnL>
                    <a:lnR cap="flat">
                      <a:noFill/>
                    </a:lnR>
                    <a:lnT>
                      <a:noFill/>
                    </a:lnT>
                    <a:lnB>
                      <a:noFill/>
                    </a:lnB>
                    <a:lnTlToBr>
                      <a:noFill/>
                    </a:lnTlToBr>
                    <a:lnBlToTr>
                      <a:noFill/>
                    </a:lnBlToTr>
                    <a:noFill/>
                  </a:tcPr>
                </a:tc>
              </a:tr>
              <a:tr h="311186">
                <a:tc>
                  <a:txBody>
                    <a:bodyPr/>
                    <a:lstStyle/>
                    <a:p>
                      <a:pPr marL="0" marR="0" lvl="0" indent="0" algn="l" defTabSz="914400" rtl="0" eaLnBrk="0" fontAlgn="base" latinLnBrk="0" hangingPunct="0">
                        <a:lnSpc>
                          <a:spcPct val="120000"/>
                        </a:lnSpc>
                        <a:spcBef>
                          <a:spcPct val="20000"/>
                        </a:spcBef>
                        <a:spcAft>
                          <a:spcPct val="0"/>
                        </a:spcAft>
                        <a:buClr>
                          <a:schemeClr val="hlink"/>
                        </a:buClr>
                        <a:buSzTx/>
                        <a:buFont typeface="Wingdings" panose="05000000000000000000" pitchFamily="2" charset="2"/>
                        <a:buNone/>
                      </a:pPr>
                      <a:r>
                        <a:rPr kumimoji="0" lang="en-US" sz="1200" b="1" i="0" u="none" strike="noStrike" cap="none" normalizeH="0" baseline="0" smtClean="0">
                          <a:ln>
                            <a:noFill/>
                          </a:ln>
                          <a:solidFill>
                            <a:schemeClr val="tx1"/>
                          </a:solidFill>
                          <a:effectLst/>
                          <a:latin typeface="Times New Roman" panose="02020603050405020304" pitchFamily="18" charset="0"/>
                          <a:ea typeface="黑体" panose="02010609060101010101" pitchFamily="49" charset="-122"/>
                        </a:rPr>
                        <a:t>4</a:t>
                      </a:r>
                      <a:endParaRPr kumimoji="0" lang="en-US" sz="1200" b="1" i="0" u="none" strike="noStrike" cap="none" normalizeH="0" baseline="0" smtClean="0">
                        <a:ln>
                          <a:noFill/>
                        </a:ln>
                        <a:solidFill>
                          <a:schemeClr val="tx1"/>
                        </a:solidFill>
                        <a:effectLst/>
                        <a:latin typeface="Times New Roman" panose="02020603050405020304" pitchFamily="18" charset="0"/>
                        <a:ea typeface="黑体" panose="02010609060101010101" pitchFamily="49" charset="-122"/>
                      </a:endParaRPr>
                    </a:p>
                  </a:txBody>
                  <a:tcPr marT="45725" marB="45725" horzOverflow="overflow">
                    <a:lnL cap="flat">
                      <a:noFill/>
                    </a:lnL>
                    <a:lnR cap="flat">
                      <a:noFill/>
                    </a:lnR>
                    <a:lnT>
                      <a:noFill/>
                    </a:lnT>
                    <a:lnB>
                      <a:noFill/>
                    </a:lnB>
                    <a:lnTlToBr>
                      <a:noFill/>
                    </a:lnTlToBr>
                    <a:lnBlToTr>
                      <a:noFill/>
                    </a:lnBlToTr>
                    <a:noFill/>
                  </a:tcPr>
                </a:tc>
              </a:tr>
              <a:tr h="311186">
                <a:tc>
                  <a:txBody>
                    <a:bodyPr/>
                    <a:lstStyle/>
                    <a:p>
                      <a:pPr marL="0" marR="0" lvl="0" indent="0" algn="l" defTabSz="914400" rtl="0" eaLnBrk="0" fontAlgn="base" latinLnBrk="0" hangingPunct="0">
                        <a:lnSpc>
                          <a:spcPct val="120000"/>
                        </a:lnSpc>
                        <a:spcBef>
                          <a:spcPct val="20000"/>
                        </a:spcBef>
                        <a:spcAft>
                          <a:spcPct val="0"/>
                        </a:spcAft>
                        <a:buClr>
                          <a:schemeClr val="hlink"/>
                        </a:buClr>
                        <a:buSzTx/>
                        <a:buFont typeface="Wingdings" panose="05000000000000000000" pitchFamily="2" charset="2"/>
                        <a:buNone/>
                      </a:pPr>
                      <a:r>
                        <a:rPr kumimoji="0" lang="en-US" sz="1200" b="1" i="0" u="none" strike="noStrike" cap="none" normalizeH="0" baseline="0" smtClean="0">
                          <a:ln>
                            <a:noFill/>
                          </a:ln>
                          <a:solidFill>
                            <a:schemeClr val="tx1"/>
                          </a:solidFill>
                          <a:effectLst/>
                          <a:latin typeface="Times New Roman" panose="02020603050405020304" pitchFamily="18" charset="0"/>
                          <a:ea typeface="黑体" panose="02010609060101010101" pitchFamily="49" charset="-122"/>
                        </a:rPr>
                        <a:t>5</a:t>
                      </a:r>
                      <a:endParaRPr kumimoji="0" lang="en-US" sz="1200" b="1" i="0" u="none" strike="noStrike" cap="none" normalizeH="0" baseline="0" smtClean="0">
                        <a:ln>
                          <a:noFill/>
                        </a:ln>
                        <a:solidFill>
                          <a:schemeClr val="tx1"/>
                        </a:solidFill>
                        <a:effectLst/>
                        <a:latin typeface="Times New Roman" panose="02020603050405020304" pitchFamily="18" charset="0"/>
                        <a:ea typeface="黑体" panose="02010609060101010101" pitchFamily="49" charset="-122"/>
                      </a:endParaRPr>
                    </a:p>
                  </a:txBody>
                  <a:tcPr marT="45725" marB="45725" horzOverflow="overflow">
                    <a:lnL cap="flat">
                      <a:noFill/>
                    </a:lnL>
                    <a:lnR cap="flat">
                      <a:noFill/>
                    </a:lnR>
                    <a:lnT>
                      <a:noFill/>
                    </a:lnT>
                    <a:lnB>
                      <a:noFill/>
                    </a:lnB>
                    <a:lnTlToBr>
                      <a:noFill/>
                    </a:lnTlToBr>
                    <a:lnBlToTr>
                      <a:noFill/>
                    </a:lnBlToTr>
                    <a:noFill/>
                  </a:tcPr>
                </a:tc>
              </a:tr>
              <a:tr h="311186">
                <a:tc>
                  <a:txBody>
                    <a:bodyPr/>
                    <a:lstStyle/>
                    <a:p>
                      <a:pPr marL="0" marR="0" lvl="0" indent="0" algn="l" defTabSz="914400" rtl="0" eaLnBrk="0" fontAlgn="base" latinLnBrk="0" hangingPunct="0">
                        <a:lnSpc>
                          <a:spcPct val="120000"/>
                        </a:lnSpc>
                        <a:spcBef>
                          <a:spcPct val="20000"/>
                        </a:spcBef>
                        <a:spcAft>
                          <a:spcPct val="0"/>
                        </a:spcAft>
                        <a:buClr>
                          <a:schemeClr val="hlink"/>
                        </a:buClr>
                        <a:buSzTx/>
                        <a:buFont typeface="Wingdings" panose="05000000000000000000" pitchFamily="2" charset="2"/>
                        <a:buNone/>
                      </a:pPr>
                      <a:r>
                        <a:rPr kumimoji="0" lang="en-US" sz="1200" b="1" i="0" u="none" strike="noStrike" cap="none" normalizeH="0" baseline="0" smtClean="0">
                          <a:ln>
                            <a:noFill/>
                          </a:ln>
                          <a:solidFill>
                            <a:schemeClr val="tx1"/>
                          </a:solidFill>
                          <a:effectLst/>
                          <a:latin typeface="Times New Roman" panose="02020603050405020304" pitchFamily="18" charset="0"/>
                          <a:ea typeface="黑体" panose="02010609060101010101" pitchFamily="49" charset="-122"/>
                        </a:rPr>
                        <a:t>6</a:t>
                      </a:r>
                      <a:endParaRPr kumimoji="0" lang="en-US" sz="1200" b="1" i="0" u="none" strike="noStrike" cap="none" normalizeH="0" baseline="0" smtClean="0">
                        <a:ln>
                          <a:noFill/>
                        </a:ln>
                        <a:solidFill>
                          <a:schemeClr val="tx1"/>
                        </a:solidFill>
                        <a:effectLst/>
                        <a:latin typeface="Times New Roman" panose="02020603050405020304" pitchFamily="18" charset="0"/>
                        <a:ea typeface="黑体" panose="02010609060101010101" pitchFamily="49" charset="-122"/>
                      </a:endParaRPr>
                    </a:p>
                  </a:txBody>
                  <a:tcPr marT="45725" marB="45725" horzOverflow="overflow">
                    <a:lnL cap="flat">
                      <a:noFill/>
                    </a:lnL>
                    <a:lnR cap="flat">
                      <a:noFill/>
                    </a:lnR>
                    <a:lnT>
                      <a:noFill/>
                    </a:lnT>
                    <a:lnB cap="flat">
                      <a:noFill/>
                    </a:lnB>
                    <a:lnTlToBr>
                      <a:noFill/>
                    </a:lnTlToBr>
                    <a:lnBlToTr>
                      <a:noFill/>
                    </a:lnBlToTr>
                    <a:noFill/>
                  </a:tcPr>
                </a:tc>
              </a:tr>
            </a:tbl>
          </a:graphicData>
        </a:graphic>
      </p:graphicFrame>
      <p:sp>
        <p:nvSpPr>
          <p:cNvPr id="66574" name="Line 55"/>
          <p:cNvSpPr/>
          <p:nvPr/>
        </p:nvSpPr>
        <p:spPr>
          <a:xfrm>
            <a:off x="6935788" y="1828800"/>
            <a:ext cx="1093787" cy="1588"/>
          </a:xfrm>
          <a:prstGeom prst="line">
            <a:avLst/>
          </a:prstGeom>
          <a:ln w="9525" cap="flat" cmpd="sng">
            <a:solidFill>
              <a:schemeClr val="tx1"/>
            </a:solidFill>
            <a:prstDash val="solid"/>
            <a:headEnd type="none" w="med" len="med"/>
            <a:tailEnd type="none" w="med" len="med"/>
          </a:ln>
        </p:spPr>
      </p:sp>
      <p:grpSp>
        <p:nvGrpSpPr>
          <p:cNvPr id="66575" name="Group 56"/>
          <p:cNvGrpSpPr/>
          <p:nvPr/>
        </p:nvGrpSpPr>
        <p:grpSpPr>
          <a:xfrm>
            <a:off x="5429250" y="2792413"/>
            <a:ext cx="973138" cy="2614612"/>
            <a:chOff x="0" y="0"/>
            <a:chExt cx="949" cy="1648"/>
          </a:xfrm>
        </p:grpSpPr>
        <p:grpSp>
          <p:nvGrpSpPr>
            <p:cNvPr id="66599" name="Group 57"/>
            <p:cNvGrpSpPr/>
            <p:nvPr/>
          </p:nvGrpSpPr>
          <p:grpSpPr>
            <a:xfrm>
              <a:off x="0" y="304"/>
              <a:ext cx="949" cy="1344"/>
              <a:chOff x="0" y="0"/>
              <a:chExt cx="949" cy="1344"/>
            </a:xfrm>
          </p:grpSpPr>
          <p:sp>
            <p:nvSpPr>
              <p:cNvPr id="66603" name="AutoShape 58"/>
              <p:cNvSpPr/>
              <p:nvPr/>
            </p:nvSpPr>
            <p:spPr>
              <a:xfrm>
                <a:off x="203" y="0"/>
                <a:ext cx="746" cy="1344"/>
              </a:xfrm>
              <a:prstGeom prst="foldedCorner">
                <a:avLst>
                  <a:gd name="adj" fmla="val 12500"/>
                </a:avLst>
              </a:prstGeom>
              <a:solidFill>
                <a:schemeClr val="bg2"/>
              </a:solidFill>
              <a:ln w="9525" cap="flat" cmpd="sng">
                <a:solidFill>
                  <a:schemeClr val="tx1"/>
                </a:solidFill>
                <a:prstDash val="solid"/>
                <a:headEnd type="none" w="med" len="med"/>
                <a:tailEnd type="none" w="med" len="med"/>
              </a:ln>
            </p:spPr>
            <p:txBody>
              <a:bodyPr wrap="none" anchor="ctr" anchorCtr="0"/>
              <a:p>
                <a:endParaRPr lang="zh-CN" altLang="en-US" dirty="0">
                  <a:latin typeface="Times New Roman" panose="02020603050405020304" pitchFamily="18" charset="0"/>
                </a:endParaRPr>
              </a:p>
            </p:txBody>
          </p:sp>
          <p:grpSp>
            <p:nvGrpSpPr>
              <p:cNvPr id="66604" name="Group 59"/>
              <p:cNvGrpSpPr/>
              <p:nvPr/>
            </p:nvGrpSpPr>
            <p:grpSpPr>
              <a:xfrm>
                <a:off x="0" y="192"/>
                <a:ext cx="949" cy="960"/>
                <a:chOff x="0" y="0"/>
                <a:chExt cx="1344" cy="960"/>
              </a:xfrm>
            </p:grpSpPr>
            <p:sp>
              <p:nvSpPr>
                <p:cNvPr id="66605" name="Line 60"/>
                <p:cNvSpPr/>
                <p:nvPr/>
              </p:nvSpPr>
              <p:spPr>
                <a:xfrm>
                  <a:off x="0" y="0"/>
                  <a:ext cx="1344" cy="0"/>
                </a:xfrm>
                <a:prstGeom prst="line">
                  <a:avLst/>
                </a:prstGeom>
                <a:ln w="28575" cap="flat" cmpd="sng">
                  <a:solidFill>
                    <a:schemeClr val="hlink"/>
                  </a:solidFill>
                  <a:prstDash val="dash"/>
                  <a:headEnd type="none" w="med" len="med"/>
                  <a:tailEnd type="none" w="med" len="med"/>
                </a:ln>
              </p:spPr>
            </p:sp>
            <p:sp>
              <p:nvSpPr>
                <p:cNvPr id="66606" name="Line 61"/>
                <p:cNvSpPr/>
                <p:nvPr/>
              </p:nvSpPr>
              <p:spPr>
                <a:xfrm>
                  <a:off x="0" y="384"/>
                  <a:ext cx="1344" cy="0"/>
                </a:xfrm>
                <a:prstGeom prst="line">
                  <a:avLst/>
                </a:prstGeom>
                <a:ln w="28575" cap="flat" cmpd="sng">
                  <a:solidFill>
                    <a:schemeClr val="hlink"/>
                  </a:solidFill>
                  <a:prstDash val="dash"/>
                  <a:headEnd type="none" w="med" len="med"/>
                  <a:tailEnd type="none" w="med" len="med"/>
                </a:ln>
              </p:spPr>
            </p:sp>
            <p:sp>
              <p:nvSpPr>
                <p:cNvPr id="66607" name="Line 62"/>
                <p:cNvSpPr/>
                <p:nvPr/>
              </p:nvSpPr>
              <p:spPr>
                <a:xfrm>
                  <a:off x="0" y="576"/>
                  <a:ext cx="1344" cy="0"/>
                </a:xfrm>
                <a:prstGeom prst="line">
                  <a:avLst/>
                </a:prstGeom>
                <a:ln w="28575" cap="flat" cmpd="sng">
                  <a:solidFill>
                    <a:schemeClr val="hlink"/>
                  </a:solidFill>
                  <a:prstDash val="dash"/>
                  <a:headEnd type="none" w="med" len="med"/>
                  <a:tailEnd type="none" w="med" len="med"/>
                </a:ln>
              </p:spPr>
            </p:sp>
            <p:sp>
              <p:nvSpPr>
                <p:cNvPr id="66608" name="Line 63"/>
                <p:cNvSpPr/>
                <p:nvPr/>
              </p:nvSpPr>
              <p:spPr>
                <a:xfrm>
                  <a:off x="0" y="768"/>
                  <a:ext cx="1344" cy="0"/>
                </a:xfrm>
                <a:prstGeom prst="line">
                  <a:avLst/>
                </a:prstGeom>
                <a:ln w="28575" cap="flat" cmpd="sng">
                  <a:solidFill>
                    <a:schemeClr val="hlink"/>
                  </a:solidFill>
                  <a:prstDash val="dash"/>
                  <a:headEnd type="none" w="med" len="med"/>
                  <a:tailEnd type="none" w="med" len="med"/>
                </a:ln>
              </p:spPr>
            </p:sp>
            <p:sp>
              <p:nvSpPr>
                <p:cNvPr id="66609" name="Line 64"/>
                <p:cNvSpPr/>
                <p:nvPr/>
              </p:nvSpPr>
              <p:spPr>
                <a:xfrm>
                  <a:off x="0" y="960"/>
                  <a:ext cx="1344" cy="0"/>
                </a:xfrm>
                <a:prstGeom prst="line">
                  <a:avLst/>
                </a:prstGeom>
                <a:ln w="28575" cap="flat" cmpd="sng">
                  <a:solidFill>
                    <a:schemeClr val="hlink"/>
                  </a:solidFill>
                  <a:prstDash val="dash"/>
                  <a:headEnd type="none" w="med" len="med"/>
                  <a:tailEnd type="none" w="med" len="med"/>
                </a:ln>
              </p:spPr>
            </p:sp>
            <p:sp>
              <p:nvSpPr>
                <p:cNvPr id="66610" name="Line 65"/>
                <p:cNvSpPr/>
                <p:nvPr/>
              </p:nvSpPr>
              <p:spPr>
                <a:xfrm>
                  <a:off x="0" y="192"/>
                  <a:ext cx="1344" cy="0"/>
                </a:xfrm>
                <a:prstGeom prst="line">
                  <a:avLst/>
                </a:prstGeom>
                <a:ln w="28575" cap="flat" cmpd="sng">
                  <a:solidFill>
                    <a:schemeClr val="hlink"/>
                  </a:solidFill>
                  <a:prstDash val="dash"/>
                  <a:headEnd type="none" w="med" len="med"/>
                  <a:tailEnd type="none" w="med" len="med"/>
                </a:ln>
              </p:spPr>
            </p:sp>
          </p:grpSp>
        </p:grpSp>
        <p:grpSp>
          <p:nvGrpSpPr>
            <p:cNvPr id="66600" name="Group 66"/>
            <p:cNvGrpSpPr/>
            <p:nvPr/>
          </p:nvGrpSpPr>
          <p:grpSpPr>
            <a:xfrm>
              <a:off x="96" y="0"/>
              <a:ext cx="678" cy="400"/>
              <a:chOff x="0" y="0"/>
              <a:chExt cx="678" cy="400"/>
            </a:xfrm>
          </p:grpSpPr>
          <p:cxnSp>
            <p:nvCxnSpPr>
              <p:cNvPr id="66601" name="AutoShape 67"/>
              <p:cNvCxnSpPr/>
              <p:nvPr/>
            </p:nvCxnSpPr>
            <p:spPr>
              <a:xfrm rot="-5400000" flipH="1">
                <a:off x="192" y="208"/>
                <a:ext cx="192" cy="192"/>
              </a:xfrm>
              <a:prstGeom prst="curvedConnector3">
                <a:avLst>
                  <a:gd name="adj1" fmla="val 50000"/>
                </a:avLst>
              </a:prstGeom>
              <a:ln w="28575" cap="flat" cmpd="sng">
                <a:solidFill>
                  <a:srgbClr val="FF0000"/>
                </a:solidFill>
                <a:prstDash val="sysDot"/>
                <a:headEnd type="none" w="med" len="med"/>
                <a:tailEnd type="triangle" w="med" len="med"/>
              </a:ln>
            </p:spPr>
          </p:cxnSp>
          <p:sp>
            <p:nvSpPr>
              <p:cNvPr id="66602" name="Text Box 68"/>
              <p:cNvSpPr txBox="1"/>
              <p:nvPr/>
            </p:nvSpPr>
            <p:spPr>
              <a:xfrm>
                <a:off x="0" y="0"/>
                <a:ext cx="678" cy="250"/>
              </a:xfrm>
              <a:prstGeom prst="rect">
                <a:avLst/>
              </a:prstGeom>
              <a:noFill/>
              <a:ln w="9525">
                <a:noFill/>
              </a:ln>
            </p:spPr>
            <p:txBody>
              <a:bodyPr wrap="none">
                <a:spAutoFit/>
              </a:bodyPr>
              <a:p>
                <a:r>
                  <a:rPr lang="zh-CN" altLang="en-US" dirty="0">
                    <a:solidFill>
                      <a:srgbClr val="FF0000"/>
                    </a:solidFill>
                    <a:latin typeface="Times New Roman" panose="02020603050405020304" pitchFamily="18" charset="0"/>
                    <a:ea typeface="黑体" panose="02010609060101010101" pitchFamily="49" charset="-122"/>
                  </a:rPr>
                  <a:t>页面</a:t>
                </a:r>
                <a:endParaRPr lang="zh-CN" altLang="en-US" dirty="0">
                  <a:solidFill>
                    <a:srgbClr val="FF0000"/>
                  </a:solidFill>
                  <a:latin typeface="Times New Roman" panose="02020603050405020304" pitchFamily="18" charset="0"/>
                  <a:ea typeface="黑体" panose="02010609060101010101" pitchFamily="49" charset="-122"/>
                </a:endParaRPr>
              </a:p>
            </p:txBody>
          </p:sp>
        </p:grpSp>
      </p:grpSp>
      <p:grpSp>
        <p:nvGrpSpPr>
          <p:cNvPr id="66576" name="Group 69"/>
          <p:cNvGrpSpPr/>
          <p:nvPr/>
        </p:nvGrpSpPr>
        <p:grpSpPr>
          <a:xfrm>
            <a:off x="7773988" y="1955800"/>
            <a:ext cx="1193800" cy="633413"/>
            <a:chOff x="0" y="0"/>
            <a:chExt cx="704" cy="448"/>
          </a:xfrm>
        </p:grpSpPr>
        <p:grpSp>
          <p:nvGrpSpPr>
            <p:cNvPr id="66595" name="Group 70"/>
            <p:cNvGrpSpPr/>
            <p:nvPr/>
          </p:nvGrpSpPr>
          <p:grpSpPr>
            <a:xfrm>
              <a:off x="0" y="112"/>
              <a:ext cx="401" cy="336"/>
              <a:chOff x="0" y="0"/>
              <a:chExt cx="401" cy="336"/>
            </a:xfrm>
          </p:grpSpPr>
          <p:cxnSp>
            <p:nvCxnSpPr>
              <p:cNvPr id="66597" name="AutoShape 71"/>
              <p:cNvCxnSpPr/>
              <p:nvPr/>
            </p:nvCxnSpPr>
            <p:spPr>
              <a:xfrm rot="-10800000" flipV="1">
                <a:off x="17" y="0"/>
                <a:ext cx="384" cy="144"/>
              </a:xfrm>
              <a:prstGeom prst="curvedConnector3">
                <a:avLst>
                  <a:gd name="adj1" fmla="val 50000"/>
                </a:avLst>
              </a:prstGeom>
              <a:ln w="28575" cap="flat" cmpd="sng">
                <a:solidFill>
                  <a:srgbClr val="FF0000"/>
                </a:solidFill>
                <a:prstDash val="sysDot"/>
                <a:headEnd type="none" w="med" len="med"/>
                <a:tailEnd type="triangle" w="med" len="med"/>
              </a:ln>
            </p:spPr>
          </p:cxnSp>
          <p:cxnSp>
            <p:nvCxnSpPr>
              <p:cNvPr id="66598" name="AutoShape 72"/>
              <p:cNvCxnSpPr/>
              <p:nvPr/>
            </p:nvCxnSpPr>
            <p:spPr>
              <a:xfrm rot="-10800000" flipV="1">
                <a:off x="0" y="48"/>
                <a:ext cx="384" cy="288"/>
              </a:xfrm>
              <a:prstGeom prst="curvedConnector3">
                <a:avLst>
                  <a:gd name="adj1" fmla="val 50000"/>
                </a:avLst>
              </a:prstGeom>
              <a:ln w="28575" cap="flat" cmpd="sng">
                <a:solidFill>
                  <a:srgbClr val="FF0000"/>
                </a:solidFill>
                <a:prstDash val="sysDot"/>
                <a:headEnd type="none" w="med" len="med"/>
                <a:tailEnd type="triangle" w="med" len="med"/>
              </a:ln>
            </p:spPr>
          </p:cxnSp>
        </p:grpSp>
        <p:sp>
          <p:nvSpPr>
            <p:cNvPr id="66596" name="Text Box 73"/>
            <p:cNvSpPr txBox="1"/>
            <p:nvPr/>
          </p:nvSpPr>
          <p:spPr>
            <a:xfrm>
              <a:off x="268" y="0"/>
              <a:ext cx="436" cy="280"/>
            </a:xfrm>
            <a:prstGeom prst="rect">
              <a:avLst/>
            </a:prstGeom>
            <a:noFill/>
            <a:ln w="9525">
              <a:noFill/>
            </a:ln>
          </p:spPr>
          <p:txBody>
            <a:bodyPr>
              <a:spAutoFit/>
            </a:bodyPr>
            <a:p>
              <a:r>
                <a:rPr lang="zh-CN" altLang="en-US" dirty="0">
                  <a:solidFill>
                    <a:srgbClr val="FF0000"/>
                  </a:solidFill>
                  <a:latin typeface="Times New Roman" panose="02020603050405020304" pitchFamily="18" charset="0"/>
                  <a:ea typeface="黑体" panose="02010609060101010101" pitchFamily="49" charset="-122"/>
                </a:rPr>
                <a:t>页框</a:t>
              </a:r>
              <a:endParaRPr lang="zh-CN" altLang="en-US" dirty="0">
                <a:solidFill>
                  <a:srgbClr val="FF0000"/>
                </a:solidFill>
                <a:latin typeface="Times New Roman" panose="02020603050405020304" pitchFamily="18" charset="0"/>
                <a:ea typeface="黑体" panose="02010609060101010101" pitchFamily="49" charset="-122"/>
              </a:endParaRPr>
            </a:p>
          </p:txBody>
        </p:sp>
      </p:grpSp>
      <p:graphicFrame>
        <p:nvGraphicFramePr>
          <p:cNvPr id="74826" name="Group 74"/>
          <p:cNvGraphicFramePr>
            <a:graphicFrameLocks noGrp="1"/>
          </p:cNvGraphicFramePr>
          <p:nvPr/>
        </p:nvGraphicFramePr>
        <p:xfrm>
          <a:off x="8002588" y="1833563"/>
          <a:ext cx="457200" cy="4643438"/>
        </p:xfrm>
        <a:graphic>
          <a:graphicData uri="http://schemas.openxmlformats.org/drawingml/2006/table">
            <a:tbl>
              <a:tblPr/>
              <a:tblGrid>
                <a:gridCol w="457200"/>
              </a:tblGrid>
              <a:tr h="304800">
                <a:tc>
                  <a:txBody>
                    <a:bodyPr/>
                    <a:lstStyle/>
                    <a:p>
                      <a:pPr marL="0" marR="0" lvl="0" indent="0" algn="l" defTabSz="914400" rtl="0" eaLnBrk="0" fontAlgn="base" latinLnBrk="0" hangingPunct="0">
                        <a:lnSpc>
                          <a:spcPct val="100000"/>
                        </a:lnSpc>
                        <a:spcBef>
                          <a:spcPct val="0"/>
                        </a:spcBef>
                        <a:spcAft>
                          <a:spcPct val="0"/>
                        </a:spcAft>
                        <a:buClr>
                          <a:schemeClr val="hlink"/>
                        </a:buClr>
                        <a:buSzTx/>
                        <a:buFont typeface="Wingdings" panose="05000000000000000000" pitchFamily="2" charset="2"/>
                        <a:buNone/>
                      </a:pPr>
                      <a:r>
                        <a:rPr kumimoji="0" lang="en-US" sz="1400" b="1" i="0" u="none" strike="noStrike" cap="none" normalizeH="0" baseline="0" smtClean="0">
                          <a:ln>
                            <a:noFill/>
                          </a:ln>
                          <a:solidFill>
                            <a:srgbClr val="0033CC"/>
                          </a:solidFill>
                          <a:effectLst/>
                          <a:latin typeface="Times New Roman" panose="02020603050405020304" pitchFamily="18" charset="0"/>
                          <a:ea typeface="黑体" panose="02010609060101010101" pitchFamily="49" charset="-122"/>
                        </a:rPr>
                        <a:t>0</a:t>
                      </a:r>
                      <a:endParaRPr kumimoji="0" lang="en-US" sz="1400" b="1" i="0" u="none" strike="noStrike" cap="none" normalizeH="0" baseline="0" smtClean="0">
                        <a:ln>
                          <a:noFill/>
                        </a:ln>
                        <a:solidFill>
                          <a:srgbClr val="0033CC"/>
                        </a:solidFill>
                        <a:effectLst/>
                        <a:latin typeface="Times New Roman" panose="02020603050405020304" pitchFamily="18" charset="0"/>
                        <a:ea typeface="黑体" panose="02010609060101010101" pitchFamily="49" charset="-122"/>
                      </a:endParaRPr>
                    </a:p>
                  </a:txBody>
                  <a:tcPr horzOverflow="overflow">
                    <a:lnL cap="flat">
                      <a:noFill/>
                    </a:lnL>
                    <a:lnR cap="flat">
                      <a:noFill/>
                    </a:lnR>
                    <a:lnT cap="flat">
                      <a:noFill/>
                    </a:lnT>
                    <a:lnB>
                      <a:noFill/>
                    </a:lnB>
                    <a:lnTlToBr>
                      <a:noFill/>
                    </a:lnTlToBr>
                    <a:lnBlToTr>
                      <a:noFill/>
                    </a:lnBlToTr>
                    <a:noFill/>
                  </a:tcPr>
                </a:tc>
              </a:tr>
              <a:tr h="309563">
                <a:tc>
                  <a:txBody>
                    <a:bodyPr/>
                    <a:lstStyle/>
                    <a:p>
                      <a:pPr marL="0" marR="0" lvl="0" indent="0" algn="l" defTabSz="914400" rtl="0" eaLnBrk="0" fontAlgn="base" latinLnBrk="0" hangingPunct="0">
                        <a:lnSpc>
                          <a:spcPct val="100000"/>
                        </a:lnSpc>
                        <a:spcBef>
                          <a:spcPct val="0"/>
                        </a:spcBef>
                        <a:spcAft>
                          <a:spcPct val="0"/>
                        </a:spcAft>
                        <a:buClr>
                          <a:schemeClr val="hlink"/>
                        </a:buClr>
                        <a:buSzTx/>
                        <a:buFont typeface="Wingdings" panose="05000000000000000000" pitchFamily="2" charset="2"/>
                        <a:buNone/>
                      </a:pPr>
                      <a:r>
                        <a:rPr kumimoji="0" lang="en-US" sz="1400" b="1" i="0" u="none" strike="noStrike" cap="none" normalizeH="0" baseline="0" smtClean="0">
                          <a:ln>
                            <a:noFill/>
                          </a:ln>
                          <a:solidFill>
                            <a:srgbClr val="0033CC"/>
                          </a:solidFill>
                          <a:effectLst/>
                          <a:latin typeface="Times New Roman" panose="02020603050405020304" pitchFamily="18" charset="0"/>
                          <a:ea typeface="黑体" panose="02010609060101010101" pitchFamily="49" charset="-122"/>
                        </a:rPr>
                        <a:t>1</a:t>
                      </a:r>
                      <a:endParaRPr kumimoji="0" lang="en-US" sz="1400" b="1" i="0" u="none" strike="noStrike" cap="none" normalizeH="0" baseline="0" smtClean="0">
                        <a:ln>
                          <a:noFill/>
                        </a:ln>
                        <a:solidFill>
                          <a:srgbClr val="0033CC"/>
                        </a:solidFill>
                        <a:effectLst/>
                        <a:latin typeface="Times New Roman" panose="02020603050405020304" pitchFamily="18" charset="0"/>
                        <a:ea typeface="黑体" panose="02010609060101010101" pitchFamily="49" charset="-122"/>
                      </a:endParaRPr>
                    </a:p>
                  </a:txBody>
                  <a:tcPr horzOverflow="overflow">
                    <a:lnL cap="flat">
                      <a:noFill/>
                    </a:lnL>
                    <a:lnR cap="flat">
                      <a:noFill/>
                    </a:lnR>
                    <a:lnT>
                      <a:noFill/>
                    </a:lnT>
                    <a:lnB>
                      <a:noFill/>
                    </a:lnB>
                    <a:lnTlToBr>
                      <a:noFill/>
                    </a:lnTlToBr>
                    <a:lnBlToTr>
                      <a:noFill/>
                    </a:lnBlToTr>
                    <a:noFill/>
                  </a:tcPr>
                </a:tc>
              </a:tr>
              <a:tr h="311150">
                <a:tc>
                  <a:txBody>
                    <a:bodyPr/>
                    <a:lstStyle/>
                    <a:p>
                      <a:pPr marL="0" marR="0" lvl="0" indent="0" algn="l" defTabSz="914400" rtl="0" eaLnBrk="0" fontAlgn="base" latinLnBrk="0" hangingPunct="0">
                        <a:lnSpc>
                          <a:spcPct val="100000"/>
                        </a:lnSpc>
                        <a:spcBef>
                          <a:spcPct val="0"/>
                        </a:spcBef>
                        <a:spcAft>
                          <a:spcPct val="0"/>
                        </a:spcAft>
                        <a:buClr>
                          <a:schemeClr val="hlink"/>
                        </a:buClr>
                        <a:buSzTx/>
                        <a:buFont typeface="Wingdings" panose="05000000000000000000" pitchFamily="2" charset="2"/>
                        <a:buNone/>
                      </a:pPr>
                      <a:r>
                        <a:rPr kumimoji="0" lang="en-US" sz="1400" b="1" i="0" u="none" strike="noStrike" cap="none" normalizeH="0" baseline="0" smtClean="0">
                          <a:ln>
                            <a:noFill/>
                          </a:ln>
                          <a:solidFill>
                            <a:srgbClr val="0033CC"/>
                          </a:solidFill>
                          <a:effectLst/>
                          <a:latin typeface="Times New Roman" panose="02020603050405020304" pitchFamily="18" charset="0"/>
                          <a:ea typeface="黑体" panose="02010609060101010101" pitchFamily="49" charset="-122"/>
                        </a:rPr>
                        <a:t>2</a:t>
                      </a:r>
                      <a:endParaRPr kumimoji="0" lang="en-US" sz="1400" b="1" i="0" u="none" strike="noStrike" cap="none" normalizeH="0" baseline="0" smtClean="0">
                        <a:ln>
                          <a:noFill/>
                        </a:ln>
                        <a:solidFill>
                          <a:srgbClr val="0033CC"/>
                        </a:solidFill>
                        <a:effectLst/>
                        <a:latin typeface="Times New Roman" panose="02020603050405020304" pitchFamily="18" charset="0"/>
                        <a:ea typeface="黑体" panose="02010609060101010101" pitchFamily="49" charset="-122"/>
                      </a:endParaRPr>
                    </a:p>
                  </a:txBody>
                  <a:tcPr horzOverflow="overflow">
                    <a:lnL cap="flat">
                      <a:noFill/>
                    </a:lnL>
                    <a:lnR cap="flat">
                      <a:noFill/>
                    </a:lnR>
                    <a:lnT>
                      <a:noFill/>
                    </a:lnT>
                    <a:lnB>
                      <a:noFill/>
                    </a:lnB>
                    <a:lnTlToBr>
                      <a:noFill/>
                    </a:lnTlToBr>
                    <a:lnBlToTr>
                      <a:noFill/>
                    </a:lnBlToTr>
                    <a:noFill/>
                  </a:tcPr>
                </a:tc>
              </a:tr>
              <a:tr h="309563">
                <a:tc>
                  <a:txBody>
                    <a:bodyPr/>
                    <a:lstStyle/>
                    <a:p>
                      <a:pPr marL="0" marR="0" lvl="0" indent="0" algn="l" defTabSz="914400" rtl="0" eaLnBrk="0" fontAlgn="base" latinLnBrk="0" hangingPunct="0">
                        <a:lnSpc>
                          <a:spcPct val="100000"/>
                        </a:lnSpc>
                        <a:spcBef>
                          <a:spcPct val="0"/>
                        </a:spcBef>
                        <a:spcAft>
                          <a:spcPct val="0"/>
                        </a:spcAft>
                        <a:buClr>
                          <a:schemeClr val="hlink"/>
                        </a:buClr>
                        <a:buSzTx/>
                        <a:buFont typeface="Wingdings" panose="05000000000000000000" pitchFamily="2" charset="2"/>
                        <a:buNone/>
                      </a:pPr>
                      <a:r>
                        <a:rPr kumimoji="0" lang="en-US" sz="1400" b="1" i="0" u="none" strike="noStrike" cap="none" normalizeH="0" baseline="0" smtClean="0">
                          <a:ln>
                            <a:noFill/>
                          </a:ln>
                          <a:solidFill>
                            <a:srgbClr val="0033CC"/>
                          </a:solidFill>
                          <a:effectLst/>
                          <a:latin typeface="Times New Roman" panose="02020603050405020304" pitchFamily="18" charset="0"/>
                          <a:ea typeface="黑体" panose="02010609060101010101" pitchFamily="49" charset="-122"/>
                        </a:rPr>
                        <a:t>3</a:t>
                      </a:r>
                      <a:endParaRPr kumimoji="0" lang="en-US" sz="1400" b="1" i="0" u="none" strike="noStrike" cap="none" normalizeH="0" baseline="0" smtClean="0">
                        <a:ln>
                          <a:noFill/>
                        </a:ln>
                        <a:solidFill>
                          <a:srgbClr val="0033CC"/>
                        </a:solidFill>
                        <a:effectLst/>
                        <a:latin typeface="Times New Roman" panose="02020603050405020304" pitchFamily="18" charset="0"/>
                        <a:ea typeface="黑体" panose="02010609060101010101" pitchFamily="49" charset="-122"/>
                      </a:endParaRPr>
                    </a:p>
                  </a:txBody>
                  <a:tcPr horzOverflow="overflow">
                    <a:lnL cap="flat">
                      <a:noFill/>
                    </a:lnL>
                    <a:lnR cap="flat">
                      <a:noFill/>
                    </a:lnR>
                    <a:lnT>
                      <a:noFill/>
                    </a:lnT>
                    <a:lnB>
                      <a:noFill/>
                    </a:lnB>
                    <a:lnTlToBr>
                      <a:noFill/>
                    </a:lnTlToBr>
                    <a:lnBlToTr>
                      <a:noFill/>
                    </a:lnBlToTr>
                    <a:noFill/>
                  </a:tcPr>
                </a:tc>
              </a:tr>
              <a:tr h="309563">
                <a:tc>
                  <a:txBody>
                    <a:bodyPr/>
                    <a:lstStyle/>
                    <a:p>
                      <a:pPr marL="0" marR="0" lvl="0" indent="0" algn="l" defTabSz="914400" rtl="0" eaLnBrk="0" fontAlgn="base" latinLnBrk="0" hangingPunct="0">
                        <a:lnSpc>
                          <a:spcPct val="100000"/>
                        </a:lnSpc>
                        <a:spcBef>
                          <a:spcPct val="0"/>
                        </a:spcBef>
                        <a:spcAft>
                          <a:spcPct val="0"/>
                        </a:spcAft>
                        <a:buClr>
                          <a:schemeClr val="hlink"/>
                        </a:buClr>
                        <a:buSzTx/>
                        <a:buFont typeface="Wingdings" panose="05000000000000000000" pitchFamily="2" charset="2"/>
                        <a:buNone/>
                      </a:pPr>
                      <a:r>
                        <a:rPr kumimoji="0" lang="en-US" sz="1400" b="1" i="0" u="none" strike="noStrike" cap="none" normalizeH="0" baseline="0" smtClean="0">
                          <a:ln>
                            <a:noFill/>
                          </a:ln>
                          <a:solidFill>
                            <a:srgbClr val="0033CC"/>
                          </a:solidFill>
                          <a:effectLst/>
                          <a:latin typeface="Times New Roman" panose="02020603050405020304" pitchFamily="18" charset="0"/>
                          <a:ea typeface="黑体" panose="02010609060101010101" pitchFamily="49" charset="-122"/>
                        </a:rPr>
                        <a:t>4</a:t>
                      </a:r>
                      <a:endParaRPr kumimoji="0" lang="en-US" sz="1400" b="1" i="0" u="none" strike="noStrike" cap="none" normalizeH="0" baseline="0" smtClean="0">
                        <a:ln>
                          <a:noFill/>
                        </a:ln>
                        <a:solidFill>
                          <a:srgbClr val="0033CC"/>
                        </a:solidFill>
                        <a:effectLst/>
                        <a:latin typeface="Times New Roman" panose="02020603050405020304" pitchFamily="18" charset="0"/>
                        <a:ea typeface="黑体" panose="02010609060101010101" pitchFamily="49" charset="-122"/>
                      </a:endParaRPr>
                    </a:p>
                  </a:txBody>
                  <a:tcPr horzOverflow="overflow">
                    <a:lnL cap="flat">
                      <a:noFill/>
                    </a:lnL>
                    <a:lnR cap="flat">
                      <a:noFill/>
                    </a:lnR>
                    <a:lnT>
                      <a:noFill/>
                    </a:lnT>
                    <a:lnB>
                      <a:noFill/>
                    </a:lnB>
                    <a:lnTlToBr>
                      <a:noFill/>
                    </a:lnTlToBr>
                    <a:lnBlToTr>
                      <a:noFill/>
                    </a:lnBlToTr>
                    <a:noFill/>
                  </a:tcPr>
                </a:tc>
              </a:tr>
              <a:tr h="309563">
                <a:tc>
                  <a:txBody>
                    <a:bodyPr/>
                    <a:lstStyle/>
                    <a:p>
                      <a:pPr marL="0" marR="0" lvl="0" indent="0" algn="l" defTabSz="914400" rtl="0" eaLnBrk="0" fontAlgn="base" latinLnBrk="0" hangingPunct="0">
                        <a:lnSpc>
                          <a:spcPct val="100000"/>
                        </a:lnSpc>
                        <a:spcBef>
                          <a:spcPct val="0"/>
                        </a:spcBef>
                        <a:spcAft>
                          <a:spcPct val="0"/>
                        </a:spcAft>
                        <a:buClr>
                          <a:schemeClr val="hlink"/>
                        </a:buClr>
                        <a:buSzTx/>
                        <a:buFont typeface="Wingdings" panose="05000000000000000000" pitchFamily="2" charset="2"/>
                        <a:buNone/>
                      </a:pPr>
                      <a:r>
                        <a:rPr kumimoji="0" lang="en-US" sz="1400" b="1" i="0" u="none" strike="noStrike" cap="none" normalizeH="0" baseline="0" smtClean="0">
                          <a:ln>
                            <a:noFill/>
                          </a:ln>
                          <a:solidFill>
                            <a:srgbClr val="0033CC"/>
                          </a:solidFill>
                          <a:effectLst/>
                          <a:latin typeface="Times New Roman" panose="02020603050405020304" pitchFamily="18" charset="0"/>
                          <a:ea typeface="黑体" panose="02010609060101010101" pitchFamily="49" charset="-122"/>
                        </a:rPr>
                        <a:t>5</a:t>
                      </a:r>
                      <a:endParaRPr kumimoji="0" lang="en-US" sz="1400" b="1" i="0" u="none" strike="noStrike" cap="none" normalizeH="0" baseline="0" smtClean="0">
                        <a:ln>
                          <a:noFill/>
                        </a:ln>
                        <a:solidFill>
                          <a:srgbClr val="0033CC"/>
                        </a:solidFill>
                        <a:effectLst/>
                        <a:latin typeface="Times New Roman" panose="02020603050405020304" pitchFamily="18" charset="0"/>
                        <a:ea typeface="黑体" panose="02010609060101010101" pitchFamily="49" charset="-122"/>
                      </a:endParaRPr>
                    </a:p>
                  </a:txBody>
                  <a:tcPr horzOverflow="overflow">
                    <a:lnL cap="flat">
                      <a:noFill/>
                    </a:lnL>
                    <a:lnR cap="flat">
                      <a:noFill/>
                    </a:lnR>
                    <a:lnT>
                      <a:noFill/>
                    </a:lnT>
                    <a:lnB>
                      <a:noFill/>
                    </a:lnB>
                    <a:lnTlToBr>
                      <a:noFill/>
                    </a:lnTlToBr>
                    <a:lnBlToTr>
                      <a:noFill/>
                    </a:lnBlToTr>
                    <a:noFill/>
                  </a:tcPr>
                </a:tc>
              </a:tr>
              <a:tr h="309563">
                <a:tc>
                  <a:txBody>
                    <a:bodyPr/>
                    <a:lstStyle/>
                    <a:p>
                      <a:pPr marL="0" marR="0" lvl="0" indent="0" algn="l" defTabSz="914400" rtl="0" eaLnBrk="0" fontAlgn="base" latinLnBrk="0" hangingPunct="0">
                        <a:lnSpc>
                          <a:spcPct val="100000"/>
                        </a:lnSpc>
                        <a:spcBef>
                          <a:spcPct val="0"/>
                        </a:spcBef>
                        <a:spcAft>
                          <a:spcPct val="0"/>
                        </a:spcAft>
                        <a:buClr>
                          <a:schemeClr val="hlink"/>
                        </a:buClr>
                        <a:buSzTx/>
                        <a:buFont typeface="Wingdings" panose="05000000000000000000" pitchFamily="2" charset="2"/>
                        <a:buNone/>
                      </a:pPr>
                      <a:r>
                        <a:rPr kumimoji="0" lang="en-US" sz="1400" b="1" i="0" u="none" strike="noStrike" cap="none" normalizeH="0" baseline="0" smtClean="0">
                          <a:ln>
                            <a:noFill/>
                          </a:ln>
                          <a:solidFill>
                            <a:srgbClr val="0033CC"/>
                          </a:solidFill>
                          <a:effectLst/>
                          <a:latin typeface="Times New Roman" panose="02020603050405020304" pitchFamily="18" charset="0"/>
                          <a:ea typeface="黑体" panose="02010609060101010101" pitchFamily="49" charset="-122"/>
                        </a:rPr>
                        <a:t>6</a:t>
                      </a:r>
                      <a:endParaRPr kumimoji="0" lang="en-US" sz="1400" b="1" i="0" u="none" strike="noStrike" cap="none" normalizeH="0" baseline="0" smtClean="0">
                        <a:ln>
                          <a:noFill/>
                        </a:ln>
                        <a:solidFill>
                          <a:srgbClr val="0033CC"/>
                        </a:solidFill>
                        <a:effectLst/>
                        <a:latin typeface="Times New Roman" panose="02020603050405020304" pitchFamily="18" charset="0"/>
                        <a:ea typeface="黑体" panose="02010609060101010101" pitchFamily="49" charset="-122"/>
                      </a:endParaRPr>
                    </a:p>
                  </a:txBody>
                  <a:tcPr horzOverflow="overflow">
                    <a:lnL cap="flat">
                      <a:noFill/>
                    </a:lnL>
                    <a:lnR cap="flat">
                      <a:noFill/>
                    </a:lnR>
                    <a:lnT>
                      <a:noFill/>
                    </a:lnT>
                    <a:lnB>
                      <a:noFill/>
                    </a:lnB>
                    <a:lnTlToBr>
                      <a:noFill/>
                    </a:lnTlToBr>
                    <a:lnBlToTr>
                      <a:noFill/>
                    </a:lnBlToTr>
                    <a:noFill/>
                  </a:tcPr>
                </a:tc>
              </a:tr>
              <a:tr h="311150">
                <a:tc>
                  <a:txBody>
                    <a:bodyPr/>
                    <a:lstStyle/>
                    <a:p>
                      <a:pPr marL="0" marR="0" lvl="0" indent="0" algn="l" defTabSz="914400" rtl="0" eaLnBrk="0" fontAlgn="base" latinLnBrk="0" hangingPunct="0">
                        <a:lnSpc>
                          <a:spcPct val="100000"/>
                        </a:lnSpc>
                        <a:spcBef>
                          <a:spcPct val="0"/>
                        </a:spcBef>
                        <a:spcAft>
                          <a:spcPct val="0"/>
                        </a:spcAft>
                        <a:buClr>
                          <a:schemeClr val="hlink"/>
                        </a:buClr>
                        <a:buSzTx/>
                        <a:buFont typeface="Wingdings" panose="05000000000000000000" pitchFamily="2" charset="2"/>
                        <a:buNone/>
                      </a:pPr>
                      <a:r>
                        <a:rPr kumimoji="0" lang="en-US" sz="1400" b="1" i="0" u="none" strike="noStrike" cap="none" normalizeH="0" baseline="0" smtClean="0">
                          <a:ln>
                            <a:noFill/>
                          </a:ln>
                          <a:solidFill>
                            <a:srgbClr val="0033CC"/>
                          </a:solidFill>
                          <a:effectLst/>
                          <a:latin typeface="Times New Roman" panose="02020603050405020304" pitchFamily="18" charset="0"/>
                          <a:ea typeface="黑体" panose="02010609060101010101" pitchFamily="49" charset="-122"/>
                        </a:rPr>
                        <a:t>7</a:t>
                      </a:r>
                      <a:endParaRPr kumimoji="0" lang="en-US" sz="1400" b="1" i="0" u="none" strike="noStrike" cap="none" normalizeH="0" baseline="0" smtClean="0">
                        <a:ln>
                          <a:noFill/>
                        </a:ln>
                        <a:solidFill>
                          <a:srgbClr val="0033CC"/>
                        </a:solidFill>
                        <a:effectLst/>
                        <a:latin typeface="Times New Roman" panose="02020603050405020304" pitchFamily="18" charset="0"/>
                        <a:ea typeface="黑体" panose="02010609060101010101" pitchFamily="49" charset="-122"/>
                      </a:endParaRPr>
                    </a:p>
                  </a:txBody>
                  <a:tcPr horzOverflow="overflow">
                    <a:lnL cap="flat">
                      <a:noFill/>
                    </a:lnL>
                    <a:lnR cap="flat">
                      <a:noFill/>
                    </a:lnR>
                    <a:lnT>
                      <a:noFill/>
                    </a:lnT>
                    <a:lnB>
                      <a:noFill/>
                    </a:lnB>
                    <a:lnTlToBr>
                      <a:noFill/>
                    </a:lnTlToBr>
                    <a:lnBlToTr>
                      <a:noFill/>
                    </a:lnBlToTr>
                    <a:noFill/>
                  </a:tcPr>
                </a:tc>
              </a:tr>
              <a:tr h="309563">
                <a:tc>
                  <a:txBody>
                    <a:bodyPr/>
                    <a:lstStyle/>
                    <a:p>
                      <a:pPr marL="0" marR="0" lvl="0" indent="0" algn="l" defTabSz="914400" rtl="0" eaLnBrk="0" fontAlgn="base" latinLnBrk="0" hangingPunct="0">
                        <a:lnSpc>
                          <a:spcPct val="100000"/>
                        </a:lnSpc>
                        <a:spcBef>
                          <a:spcPct val="0"/>
                        </a:spcBef>
                        <a:spcAft>
                          <a:spcPct val="0"/>
                        </a:spcAft>
                        <a:buClr>
                          <a:schemeClr val="hlink"/>
                        </a:buClr>
                        <a:buSzTx/>
                        <a:buFont typeface="Wingdings" panose="05000000000000000000" pitchFamily="2" charset="2"/>
                        <a:buNone/>
                      </a:pPr>
                      <a:r>
                        <a:rPr kumimoji="0" lang="en-US" sz="1400" b="1" i="0" u="none" strike="noStrike" cap="none" normalizeH="0" baseline="0" smtClean="0">
                          <a:ln>
                            <a:noFill/>
                          </a:ln>
                          <a:solidFill>
                            <a:srgbClr val="0033CC"/>
                          </a:solidFill>
                          <a:effectLst/>
                          <a:latin typeface="Times New Roman" panose="02020603050405020304" pitchFamily="18" charset="0"/>
                          <a:ea typeface="黑体" panose="02010609060101010101" pitchFamily="49" charset="-122"/>
                        </a:rPr>
                        <a:t>8</a:t>
                      </a:r>
                      <a:endParaRPr kumimoji="0" lang="en-US" sz="1400" b="1" i="0" u="none" strike="noStrike" cap="none" normalizeH="0" baseline="0" smtClean="0">
                        <a:ln>
                          <a:noFill/>
                        </a:ln>
                        <a:solidFill>
                          <a:srgbClr val="0033CC"/>
                        </a:solidFill>
                        <a:effectLst/>
                        <a:latin typeface="Times New Roman" panose="02020603050405020304" pitchFamily="18" charset="0"/>
                        <a:ea typeface="黑体" panose="02010609060101010101" pitchFamily="49" charset="-122"/>
                      </a:endParaRPr>
                    </a:p>
                  </a:txBody>
                  <a:tcPr horzOverflow="overflow">
                    <a:lnL cap="flat">
                      <a:noFill/>
                    </a:lnL>
                    <a:lnR cap="flat">
                      <a:noFill/>
                    </a:lnR>
                    <a:lnT>
                      <a:noFill/>
                    </a:lnT>
                    <a:lnB>
                      <a:noFill/>
                    </a:lnB>
                    <a:lnTlToBr>
                      <a:noFill/>
                    </a:lnTlToBr>
                    <a:lnBlToTr>
                      <a:noFill/>
                    </a:lnBlToTr>
                    <a:noFill/>
                  </a:tcPr>
                </a:tc>
              </a:tr>
              <a:tr h="309563">
                <a:tc>
                  <a:txBody>
                    <a:bodyPr/>
                    <a:lstStyle/>
                    <a:p>
                      <a:pPr marL="0" marR="0" lvl="0" indent="0" algn="l" defTabSz="914400" rtl="0" eaLnBrk="0" fontAlgn="base" latinLnBrk="0" hangingPunct="0">
                        <a:lnSpc>
                          <a:spcPct val="100000"/>
                        </a:lnSpc>
                        <a:spcBef>
                          <a:spcPct val="0"/>
                        </a:spcBef>
                        <a:spcAft>
                          <a:spcPct val="0"/>
                        </a:spcAft>
                        <a:buClr>
                          <a:schemeClr val="hlink"/>
                        </a:buClr>
                        <a:buSzTx/>
                        <a:buFont typeface="Wingdings" panose="05000000000000000000" pitchFamily="2" charset="2"/>
                        <a:buNone/>
                      </a:pPr>
                      <a:r>
                        <a:rPr kumimoji="0" lang="en-US" sz="1400" b="1" i="0" u="none" strike="noStrike" cap="none" normalizeH="0" baseline="0" smtClean="0">
                          <a:ln>
                            <a:noFill/>
                          </a:ln>
                          <a:solidFill>
                            <a:srgbClr val="0033CC"/>
                          </a:solidFill>
                          <a:effectLst/>
                          <a:latin typeface="Times New Roman" panose="02020603050405020304" pitchFamily="18" charset="0"/>
                          <a:ea typeface="黑体" panose="02010609060101010101" pitchFamily="49" charset="-122"/>
                        </a:rPr>
                        <a:t>9</a:t>
                      </a:r>
                      <a:endParaRPr kumimoji="0" lang="en-US" sz="1400" b="1" i="0" u="none" strike="noStrike" cap="none" normalizeH="0" baseline="0" smtClean="0">
                        <a:ln>
                          <a:noFill/>
                        </a:ln>
                        <a:solidFill>
                          <a:srgbClr val="0033CC"/>
                        </a:solidFill>
                        <a:effectLst/>
                        <a:latin typeface="Times New Roman" panose="02020603050405020304" pitchFamily="18" charset="0"/>
                        <a:ea typeface="黑体" panose="02010609060101010101" pitchFamily="49" charset="-122"/>
                      </a:endParaRPr>
                    </a:p>
                  </a:txBody>
                  <a:tcPr horzOverflow="overflow">
                    <a:lnL cap="flat">
                      <a:noFill/>
                    </a:lnL>
                    <a:lnR cap="flat">
                      <a:noFill/>
                    </a:lnR>
                    <a:lnT>
                      <a:noFill/>
                    </a:lnT>
                    <a:lnB>
                      <a:noFill/>
                    </a:lnB>
                    <a:lnTlToBr>
                      <a:noFill/>
                    </a:lnTlToBr>
                    <a:lnBlToTr>
                      <a:noFill/>
                    </a:lnBlToTr>
                    <a:noFill/>
                  </a:tcPr>
                </a:tc>
              </a:tr>
              <a:tr h="309563">
                <a:tc>
                  <a:txBody>
                    <a:bodyPr/>
                    <a:lstStyle/>
                    <a:p>
                      <a:pPr marL="0" marR="0" lvl="0" indent="0" algn="l" defTabSz="914400" rtl="0" eaLnBrk="0" fontAlgn="base" latinLnBrk="0" hangingPunct="0">
                        <a:lnSpc>
                          <a:spcPct val="100000"/>
                        </a:lnSpc>
                        <a:spcBef>
                          <a:spcPct val="0"/>
                        </a:spcBef>
                        <a:spcAft>
                          <a:spcPct val="0"/>
                        </a:spcAft>
                        <a:buClr>
                          <a:schemeClr val="hlink"/>
                        </a:buClr>
                        <a:buSzTx/>
                        <a:buFont typeface="Wingdings" panose="05000000000000000000" pitchFamily="2" charset="2"/>
                        <a:buNone/>
                      </a:pPr>
                      <a:r>
                        <a:rPr kumimoji="0" lang="en-US" sz="1400" b="1" i="0" u="none" strike="noStrike" cap="none" normalizeH="0" baseline="0" smtClean="0">
                          <a:ln>
                            <a:noFill/>
                          </a:ln>
                          <a:solidFill>
                            <a:srgbClr val="0033CC"/>
                          </a:solidFill>
                          <a:effectLst/>
                          <a:latin typeface="Times New Roman" panose="02020603050405020304" pitchFamily="18" charset="0"/>
                          <a:ea typeface="黑体" panose="02010609060101010101" pitchFamily="49" charset="-122"/>
                        </a:rPr>
                        <a:t>10</a:t>
                      </a:r>
                      <a:endParaRPr kumimoji="0" lang="en-US" sz="1400" b="1" i="0" u="none" strike="noStrike" cap="none" normalizeH="0" baseline="0" smtClean="0">
                        <a:ln>
                          <a:noFill/>
                        </a:ln>
                        <a:solidFill>
                          <a:srgbClr val="0033CC"/>
                        </a:solidFill>
                        <a:effectLst/>
                        <a:latin typeface="Times New Roman" panose="02020603050405020304" pitchFamily="18" charset="0"/>
                        <a:ea typeface="黑体" panose="02010609060101010101" pitchFamily="49" charset="-122"/>
                      </a:endParaRPr>
                    </a:p>
                  </a:txBody>
                  <a:tcPr horzOverflow="overflow">
                    <a:lnL cap="flat">
                      <a:noFill/>
                    </a:lnL>
                    <a:lnR cap="flat">
                      <a:noFill/>
                    </a:lnR>
                    <a:lnT>
                      <a:noFill/>
                    </a:lnT>
                    <a:lnB>
                      <a:noFill/>
                    </a:lnB>
                    <a:lnTlToBr>
                      <a:noFill/>
                    </a:lnTlToBr>
                    <a:lnBlToTr>
                      <a:noFill/>
                    </a:lnBlToTr>
                    <a:noFill/>
                  </a:tcPr>
                </a:tc>
              </a:tr>
              <a:tr h="309563">
                <a:tc>
                  <a:txBody>
                    <a:bodyPr/>
                    <a:lstStyle/>
                    <a:p>
                      <a:pPr marL="0" marR="0" lvl="0" indent="0" algn="l" defTabSz="914400" rtl="0" eaLnBrk="0" fontAlgn="base" latinLnBrk="0" hangingPunct="0">
                        <a:lnSpc>
                          <a:spcPct val="100000"/>
                        </a:lnSpc>
                        <a:spcBef>
                          <a:spcPct val="0"/>
                        </a:spcBef>
                        <a:spcAft>
                          <a:spcPct val="0"/>
                        </a:spcAft>
                        <a:buClr>
                          <a:schemeClr val="hlink"/>
                        </a:buClr>
                        <a:buSzTx/>
                        <a:buFont typeface="Wingdings" panose="05000000000000000000" pitchFamily="2" charset="2"/>
                        <a:buNone/>
                      </a:pPr>
                      <a:r>
                        <a:rPr kumimoji="0" lang="en-US" sz="1400" b="1" i="0" u="none" strike="noStrike" cap="none" normalizeH="0" baseline="0" smtClean="0">
                          <a:ln>
                            <a:noFill/>
                          </a:ln>
                          <a:solidFill>
                            <a:srgbClr val="0033CC"/>
                          </a:solidFill>
                          <a:effectLst/>
                          <a:latin typeface="Times New Roman" panose="02020603050405020304" pitchFamily="18" charset="0"/>
                          <a:ea typeface="黑体" panose="02010609060101010101" pitchFamily="49" charset="-122"/>
                        </a:rPr>
                        <a:t>11</a:t>
                      </a:r>
                      <a:endParaRPr kumimoji="0" lang="en-US" sz="1400" b="1" i="0" u="none" strike="noStrike" cap="none" normalizeH="0" baseline="0" smtClean="0">
                        <a:ln>
                          <a:noFill/>
                        </a:ln>
                        <a:solidFill>
                          <a:srgbClr val="0033CC"/>
                        </a:solidFill>
                        <a:effectLst/>
                        <a:latin typeface="Times New Roman" panose="02020603050405020304" pitchFamily="18" charset="0"/>
                        <a:ea typeface="黑体" panose="02010609060101010101" pitchFamily="49" charset="-122"/>
                      </a:endParaRPr>
                    </a:p>
                  </a:txBody>
                  <a:tcPr horzOverflow="overflow">
                    <a:lnL cap="flat">
                      <a:noFill/>
                    </a:lnL>
                    <a:lnR cap="flat">
                      <a:noFill/>
                    </a:lnR>
                    <a:lnT>
                      <a:noFill/>
                    </a:lnT>
                    <a:lnB>
                      <a:noFill/>
                    </a:lnB>
                    <a:lnTlToBr>
                      <a:noFill/>
                    </a:lnTlToBr>
                    <a:lnBlToTr>
                      <a:noFill/>
                    </a:lnBlToTr>
                    <a:noFill/>
                  </a:tcPr>
                </a:tc>
              </a:tr>
              <a:tr h="311150">
                <a:tc>
                  <a:txBody>
                    <a:bodyPr/>
                    <a:lstStyle/>
                    <a:p>
                      <a:pPr marL="0" marR="0" lvl="0" indent="0" algn="l" defTabSz="914400" rtl="0" eaLnBrk="0" fontAlgn="base" latinLnBrk="0" hangingPunct="0">
                        <a:lnSpc>
                          <a:spcPct val="100000"/>
                        </a:lnSpc>
                        <a:spcBef>
                          <a:spcPct val="0"/>
                        </a:spcBef>
                        <a:spcAft>
                          <a:spcPct val="0"/>
                        </a:spcAft>
                        <a:buClr>
                          <a:schemeClr val="hlink"/>
                        </a:buClr>
                        <a:buSzTx/>
                        <a:buFont typeface="Wingdings" panose="05000000000000000000" pitchFamily="2" charset="2"/>
                        <a:buNone/>
                      </a:pPr>
                      <a:r>
                        <a:rPr kumimoji="0" lang="en-US" sz="1400" b="1" i="0" u="none" strike="noStrike" cap="none" normalizeH="0" baseline="0" smtClean="0">
                          <a:ln>
                            <a:noFill/>
                          </a:ln>
                          <a:solidFill>
                            <a:srgbClr val="0033CC"/>
                          </a:solidFill>
                          <a:effectLst/>
                          <a:latin typeface="Times New Roman" panose="02020603050405020304" pitchFamily="18" charset="0"/>
                          <a:ea typeface="黑体" panose="02010609060101010101" pitchFamily="49" charset="-122"/>
                        </a:rPr>
                        <a:t>12</a:t>
                      </a:r>
                      <a:endParaRPr kumimoji="0" lang="en-US" sz="1400" b="1" i="0" u="none" strike="noStrike" cap="none" normalizeH="0" baseline="0" smtClean="0">
                        <a:ln>
                          <a:noFill/>
                        </a:ln>
                        <a:solidFill>
                          <a:srgbClr val="0033CC"/>
                        </a:solidFill>
                        <a:effectLst/>
                        <a:latin typeface="Times New Roman" panose="02020603050405020304" pitchFamily="18" charset="0"/>
                        <a:ea typeface="黑体" panose="02010609060101010101" pitchFamily="49" charset="-122"/>
                      </a:endParaRPr>
                    </a:p>
                  </a:txBody>
                  <a:tcPr horzOverflow="overflow">
                    <a:lnL cap="flat">
                      <a:noFill/>
                    </a:lnL>
                    <a:lnR cap="flat">
                      <a:noFill/>
                    </a:lnR>
                    <a:lnT>
                      <a:noFill/>
                    </a:lnT>
                    <a:lnB>
                      <a:noFill/>
                    </a:lnB>
                    <a:lnTlToBr>
                      <a:noFill/>
                    </a:lnTlToBr>
                    <a:lnBlToTr>
                      <a:noFill/>
                    </a:lnBlToTr>
                    <a:noFill/>
                  </a:tcPr>
                </a:tc>
              </a:tr>
              <a:tr h="309563">
                <a:tc>
                  <a:txBody>
                    <a:bodyPr/>
                    <a:lstStyle/>
                    <a:p>
                      <a:pPr marL="0" marR="0" lvl="0" indent="0" algn="l" defTabSz="914400" rtl="0" eaLnBrk="0" fontAlgn="base" latinLnBrk="0" hangingPunct="0">
                        <a:lnSpc>
                          <a:spcPct val="100000"/>
                        </a:lnSpc>
                        <a:spcBef>
                          <a:spcPct val="0"/>
                        </a:spcBef>
                        <a:spcAft>
                          <a:spcPct val="0"/>
                        </a:spcAft>
                        <a:buClr>
                          <a:schemeClr val="hlink"/>
                        </a:buClr>
                        <a:buSzTx/>
                        <a:buFont typeface="Wingdings" panose="05000000000000000000" pitchFamily="2" charset="2"/>
                        <a:buNone/>
                      </a:pPr>
                      <a:r>
                        <a:rPr kumimoji="0" lang="en-US" sz="1400" b="1" i="0" u="none" strike="noStrike" cap="none" normalizeH="0" baseline="0" smtClean="0">
                          <a:ln>
                            <a:noFill/>
                          </a:ln>
                          <a:solidFill>
                            <a:srgbClr val="0033CC"/>
                          </a:solidFill>
                          <a:effectLst/>
                          <a:latin typeface="Times New Roman" panose="02020603050405020304" pitchFamily="18" charset="0"/>
                          <a:ea typeface="黑体" panose="02010609060101010101" pitchFamily="49" charset="-122"/>
                        </a:rPr>
                        <a:t>13</a:t>
                      </a:r>
                      <a:endParaRPr kumimoji="0" lang="en-US" sz="1400" b="1" i="0" u="none" strike="noStrike" cap="none" normalizeH="0" baseline="0" smtClean="0">
                        <a:ln>
                          <a:noFill/>
                        </a:ln>
                        <a:solidFill>
                          <a:srgbClr val="0033CC"/>
                        </a:solidFill>
                        <a:effectLst/>
                        <a:latin typeface="Times New Roman" panose="02020603050405020304" pitchFamily="18" charset="0"/>
                        <a:ea typeface="黑体" panose="02010609060101010101" pitchFamily="49" charset="-122"/>
                      </a:endParaRPr>
                    </a:p>
                  </a:txBody>
                  <a:tcPr horzOverflow="overflow">
                    <a:lnL cap="flat">
                      <a:noFill/>
                    </a:lnL>
                    <a:lnR cap="flat">
                      <a:noFill/>
                    </a:lnR>
                    <a:lnT>
                      <a:noFill/>
                    </a:lnT>
                    <a:lnB>
                      <a:noFill/>
                    </a:lnB>
                    <a:lnTlToBr>
                      <a:noFill/>
                    </a:lnTlToBr>
                    <a:lnBlToTr>
                      <a:noFill/>
                    </a:lnBlToTr>
                    <a:noFill/>
                  </a:tcPr>
                </a:tc>
              </a:tr>
              <a:tr h="309563">
                <a:tc>
                  <a:txBody>
                    <a:bodyPr/>
                    <a:lstStyle/>
                    <a:p>
                      <a:pPr marL="0" marR="0" lvl="0" indent="0" algn="l" defTabSz="914400" rtl="0" eaLnBrk="0" fontAlgn="base" latinLnBrk="0" hangingPunct="0">
                        <a:lnSpc>
                          <a:spcPct val="100000"/>
                        </a:lnSpc>
                        <a:spcBef>
                          <a:spcPct val="0"/>
                        </a:spcBef>
                        <a:spcAft>
                          <a:spcPct val="0"/>
                        </a:spcAft>
                        <a:buClr>
                          <a:schemeClr val="hlink"/>
                        </a:buClr>
                        <a:buSzTx/>
                        <a:buFont typeface="Wingdings" panose="05000000000000000000" pitchFamily="2" charset="2"/>
                        <a:buNone/>
                      </a:pPr>
                      <a:r>
                        <a:rPr kumimoji="0" lang="en-US" sz="1400" b="1" i="0" u="none" strike="noStrike" cap="none" normalizeH="0" baseline="0" smtClean="0">
                          <a:ln>
                            <a:noFill/>
                          </a:ln>
                          <a:solidFill>
                            <a:srgbClr val="0033CC"/>
                          </a:solidFill>
                          <a:effectLst/>
                          <a:latin typeface="Times New Roman" panose="02020603050405020304" pitchFamily="18" charset="0"/>
                          <a:ea typeface="黑体" panose="02010609060101010101" pitchFamily="49" charset="-122"/>
                        </a:rPr>
                        <a:t>14</a:t>
                      </a:r>
                      <a:endParaRPr kumimoji="0" lang="en-US" sz="1400" b="1" i="0" u="none" strike="noStrike" cap="none" normalizeH="0" baseline="0" smtClean="0">
                        <a:ln>
                          <a:noFill/>
                        </a:ln>
                        <a:solidFill>
                          <a:srgbClr val="0033CC"/>
                        </a:solidFill>
                        <a:effectLst/>
                        <a:latin typeface="Times New Roman" panose="02020603050405020304" pitchFamily="18" charset="0"/>
                        <a:ea typeface="黑体" panose="02010609060101010101" pitchFamily="49" charset="-122"/>
                      </a:endParaRPr>
                    </a:p>
                  </a:txBody>
                  <a:tcPr horzOverflow="overflow">
                    <a:lnL cap="flat">
                      <a:noFill/>
                    </a:lnL>
                    <a:lnR cap="flat">
                      <a:noFill/>
                    </a:lnR>
                    <a:lnT>
                      <a:noFill/>
                    </a:lnT>
                    <a:lnB cap="flat">
                      <a:noFill/>
                    </a:lnB>
                    <a:lnTlToBr>
                      <a:noFill/>
                    </a:lnTlToBr>
                    <a:lnBlToTr>
                      <a:noFill/>
                    </a:lnBlToTr>
                    <a:noFill/>
                  </a:tcPr>
                </a:tc>
              </a:tr>
            </a:tbl>
          </a:graphicData>
        </a:graphic>
      </p:graphicFrame>
      <p:sp>
        <p:nvSpPr>
          <p:cNvPr id="66593" name="Text Box 122"/>
          <p:cNvSpPr txBox="1"/>
          <p:nvPr/>
        </p:nvSpPr>
        <p:spPr>
          <a:xfrm>
            <a:off x="5411788" y="5407025"/>
            <a:ext cx="762000" cy="336550"/>
          </a:xfrm>
          <a:prstGeom prst="rect">
            <a:avLst/>
          </a:prstGeom>
          <a:noFill/>
          <a:ln w="9525">
            <a:noFill/>
          </a:ln>
        </p:spPr>
        <p:txBody>
          <a:bodyPr>
            <a:spAutoFit/>
          </a:bodyPr>
          <a:p>
            <a:pPr algn="r"/>
            <a:r>
              <a:rPr lang="zh-CN" altLang="en-US" sz="1600" dirty="0">
                <a:latin typeface="Times New Roman" panose="02020603050405020304" pitchFamily="18" charset="0"/>
                <a:ea typeface="黑体" panose="02010609060101010101" pitchFamily="49" charset="-122"/>
              </a:rPr>
              <a:t>进程</a:t>
            </a:r>
            <a:endParaRPr lang="zh-CN" altLang="en-US" sz="1600" dirty="0">
              <a:latin typeface="Times New Roman" panose="02020603050405020304" pitchFamily="18" charset="0"/>
              <a:ea typeface="黑体" panose="02010609060101010101" pitchFamily="49" charset="-122"/>
            </a:endParaRPr>
          </a:p>
        </p:txBody>
      </p:sp>
      <p:sp>
        <p:nvSpPr>
          <p:cNvPr id="66594" name="Text Box 123"/>
          <p:cNvSpPr txBox="1"/>
          <p:nvPr/>
        </p:nvSpPr>
        <p:spPr>
          <a:xfrm>
            <a:off x="8307388" y="3732213"/>
            <a:ext cx="428625" cy="492125"/>
          </a:xfrm>
          <a:prstGeom prst="rect">
            <a:avLst/>
          </a:prstGeom>
          <a:noFill/>
          <a:ln w="9525">
            <a:noFill/>
          </a:ln>
        </p:spPr>
        <p:txBody>
          <a:bodyPr vert="eaVert" wrap="none">
            <a:spAutoFit/>
          </a:bodyPr>
          <a:p>
            <a:pPr algn="r"/>
            <a:r>
              <a:rPr lang="zh-CN" altLang="en-US" sz="1600" dirty="0">
                <a:latin typeface="Times New Roman" panose="02020603050405020304" pitchFamily="18" charset="0"/>
                <a:ea typeface="黑体" panose="02010609060101010101" pitchFamily="49" charset="-122"/>
              </a:rPr>
              <a:t>主存</a:t>
            </a:r>
            <a:endParaRPr lang="zh-CN" altLang="en-US" sz="1600" dirty="0">
              <a:latin typeface="Times New Roman" panose="02020603050405020304" pitchFamily="18" charset="0"/>
              <a:ea typeface="黑体" panose="02010609060101010101" pitchFamily="49" charset="-122"/>
            </a:endParaRPr>
          </a:p>
        </p:txBody>
      </p:sp>
    </p:spTree>
  </p:cSld>
  <p:clrMapOvr>
    <a:masterClrMapping/>
  </p:clrMapOvr>
  <p:transition/>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67586" name="Group 2"/>
          <p:cNvGrpSpPr/>
          <p:nvPr/>
        </p:nvGrpSpPr>
        <p:grpSpPr>
          <a:xfrm>
            <a:off x="6291263" y="1295400"/>
            <a:ext cx="1406525" cy="5178425"/>
            <a:chOff x="0" y="0"/>
            <a:chExt cx="886" cy="3264"/>
          </a:xfrm>
        </p:grpSpPr>
        <p:grpSp>
          <p:nvGrpSpPr>
            <p:cNvPr id="67678" name="Group 3"/>
            <p:cNvGrpSpPr/>
            <p:nvPr/>
          </p:nvGrpSpPr>
          <p:grpSpPr>
            <a:xfrm>
              <a:off x="0" y="0"/>
              <a:ext cx="881" cy="3264"/>
              <a:chOff x="0" y="0"/>
              <a:chExt cx="881" cy="3264"/>
            </a:xfrm>
          </p:grpSpPr>
          <p:grpSp>
            <p:nvGrpSpPr>
              <p:cNvPr id="67680" name="Group 4"/>
              <p:cNvGrpSpPr/>
              <p:nvPr/>
            </p:nvGrpSpPr>
            <p:grpSpPr>
              <a:xfrm>
                <a:off x="0" y="0"/>
                <a:ext cx="881" cy="3264"/>
                <a:chOff x="0" y="0"/>
                <a:chExt cx="881" cy="3264"/>
              </a:xfrm>
            </p:grpSpPr>
            <p:sp>
              <p:nvSpPr>
                <p:cNvPr id="67696" name="Rectangle 5"/>
                <p:cNvSpPr/>
                <p:nvPr/>
              </p:nvSpPr>
              <p:spPr>
                <a:xfrm>
                  <a:off x="0" y="0"/>
                  <a:ext cx="881" cy="3264"/>
                </a:xfrm>
                <a:prstGeom prst="rect">
                  <a:avLst/>
                </a:prstGeom>
                <a:solidFill>
                  <a:schemeClr val="accent1"/>
                </a:solidFill>
                <a:ln w="9525" cap="flat" cmpd="sng">
                  <a:solidFill>
                    <a:schemeClr val="tx1"/>
                  </a:solidFill>
                  <a:prstDash val="solid"/>
                  <a:miter/>
                  <a:headEnd type="none" w="med" len="med"/>
                  <a:tailEnd type="none" w="med" len="med"/>
                </a:ln>
              </p:spPr>
              <p:txBody>
                <a:bodyPr wrap="none" anchor="ctr" anchorCtr="0"/>
                <a:p>
                  <a:endParaRPr lang="zh-CN" altLang="en-US" dirty="0">
                    <a:latin typeface="Times New Roman" panose="02020603050405020304" pitchFamily="18" charset="0"/>
                  </a:endParaRPr>
                </a:p>
              </p:txBody>
            </p:sp>
            <p:sp>
              <p:nvSpPr>
                <p:cNvPr id="67697" name="Text Box 6"/>
                <p:cNvSpPr txBox="1"/>
                <p:nvPr/>
              </p:nvSpPr>
              <p:spPr>
                <a:xfrm>
                  <a:off x="48" y="48"/>
                  <a:ext cx="748" cy="288"/>
                </a:xfrm>
                <a:prstGeom prst="rect">
                  <a:avLst/>
                </a:prstGeom>
                <a:noFill/>
                <a:ln w="9525">
                  <a:noFill/>
                </a:ln>
              </p:spPr>
              <p:txBody>
                <a:bodyPr>
                  <a:spAutoFit/>
                </a:bodyPr>
                <a:p>
                  <a:r>
                    <a:rPr lang="zh-CN" altLang="en-US" sz="2400" dirty="0">
                      <a:latin typeface="Times New Roman" panose="02020603050405020304" pitchFamily="18" charset="0"/>
                      <a:ea typeface="黑体" panose="02010609060101010101" pitchFamily="49" charset="-122"/>
                    </a:rPr>
                    <a:t>系统区</a:t>
                  </a:r>
                  <a:endParaRPr lang="zh-CN" altLang="en-US" sz="2400" dirty="0">
                    <a:latin typeface="Times New Roman" panose="02020603050405020304" pitchFamily="18" charset="0"/>
                    <a:ea typeface="黑体" panose="02010609060101010101" pitchFamily="49" charset="-122"/>
                  </a:endParaRPr>
                </a:p>
              </p:txBody>
            </p:sp>
          </p:grpSp>
          <p:grpSp>
            <p:nvGrpSpPr>
              <p:cNvPr id="67681" name="Group 7"/>
              <p:cNvGrpSpPr/>
              <p:nvPr/>
            </p:nvGrpSpPr>
            <p:grpSpPr>
              <a:xfrm>
                <a:off x="0" y="576"/>
                <a:ext cx="864" cy="2496"/>
                <a:chOff x="0" y="0"/>
                <a:chExt cx="1248" cy="2496"/>
              </a:xfrm>
            </p:grpSpPr>
            <p:sp>
              <p:nvSpPr>
                <p:cNvPr id="67682" name="Line 8"/>
                <p:cNvSpPr/>
                <p:nvPr/>
              </p:nvSpPr>
              <p:spPr>
                <a:xfrm>
                  <a:off x="0" y="0"/>
                  <a:ext cx="1200" cy="0"/>
                </a:xfrm>
                <a:prstGeom prst="line">
                  <a:avLst/>
                </a:prstGeom>
                <a:ln w="28575" cap="flat" cmpd="sng">
                  <a:solidFill>
                    <a:schemeClr val="hlink"/>
                  </a:solidFill>
                  <a:prstDash val="dash"/>
                  <a:headEnd type="none" w="med" len="med"/>
                  <a:tailEnd type="none" w="med" len="med"/>
                </a:ln>
              </p:spPr>
            </p:sp>
            <p:sp>
              <p:nvSpPr>
                <p:cNvPr id="67683" name="Line 9"/>
                <p:cNvSpPr/>
                <p:nvPr/>
              </p:nvSpPr>
              <p:spPr>
                <a:xfrm>
                  <a:off x="0" y="384"/>
                  <a:ext cx="1248" cy="0"/>
                </a:xfrm>
                <a:prstGeom prst="line">
                  <a:avLst/>
                </a:prstGeom>
                <a:ln w="28575" cap="flat" cmpd="sng">
                  <a:solidFill>
                    <a:schemeClr val="hlink"/>
                  </a:solidFill>
                  <a:prstDash val="dash"/>
                  <a:headEnd type="none" w="med" len="med"/>
                  <a:tailEnd type="none" w="med" len="med"/>
                </a:ln>
              </p:spPr>
            </p:sp>
            <p:sp>
              <p:nvSpPr>
                <p:cNvPr id="67684" name="Line 10"/>
                <p:cNvSpPr/>
                <p:nvPr/>
              </p:nvSpPr>
              <p:spPr>
                <a:xfrm>
                  <a:off x="0" y="192"/>
                  <a:ext cx="1248" cy="0"/>
                </a:xfrm>
                <a:prstGeom prst="line">
                  <a:avLst/>
                </a:prstGeom>
                <a:ln w="28575" cap="flat" cmpd="sng">
                  <a:solidFill>
                    <a:schemeClr val="hlink"/>
                  </a:solidFill>
                  <a:prstDash val="dash"/>
                  <a:headEnd type="none" w="med" len="med"/>
                  <a:tailEnd type="none" w="med" len="med"/>
                </a:ln>
              </p:spPr>
            </p:sp>
            <p:sp>
              <p:nvSpPr>
                <p:cNvPr id="67685" name="Line 11"/>
                <p:cNvSpPr/>
                <p:nvPr/>
              </p:nvSpPr>
              <p:spPr>
                <a:xfrm>
                  <a:off x="0" y="1344"/>
                  <a:ext cx="1248" cy="0"/>
                </a:xfrm>
                <a:prstGeom prst="line">
                  <a:avLst/>
                </a:prstGeom>
                <a:ln w="28575" cap="flat" cmpd="sng">
                  <a:solidFill>
                    <a:schemeClr val="hlink"/>
                  </a:solidFill>
                  <a:prstDash val="dash"/>
                  <a:headEnd type="none" w="med" len="med"/>
                  <a:tailEnd type="none" w="med" len="med"/>
                </a:ln>
              </p:spPr>
            </p:sp>
            <p:sp>
              <p:nvSpPr>
                <p:cNvPr id="67686" name="Line 12"/>
                <p:cNvSpPr/>
                <p:nvPr/>
              </p:nvSpPr>
              <p:spPr>
                <a:xfrm>
                  <a:off x="0" y="1536"/>
                  <a:ext cx="1248" cy="0"/>
                </a:xfrm>
                <a:prstGeom prst="line">
                  <a:avLst/>
                </a:prstGeom>
                <a:ln w="28575" cap="flat" cmpd="sng">
                  <a:solidFill>
                    <a:schemeClr val="hlink"/>
                  </a:solidFill>
                  <a:prstDash val="dash"/>
                  <a:headEnd type="none" w="med" len="med"/>
                  <a:tailEnd type="none" w="med" len="med"/>
                </a:ln>
              </p:spPr>
            </p:sp>
            <p:sp>
              <p:nvSpPr>
                <p:cNvPr id="67687" name="Line 13"/>
                <p:cNvSpPr/>
                <p:nvPr/>
              </p:nvSpPr>
              <p:spPr>
                <a:xfrm>
                  <a:off x="0" y="576"/>
                  <a:ext cx="1248" cy="0"/>
                </a:xfrm>
                <a:prstGeom prst="line">
                  <a:avLst/>
                </a:prstGeom>
                <a:ln w="28575" cap="flat" cmpd="sng">
                  <a:solidFill>
                    <a:schemeClr val="hlink"/>
                  </a:solidFill>
                  <a:prstDash val="dash"/>
                  <a:headEnd type="none" w="med" len="med"/>
                  <a:tailEnd type="none" w="med" len="med"/>
                </a:ln>
              </p:spPr>
            </p:sp>
            <p:sp>
              <p:nvSpPr>
                <p:cNvPr id="67688" name="Line 14"/>
                <p:cNvSpPr/>
                <p:nvPr/>
              </p:nvSpPr>
              <p:spPr>
                <a:xfrm>
                  <a:off x="0" y="960"/>
                  <a:ext cx="1248" cy="0"/>
                </a:xfrm>
                <a:prstGeom prst="line">
                  <a:avLst/>
                </a:prstGeom>
                <a:ln w="28575" cap="flat" cmpd="sng">
                  <a:solidFill>
                    <a:schemeClr val="hlink"/>
                  </a:solidFill>
                  <a:prstDash val="dash"/>
                  <a:headEnd type="none" w="med" len="med"/>
                  <a:tailEnd type="none" w="med" len="med"/>
                </a:ln>
              </p:spPr>
            </p:sp>
            <p:sp>
              <p:nvSpPr>
                <p:cNvPr id="67689" name="Line 15"/>
                <p:cNvSpPr/>
                <p:nvPr/>
              </p:nvSpPr>
              <p:spPr>
                <a:xfrm>
                  <a:off x="0" y="1152"/>
                  <a:ext cx="1248" cy="0"/>
                </a:xfrm>
                <a:prstGeom prst="line">
                  <a:avLst/>
                </a:prstGeom>
                <a:ln w="28575" cap="flat" cmpd="sng">
                  <a:solidFill>
                    <a:schemeClr val="hlink"/>
                  </a:solidFill>
                  <a:prstDash val="dash"/>
                  <a:headEnd type="none" w="med" len="med"/>
                  <a:tailEnd type="none" w="med" len="med"/>
                </a:ln>
              </p:spPr>
            </p:sp>
            <p:sp>
              <p:nvSpPr>
                <p:cNvPr id="67690" name="Line 16"/>
                <p:cNvSpPr/>
                <p:nvPr/>
              </p:nvSpPr>
              <p:spPr>
                <a:xfrm>
                  <a:off x="0" y="768"/>
                  <a:ext cx="1248" cy="0"/>
                </a:xfrm>
                <a:prstGeom prst="line">
                  <a:avLst/>
                </a:prstGeom>
                <a:ln w="28575" cap="flat" cmpd="sng">
                  <a:solidFill>
                    <a:schemeClr val="hlink"/>
                  </a:solidFill>
                  <a:prstDash val="dash"/>
                  <a:headEnd type="none" w="med" len="med"/>
                  <a:tailEnd type="none" w="med" len="med"/>
                </a:ln>
              </p:spPr>
            </p:sp>
            <p:sp>
              <p:nvSpPr>
                <p:cNvPr id="67691" name="Line 17"/>
                <p:cNvSpPr/>
                <p:nvPr/>
              </p:nvSpPr>
              <p:spPr>
                <a:xfrm>
                  <a:off x="0" y="1728"/>
                  <a:ext cx="1248" cy="0"/>
                </a:xfrm>
                <a:prstGeom prst="line">
                  <a:avLst/>
                </a:prstGeom>
                <a:ln w="28575" cap="flat" cmpd="sng">
                  <a:solidFill>
                    <a:schemeClr val="hlink"/>
                  </a:solidFill>
                  <a:prstDash val="dash"/>
                  <a:headEnd type="none" w="med" len="med"/>
                  <a:tailEnd type="none" w="med" len="med"/>
                </a:ln>
              </p:spPr>
            </p:sp>
            <p:sp>
              <p:nvSpPr>
                <p:cNvPr id="67692" name="Line 18"/>
                <p:cNvSpPr/>
                <p:nvPr/>
              </p:nvSpPr>
              <p:spPr>
                <a:xfrm>
                  <a:off x="0" y="1920"/>
                  <a:ext cx="1248" cy="0"/>
                </a:xfrm>
                <a:prstGeom prst="line">
                  <a:avLst/>
                </a:prstGeom>
                <a:ln w="28575" cap="flat" cmpd="sng">
                  <a:solidFill>
                    <a:schemeClr val="hlink"/>
                  </a:solidFill>
                  <a:prstDash val="dash"/>
                  <a:headEnd type="none" w="med" len="med"/>
                  <a:tailEnd type="none" w="med" len="med"/>
                </a:ln>
              </p:spPr>
            </p:sp>
            <p:sp>
              <p:nvSpPr>
                <p:cNvPr id="67693" name="Line 19"/>
                <p:cNvSpPr/>
                <p:nvPr/>
              </p:nvSpPr>
              <p:spPr>
                <a:xfrm>
                  <a:off x="0" y="2112"/>
                  <a:ext cx="1248" cy="0"/>
                </a:xfrm>
                <a:prstGeom prst="line">
                  <a:avLst/>
                </a:prstGeom>
                <a:ln w="28575" cap="flat" cmpd="sng">
                  <a:solidFill>
                    <a:schemeClr val="hlink"/>
                  </a:solidFill>
                  <a:prstDash val="dash"/>
                  <a:headEnd type="none" w="med" len="med"/>
                  <a:tailEnd type="none" w="med" len="med"/>
                </a:ln>
              </p:spPr>
            </p:sp>
            <p:sp>
              <p:nvSpPr>
                <p:cNvPr id="67694" name="Line 20"/>
                <p:cNvSpPr/>
                <p:nvPr/>
              </p:nvSpPr>
              <p:spPr>
                <a:xfrm>
                  <a:off x="0" y="2304"/>
                  <a:ext cx="1248" cy="0"/>
                </a:xfrm>
                <a:prstGeom prst="line">
                  <a:avLst/>
                </a:prstGeom>
                <a:ln w="28575" cap="flat" cmpd="sng">
                  <a:solidFill>
                    <a:schemeClr val="hlink"/>
                  </a:solidFill>
                  <a:prstDash val="dash"/>
                  <a:headEnd type="none" w="med" len="med"/>
                  <a:tailEnd type="none" w="med" len="med"/>
                </a:ln>
              </p:spPr>
            </p:sp>
            <p:sp>
              <p:nvSpPr>
                <p:cNvPr id="67695" name="Line 21"/>
                <p:cNvSpPr/>
                <p:nvPr/>
              </p:nvSpPr>
              <p:spPr>
                <a:xfrm>
                  <a:off x="0" y="2496"/>
                  <a:ext cx="1248" cy="0"/>
                </a:xfrm>
                <a:prstGeom prst="line">
                  <a:avLst/>
                </a:prstGeom>
                <a:ln w="28575" cap="flat" cmpd="sng">
                  <a:solidFill>
                    <a:schemeClr val="hlink"/>
                  </a:solidFill>
                  <a:prstDash val="dash"/>
                  <a:headEnd type="none" w="med" len="med"/>
                  <a:tailEnd type="none" w="med" len="med"/>
                </a:ln>
              </p:spPr>
            </p:sp>
          </p:grpSp>
        </p:grpSp>
        <p:sp>
          <p:nvSpPr>
            <p:cNvPr id="67679" name="Line 22"/>
            <p:cNvSpPr/>
            <p:nvPr/>
          </p:nvSpPr>
          <p:spPr>
            <a:xfrm>
              <a:off x="5" y="336"/>
              <a:ext cx="881" cy="0"/>
            </a:xfrm>
            <a:prstGeom prst="line">
              <a:avLst/>
            </a:prstGeom>
            <a:ln w="9525" cap="flat" cmpd="sng">
              <a:solidFill>
                <a:schemeClr val="tx1"/>
              </a:solidFill>
              <a:prstDash val="solid"/>
              <a:headEnd type="none" w="med" len="med"/>
              <a:tailEnd type="none" w="med" len="med"/>
            </a:ln>
          </p:spPr>
        </p:sp>
      </p:grpSp>
      <p:grpSp>
        <p:nvGrpSpPr>
          <p:cNvPr id="67587" name="Group 23"/>
          <p:cNvGrpSpPr/>
          <p:nvPr/>
        </p:nvGrpSpPr>
        <p:grpSpPr>
          <a:xfrm>
            <a:off x="6291263" y="2208213"/>
            <a:ext cx="1398587" cy="3960812"/>
            <a:chOff x="0" y="0"/>
            <a:chExt cx="1248" cy="2496"/>
          </a:xfrm>
        </p:grpSpPr>
        <p:sp>
          <p:nvSpPr>
            <p:cNvPr id="67671" name="Rectangle 24"/>
            <p:cNvSpPr/>
            <p:nvPr/>
          </p:nvSpPr>
          <p:spPr>
            <a:xfrm>
              <a:off x="0" y="0"/>
              <a:ext cx="1248" cy="192"/>
            </a:xfrm>
            <a:prstGeom prst="rect">
              <a:avLst/>
            </a:prstGeom>
            <a:solidFill>
              <a:schemeClr val="bg2"/>
            </a:solidFill>
            <a:ln w="9525" cap="flat" cmpd="sng">
              <a:solidFill>
                <a:schemeClr val="hlink"/>
              </a:solidFill>
              <a:prstDash val="dash"/>
              <a:miter/>
              <a:headEnd type="none" w="med" len="med"/>
              <a:tailEnd type="none" w="med" len="med"/>
            </a:ln>
          </p:spPr>
          <p:txBody>
            <a:bodyPr wrap="none" anchor="ctr" anchorCtr="0"/>
            <a:p>
              <a:endParaRPr lang="zh-CN" altLang="en-US" dirty="0">
                <a:latin typeface="Times New Roman" panose="02020603050405020304" pitchFamily="18" charset="0"/>
              </a:endParaRPr>
            </a:p>
          </p:txBody>
        </p:sp>
        <p:sp>
          <p:nvSpPr>
            <p:cNvPr id="67672" name="Rectangle 25"/>
            <p:cNvSpPr/>
            <p:nvPr/>
          </p:nvSpPr>
          <p:spPr>
            <a:xfrm>
              <a:off x="0" y="192"/>
              <a:ext cx="1248" cy="192"/>
            </a:xfrm>
            <a:prstGeom prst="rect">
              <a:avLst/>
            </a:prstGeom>
            <a:solidFill>
              <a:schemeClr val="bg2"/>
            </a:solidFill>
            <a:ln w="9525" cap="flat" cmpd="sng">
              <a:solidFill>
                <a:schemeClr val="hlink"/>
              </a:solidFill>
              <a:prstDash val="dash"/>
              <a:miter/>
              <a:headEnd type="none" w="med" len="med"/>
              <a:tailEnd type="none" w="med" len="med"/>
            </a:ln>
          </p:spPr>
          <p:txBody>
            <a:bodyPr wrap="none" anchor="ctr" anchorCtr="0"/>
            <a:p>
              <a:endParaRPr lang="zh-CN" altLang="en-US" dirty="0">
                <a:latin typeface="Times New Roman" panose="02020603050405020304" pitchFamily="18" charset="0"/>
              </a:endParaRPr>
            </a:p>
          </p:txBody>
        </p:sp>
        <p:sp>
          <p:nvSpPr>
            <p:cNvPr id="67673" name="Rectangle 26"/>
            <p:cNvSpPr/>
            <p:nvPr/>
          </p:nvSpPr>
          <p:spPr>
            <a:xfrm>
              <a:off x="0" y="576"/>
              <a:ext cx="1248" cy="192"/>
            </a:xfrm>
            <a:prstGeom prst="rect">
              <a:avLst/>
            </a:prstGeom>
            <a:solidFill>
              <a:schemeClr val="bg2"/>
            </a:solidFill>
            <a:ln w="9525" cap="flat" cmpd="sng">
              <a:solidFill>
                <a:schemeClr val="hlink"/>
              </a:solidFill>
              <a:prstDash val="dash"/>
              <a:miter/>
              <a:headEnd type="none" w="med" len="med"/>
              <a:tailEnd type="none" w="med" len="med"/>
            </a:ln>
          </p:spPr>
          <p:txBody>
            <a:bodyPr wrap="none" anchor="ctr" anchorCtr="0"/>
            <a:p>
              <a:endParaRPr lang="zh-CN" altLang="en-US" dirty="0">
                <a:latin typeface="Times New Roman" panose="02020603050405020304" pitchFamily="18" charset="0"/>
              </a:endParaRPr>
            </a:p>
          </p:txBody>
        </p:sp>
        <p:sp>
          <p:nvSpPr>
            <p:cNvPr id="67674" name="Rectangle 27"/>
            <p:cNvSpPr/>
            <p:nvPr/>
          </p:nvSpPr>
          <p:spPr>
            <a:xfrm>
              <a:off x="0" y="960"/>
              <a:ext cx="1248" cy="192"/>
            </a:xfrm>
            <a:prstGeom prst="rect">
              <a:avLst/>
            </a:prstGeom>
            <a:solidFill>
              <a:schemeClr val="bg2"/>
            </a:solidFill>
            <a:ln w="9525" cap="flat" cmpd="sng">
              <a:solidFill>
                <a:schemeClr val="hlink"/>
              </a:solidFill>
              <a:prstDash val="dash"/>
              <a:miter/>
              <a:headEnd type="none" w="med" len="med"/>
              <a:tailEnd type="none" w="med" len="med"/>
            </a:ln>
          </p:spPr>
          <p:txBody>
            <a:bodyPr wrap="none" anchor="ctr" anchorCtr="0"/>
            <a:p>
              <a:endParaRPr lang="zh-CN" altLang="en-US" dirty="0">
                <a:latin typeface="Times New Roman" panose="02020603050405020304" pitchFamily="18" charset="0"/>
              </a:endParaRPr>
            </a:p>
          </p:txBody>
        </p:sp>
        <p:sp>
          <p:nvSpPr>
            <p:cNvPr id="67675" name="Rectangle 28"/>
            <p:cNvSpPr/>
            <p:nvPr/>
          </p:nvSpPr>
          <p:spPr>
            <a:xfrm>
              <a:off x="0" y="1536"/>
              <a:ext cx="1248" cy="192"/>
            </a:xfrm>
            <a:prstGeom prst="rect">
              <a:avLst/>
            </a:prstGeom>
            <a:solidFill>
              <a:schemeClr val="bg2"/>
            </a:solidFill>
            <a:ln w="9525" cap="flat" cmpd="sng">
              <a:solidFill>
                <a:schemeClr val="hlink"/>
              </a:solidFill>
              <a:prstDash val="dash"/>
              <a:miter/>
              <a:headEnd type="none" w="med" len="med"/>
              <a:tailEnd type="none" w="med" len="med"/>
            </a:ln>
          </p:spPr>
          <p:txBody>
            <a:bodyPr wrap="none" anchor="ctr" anchorCtr="0"/>
            <a:p>
              <a:endParaRPr lang="zh-CN" altLang="en-US" dirty="0">
                <a:latin typeface="Times New Roman" panose="02020603050405020304" pitchFamily="18" charset="0"/>
              </a:endParaRPr>
            </a:p>
          </p:txBody>
        </p:sp>
        <p:sp>
          <p:nvSpPr>
            <p:cNvPr id="67676" name="Rectangle 29"/>
            <p:cNvSpPr/>
            <p:nvPr/>
          </p:nvSpPr>
          <p:spPr>
            <a:xfrm>
              <a:off x="0" y="1920"/>
              <a:ext cx="1248" cy="192"/>
            </a:xfrm>
            <a:prstGeom prst="rect">
              <a:avLst/>
            </a:prstGeom>
            <a:solidFill>
              <a:schemeClr val="bg2"/>
            </a:solidFill>
            <a:ln w="9525" cap="flat" cmpd="sng">
              <a:solidFill>
                <a:schemeClr val="hlink"/>
              </a:solidFill>
              <a:prstDash val="dash"/>
              <a:miter/>
              <a:headEnd type="none" w="med" len="med"/>
              <a:tailEnd type="none" w="med" len="med"/>
            </a:ln>
          </p:spPr>
          <p:txBody>
            <a:bodyPr wrap="none" anchor="ctr" anchorCtr="0"/>
            <a:p>
              <a:endParaRPr lang="zh-CN" altLang="en-US" dirty="0">
                <a:latin typeface="Times New Roman" panose="02020603050405020304" pitchFamily="18" charset="0"/>
              </a:endParaRPr>
            </a:p>
          </p:txBody>
        </p:sp>
        <p:sp>
          <p:nvSpPr>
            <p:cNvPr id="67677" name="Rectangle 30"/>
            <p:cNvSpPr/>
            <p:nvPr/>
          </p:nvSpPr>
          <p:spPr>
            <a:xfrm>
              <a:off x="0" y="2304"/>
              <a:ext cx="1248" cy="192"/>
            </a:xfrm>
            <a:prstGeom prst="rect">
              <a:avLst/>
            </a:prstGeom>
            <a:solidFill>
              <a:schemeClr val="bg2"/>
            </a:solidFill>
            <a:ln w="9525" cap="flat" cmpd="sng">
              <a:solidFill>
                <a:schemeClr val="hlink"/>
              </a:solidFill>
              <a:prstDash val="dash"/>
              <a:miter/>
              <a:headEnd type="none" w="med" len="med"/>
              <a:tailEnd type="none" w="med" len="med"/>
            </a:ln>
          </p:spPr>
          <p:txBody>
            <a:bodyPr wrap="none" anchor="ctr" anchorCtr="0"/>
            <a:p>
              <a:endParaRPr lang="zh-CN" altLang="en-US" dirty="0">
                <a:latin typeface="Times New Roman" panose="02020603050405020304" pitchFamily="18" charset="0"/>
              </a:endParaRPr>
            </a:p>
          </p:txBody>
        </p:sp>
      </p:grpSp>
      <p:sp>
        <p:nvSpPr>
          <p:cNvPr id="67588" name="Rectangle 31"/>
          <p:cNvSpPr>
            <a:spLocks noGrp="1"/>
          </p:cNvSpPr>
          <p:nvPr>
            <p:ph type="title"/>
          </p:nvPr>
        </p:nvSpPr>
        <p:spPr>
          <a:xfrm>
            <a:off x="609600" y="476250"/>
            <a:ext cx="8535988" cy="563563"/>
          </a:xfrm>
          <a:ln/>
        </p:spPr>
        <p:txBody>
          <a:bodyPr vert="horz" wrap="square" lIns="91440" tIns="45720" rIns="91440" bIns="45720" anchor="ctr" anchorCtr="0"/>
          <a:p>
            <a:pPr algn="ctr"/>
            <a:r>
              <a:rPr lang="en-US" altLang="zh-CN" dirty="0"/>
              <a:t> </a:t>
            </a:r>
            <a:r>
              <a:rPr lang="zh-CN" altLang="en-US" dirty="0"/>
              <a:t>分页式存储管理的基本原理</a:t>
            </a:r>
            <a:endParaRPr lang="en-US" altLang="zh-CN" dirty="0">
              <a:latin typeface="华文新魏" panose="02010800040101010101" pitchFamily="2" charset="-122"/>
              <a:ea typeface="华文新魏" panose="02010800040101010101" pitchFamily="2" charset="-122"/>
            </a:endParaRPr>
          </a:p>
        </p:txBody>
      </p:sp>
      <p:graphicFrame>
        <p:nvGraphicFramePr>
          <p:cNvPr id="76832" name="Group 32"/>
          <p:cNvGraphicFramePr>
            <a:graphicFrameLocks noGrp="1"/>
          </p:cNvGraphicFramePr>
          <p:nvPr>
            <p:ph sz="quarter" idx="1"/>
          </p:nvPr>
        </p:nvGraphicFramePr>
        <p:xfrm>
          <a:off x="381000" y="3351213"/>
          <a:ext cx="304800" cy="2057400"/>
        </p:xfrm>
        <a:graphic>
          <a:graphicData uri="http://schemas.openxmlformats.org/drawingml/2006/table">
            <a:tbl>
              <a:tblPr/>
              <a:tblGrid>
                <a:gridCol w="304800"/>
              </a:tblGrid>
              <a:tr h="304800">
                <a:tc>
                  <a:txBody>
                    <a:bodyPr/>
                    <a:lstStyle/>
                    <a:p>
                      <a:pPr marL="0" marR="0" lvl="0" indent="0" algn="l" defTabSz="914400" rtl="0" eaLnBrk="0" fontAlgn="base" latinLnBrk="0" hangingPunct="0">
                        <a:lnSpc>
                          <a:spcPct val="120000"/>
                        </a:lnSpc>
                        <a:spcBef>
                          <a:spcPct val="20000"/>
                        </a:spcBef>
                        <a:spcAft>
                          <a:spcPct val="0"/>
                        </a:spcAft>
                        <a:buClr>
                          <a:schemeClr val="hlink"/>
                        </a:buClr>
                        <a:buSzTx/>
                        <a:buFont typeface="Wingdings" panose="05000000000000000000" pitchFamily="2" charset="2"/>
                        <a:buNone/>
                      </a:pPr>
                      <a:r>
                        <a:rPr kumimoji="0" lang="en-US" sz="1000" b="1" i="0" u="none" strike="noStrike" cap="none" normalizeH="0" baseline="0" smtClean="0">
                          <a:ln>
                            <a:noFill/>
                          </a:ln>
                          <a:solidFill>
                            <a:schemeClr val="tx1"/>
                          </a:solidFill>
                          <a:effectLst/>
                          <a:latin typeface="Times New Roman" panose="02020603050405020304" pitchFamily="18" charset="0"/>
                          <a:ea typeface="黑体" panose="02010609060101010101" pitchFamily="49" charset="-122"/>
                        </a:rPr>
                        <a:t>0</a:t>
                      </a:r>
                      <a:endParaRPr kumimoji="0" lang="en-US" sz="1000" b="1" i="0" u="none" strike="noStrike" cap="none" normalizeH="0" baseline="0" smtClean="0">
                        <a:ln>
                          <a:noFill/>
                        </a:ln>
                        <a:solidFill>
                          <a:schemeClr val="tx1"/>
                        </a:solidFill>
                        <a:effectLst/>
                        <a:latin typeface="Times New Roman" panose="02020603050405020304" pitchFamily="18" charset="0"/>
                        <a:ea typeface="黑体" panose="02010609060101010101" pitchFamily="49" charset="-122"/>
                      </a:endParaRPr>
                    </a:p>
                  </a:txBody>
                  <a:tcPr horzOverflow="overflow">
                    <a:lnL cap="flat">
                      <a:noFill/>
                    </a:lnL>
                    <a:lnR cap="flat">
                      <a:noFill/>
                    </a:lnR>
                    <a:lnT cap="flat">
                      <a:noFill/>
                    </a:lnT>
                    <a:lnB>
                      <a:noFill/>
                    </a:lnB>
                    <a:lnTlToBr>
                      <a:noFill/>
                    </a:lnTlToBr>
                    <a:lnBlToTr>
                      <a:noFill/>
                    </a:lnBlToTr>
                    <a:noFill/>
                  </a:tcPr>
                </a:tc>
              </a:tr>
              <a:tr h="292100">
                <a:tc>
                  <a:txBody>
                    <a:bodyPr/>
                    <a:lstStyle/>
                    <a:p>
                      <a:pPr marL="0" marR="0" lvl="0" indent="0" algn="l" defTabSz="914400" rtl="0" eaLnBrk="0" fontAlgn="base" latinLnBrk="0" hangingPunct="0">
                        <a:lnSpc>
                          <a:spcPct val="120000"/>
                        </a:lnSpc>
                        <a:spcBef>
                          <a:spcPct val="20000"/>
                        </a:spcBef>
                        <a:spcAft>
                          <a:spcPct val="0"/>
                        </a:spcAft>
                        <a:buClr>
                          <a:schemeClr val="hlink"/>
                        </a:buClr>
                        <a:buSzTx/>
                        <a:buFont typeface="Wingdings" panose="05000000000000000000" pitchFamily="2" charset="2"/>
                        <a:buNone/>
                      </a:pPr>
                      <a:r>
                        <a:rPr kumimoji="0" lang="en-US" sz="1000" b="1" i="0" u="none" strike="noStrike" cap="none" normalizeH="0" baseline="0" smtClean="0">
                          <a:ln>
                            <a:noFill/>
                          </a:ln>
                          <a:solidFill>
                            <a:schemeClr val="tx1"/>
                          </a:solidFill>
                          <a:effectLst/>
                          <a:latin typeface="Times New Roman" panose="02020603050405020304" pitchFamily="18" charset="0"/>
                          <a:ea typeface="黑体" panose="02010609060101010101" pitchFamily="49" charset="-122"/>
                        </a:rPr>
                        <a:t>1</a:t>
                      </a:r>
                      <a:endParaRPr kumimoji="0" lang="en-US" sz="1000" b="1" i="0" u="none" strike="noStrike" cap="none" normalizeH="0" baseline="0" smtClean="0">
                        <a:ln>
                          <a:noFill/>
                        </a:ln>
                        <a:solidFill>
                          <a:schemeClr val="tx1"/>
                        </a:solidFill>
                        <a:effectLst/>
                        <a:latin typeface="Times New Roman" panose="02020603050405020304" pitchFamily="18" charset="0"/>
                        <a:ea typeface="黑体" panose="02010609060101010101" pitchFamily="49" charset="-122"/>
                      </a:endParaRPr>
                    </a:p>
                  </a:txBody>
                  <a:tcPr horzOverflow="overflow">
                    <a:lnL cap="flat">
                      <a:noFill/>
                    </a:lnL>
                    <a:lnR cap="flat">
                      <a:noFill/>
                    </a:lnR>
                    <a:lnT>
                      <a:noFill/>
                    </a:lnT>
                    <a:lnB>
                      <a:noFill/>
                    </a:lnB>
                    <a:lnTlToBr>
                      <a:noFill/>
                    </a:lnTlToBr>
                    <a:lnBlToTr>
                      <a:noFill/>
                    </a:lnBlToTr>
                    <a:noFill/>
                  </a:tcPr>
                </a:tc>
              </a:tr>
              <a:tr h="293688">
                <a:tc>
                  <a:txBody>
                    <a:bodyPr/>
                    <a:lstStyle/>
                    <a:p>
                      <a:pPr marL="0" marR="0" lvl="0" indent="0" algn="l" defTabSz="914400" rtl="0" eaLnBrk="0" fontAlgn="base" latinLnBrk="0" hangingPunct="0">
                        <a:lnSpc>
                          <a:spcPct val="120000"/>
                        </a:lnSpc>
                        <a:spcBef>
                          <a:spcPct val="20000"/>
                        </a:spcBef>
                        <a:spcAft>
                          <a:spcPct val="0"/>
                        </a:spcAft>
                        <a:buClr>
                          <a:schemeClr val="hlink"/>
                        </a:buClr>
                        <a:buSzTx/>
                        <a:buFont typeface="Wingdings" panose="05000000000000000000" pitchFamily="2" charset="2"/>
                        <a:buNone/>
                      </a:pPr>
                      <a:r>
                        <a:rPr kumimoji="0" lang="en-US" sz="1000" b="1" i="0" u="none" strike="noStrike" cap="none" normalizeH="0" baseline="0" smtClean="0">
                          <a:ln>
                            <a:noFill/>
                          </a:ln>
                          <a:solidFill>
                            <a:schemeClr val="tx1"/>
                          </a:solidFill>
                          <a:effectLst/>
                          <a:latin typeface="Times New Roman" panose="02020603050405020304" pitchFamily="18" charset="0"/>
                          <a:ea typeface="黑体" panose="02010609060101010101" pitchFamily="49" charset="-122"/>
                        </a:rPr>
                        <a:t>2</a:t>
                      </a:r>
                      <a:endParaRPr kumimoji="0" lang="en-US" sz="1000" b="1" i="0" u="none" strike="noStrike" cap="none" normalizeH="0" baseline="0" smtClean="0">
                        <a:ln>
                          <a:noFill/>
                        </a:ln>
                        <a:solidFill>
                          <a:schemeClr val="tx1"/>
                        </a:solidFill>
                        <a:effectLst/>
                        <a:latin typeface="Times New Roman" panose="02020603050405020304" pitchFamily="18" charset="0"/>
                        <a:ea typeface="黑体" panose="02010609060101010101" pitchFamily="49" charset="-122"/>
                      </a:endParaRPr>
                    </a:p>
                  </a:txBody>
                  <a:tcPr horzOverflow="overflow">
                    <a:lnL cap="flat">
                      <a:noFill/>
                    </a:lnL>
                    <a:lnR cap="flat">
                      <a:noFill/>
                    </a:lnR>
                    <a:lnT>
                      <a:noFill/>
                    </a:lnT>
                    <a:lnB>
                      <a:noFill/>
                    </a:lnB>
                    <a:lnTlToBr>
                      <a:noFill/>
                    </a:lnTlToBr>
                    <a:lnBlToTr>
                      <a:noFill/>
                    </a:lnBlToTr>
                    <a:noFill/>
                  </a:tcPr>
                </a:tc>
              </a:tr>
              <a:tr h="292100">
                <a:tc>
                  <a:txBody>
                    <a:bodyPr/>
                    <a:lstStyle/>
                    <a:p>
                      <a:pPr marL="0" marR="0" lvl="0" indent="0" algn="l" defTabSz="914400" rtl="0" eaLnBrk="0" fontAlgn="base" latinLnBrk="0" hangingPunct="0">
                        <a:lnSpc>
                          <a:spcPct val="120000"/>
                        </a:lnSpc>
                        <a:spcBef>
                          <a:spcPct val="20000"/>
                        </a:spcBef>
                        <a:spcAft>
                          <a:spcPct val="0"/>
                        </a:spcAft>
                        <a:buClr>
                          <a:schemeClr val="hlink"/>
                        </a:buClr>
                        <a:buSzTx/>
                        <a:buFont typeface="Wingdings" panose="05000000000000000000" pitchFamily="2" charset="2"/>
                        <a:buNone/>
                      </a:pPr>
                      <a:r>
                        <a:rPr kumimoji="0" lang="en-US" sz="1000" b="1" i="0" u="none" strike="noStrike" cap="none" normalizeH="0" baseline="0" smtClean="0">
                          <a:ln>
                            <a:noFill/>
                          </a:ln>
                          <a:solidFill>
                            <a:schemeClr val="tx1"/>
                          </a:solidFill>
                          <a:effectLst/>
                          <a:latin typeface="Times New Roman" panose="02020603050405020304" pitchFamily="18" charset="0"/>
                          <a:ea typeface="黑体" panose="02010609060101010101" pitchFamily="49" charset="-122"/>
                        </a:rPr>
                        <a:t>3</a:t>
                      </a:r>
                      <a:endParaRPr kumimoji="0" lang="en-US" sz="1000" b="1" i="0" u="none" strike="noStrike" cap="none" normalizeH="0" baseline="0" smtClean="0">
                        <a:ln>
                          <a:noFill/>
                        </a:ln>
                        <a:solidFill>
                          <a:schemeClr val="tx1"/>
                        </a:solidFill>
                        <a:effectLst/>
                        <a:latin typeface="Times New Roman" panose="02020603050405020304" pitchFamily="18" charset="0"/>
                        <a:ea typeface="黑体" panose="02010609060101010101" pitchFamily="49" charset="-122"/>
                      </a:endParaRPr>
                    </a:p>
                  </a:txBody>
                  <a:tcPr horzOverflow="overflow">
                    <a:lnL cap="flat">
                      <a:noFill/>
                    </a:lnL>
                    <a:lnR cap="flat">
                      <a:noFill/>
                    </a:lnR>
                    <a:lnT>
                      <a:noFill/>
                    </a:lnT>
                    <a:lnB>
                      <a:noFill/>
                    </a:lnB>
                    <a:lnTlToBr>
                      <a:noFill/>
                    </a:lnTlToBr>
                    <a:lnBlToTr>
                      <a:noFill/>
                    </a:lnBlToTr>
                    <a:noFill/>
                  </a:tcPr>
                </a:tc>
              </a:tr>
              <a:tr h="300038">
                <a:tc>
                  <a:txBody>
                    <a:bodyPr/>
                    <a:lstStyle/>
                    <a:p>
                      <a:pPr marL="0" marR="0" lvl="0" indent="0" algn="l" defTabSz="914400" rtl="0" eaLnBrk="0" fontAlgn="base" latinLnBrk="0" hangingPunct="0">
                        <a:lnSpc>
                          <a:spcPct val="120000"/>
                        </a:lnSpc>
                        <a:spcBef>
                          <a:spcPct val="20000"/>
                        </a:spcBef>
                        <a:spcAft>
                          <a:spcPct val="0"/>
                        </a:spcAft>
                        <a:buClr>
                          <a:schemeClr val="hlink"/>
                        </a:buClr>
                        <a:buSzTx/>
                        <a:buFont typeface="Wingdings" panose="05000000000000000000" pitchFamily="2" charset="2"/>
                        <a:buNone/>
                      </a:pPr>
                      <a:r>
                        <a:rPr kumimoji="0" lang="en-US" sz="1000" b="1" i="0" u="none" strike="noStrike" cap="none" normalizeH="0" baseline="0" smtClean="0">
                          <a:ln>
                            <a:noFill/>
                          </a:ln>
                          <a:solidFill>
                            <a:schemeClr val="tx1"/>
                          </a:solidFill>
                          <a:effectLst/>
                          <a:latin typeface="Times New Roman" panose="02020603050405020304" pitchFamily="18" charset="0"/>
                          <a:ea typeface="黑体" panose="02010609060101010101" pitchFamily="49" charset="-122"/>
                        </a:rPr>
                        <a:t>4</a:t>
                      </a:r>
                      <a:endParaRPr kumimoji="0" lang="en-US" sz="1000" b="1" i="0" u="none" strike="noStrike" cap="none" normalizeH="0" baseline="0" smtClean="0">
                        <a:ln>
                          <a:noFill/>
                        </a:ln>
                        <a:solidFill>
                          <a:schemeClr val="tx1"/>
                        </a:solidFill>
                        <a:effectLst/>
                        <a:latin typeface="Times New Roman" panose="02020603050405020304" pitchFamily="18" charset="0"/>
                        <a:ea typeface="黑体" panose="02010609060101010101" pitchFamily="49" charset="-122"/>
                      </a:endParaRPr>
                    </a:p>
                  </a:txBody>
                  <a:tcPr horzOverflow="overflow">
                    <a:lnL cap="flat">
                      <a:noFill/>
                    </a:lnL>
                    <a:lnR cap="flat">
                      <a:noFill/>
                    </a:lnR>
                    <a:lnT>
                      <a:noFill/>
                    </a:lnT>
                    <a:lnB>
                      <a:noFill/>
                    </a:lnB>
                    <a:lnTlToBr>
                      <a:noFill/>
                    </a:lnTlToBr>
                    <a:lnBlToTr>
                      <a:noFill/>
                    </a:lnBlToTr>
                    <a:noFill/>
                  </a:tcPr>
                </a:tc>
              </a:tr>
              <a:tr h="292100">
                <a:tc>
                  <a:txBody>
                    <a:bodyPr/>
                    <a:lstStyle/>
                    <a:p>
                      <a:pPr marL="0" marR="0" lvl="0" indent="0" algn="l" defTabSz="914400" rtl="0" eaLnBrk="0" fontAlgn="base" latinLnBrk="0" hangingPunct="0">
                        <a:lnSpc>
                          <a:spcPct val="120000"/>
                        </a:lnSpc>
                        <a:spcBef>
                          <a:spcPct val="20000"/>
                        </a:spcBef>
                        <a:spcAft>
                          <a:spcPct val="0"/>
                        </a:spcAft>
                        <a:buClr>
                          <a:schemeClr val="hlink"/>
                        </a:buClr>
                        <a:buSzTx/>
                        <a:buFont typeface="Wingdings" panose="05000000000000000000" pitchFamily="2" charset="2"/>
                        <a:buNone/>
                      </a:pPr>
                      <a:r>
                        <a:rPr kumimoji="0" lang="en-US" sz="1000" b="1" i="0" u="none" strike="noStrike" cap="none" normalizeH="0" baseline="0" smtClean="0">
                          <a:ln>
                            <a:noFill/>
                          </a:ln>
                          <a:solidFill>
                            <a:schemeClr val="tx1"/>
                          </a:solidFill>
                          <a:effectLst/>
                          <a:latin typeface="Times New Roman" panose="02020603050405020304" pitchFamily="18" charset="0"/>
                          <a:ea typeface="黑体" panose="02010609060101010101" pitchFamily="49" charset="-122"/>
                        </a:rPr>
                        <a:t>5</a:t>
                      </a:r>
                      <a:endParaRPr kumimoji="0" lang="en-US" sz="1000" b="1" i="0" u="none" strike="noStrike" cap="none" normalizeH="0" baseline="0" smtClean="0">
                        <a:ln>
                          <a:noFill/>
                        </a:ln>
                        <a:solidFill>
                          <a:schemeClr val="tx1"/>
                        </a:solidFill>
                        <a:effectLst/>
                        <a:latin typeface="Times New Roman" panose="02020603050405020304" pitchFamily="18" charset="0"/>
                        <a:ea typeface="黑体" panose="02010609060101010101" pitchFamily="49" charset="-122"/>
                      </a:endParaRPr>
                    </a:p>
                  </a:txBody>
                  <a:tcPr horzOverflow="overflow">
                    <a:lnL cap="flat">
                      <a:noFill/>
                    </a:lnL>
                    <a:lnR cap="flat">
                      <a:noFill/>
                    </a:lnR>
                    <a:lnT>
                      <a:noFill/>
                    </a:lnT>
                    <a:lnB>
                      <a:noFill/>
                    </a:lnB>
                    <a:lnTlToBr>
                      <a:noFill/>
                    </a:lnTlToBr>
                    <a:lnBlToTr>
                      <a:noFill/>
                    </a:lnBlToTr>
                    <a:noFill/>
                  </a:tcPr>
                </a:tc>
              </a:tr>
              <a:tr h="282575">
                <a:tc>
                  <a:txBody>
                    <a:bodyPr/>
                    <a:lstStyle/>
                    <a:p>
                      <a:pPr marL="0" marR="0" lvl="0" indent="0" algn="l" defTabSz="914400" rtl="0" eaLnBrk="0" fontAlgn="base" latinLnBrk="0" hangingPunct="0">
                        <a:lnSpc>
                          <a:spcPct val="120000"/>
                        </a:lnSpc>
                        <a:spcBef>
                          <a:spcPct val="20000"/>
                        </a:spcBef>
                        <a:spcAft>
                          <a:spcPct val="0"/>
                        </a:spcAft>
                        <a:buClr>
                          <a:schemeClr val="hlink"/>
                        </a:buClr>
                        <a:buSzTx/>
                        <a:buFont typeface="Wingdings" panose="05000000000000000000" pitchFamily="2" charset="2"/>
                        <a:buNone/>
                      </a:pPr>
                      <a:r>
                        <a:rPr kumimoji="0" lang="en-US" sz="1000" b="1" i="0" u="none" strike="noStrike" cap="none" normalizeH="0" baseline="0" smtClean="0">
                          <a:ln>
                            <a:noFill/>
                          </a:ln>
                          <a:solidFill>
                            <a:schemeClr val="tx1"/>
                          </a:solidFill>
                          <a:effectLst/>
                          <a:latin typeface="Times New Roman" panose="02020603050405020304" pitchFamily="18" charset="0"/>
                          <a:ea typeface="黑体" panose="02010609060101010101" pitchFamily="49" charset="-122"/>
                        </a:rPr>
                        <a:t>6</a:t>
                      </a:r>
                      <a:endParaRPr kumimoji="0" lang="en-US" sz="1000" b="1" i="0" u="none" strike="noStrike" cap="none" normalizeH="0" baseline="0" smtClean="0">
                        <a:ln>
                          <a:noFill/>
                        </a:ln>
                        <a:solidFill>
                          <a:schemeClr val="tx1"/>
                        </a:solidFill>
                        <a:effectLst/>
                        <a:latin typeface="Times New Roman" panose="02020603050405020304" pitchFamily="18" charset="0"/>
                        <a:ea typeface="黑体" panose="02010609060101010101" pitchFamily="49" charset="-122"/>
                      </a:endParaRPr>
                    </a:p>
                  </a:txBody>
                  <a:tcPr horzOverflow="overflow">
                    <a:lnL cap="flat">
                      <a:noFill/>
                    </a:lnL>
                    <a:lnR cap="flat">
                      <a:noFill/>
                    </a:lnR>
                    <a:lnT>
                      <a:noFill/>
                    </a:lnT>
                    <a:lnB cap="flat">
                      <a:noFill/>
                    </a:lnB>
                    <a:lnTlToBr>
                      <a:noFill/>
                    </a:lnTlToBr>
                    <a:lnBlToTr>
                      <a:noFill/>
                    </a:lnBlToTr>
                    <a:noFill/>
                  </a:tcPr>
                </a:tc>
              </a:tr>
            </a:tbl>
          </a:graphicData>
        </a:graphic>
      </p:graphicFrame>
      <p:sp>
        <p:nvSpPr>
          <p:cNvPr id="67597" name="AutoShape 56"/>
          <p:cNvSpPr/>
          <p:nvPr/>
        </p:nvSpPr>
        <p:spPr>
          <a:xfrm>
            <a:off x="796925" y="3275013"/>
            <a:ext cx="1184275" cy="2132012"/>
          </a:xfrm>
          <a:prstGeom prst="foldedCorner">
            <a:avLst>
              <a:gd name="adj" fmla="val 12500"/>
            </a:avLst>
          </a:prstGeom>
          <a:solidFill>
            <a:schemeClr val="bg2"/>
          </a:solidFill>
          <a:ln w="9525" cap="flat" cmpd="sng">
            <a:solidFill>
              <a:schemeClr val="tx1"/>
            </a:solidFill>
            <a:prstDash val="solid"/>
            <a:headEnd type="none" w="med" len="med"/>
            <a:tailEnd type="none" w="med" len="med"/>
          </a:ln>
        </p:spPr>
        <p:txBody>
          <a:bodyPr wrap="none" anchor="ctr" anchorCtr="0"/>
          <a:p>
            <a:endParaRPr lang="zh-CN" altLang="en-US" dirty="0">
              <a:latin typeface="Times New Roman" panose="02020603050405020304" pitchFamily="18" charset="0"/>
            </a:endParaRPr>
          </a:p>
        </p:txBody>
      </p:sp>
      <p:grpSp>
        <p:nvGrpSpPr>
          <p:cNvPr id="67598" name="Group 57"/>
          <p:cNvGrpSpPr/>
          <p:nvPr/>
        </p:nvGrpSpPr>
        <p:grpSpPr>
          <a:xfrm>
            <a:off x="474663" y="3579813"/>
            <a:ext cx="1506537" cy="1522412"/>
            <a:chOff x="0" y="0"/>
            <a:chExt cx="1344" cy="960"/>
          </a:xfrm>
        </p:grpSpPr>
        <p:sp>
          <p:nvSpPr>
            <p:cNvPr id="67665" name="Line 58"/>
            <p:cNvSpPr/>
            <p:nvPr/>
          </p:nvSpPr>
          <p:spPr>
            <a:xfrm>
              <a:off x="0" y="0"/>
              <a:ext cx="1344" cy="0"/>
            </a:xfrm>
            <a:prstGeom prst="line">
              <a:avLst/>
            </a:prstGeom>
            <a:ln w="28575" cap="flat" cmpd="sng">
              <a:solidFill>
                <a:schemeClr val="hlink"/>
              </a:solidFill>
              <a:prstDash val="dash"/>
              <a:headEnd type="none" w="med" len="med"/>
              <a:tailEnd type="none" w="med" len="med"/>
            </a:ln>
          </p:spPr>
        </p:sp>
        <p:sp>
          <p:nvSpPr>
            <p:cNvPr id="67666" name="Line 59"/>
            <p:cNvSpPr/>
            <p:nvPr/>
          </p:nvSpPr>
          <p:spPr>
            <a:xfrm>
              <a:off x="0" y="384"/>
              <a:ext cx="1344" cy="0"/>
            </a:xfrm>
            <a:prstGeom prst="line">
              <a:avLst/>
            </a:prstGeom>
            <a:ln w="28575" cap="flat" cmpd="sng">
              <a:solidFill>
                <a:schemeClr val="hlink"/>
              </a:solidFill>
              <a:prstDash val="dash"/>
              <a:headEnd type="none" w="med" len="med"/>
              <a:tailEnd type="none" w="med" len="med"/>
            </a:ln>
          </p:spPr>
        </p:sp>
        <p:sp>
          <p:nvSpPr>
            <p:cNvPr id="67667" name="Line 60"/>
            <p:cNvSpPr/>
            <p:nvPr/>
          </p:nvSpPr>
          <p:spPr>
            <a:xfrm>
              <a:off x="0" y="576"/>
              <a:ext cx="1344" cy="0"/>
            </a:xfrm>
            <a:prstGeom prst="line">
              <a:avLst/>
            </a:prstGeom>
            <a:ln w="28575" cap="flat" cmpd="sng">
              <a:solidFill>
                <a:schemeClr val="hlink"/>
              </a:solidFill>
              <a:prstDash val="dash"/>
              <a:headEnd type="none" w="med" len="med"/>
              <a:tailEnd type="none" w="med" len="med"/>
            </a:ln>
          </p:spPr>
        </p:sp>
        <p:sp>
          <p:nvSpPr>
            <p:cNvPr id="67668" name="Line 61"/>
            <p:cNvSpPr/>
            <p:nvPr/>
          </p:nvSpPr>
          <p:spPr>
            <a:xfrm>
              <a:off x="0" y="768"/>
              <a:ext cx="1344" cy="0"/>
            </a:xfrm>
            <a:prstGeom prst="line">
              <a:avLst/>
            </a:prstGeom>
            <a:ln w="28575" cap="flat" cmpd="sng">
              <a:solidFill>
                <a:schemeClr val="hlink"/>
              </a:solidFill>
              <a:prstDash val="dash"/>
              <a:headEnd type="none" w="med" len="med"/>
              <a:tailEnd type="none" w="med" len="med"/>
            </a:ln>
          </p:spPr>
        </p:sp>
        <p:sp>
          <p:nvSpPr>
            <p:cNvPr id="67669" name="Line 62"/>
            <p:cNvSpPr/>
            <p:nvPr/>
          </p:nvSpPr>
          <p:spPr>
            <a:xfrm>
              <a:off x="0" y="960"/>
              <a:ext cx="1344" cy="0"/>
            </a:xfrm>
            <a:prstGeom prst="line">
              <a:avLst/>
            </a:prstGeom>
            <a:ln w="28575" cap="flat" cmpd="sng">
              <a:solidFill>
                <a:schemeClr val="hlink"/>
              </a:solidFill>
              <a:prstDash val="dash"/>
              <a:headEnd type="none" w="med" len="med"/>
              <a:tailEnd type="none" w="med" len="med"/>
            </a:ln>
          </p:spPr>
        </p:sp>
        <p:sp>
          <p:nvSpPr>
            <p:cNvPr id="67670" name="Line 63"/>
            <p:cNvSpPr/>
            <p:nvPr/>
          </p:nvSpPr>
          <p:spPr>
            <a:xfrm>
              <a:off x="0" y="192"/>
              <a:ext cx="1344" cy="0"/>
            </a:xfrm>
            <a:prstGeom prst="line">
              <a:avLst/>
            </a:prstGeom>
            <a:ln w="28575" cap="flat" cmpd="sng">
              <a:solidFill>
                <a:schemeClr val="hlink"/>
              </a:solidFill>
              <a:prstDash val="dash"/>
              <a:headEnd type="none" w="med" len="med"/>
              <a:tailEnd type="none" w="med" len="med"/>
            </a:ln>
          </p:spPr>
        </p:sp>
      </p:grpSp>
      <p:cxnSp>
        <p:nvCxnSpPr>
          <p:cNvPr id="67599" name="AutoShape 64"/>
          <p:cNvCxnSpPr/>
          <p:nvPr/>
        </p:nvCxnSpPr>
        <p:spPr>
          <a:xfrm rot="-5400000" flipH="1">
            <a:off x="838200" y="3122613"/>
            <a:ext cx="304800" cy="304800"/>
          </a:xfrm>
          <a:prstGeom prst="curvedConnector3">
            <a:avLst>
              <a:gd name="adj1" fmla="val 50000"/>
            </a:avLst>
          </a:prstGeom>
          <a:ln w="28575" cap="flat" cmpd="sng">
            <a:solidFill>
              <a:srgbClr val="FF0000"/>
            </a:solidFill>
            <a:prstDash val="sysDot"/>
            <a:headEnd type="none" w="med" len="med"/>
            <a:tailEnd type="triangle" w="med" len="med"/>
          </a:ln>
        </p:spPr>
      </p:cxnSp>
      <p:sp>
        <p:nvSpPr>
          <p:cNvPr id="67600" name="Text Box 65"/>
          <p:cNvSpPr txBox="1"/>
          <p:nvPr/>
        </p:nvSpPr>
        <p:spPr>
          <a:xfrm>
            <a:off x="246063" y="2767013"/>
            <a:ext cx="798512" cy="457200"/>
          </a:xfrm>
          <a:prstGeom prst="rect">
            <a:avLst/>
          </a:prstGeom>
          <a:noFill/>
          <a:ln w="9525">
            <a:noFill/>
          </a:ln>
        </p:spPr>
        <p:txBody>
          <a:bodyPr wrap="none">
            <a:spAutoFit/>
          </a:bodyPr>
          <a:p>
            <a:r>
              <a:rPr lang="zh-CN" altLang="en-US" sz="2400" dirty="0">
                <a:solidFill>
                  <a:srgbClr val="FF0000"/>
                </a:solidFill>
                <a:latin typeface="Times New Roman" panose="02020603050405020304" pitchFamily="18" charset="0"/>
                <a:ea typeface="黑体" panose="02010609060101010101" pitchFamily="49" charset="-122"/>
              </a:rPr>
              <a:t>页面</a:t>
            </a:r>
            <a:endParaRPr lang="zh-CN" altLang="en-US" sz="2400" dirty="0">
              <a:solidFill>
                <a:srgbClr val="FF0000"/>
              </a:solidFill>
              <a:latin typeface="Times New Roman" panose="02020603050405020304" pitchFamily="18" charset="0"/>
              <a:ea typeface="黑体" panose="02010609060101010101" pitchFamily="49" charset="-122"/>
            </a:endParaRPr>
          </a:p>
        </p:txBody>
      </p:sp>
      <p:grpSp>
        <p:nvGrpSpPr>
          <p:cNvPr id="67601" name="Group 66"/>
          <p:cNvGrpSpPr/>
          <p:nvPr/>
        </p:nvGrpSpPr>
        <p:grpSpPr>
          <a:xfrm>
            <a:off x="7586663" y="1905000"/>
            <a:ext cx="1330325" cy="760413"/>
            <a:chOff x="0" y="0"/>
            <a:chExt cx="838" cy="480"/>
          </a:xfrm>
        </p:grpSpPr>
        <p:cxnSp>
          <p:nvCxnSpPr>
            <p:cNvPr id="67662" name="AutoShape 67"/>
            <p:cNvCxnSpPr/>
            <p:nvPr/>
          </p:nvCxnSpPr>
          <p:spPr>
            <a:xfrm rot="-10800000" flipV="1">
              <a:off x="17" y="144"/>
              <a:ext cx="384" cy="144"/>
            </a:xfrm>
            <a:prstGeom prst="curvedConnector3">
              <a:avLst>
                <a:gd name="adj1" fmla="val 50000"/>
              </a:avLst>
            </a:prstGeom>
            <a:ln w="28575" cap="flat" cmpd="sng">
              <a:solidFill>
                <a:srgbClr val="FF0000"/>
              </a:solidFill>
              <a:prstDash val="sysDot"/>
              <a:headEnd type="none" w="med" len="med"/>
              <a:tailEnd type="triangle" w="med" len="med"/>
            </a:ln>
          </p:spPr>
        </p:cxnSp>
        <p:cxnSp>
          <p:nvCxnSpPr>
            <p:cNvPr id="67663" name="AutoShape 68"/>
            <p:cNvCxnSpPr/>
            <p:nvPr/>
          </p:nvCxnSpPr>
          <p:spPr>
            <a:xfrm rot="-10800000" flipV="1">
              <a:off x="0" y="192"/>
              <a:ext cx="384" cy="288"/>
            </a:xfrm>
            <a:prstGeom prst="curvedConnector3">
              <a:avLst>
                <a:gd name="adj1" fmla="val 50000"/>
              </a:avLst>
            </a:prstGeom>
            <a:ln w="28575" cap="flat" cmpd="sng">
              <a:solidFill>
                <a:srgbClr val="FF0000"/>
              </a:solidFill>
              <a:prstDash val="sysDot"/>
              <a:headEnd type="none" w="med" len="med"/>
              <a:tailEnd type="triangle" w="med" len="med"/>
            </a:ln>
          </p:spPr>
        </p:cxnSp>
        <p:sp>
          <p:nvSpPr>
            <p:cNvPr id="67664" name="Text Box 69"/>
            <p:cNvSpPr txBox="1"/>
            <p:nvPr/>
          </p:nvSpPr>
          <p:spPr>
            <a:xfrm>
              <a:off x="336" y="0"/>
              <a:ext cx="502" cy="288"/>
            </a:xfrm>
            <a:prstGeom prst="rect">
              <a:avLst/>
            </a:prstGeom>
            <a:noFill/>
            <a:ln w="9525">
              <a:noFill/>
            </a:ln>
          </p:spPr>
          <p:txBody>
            <a:bodyPr wrap="none">
              <a:spAutoFit/>
            </a:bodyPr>
            <a:p>
              <a:r>
                <a:rPr lang="zh-CN" altLang="en-US" sz="2400" dirty="0">
                  <a:solidFill>
                    <a:srgbClr val="FF0000"/>
                  </a:solidFill>
                  <a:latin typeface="Times New Roman" panose="02020603050405020304" pitchFamily="18" charset="0"/>
                  <a:ea typeface="黑体" panose="02010609060101010101" pitchFamily="49" charset="-122"/>
                </a:rPr>
                <a:t>页框</a:t>
              </a:r>
              <a:endParaRPr lang="zh-CN" altLang="en-US" sz="2400" dirty="0">
                <a:solidFill>
                  <a:srgbClr val="FF0000"/>
                </a:solidFill>
                <a:latin typeface="Times New Roman" panose="02020603050405020304" pitchFamily="18" charset="0"/>
                <a:ea typeface="黑体" panose="02010609060101010101" pitchFamily="49" charset="-122"/>
              </a:endParaRPr>
            </a:p>
          </p:txBody>
        </p:sp>
      </p:grpSp>
      <p:graphicFrame>
        <p:nvGraphicFramePr>
          <p:cNvPr id="76870" name="Group 70"/>
          <p:cNvGraphicFramePr>
            <a:graphicFrameLocks noGrp="1"/>
          </p:cNvGraphicFramePr>
          <p:nvPr>
            <p:ph sz="quarter" idx="1"/>
          </p:nvPr>
        </p:nvGraphicFramePr>
        <p:xfrm>
          <a:off x="7739063" y="1752600"/>
          <a:ext cx="457200" cy="4637088"/>
        </p:xfrm>
        <a:graphic>
          <a:graphicData uri="http://schemas.openxmlformats.org/drawingml/2006/table">
            <a:tbl>
              <a:tblPr/>
              <a:tblGrid>
                <a:gridCol w="457200"/>
              </a:tblGrid>
              <a:tr h="304800">
                <a:tc>
                  <a:txBody>
                    <a:bodyPr/>
                    <a:lstStyle/>
                    <a:p>
                      <a:pPr marL="0" marR="0" lvl="0" indent="0" algn="l" defTabSz="914400" rtl="0" eaLnBrk="0" fontAlgn="base" latinLnBrk="0" hangingPunct="0">
                        <a:lnSpc>
                          <a:spcPct val="100000"/>
                        </a:lnSpc>
                        <a:spcBef>
                          <a:spcPct val="0"/>
                        </a:spcBef>
                        <a:spcAft>
                          <a:spcPct val="0"/>
                        </a:spcAft>
                        <a:buClr>
                          <a:schemeClr val="hlink"/>
                        </a:buClr>
                        <a:buSzTx/>
                        <a:buFont typeface="Wingdings" panose="05000000000000000000" pitchFamily="2" charset="2"/>
                        <a:buNone/>
                      </a:pPr>
                      <a:r>
                        <a:rPr kumimoji="0" lang="en-US" sz="1400" b="1" i="0" u="none" strike="noStrike" cap="none" normalizeH="0" baseline="0" smtClean="0">
                          <a:ln>
                            <a:noFill/>
                          </a:ln>
                          <a:solidFill>
                            <a:srgbClr val="0033CC"/>
                          </a:solidFill>
                          <a:effectLst/>
                          <a:latin typeface="Times New Roman" panose="02020603050405020304" pitchFamily="18" charset="0"/>
                          <a:ea typeface="黑体" panose="02010609060101010101" pitchFamily="49" charset="-122"/>
                        </a:rPr>
                        <a:t>0</a:t>
                      </a:r>
                      <a:endParaRPr kumimoji="0" lang="en-US" sz="1400" b="1" i="0" u="none" strike="noStrike" cap="none" normalizeH="0" baseline="0" smtClean="0">
                        <a:ln>
                          <a:noFill/>
                        </a:ln>
                        <a:solidFill>
                          <a:srgbClr val="0033CC"/>
                        </a:solidFill>
                        <a:effectLst/>
                        <a:latin typeface="Times New Roman" panose="02020603050405020304" pitchFamily="18" charset="0"/>
                        <a:ea typeface="黑体" panose="02010609060101010101" pitchFamily="49" charset="-122"/>
                      </a:endParaRPr>
                    </a:p>
                  </a:txBody>
                  <a:tcPr horzOverflow="overflow">
                    <a:lnL cap="flat">
                      <a:noFill/>
                    </a:lnL>
                    <a:lnR cap="flat">
                      <a:noFill/>
                    </a:lnR>
                    <a:lnT cap="flat">
                      <a:noFill/>
                    </a:lnT>
                    <a:lnB>
                      <a:noFill/>
                    </a:lnB>
                    <a:lnTlToBr>
                      <a:noFill/>
                    </a:lnTlToBr>
                    <a:lnBlToTr>
                      <a:noFill/>
                    </a:lnBlToTr>
                    <a:noFill/>
                  </a:tcPr>
                </a:tc>
              </a:tr>
              <a:tr h="309563">
                <a:tc>
                  <a:txBody>
                    <a:bodyPr/>
                    <a:lstStyle/>
                    <a:p>
                      <a:pPr marL="0" marR="0" lvl="0" indent="0" algn="l" defTabSz="914400" rtl="0" eaLnBrk="0" fontAlgn="base" latinLnBrk="0" hangingPunct="0">
                        <a:lnSpc>
                          <a:spcPct val="100000"/>
                        </a:lnSpc>
                        <a:spcBef>
                          <a:spcPct val="0"/>
                        </a:spcBef>
                        <a:spcAft>
                          <a:spcPct val="0"/>
                        </a:spcAft>
                        <a:buClr>
                          <a:schemeClr val="hlink"/>
                        </a:buClr>
                        <a:buSzTx/>
                        <a:buFont typeface="Wingdings" panose="05000000000000000000" pitchFamily="2" charset="2"/>
                        <a:buNone/>
                      </a:pPr>
                      <a:r>
                        <a:rPr kumimoji="0" lang="en-US" sz="1400" b="1" i="0" u="none" strike="noStrike" cap="none" normalizeH="0" baseline="0" smtClean="0">
                          <a:ln>
                            <a:noFill/>
                          </a:ln>
                          <a:solidFill>
                            <a:srgbClr val="0033CC"/>
                          </a:solidFill>
                          <a:effectLst/>
                          <a:latin typeface="Times New Roman" panose="02020603050405020304" pitchFamily="18" charset="0"/>
                          <a:ea typeface="黑体" panose="02010609060101010101" pitchFamily="49" charset="-122"/>
                        </a:rPr>
                        <a:t>1</a:t>
                      </a:r>
                      <a:endParaRPr kumimoji="0" lang="en-US" sz="1400" b="1" i="0" u="none" strike="noStrike" cap="none" normalizeH="0" baseline="0" smtClean="0">
                        <a:ln>
                          <a:noFill/>
                        </a:ln>
                        <a:solidFill>
                          <a:srgbClr val="0033CC"/>
                        </a:solidFill>
                        <a:effectLst/>
                        <a:latin typeface="Times New Roman" panose="02020603050405020304" pitchFamily="18" charset="0"/>
                        <a:ea typeface="黑体" panose="02010609060101010101" pitchFamily="49" charset="-122"/>
                      </a:endParaRPr>
                    </a:p>
                  </a:txBody>
                  <a:tcPr horzOverflow="overflow">
                    <a:lnL cap="flat">
                      <a:noFill/>
                    </a:lnL>
                    <a:lnR cap="flat">
                      <a:noFill/>
                    </a:lnR>
                    <a:lnT>
                      <a:noFill/>
                    </a:lnT>
                    <a:lnB>
                      <a:noFill/>
                    </a:lnB>
                    <a:lnTlToBr>
                      <a:noFill/>
                    </a:lnTlToBr>
                    <a:lnBlToTr>
                      <a:noFill/>
                    </a:lnBlToTr>
                    <a:noFill/>
                  </a:tcPr>
                </a:tc>
              </a:tr>
              <a:tr h="304800">
                <a:tc>
                  <a:txBody>
                    <a:bodyPr/>
                    <a:lstStyle/>
                    <a:p>
                      <a:pPr marL="0" marR="0" lvl="0" indent="0" algn="l" defTabSz="914400" rtl="0" eaLnBrk="0" fontAlgn="base" latinLnBrk="0" hangingPunct="0">
                        <a:lnSpc>
                          <a:spcPct val="100000"/>
                        </a:lnSpc>
                        <a:spcBef>
                          <a:spcPct val="0"/>
                        </a:spcBef>
                        <a:spcAft>
                          <a:spcPct val="0"/>
                        </a:spcAft>
                        <a:buClr>
                          <a:schemeClr val="hlink"/>
                        </a:buClr>
                        <a:buSzTx/>
                        <a:buFont typeface="Wingdings" panose="05000000000000000000" pitchFamily="2" charset="2"/>
                        <a:buNone/>
                      </a:pPr>
                      <a:r>
                        <a:rPr kumimoji="0" lang="en-US" sz="1400" b="1" i="0" u="none" strike="noStrike" cap="none" normalizeH="0" baseline="0" smtClean="0">
                          <a:ln>
                            <a:noFill/>
                          </a:ln>
                          <a:solidFill>
                            <a:srgbClr val="0033CC"/>
                          </a:solidFill>
                          <a:effectLst/>
                          <a:latin typeface="Times New Roman" panose="02020603050405020304" pitchFamily="18" charset="0"/>
                          <a:ea typeface="黑体" panose="02010609060101010101" pitchFamily="49" charset="-122"/>
                        </a:rPr>
                        <a:t>2</a:t>
                      </a:r>
                      <a:endParaRPr kumimoji="0" lang="en-US" sz="1400" b="1" i="0" u="none" strike="noStrike" cap="none" normalizeH="0" baseline="0" smtClean="0">
                        <a:ln>
                          <a:noFill/>
                        </a:ln>
                        <a:solidFill>
                          <a:srgbClr val="0033CC"/>
                        </a:solidFill>
                        <a:effectLst/>
                        <a:latin typeface="Times New Roman" panose="02020603050405020304" pitchFamily="18" charset="0"/>
                        <a:ea typeface="黑体" panose="02010609060101010101" pitchFamily="49" charset="-122"/>
                      </a:endParaRPr>
                    </a:p>
                  </a:txBody>
                  <a:tcPr horzOverflow="overflow">
                    <a:lnL cap="flat">
                      <a:noFill/>
                    </a:lnL>
                    <a:lnR cap="flat">
                      <a:noFill/>
                    </a:lnR>
                    <a:lnT>
                      <a:noFill/>
                    </a:lnT>
                    <a:lnB>
                      <a:noFill/>
                    </a:lnB>
                    <a:lnTlToBr>
                      <a:noFill/>
                    </a:lnTlToBr>
                    <a:lnBlToTr>
                      <a:noFill/>
                    </a:lnBlToTr>
                    <a:noFill/>
                  </a:tcPr>
                </a:tc>
              </a:tr>
              <a:tr h="309563">
                <a:tc>
                  <a:txBody>
                    <a:bodyPr/>
                    <a:lstStyle/>
                    <a:p>
                      <a:pPr marL="0" marR="0" lvl="0" indent="0" algn="l" defTabSz="914400" rtl="0" eaLnBrk="0" fontAlgn="base" latinLnBrk="0" hangingPunct="0">
                        <a:lnSpc>
                          <a:spcPct val="100000"/>
                        </a:lnSpc>
                        <a:spcBef>
                          <a:spcPct val="0"/>
                        </a:spcBef>
                        <a:spcAft>
                          <a:spcPct val="0"/>
                        </a:spcAft>
                        <a:buClr>
                          <a:schemeClr val="hlink"/>
                        </a:buClr>
                        <a:buSzTx/>
                        <a:buFont typeface="Wingdings" panose="05000000000000000000" pitchFamily="2" charset="2"/>
                        <a:buNone/>
                      </a:pPr>
                      <a:r>
                        <a:rPr kumimoji="0" lang="en-US" sz="1400" b="1" i="0" u="none" strike="noStrike" cap="none" normalizeH="0" baseline="0" smtClean="0">
                          <a:ln>
                            <a:noFill/>
                          </a:ln>
                          <a:solidFill>
                            <a:srgbClr val="0033CC"/>
                          </a:solidFill>
                          <a:effectLst/>
                          <a:latin typeface="Times New Roman" panose="02020603050405020304" pitchFamily="18" charset="0"/>
                          <a:ea typeface="黑体" panose="02010609060101010101" pitchFamily="49" charset="-122"/>
                        </a:rPr>
                        <a:t>3</a:t>
                      </a:r>
                      <a:endParaRPr kumimoji="0" lang="en-US" sz="1400" b="1" i="0" u="none" strike="noStrike" cap="none" normalizeH="0" baseline="0" smtClean="0">
                        <a:ln>
                          <a:noFill/>
                        </a:ln>
                        <a:solidFill>
                          <a:srgbClr val="0033CC"/>
                        </a:solidFill>
                        <a:effectLst/>
                        <a:latin typeface="Times New Roman" panose="02020603050405020304" pitchFamily="18" charset="0"/>
                        <a:ea typeface="黑体" panose="02010609060101010101" pitchFamily="49" charset="-122"/>
                      </a:endParaRPr>
                    </a:p>
                  </a:txBody>
                  <a:tcPr horzOverflow="overflow">
                    <a:lnL cap="flat">
                      <a:noFill/>
                    </a:lnL>
                    <a:lnR cap="flat">
                      <a:noFill/>
                    </a:lnR>
                    <a:lnT>
                      <a:noFill/>
                    </a:lnT>
                    <a:lnB>
                      <a:noFill/>
                    </a:lnB>
                    <a:lnTlToBr>
                      <a:noFill/>
                    </a:lnTlToBr>
                    <a:lnBlToTr>
                      <a:noFill/>
                    </a:lnBlToTr>
                    <a:noFill/>
                  </a:tcPr>
                </a:tc>
              </a:tr>
              <a:tr h="309563">
                <a:tc>
                  <a:txBody>
                    <a:bodyPr/>
                    <a:lstStyle/>
                    <a:p>
                      <a:pPr marL="0" marR="0" lvl="0" indent="0" algn="l" defTabSz="914400" rtl="0" eaLnBrk="0" fontAlgn="base" latinLnBrk="0" hangingPunct="0">
                        <a:lnSpc>
                          <a:spcPct val="100000"/>
                        </a:lnSpc>
                        <a:spcBef>
                          <a:spcPct val="0"/>
                        </a:spcBef>
                        <a:spcAft>
                          <a:spcPct val="0"/>
                        </a:spcAft>
                        <a:buClr>
                          <a:schemeClr val="hlink"/>
                        </a:buClr>
                        <a:buSzTx/>
                        <a:buFont typeface="Wingdings" panose="05000000000000000000" pitchFamily="2" charset="2"/>
                        <a:buNone/>
                      </a:pPr>
                      <a:r>
                        <a:rPr kumimoji="0" lang="en-US" sz="1400" b="1" i="0" u="none" strike="noStrike" cap="none" normalizeH="0" baseline="0" smtClean="0">
                          <a:ln>
                            <a:noFill/>
                          </a:ln>
                          <a:solidFill>
                            <a:srgbClr val="0033CC"/>
                          </a:solidFill>
                          <a:effectLst/>
                          <a:latin typeface="Times New Roman" panose="02020603050405020304" pitchFamily="18" charset="0"/>
                          <a:ea typeface="黑体" panose="02010609060101010101" pitchFamily="49" charset="-122"/>
                        </a:rPr>
                        <a:t>4</a:t>
                      </a:r>
                      <a:endParaRPr kumimoji="0" lang="en-US" sz="1400" b="1" i="0" u="none" strike="noStrike" cap="none" normalizeH="0" baseline="0" smtClean="0">
                        <a:ln>
                          <a:noFill/>
                        </a:ln>
                        <a:solidFill>
                          <a:srgbClr val="0033CC"/>
                        </a:solidFill>
                        <a:effectLst/>
                        <a:latin typeface="Times New Roman" panose="02020603050405020304" pitchFamily="18" charset="0"/>
                        <a:ea typeface="黑体" panose="02010609060101010101" pitchFamily="49" charset="-122"/>
                      </a:endParaRPr>
                    </a:p>
                  </a:txBody>
                  <a:tcPr horzOverflow="overflow">
                    <a:lnL cap="flat">
                      <a:noFill/>
                    </a:lnL>
                    <a:lnR cap="flat">
                      <a:noFill/>
                    </a:lnR>
                    <a:lnT>
                      <a:noFill/>
                    </a:lnT>
                    <a:lnB>
                      <a:noFill/>
                    </a:lnB>
                    <a:lnTlToBr>
                      <a:noFill/>
                    </a:lnTlToBr>
                    <a:lnBlToTr>
                      <a:noFill/>
                    </a:lnBlToTr>
                    <a:noFill/>
                  </a:tcPr>
                </a:tc>
              </a:tr>
              <a:tr h="309563">
                <a:tc>
                  <a:txBody>
                    <a:bodyPr/>
                    <a:lstStyle/>
                    <a:p>
                      <a:pPr marL="0" marR="0" lvl="0" indent="0" algn="l" defTabSz="914400" rtl="0" eaLnBrk="0" fontAlgn="base" latinLnBrk="0" hangingPunct="0">
                        <a:lnSpc>
                          <a:spcPct val="100000"/>
                        </a:lnSpc>
                        <a:spcBef>
                          <a:spcPct val="0"/>
                        </a:spcBef>
                        <a:spcAft>
                          <a:spcPct val="0"/>
                        </a:spcAft>
                        <a:buClr>
                          <a:schemeClr val="hlink"/>
                        </a:buClr>
                        <a:buSzTx/>
                        <a:buFont typeface="Wingdings" panose="05000000000000000000" pitchFamily="2" charset="2"/>
                        <a:buNone/>
                      </a:pPr>
                      <a:r>
                        <a:rPr kumimoji="0" lang="en-US" sz="1400" b="1" i="0" u="none" strike="noStrike" cap="none" normalizeH="0" baseline="0" smtClean="0">
                          <a:ln>
                            <a:noFill/>
                          </a:ln>
                          <a:solidFill>
                            <a:srgbClr val="0033CC"/>
                          </a:solidFill>
                          <a:effectLst/>
                          <a:latin typeface="Times New Roman" panose="02020603050405020304" pitchFamily="18" charset="0"/>
                          <a:ea typeface="黑体" panose="02010609060101010101" pitchFamily="49" charset="-122"/>
                        </a:rPr>
                        <a:t>5</a:t>
                      </a:r>
                      <a:endParaRPr kumimoji="0" lang="en-US" sz="1400" b="1" i="0" u="none" strike="noStrike" cap="none" normalizeH="0" baseline="0" smtClean="0">
                        <a:ln>
                          <a:noFill/>
                        </a:ln>
                        <a:solidFill>
                          <a:srgbClr val="0033CC"/>
                        </a:solidFill>
                        <a:effectLst/>
                        <a:latin typeface="Times New Roman" panose="02020603050405020304" pitchFamily="18" charset="0"/>
                        <a:ea typeface="黑体" panose="02010609060101010101" pitchFamily="49" charset="-122"/>
                      </a:endParaRPr>
                    </a:p>
                  </a:txBody>
                  <a:tcPr horzOverflow="overflow">
                    <a:lnL cap="flat">
                      <a:noFill/>
                    </a:lnL>
                    <a:lnR cap="flat">
                      <a:noFill/>
                    </a:lnR>
                    <a:lnT>
                      <a:noFill/>
                    </a:lnT>
                    <a:lnB>
                      <a:noFill/>
                    </a:lnB>
                    <a:lnTlToBr>
                      <a:noFill/>
                    </a:lnTlToBr>
                    <a:lnBlToTr>
                      <a:noFill/>
                    </a:lnBlToTr>
                    <a:noFill/>
                  </a:tcPr>
                </a:tc>
              </a:tr>
              <a:tr h="309563">
                <a:tc>
                  <a:txBody>
                    <a:bodyPr/>
                    <a:lstStyle/>
                    <a:p>
                      <a:pPr marL="0" marR="0" lvl="0" indent="0" algn="l" defTabSz="914400" rtl="0" eaLnBrk="0" fontAlgn="base" latinLnBrk="0" hangingPunct="0">
                        <a:lnSpc>
                          <a:spcPct val="100000"/>
                        </a:lnSpc>
                        <a:spcBef>
                          <a:spcPct val="0"/>
                        </a:spcBef>
                        <a:spcAft>
                          <a:spcPct val="0"/>
                        </a:spcAft>
                        <a:buClr>
                          <a:schemeClr val="hlink"/>
                        </a:buClr>
                        <a:buSzTx/>
                        <a:buFont typeface="Wingdings" panose="05000000000000000000" pitchFamily="2" charset="2"/>
                        <a:buNone/>
                      </a:pPr>
                      <a:r>
                        <a:rPr kumimoji="0" lang="en-US" sz="1400" b="1" i="0" u="none" strike="noStrike" cap="none" normalizeH="0" baseline="0" smtClean="0">
                          <a:ln>
                            <a:noFill/>
                          </a:ln>
                          <a:solidFill>
                            <a:srgbClr val="0033CC"/>
                          </a:solidFill>
                          <a:effectLst/>
                          <a:latin typeface="Times New Roman" panose="02020603050405020304" pitchFamily="18" charset="0"/>
                          <a:ea typeface="黑体" panose="02010609060101010101" pitchFamily="49" charset="-122"/>
                        </a:rPr>
                        <a:t>6</a:t>
                      </a:r>
                      <a:endParaRPr kumimoji="0" lang="en-US" sz="1400" b="1" i="0" u="none" strike="noStrike" cap="none" normalizeH="0" baseline="0" smtClean="0">
                        <a:ln>
                          <a:noFill/>
                        </a:ln>
                        <a:solidFill>
                          <a:srgbClr val="0033CC"/>
                        </a:solidFill>
                        <a:effectLst/>
                        <a:latin typeface="Times New Roman" panose="02020603050405020304" pitchFamily="18" charset="0"/>
                        <a:ea typeface="黑体" panose="02010609060101010101" pitchFamily="49" charset="-122"/>
                      </a:endParaRPr>
                    </a:p>
                  </a:txBody>
                  <a:tcPr horzOverflow="overflow">
                    <a:lnL cap="flat">
                      <a:noFill/>
                    </a:lnL>
                    <a:lnR cap="flat">
                      <a:noFill/>
                    </a:lnR>
                    <a:lnT>
                      <a:noFill/>
                    </a:lnT>
                    <a:lnB>
                      <a:noFill/>
                    </a:lnB>
                    <a:lnTlToBr>
                      <a:noFill/>
                    </a:lnTlToBr>
                    <a:lnBlToTr>
                      <a:noFill/>
                    </a:lnBlToTr>
                    <a:noFill/>
                  </a:tcPr>
                </a:tc>
              </a:tr>
              <a:tr h="311150">
                <a:tc>
                  <a:txBody>
                    <a:bodyPr/>
                    <a:lstStyle/>
                    <a:p>
                      <a:pPr marL="0" marR="0" lvl="0" indent="0" algn="l" defTabSz="914400" rtl="0" eaLnBrk="0" fontAlgn="base" latinLnBrk="0" hangingPunct="0">
                        <a:lnSpc>
                          <a:spcPct val="100000"/>
                        </a:lnSpc>
                        <a:spcBef>
                          <a:spcPct val="0"/>
                        </a:spcBef>
                        <a:spcAft>
                          <a:spcPct val="0"/>
                        </a:spcAft>
                        <a:buClr>
                          <a:schemeClr val="hlink"/>
                        </a:buClr>
                        <a:buSzTx/>
                        <a:buFont typeface="Wingdings" panose="05000000000000000000" pitchFamily="2" charset="2"/>
                        <a:buNone/>
                      </a:pPr>
                      <a:r>
                        <a:rPr kumimoji="0" lang="en-US" sz="1400" b="1" i="0" u="none" strike="noStrike" cap="none" normalizeH="0" baseline="0" smtClean="0">
                          <a:ln>
                            <a:noFill/>
                          </a:ln>
                          <a:solidFill>
                            <a:srgbClr val="0033CC"/>
                          </a:solidFill>
                          <a:effectLst/>
                          <a:latin typeface="Times New Roman" panose="02020603050405020304" pitchFamily="18" charset="0"/>
                          <a:ea typeface="黑体" panose="02010609060101010101" pitchFamily="49" charset="-122"/>
                        </a:rPr>
                        <a:t>7</a:t>
                      </a:r>
                      <a:endParaRPr kumimoji="0" lang="en-US" sz="1400" b="1" i="0" u="none" strike="noStrike" cap="none" normalizeH="0" baseline="0" smtClean="0">
                        <a:ln>
                          <a:noFill/>
                        </a:ln>
                        <a:solidFill>
                          <a:srgbClr val="0033CC"/>
                        </a:solidFill>
                        <a:effectLst/>
                        <a:latin typeface="Times New Roman" panose="02020603050405020304" pitchFamily="18" charset="0"/>
                        <a:ea typeface="黑体" panose="02010609060101010101" pitchFamily="49" charset="-122"/>
                      </a:endParaRPr>
                    </a:p>
                  </a:txBody>
                  <a:tcPr horzOverflow="overflow">
                    <a:lnL cap="flat">
                      <a:noFill/>
                    </a:lnL>
                    <a:lnR cap="flat">
                      <a:noFill/>
                    </a:lnR>
                    <a:lnT>
                      <a:noFill/>
                    </a:lnT>
                    <a:lnB>
                      <a:noFill/>
                    </a:lnB>
                    <a:lnTlToBr>
                      <a:noFill/>
                    </a:lnTlToBr>
                    <a:lnBlToTr>
                      <a:noFill/>
                    </a:lnBlToTr>
                    <a:noFill/>
                  </a:tcPr>
                </a:tc>
              </a:tr>
              <a:tr h="309563">
                <a:tc>
                  <a:txBody>
                    <a:bodyPr/>
                    <a:lstStyle/>
                    <a:p>
                      <a:pPr marL="0" marR="0" lvl="0" indent="0" algn="l" defTabSz="914400" rtl="0" eaLnBrk="0" fontAlgn="base" latinLnBrk="0" hangingPunct="0">
                        <a:lnSpc>
                          <a:spcPct val="100000"/>
                        </a:lnSpc>
                        <a:spcBef>
                          <a:spcPct val="0"/>
                        </a:spcBef>
                        <a:spcAft>
                          <a:spcPct val="0"/>
                        </a:spcAft>
                        <a:buClr>
                          <a:schemeClr val="hlink"/>
                        </a:buClr>
                        <a:buSzTx/>
                        <a:buFont typeface="Wingdings" panose="05000000000000000000" pitchFamily="2" charset="2"/>
                        <a:buNone/>
                      </a:pPr>
                      <a:r>
                        <a:rPr kumimoji="0" lang="en-US" sz="1400" b="1" i="0" u="none" strike="noStrike" cap="none" normalizeH="0" baseline="0" smtClean="0">
                          <a:ln>
                            <a:noFill/>
                          </a:ln>
                          <a:solidFill>
                            <a:srgbClr val="0033CC"/>
                          </a:solidFill>
                          <a:effectLst/>
                          <a:latin typeface="Times New Roman" panose="02020603050405020304" pitchFamily="18" charset="0"/>
                          <a:ea typeface="黑体" panose="02010609060101010101" pitchFamily="49" charset="-122"/>
                        </a:rPr>
                        <a:t>8</a:t>
                      </a:r>
                      <a:endParaRPr kumimoji="0" lang="en-US" sz="1400" b="1" i="0" u="none" strike="noStrike" cap="none" normalizeH="0" baseline="0" smtClean="0">
                        <a:ln>
                          <a:noFill/>
                        </a:ln>
                        <a:solidFill>
                          <a:srgbClr val="0033CC"/>
                        </a:solidFill>
                        <a:effectLst/>
                        <a:latin typeface="Times New Roman" panose="02020603050405020304" pitchFamily="18" charset="0"/>
                        <a:ea typeface="黑体" panose="02010609060101010101" pitchFamily="49" charset="-122"/>
                      </a:endParaRPr>
                    </a:p>
                  </a:txBody>
                  <a:tcPr horzOverflow="overflow">
                    <a:lnL cap="flat">
                      <a:noFill/>
                    </a:lnL>
                    <a:lnR cap="flat">
                      <a:noFill/>
                    </a:lnR>
                    <a:lnT>
                      <a:noFill/>
                    </a:lnT>
                    <a:lnB>
                      <a:noFill/>
                    </a:lnB>
                    <a:lnTlToBr>
                      <a:noFill/>
                    </a:lnTlToBr>
                    <a:lnBlToTr>
                      <a:noFill/>
                    </a:lnBlToTr>
                    <a:noFill/>
                  </a:tcPr>
                </a:tc>
              </a:tr>
              <a:tr h="309563">
                <a:tc>
                  <a:txBody>
                    <a:bodyPr/>
                    <a:lstStyle/>
                    <a:p>
                      <a:pPr marL="0" marR="0" lvl="0" indent="0" algn="l" defTabSz="914400" rtl="0" eaLnBrk="0" fontAlgn="base" latinLnBrk="0" hangingPunct="0">
                        <a:lnSpc>
                          <a:spcPct val="100000"/>
                        </a:lnSpc>
                        <a:spcBef>
                          <a:spcPct val="0"/>
                        </a:spcBef>
                        <a:spcAft>
                          <a:spcPct val="0"/>
                        </a:spcAft>
                        <a:buClr>
                          <a:schemeClr val="hlink"/>
                        </a:buClr>
                        <a:buSzTx/>
                        <a:buFont typeface="Wingdings" panose="05000000000000000000" pitchFamily="2" charset="2"/>
                        <a:buNone/>
                      </a:pPr>
                      <a:r>
                        <a:rPr kumimoji="0" lang="en-US" sz="1400" b="1" i="0" u="none" strike="noStrike" cap="none" normalizeH="0" baseline="0" smtClean="0">
                          <a:ln>
                            <a:noFill/>
                          </a:ln>
                          <a:solidFill>
                            <a:srgbClr val="0033CC"/>
                          </a:solidFill>
                          <a:effectLst/>
                          <a:latin typeface="Times New Roman" panose="02020603050405020304" pitchFamily="18" charset="0"/>
                          <a:ea typeface="黑体" panose="02010609060101010101" pitchFamily="49" charset="-122"/>
                        </a:rPr>
                        <a:t>9</a:t>
                      </a:r>
                      <a:endParaRPr kumimoji="0" lang="en-US" sz="1400" b="1" i="0" u="none" strike="noStrike" cap="none" normalizeH="0" baseline="0" smtClean="0">
                        <a:ln>
                          <a:noFill/>
                        </a:ln>
                        <a:solidFill>
                          <a:srgbClr val="0033CC"/>
                        </a:solidFill>
                        <a:effectLst/>
                        <a:latin typeface="Times New Roman" panose="02020603050405020304" pitchFamily="18" charset="0"/>
                        <a:ea typeface="黑体" panose="02010609060101010101" pitchFamily="49" charset="-122"/>
                      </a:endParaRPr>
                    </a:p>
                  </a:txBody>
                  <a:tcPr horzOverflow="overflow">
                    <a:lnL cap="flat">
                      <a:noFill/>
                    </a:lnL>
                    <a:lnR cap="flat">
                      <a:noFill/>
                    </a:lnR>
                    <a:lnT>
                      <a:noFill/>
                    </a:lnT>
                    <a:lnB>
                      <a:noFill/>
                    </a:lnB>
                    <a:lnTlToBr>
                      <a:noFill/>
                    </a:lnTlToBr>
                    <a:lnBlToTr>
                      <a:noFill/>
                    </a:lnBlToTr>
                    <a:noFill/>
                  </a:tcPr>
                </a:tc>
              </a:tr>
              <a:tr h="309563">
                <a:tc>
                  <a:txBody>
                    <a:bodyPr/>
                    <a:lstStyle/>
                    <a:p>
                      <a:pPr marL="0" marR="0" lvl="0" indent="0" algn="l" defTabSz="914400" rtl="0" eaLnBrk="0" fontAlgn="base" latinLnBrk="0" hangingPunct="0">
                        <a:lnSpc>
                          <a:spcPct val="100000"/>
                        </a:lnSpc>
                        <a:spcBef>
                          <a:spcPct val="0"/>
                        </a:spcBef>
                        <a:spcAft>
                          <a:spcPct val="0"/>
                        </a:spcAft>
                        <a:buClr>
                          <a:schemeClr val="hlink"/>
                        </a:buClr>
                        <a:buSzTx/>
                        <a:buFont typeface="Wingdings" panose="05000000000000000000" pitchFamily="2" charset="2"/>
                        <a:buNone/>
                      </a:pPr>
                      <a:r>
                        <a:rPr kumimoji="0" lang="en-US" sz="1400" b="1" i="0" u="none" strike="noStrike" cap="none" normalizeH="0" baseline="0" smtClean="0">
                          <a:ln>
                            <a:noFill/>
                          </a:ln>
                          <a:solidFill>
                            <a:srgbClr val="0033CC"/>
                          </a:solidFill>
                          <a:effectLst/>
                          <a:latin typeface="Times New Roman" panose="02020603050405020304" pitchFamily="18" charset="0"/>
                          <a:ea typeface="黑体" panose="02010609060101010101" pitchFamily="49" charset="-122"/>
                        </a:rPr>
                        <a:t>10</a:t>
                      </a:r>
                      <a:endParaRPr kumimoji="0" lang="en-US" sz="1400" b="1" i="0" u="none" strike="noStrike" cap="none" normalizeH="0" baseline="0" smtClean="0">
                        <a:ln>
                          <a:noFill/>
                        </a:ln>
                        <a:solidFill>
                          <a:srgbClr val="0033CC"/>
                        </a:solidFill>
                        <a:effectLst/>
                        <a:latin typeface="Times New Roman" panose="02020603050405020304" pitchFamily="18" charset="0"/>
                        <a:ea typeface="黑体" panose="02010609060101010101" pitchFamily="49" charset="-122"/>
                      </a:endParaRPr>
                    </a:p>
                  </a:txBody>
                  <a:tcPr horzOverflow="overflow">
                    <a:lnL cap="flat">
                      <a:noFill/>
                    </a:lnL>
                    <a:lnR cap="flat">
                      <a:noFill/>
                    </a:lnR>
                    <a:lnT>
                      <a:noFill/>
                    </a:lnT>
                    <a:lnB>
                      <a:noFill/>
                    </a:lnB>
                    <a:lnTlToBr>
                      <a:noFill/>
                    </a:lnTlToBr>
                    <a:lnBlToTr>
                      <a:noFill/>
                    </a:lnBlToTr>
                    <a:noFill/>
                  </a:tcPr>
                </a:tc>
              </a:tr>
              <a:tr h="309563">
                <a:tc>
                  <a:txBody>
                    <a:bodyPr/>
                    <a:lstStyle/>
                    <a:p>
                      <a:pPr marL="0" marR="0" lvl="0" indent="0" algn="l" defTabSz="914400" rtl="0" eaLnBrk="0" fontAlgn="base" latinLnBrk="0" hangingPunct="0">
                        <a:lnSpc>
                          <a:spcPct val="100000"/>
                        </a:lnSpc>
                        <a:spcBef>
                          <a:spcPct val="0"/>
                        </a:spcBef>
                        <a:spcAft>
                          <a:spcPct val="0"/>
                        </a:spcAft>
                        <a:buClr>
                          <a:schemeClr val="hlink"/>
                        </a:buClr>
                        <a:buSzTx/>
                        <a:buFont typeface="Wingdings" panose="05000000000000000000" pitchFamily="2" charset="2"/>
                        <a:buNone/>
                      </a:pPr>
                      <a:r>
                        <a:rPr kumimoji="0" lang="en-US" sz="1400" b="1" i="0" u="none" strike="noStrike" cap="none" normalizeH="0" baseline="0" smtClean="0">
                          <a:ln>
                            <a:noFill/>
                          </a:ln>
                          <a:solidFill>
                            <a:srgbClr val="0033CC"/>
                          </a:solidFill>
                          <a:effectLst/>
                          <a:latin typeface="Times New Roman" panose="02020603050405020304" pitchFamily="18" charset="0"/>
                          <a:ea typeface="黑体" panose="02010609060101010101" pitchFamily="49" charset="-122"/>
                        </a:rPr>
                        <a:t>11</a:t>
                      </a:r>
                      <a:endParaRPr kumimoji="0" lang="en-US" sz="1400" b="1" i="0" u="none" strike="noStrike" cap="none" normalizeH="0" baseline="0" smtClean="0">
                        <a:ln>
                          <a:noFill/>
                        </a:ln>
                        <a:solidFill>
                          <a:srgbClr val="0033CC"/>
                        </a:solidFill>
                        <a:effectLst/>
                        <a:latin typeface="Times New Roman" panose="02020603050405020304" pitchFamily="18" charset="0"/>
                        <a:ea typeface="黑体" panose="02010609060101010101" pitchFamily="49" charset="-122"/>
                      </a:endParaRPr>
                    </a:p>
                  </a:txBody>
                  <a:tcPr horzOverflow="overflow">
                    <a:lnL cap="flat">
                      <a:noFill/>
                    </a:lnL>
                    <a:lnR cap="flat">
                      <a:noFill/>
                    </a:lnR>
                    <a:lnT>
                      <a:noFill/>
                    </a:lnT>
                    <a:lnB>
                      <a:noFill/>
                    </a:lnB>
                    <a:lnTlToBr>
                      <a:noFill/>
                    </a:lnTlToBr>
                    <a:lnBlToTr>
                      <a:noFill/>
                    </a:lnBlToTr>
                    <a:noFill/>
                  </a:tcPr>
                </a:tc>
              </a:tr>
              <a:tr h="311150">
                <a:tc>
                  <a:txBody>
                    <a:bodyPr/>
                    <a:lstStyle/>
                    <a:p>
                      <a:pPr marL="0" marR="0" lvl="0" indent="0" algn="l" defTabSz="914400" rtl="0" eaLnBrk="0" fontAlgn="base" latinLnBrk="0" hangingPunct="0">
                        <a:lnSpc>
                          <a:spcPct val="100000"/>
                        </a:lnSpc>
                        <a:spcBef>
                          <a:spcPct val="0"/>
                        </a:spcBef>
                        <a:spcAft>
                          <a:spcPct val="0"/>
                        </a:spcAft>
                        <a:buClr>
                          <a:schemeClr val="hlink"/>
                        </a:buClr>
                        <a:buSzTx/>
                        <a:buFont typeface="Wingdings" panose="05000000000000000000" pitchFamily="2" charset="2"/>
                        <a:buNone/>
                      </a:pPr>
                      <a:r>
                        <a:rPr kumimoji="0" lang="en-US" sz="1400" b="1" i="0" u="none" strike="noStrike" cap="none" normalizeH="0" baseline="0" smtClean="0">
                          <a:ln>
                            <a:noFill/>
                          </a:ln>
                          <a:solidFill>
                            <a:srgbClr val="0033CC"/>
                          </a:solidFill>
                          <a:effectLst/>
                          <a:latin typeface="Times New Roman" panose="02020603050405020304" pitchFamily="18" charset="0"/>
                          <a:ea typeface="黑体" panose="02010609060101010101" pitchFamily="49" charset="-122"/>
                        </a:rPr>
                        <a:t>12</a:t>
                      </a:r>
                      <a:endParaRPr kumimoji="0" lang="en-US" sz="1400" b="1" i="0" u="none" strike="noStrike" cap="none" normalizeH="0" baseline="0" smtClean="0">
                        <a:ln>
                          <a:noFill/>
                        </a:ln>
                        <a:solidFill>
                          <a:srgbClr val="0033CC"/>
                        </a:solidFill>
                        <a:effectLst/>
                        <a:latin typeface="Times New Roman" panose="02020603050405020304" pitchFamily="18" charset="0"/>
                        <a:ea typeface="黑体" panose="02010609060101010101" pitchFamily="49" charset="-122"/>
                      </a:endParaRPr>
                    </a:p>
                  </a:txBody>
                  <a:tcPr horzOverflow="overflow">
                    <a:lnL cap="flat">
                      <a:noFill/>
                    </a:lnL>
                    <a:lnR cap="flat">
                      <a:noFill/>
                    </a:lnR>
                    <a:lnT>
                      <a:noFill/>
                    </a:lnT>
                    <a:lnB>
                      <a:noFill/>
                    </a:lnB>
                    <a:lnTlToBr>
                      <a:noFill/>
                    </a:lnTlToBr>
                    <a:lnBlToTr>
                      <a:noFill/>
                    </a:lnBlToTr>
                    <a:noFill/>
                  </a:tcPr>
                </a:tc>
              </a:tr>
              <a:tr h="309563">
                <a:tc>
                  <a:txBody>
                    <a:bodyPr/>
                    <a:lstStyle/>
                    <a:p>
                      <a:pPr marL="0" marR="0" lvl="0" indent="0" algn="l" defTabSz="914400" rtl="0" eaLnBrk="0" fontAlgn="base" latinLnBrk="0" hangingPunct="0">
                        <a:lnSpc>
                          <a:spcPct val="100000"/>
                        </a:lnSpc>
                        <a:spcBef>
                          <a:spcPct val="0"/>
                        </a:spcBef>
                        <a:spcAft>
                          <a:spcPct val="0"/>
                        </a:spcAft>
                        <a:buClr>
                          <a:schemeClr val="hlink"/>
                        </a:buClr>
                        <a:buSzTx/>
                        <a:buFont typeface="Wingdings" panose="05000000000000000000" pitchFamily="2" charset="2"/>
                        <a:buNone/>
                      </a:pPr>
                      <a:r>
                        <a:rPr kumimoji="0" lang="en-US" sz="1400" b="1" i="0" u="none" strike="noStrike" cap="none" normalizeH="0" baseline="0" smtClean="0">
                          <a:ln>
                            <a:noFill/>
                          </a:ln>
                          <a:solidFill>
                            <a:srgbClr val="0033CC"/>
                          </a:solidFill>
                          <a:effectLst/>
                          <a:latin typeface="Times New Roman" panose="02020603050405020304" pitchFamily="18" charset="0"/>
                          <a:ea typeface="黑体" panose="02010609060101010101" pitchFamily="49" charset="-122"/>
                        </a:rPr>
                        <a:t>13</a:t>
                      </a:r>
                      <a:endParaRPr kumimoji="0" lang="en-US" sz="1400" b="1" i="0" u="none" strike="noStrike" cap="none" normalizeH="0" baseline="0" smtClean="0">
                        <a:ln>
                          <a:noFill/>
                        </a:ln>
                        <a:solidFill>
                          <a:srgbClr val="0033CC"/>
                        </a:solidFill>
                        <a:effectLst/>
                        <a:latin typeface="Times New Roman" panose="02020603050405020304" pitchFamily="18" charset="0"/>
                        <a:ea typeface="黑体" panose="02010609060101010101" pitchFamily="49" charset="-122"/>
                      </a:endParaRPr>
                    </a:p>
                  </a:txBody>
                  <a:tcPr horzOverflow="overflow">
                    <a:lnL cap="flat">
                      <a:noFill/>
                    </a:lnL>
                    <a:lnR cap="flat">
                      <a:noFill/>
                    </a:lnR>
                    <a:lnT>
                      <a:noFill/>
                    </a:lnT>
                    <a:lnB>
                      <a:noFill/>
                    </a:lnB>
                    <a:lnTlToBr>
                      <a:noFill/>
                    </a:lnTlToBr>
                    <a:lnBlToTr>
                      <a:noFill/>
                    </a:lnBlToTr>
                    <a:noFill/>
                  </a:tcPr>
                </a:tc>
              </a:tr>
              <a:tr h="309563">
                <a:tc>
                  <a:txBody>
                    <a:bodyPr/>
                    <a:lstStyle/>
                    <a:p>
                      <a:pPr marL="0" marR="0" lvl="0" indent="0" algn="l" defTabSz="914400" rtl="0" eaLnBrk="0" fontAlgn="base" latinLnBrk="0" hangingPunct="0">
                        <a:lnSpc>
                          <a:spcPct val="100000"/>
                        </a:lnSpc>
                        <a:spcBef>
                          <a:spcPct val="0"/>
                        </a:spcBef>
                        <a:spcAft>
                          <a:spcPct val="0"/>
                        </a:spcAft>
                        <a:buClr>
                          <a:schemeClr val="hlink"/>
                        </a:buClr>
                        <a:buSzTx/>
                        <a:buFont typeface="Wingdings" panose="05000000000000000000" pitchFamily="2" charset="2"/>
                        <a:buNone/>
                      </a:pPr>
                      <a:r>
                        <a:rPr kumimoji="0" lang="en-US" sz="1400" b="1" i="0" u="none" strike="noStrike" cap="none" normalizeH="0" baseline="0" smtClean="0">
                          <a:ln>
                            <a:noFill/>
                          </a:ln>
                          <a:solidFill>
                            <a:srgbClr val="0033CC"/>
                          </a:solidFill>
                          <a:effectLst/>
                          <a:latin typeface="Times New Roman" panose="02020603050405020304" pitchFamily="18" charset="0"/>
                          <a:ea typeface="黑体" panose="02010609060101010101" pitchFamily="49" charset="-122"/>
                        </a:rPr>
                        <a:t>14</a:t>
                      </a:r>
                      <a:endParaRPr kumimoji="0" lang="en-US" sz="1400" b="1" i="0" u="none" strike="noStrike" cap="none" normalizeH="0" baseline="0" smtClean="0">
                        <a:ln>
                          <a:noFill/>
                        </a:ln>
                        <a:solidFill>
                          <a:srgbClr val="0033CC"/>
                        </a:solidFill>
                        <a:effectLst/>
                        <a:latin typeface="Times New Roman" panose="02020603050405020304" pitchFamily="18" charset="0"/>
                        <a:ea typeface="黑体" panose="02010609060101010101" pitchFamily="49" charset="-122"/>
                      </a:endParaRPr>
                    </a:p>
                  </a:txBody>
                  <a:tcPr horzOverflow="overflow">
                    <a:lnL cap="flat">
                      <a:noFill/>
                    </a:lnL>
                    <a:lnR cap="flat">
                      <a:noFill/>
                    </a:lnR>
                    <a:lnT>
                      <a:noFill/>
                    </a:lnT>
                    <a:lnB cap="flat">
                      <a:noFill/>
                    </a:lnB>
                    <a:lnTlToBr>
                      <a:noFill/>
                    </a:lnTlToBr>
                    <a:lnBlToTr>
                      <a:noFill/>
                    </a:lnBlToTr>
                    <a:noFill/>
                  </a:tcPr>
                </a:tc>
              </a:tr>
            </a:tbl>
          </a:graphicData>
        </a:graphic>
      </p:graphicFrame>
      <p:graphicFrame>
        <p:nvGraphicFramePr>
          <p:cNvPr id="76918" name="Group 118"/>
          <p:cNvGraphicFramePr>
            <a:graphicFrameLocks noGrp="1"/>
          </p:cNvGraphicFramePr>
          <p:nvPr/>
        </p:nvGraphicFramePr>
        <p:xfrm>
          <a:off x="3352800" y="2665413"/>
          <a:ext cx="1143000" cy="3313113"/>
        </p:xfrm>
        <a:graphic>
          <a:graphicData uri="http://schemas.openxmlformats.org/drawingml/2006/table">
            <a:tbl>
              <a:tblPr/>
              <a:tblGrid>
                <a:gridCol w="571500"/>
                <a:gridCol w="571500"/>
              </a:tblGrid>
              <a:tr h="461963">
                <a:tc>
                  <a:txBody>
                    <a:bodyPr/>
                    <a:lstStyle/>
                    <a:p>
                      <a:pPr marL="0" marR="0" lvl="0" indent="0" algn="ctr" defTabSz="914400" rtl="0" eaLnBrk="0" fontAlgn="ctr" latinLnBrk="0" hangingPunct="0">
                        <a:lnSpc>
                          <a:spcPct val="120000"/>
                        </a:lnSpc>
                        <a:spcBef>
                          <a:spcPct val="20000"/>
                        </a:spcBef>
                        <a:spcAft>
                          <a:spcPct val="0"/>
                        </a:spcAft>
                        <a:buClr>
                          <a:schemeClr val="hlink"/>
                        </a:buClr>
                        <a:buSzTx/>
                        <a:buFont typeface="Wingdings" panose="05000000000000000000" pitchFamily="2" charset="2"/>
                        <a:buNone/>
                      </a:pPr>
                      <a:r>
                        <a:rPr kumimoji="0" lang="en-US" sz="1800" b="1" i="0" u="none" strike="noStrike" cap="none" normalizeH="0" baseline="0" smtClean="0">
                          <a:ln>
                            <a:noFill/>
                          </a:ln>
                          <a:solidFill>
                            <a:schemeClr val="tx1"/>
                          </a:solidFill>
                          <a:effectLst/>
                          <a:latin typeface="黑体" panose="02010609060101010101" pitchFamily="49" charset="-122"/>
                          <a:ea typeface="黑体" panose="02010609060101010101" pitchFamily="49" charset="-122"/>
                        </a:rPr>
                        <a:t>0</a:t>
                      </a:r>
                      <a:endParaRPr kumimoji="0" lang="en-US" sz="1800" b="1" i="0" u="none" strike="noStrike" cap="none" normalizeH="0" baseline="0" smtClean="0">
                        <a:ln>
                          <a:noFill/>
                        </a:ln>
                        <a:solidFill>
                          <a:schemeClr val="tx1"/>
                        </a:solidFill>
                        <a:effectLst/>
                        <a:latin typeface="黑体" panose="02010609060101010101" pitchFamily="49" charset="-122"/>
                        <a:ea typeface="黑体" panose="02010609060101010101" pitchFamily="49"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ctr" latinLnBrk="0" hangingPunct="0">
                        <a:lnSpc>
                          <a:spcPct val="120000"/>
                        </a:lnSpc>
                        <a:spcBef>
                          <a:spcPct val="20000"/>
                        </a:spcBef>
                        <a:spcAft>
                          <a:spcPct val="0"/>
                        </a:spcAft>
                        <a:buClr>
                          <a:schemeClr val="hlink"/>
                        </a:buClr>
                        <a:buSzTx/>
                        <a:buFont typeface="Wingdings" panose="05000000000000000000" pitchFamily="2" charset="2"/>
                        <a:buNone/>
                      </a:pPr>
                      <a:r>
                        <a:rPr kumimoji="0" lang="en-US" sz="1800" b="1" i="0" u="none" strike="noStrike" cap="none" normalizeH="0" baseline="0" smtClean="0">
                          <a:ln>
                            <a:noFill/>
                          </a:ln>
                          <a:solidFill>
                            <a:srgbClr val="0033CC"/>
                          </a:solidFill>
                          <a:effectLst/>
                          <a:latin typeface="黑体" panose="02010609060101010101" pitchFamily="49" charset="-122"/>
                          <a:ea typeface="黑体" panose="02010609060101010101" pitchFamily="49" charset="-122"/>
                        </a:rPr>
                        <a:t>1</a:t>
                      </a:r>
                      <a:endParaRPr kumimoji="0" lang="en-US" sz="1800" b="1" i="0" u="none" strike="noStrike" cap="none" normalizeH="0" baseline="0" smtClean="0">
                        <a:ln>
                          <a:noFill/>
                        </a:ln>
                        <a:solidFill>
                          <a:srgbClr val="0033CC"/>
                        </a:solidFill>
                        <a:effectLst/>
                        <a:latin typeface="黑体" panose="02010609060101010101" pitchFamily="49" charset="-122"/>
                        <a:ea typeface="黑体" panose="02010609060101010101" pitchFamily="49"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76250">
                <a:tc>
                  <a:txBody>
                    <a:bodyPr/>
                    <a:lstStyle/>
                    <a:p>
                      <a:pPr marL="0" marR="0" lvl="0" indent="0" algn="ctr" defTabSz="914400" rtl="0" eaLnBrk="0" fontAlgn="ctr" latinLnBrk="0" hangingPunct="0">
                        <a:lnSpc>
                          <a:spcPct val="120000"/>
                        </a:lnSpc>
                        <a:spcBef>
                          <a:spcPct val="20000"/>
                        </a:spcBef>
                        <a:spcAft>
                          <a:spcPct val="0"/>
                        </a:spcAft>
                        <a:buClr>
                          <a:schemeClr val="hlink"/>
                        </a:buClr>
                        <a:buSzTx/>
                        <a:buFont typeface="Wingdings" panose="05000000000000000000" pitchFamily="2" charset="2"/>
                        <a:buNone/>
                      </a:pPr>
                      <a:r>
                        <a:rPr kumimoji="0" lang="en-US" sz="1800" b="1" i="0" u="none" strike="noStrike" cap="none" normalizeH="0" baseline="0" smtClean="0">
                          <a:ln>
                            <a:noFill/>
                          </a:ln>
                          <a:solidFill>
                            <a:schemeClr val="tx1"/>
                          </a:solidFill>
                          <a:effectLst/>
                          <a:latin typeface="黑体" panose="02010609060101010101" pitchFamily="49" charset="-122"/>
                          <a:ea typeface="黑体" panose="02010609060101010101" pitchFamily="49" charset="-122"/>
                        </a:rPr>
                        <a:t>1</a:t>
                      </a:r>
                      <a:endParaRPr kumimoji="0" lang="en-US" sz="1800" b="1" i="0" u="none" strike="noStrike" cap="none" normalizeH="0" baseline="0" smtClean="0">
                        <a:ln>
                          <a:noFill/>
                        </a:ln>
                        <a:solidFill>
                          <a:schemeClr val="tx1"/>
                        </a:solidFill>
                        <a:effectLst/>
                        <a:latin typeface="黑体" panose="02010609060101010101" pitchFamily="49" charset="-122"/>
                        <a:ea typeface="黑体" panose="02010609060101010101" pitchFamily="49"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ctr" latinLnBrk="0" hangingPunct="0">
                        <a:lnSpc>
                          <a:spcPct val="120000"/>
                        </a:lnSpc>
                        <a:spcBef>
                          <a:spcPct val="20000"/>
                        </a:spcBef>
                        <a:spcAft>
                          <a:spcPct val="0"/>
                        </a:spcAft>
                        <a:buClr>
                          <a:schemeClr val="hlink"/>
                        </a:buClr>
                        <a:buSzTx/>
                        <a:buFont typeface="Wingdings" panose="05000000000000000000" pitchFamily="2" charset="2"/>
                        <a:buNone/>
                      </a:pPr>
                      <a:r>
                        <a:rPr kumimoji="0" lang="en-US" sz="1800" b="1" i="0" u="none" strike="noStrike" cap="none" normalizeH="0" baseline="0" smtClean="0">
                          <a:ln>
                            <a:noFill/>
                          </a:ln>
                          <a:solidFill>
                            <a:srgbClr val="0033CC"/>
                          </a:solidFill>
                          <a:effectLst/>
                          <a:latin typeface="黑体" panose="02010609060101010101" pitchFamily="49" charset="-122"/>
                          <a:ea typeface="黑体" panose="02010609060101010101" pitchFamily="49" charset="-122"/>
                        </a:rPr>
                        <a:t>2</a:t>
                      </a:r>
                      <a:endParaRPr kumimoji="0" lang="en-US" sz="1800" b="1" i="0" u="none" strike="noStrike" cap="none" normalizeH="0" baseline="0" smtClean="0">
                        <a:ln>
                          <a:noFill/>
                        </a:ln>
                        <a:solidFill>
                          <a:srgbClr val="0033CC"/>
                        </a:solidFill>
                        <a:effectLst/>
                        <a:latin typeface="黑体" panose="02010609060101010101" pitchFamily="49" charset="-122"/>
                        <a:ea typeface="黑体" panose="02010609060101010101" pitchFamily="49"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74663">
                <a:tc>
                  <a:txBody>
                    <a:bodyPr/>
                    <a:lstStyle/>
                    <a:p>
                      <a:pPr marL="0" marR="0" lvl="0" indent="0" algn="ctr" defTabSz="914400" rtl="0" eaLnBrk="0" fontAlgn="ctr" latinLnBrk="0" hangingPunct="0">
                        <a:lnSpc>
                          <a:spcPct val="120000"/>
                        </a:lnSpc>
                        <a:spcBef>
                          <a:spcPct val="20000"/>
                        </a:spcBef>
                        <a:spcAft>
                          <a:spcPct val="0"/>
                        </a:spcAft>
                        <a:buClr>
                          <a:schemeClr val="hlink"/>
                        </a:buClr>
                        <a:buSzTx/>
                        <a:buFont typeface="Wingdings" panose="05000000000000000000" pitchFamily="2" charset="2"/>
                        <a:buNone/>
                      </a:pPr>
                      <a:r>
                        <a:rPr kumimoji="0" lang="en-US" sz="1800" b="1" i="0" u="none" strike="noStrike" cap="none" normalizeH="0" baseline="0" smtClean="0">
                          <a:ln>
                            <a:noFill/>
                          </a:ln>
                          <a:solidFill>
                            <a:schemeClr val="tx1"/>
                          </a:solidFill>
                          <a:effectLst/>
                          <a:latin typeface="黑体" panose="02010609060101010101" pitchFamily="49" charset="-122"/>
                          <a:ea typeface="黑体" panose="02010609060101010101" pitchFamily="49" charset="-122"/>
                        </a:rPr>
                        <a:t>2</a:t>
                      </a:r>
                      <a:endParaRPr kumimoji="0" lang="en-US" sz="1800" b="1" i="0" u="none" strike="noStrike" cap="none" normalizeH="0" baseline="0" smtClean="0">
                        <a:ln>
                          <a:noFill/>
                        </a:ln>
                        <a:solidFill>
                          <a:schemeClr val="tx1"/>
                        </a:solidFill>
                        <a:effectLst/>
                        <a:latin typeface="黑体" panose="02010609060101010101" pitchFamily="49" charset="-122"/>
                        <a:ea typeface="黑体" panose="02010609060101010101" pitchFamily="49"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ctr" latinLnBrk="0" hangingPunct="0">
                        <a:lnSpc>
                          <a:spcPct val="120000"/>
                        </a:lnSpc>
                        <a:spcBef>
                          <a:spcPct val="20000"/>
                        </a:spcBef>
                        <a:spcAft>
                          <a:spcPct val="0"/>
                        </a:spcAft>
                        <a:buClr>
                          <a:schemeClr val="hlink"/>
                        </a:buClr>
                        <a:buSzTx/>
                        <a:buFont typeface="Wingdings" panose="05000000000000000000" pitchFamily="2" charset="2"/>
                        <a:buNone/>
                      </a:pPr>
                      <a:r>
                        <a:rPr kumimoji="0" lang="en-US" sz="1800" b="1" i="0" u="none" strike="noStrike" cap="none" normalizeH="0" baseline="0" smtClean="0">
                          <a:ln>
                            <a:noFill/>
                          </a:ln>
                          <a:solidFill>
                            <a:srgbClr val="0033CC"/>
                          </a:solidFill>
                          <a:effectLst/>
                          <a:latin typeface="黑体" panose="02010609060101010101" pitchFamily="49" charset="-122"/>
                          <a:ea typeface="黑体" panose="02010609060101010101" pitchFamily="49" charset="-122"/>
                        </a:rPr>
                        <a:t>9</a:t>
                      </a:r>
                      <a:endParaRPr kumimoji="0" lang="en-US" sz="1800" b="1" i="0" u="none" strike="noStrike" cap="none" normalizeH="0" baseline="0" smtClean="0">
                        <a:ln>
                          <a:noFill/>
                        </a:ln>
                        <a:solidFill>
                          <a:srgbClr val="0033CC"/>
                        </a:solidFill>
                        <a:effectLst/>
                        <a:latin typeface="黑体" panose="02010609060101010101" pitchFamily="49" charset="-122"/>
                        <a:ea typeface="黑体" panose="02010609060101010101" pitchFamily="49"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74663">
                <a:tc>
                  <a:txBody>
                    <a:bodyPr/>
                    <a:lstStyle/>
                    <a:p>
                      <a:pPr marL="0" marR="0" lvl="0" indent="0" algn="ctr" defTabSz="914400" rtl="0" eaLnBrk="0" fontAlgn="ctr" latinLnBrk="0" hangingPunct="0">
                        <a:lnSpc>
                          <a:spcPct val="120000"/>
                        </a:lnSpc>
                        <a:spcBef>
                          <a:spcPct val="20000"/>
                        </a:spcBef>
                        <a:spcAft>
                          <a:spcPct val="0"/>
                        </a:spcAft>
                        <a:buClr>
                          <a:schemeClr val="hlink"/>
                        </a:buClr>
                        <a:buSzTx/>
                        <a:buFont typeface="Wingdings" panose="05000000000000000000" pitchFamily="2" charset="2"/>
                        <a:buNone/>
                      </a:pPr>
                      <a:r>
                        <a:rPr kumimoji="0" lang="en-US" sz="1800" b="1" i="0" u="none" strike="noStrike" cap="none" normalizeH="0" baseline="0" smtClean="0">
                          <a:ln>
                            <a:noFill/>
                          </a:ln>
                          <a:solidFill>
                            <a:schemeClr val="tx1"/>
                          </a:solidFill>
                          <a:effectLst/>
                          <a:latin typeface="黑体" panose="02010609060101010101" pitchFamily="49" charset="-122"/>
                          <a:ea typeface="黑体" panose="02010609060101010101" pitchFamily="49" charset="-122"/>
                        </a:rPr>
                        <a:t>3</a:t>
                      </a:r>
                      <a:endParaRPr kumimoji="0" lang="en-US" sz="1800" b="1" i="0" u="none" strike="noStrike" cap="none" normalizeH="0" baseline="0" smtClean="0">
                        <a:ln>
                          <a:noFill/>
                        </a:ln>
                        <a:solidFill>
                          <a:schemeClr val="tx1"/>
                        </a:solidFill>
                        <a:effectLst/>
                        <a:latin typeface="黑体" panose="02010609060101010101" pitchFamily="49" charset="-122"/>
                        <a:ea typeface="黑体" panose="02010609060101010101" pitchFamily="49"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ctr" latinLnBrk="0" hangingPunct="0">
                        <a:lnSpc>
                          <a:spcPct val="120000"/>
                        </a:lnSpc>
                        <a:spcBef>
                          <a:spcPct val="20000"/>
                        </a:spcBef>
                        <a:spcAft>
                          <a:spcPct val="0"/>
                        </a:spcAft>
                        <a:buClr>
                          <a:schemeClr val="hlink"/>
                        </a:buClr>
                        <a:buSzTx/>
                        <a:buFont typeface="Wingdings" panose="05000000000000000000" pitchFamily="2" charset="2"/>
                        <a:buNone/>
                      </a:pPr>
                      <a:r>
                        <a:rPr kumimoji="0" lang="en-US" sz="1800" b="1" i="0" u="none" strike="noStrike" cap="none" normalizeH="0" baseline="0" smtClean="0">
                          <a:ln>
                            <a:noFill/>
                          </a:ln>
                          <a:solidFill>
                            <a:srgbClr val="0033CC"/>
                          </a:solidFill>
                          <a:effectLst/>
                          <a:latin typeface="黑体" panose="02010609060101010101" pitchFamily="49" charset="-122"/>
                          <a:ea typeface="黑体" panose="02010609060101010101" pitchFamily="49" charset="-122"/>
                        </a:rPr>
                        <a:t>4</a:t>
                      </a:r>
                      <a:endParaRPr kumimoji="0" lang="en-US" sz="1800" b="1" i="0" u="none" strike="noStrike" cap="none" normalizeH="0" baseline="0" smtClean="0">
                        <a:ln>
                          <a:noFill/>
                        </a:ln>
                        <a:solidFill>
                          <a:srgbClr val="0033CC"/>
                        </a:solidFill>
                        <a:effectLst/>
                        <a:latin typeface="黑体" panose="02010609060101010101" pitchFamily="49" charset="-122"/>
                        <a:ea typeface="黑体" panose="02010609060101010101" pitchFamily="49"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74663">
                <a:tc>
                  <a:txBody>
                    <a:bodyPr/>
                    <a:lstStyle/>
                    <a:p>
                      <a:pPr marL="0" marR="0" lvl="0" indent="0" algn="ctr" defTabSz="914400" rtl="0" eaLnBrk="0" fontAlgn="ctr" latinLnBrk="0" hangingPunct="0">
                        <a:lnSpc>
                          <a:spcPct val="120000"/>
                        </a:lnSpc>
                        <a:spcBef>
                          <a:spcPct val="20000"/>
                        </a:spcBef>
                        <a:spcAft>
                          <a:spcPct val="0"/>
                        </a:spcAft>
                        <a:buClr>
                          <a:schemeClr val="hlink"/>
                        </a:buClr>
                        <a:buSzTx/>
                        <a:buFont typeface="Wingdings" panose="05000000000000000000" pitchFamily="2" charset="2"/>
                        <a:buNone/>
                      </a:pPr>
                      <a:r>
                        <a:rPr kumimoji="0" lang="en-US" sz="1800" b="1" i="0" u="none" strike="noStrike" cap="none" normalizeH="0" baseline="0" smtClean="0">
                          <a:ln>
                            <a:noFill/>
                          </a:ln>
                          <a:solidFill>
                            <a:schemeClr val="tx1"/>
                          </a:solidFill>
                          <a:effectLst/>
                          <a:latin typeface="黑体" panose="02010609060101010101" pitchFamily="49" charset="-122"/>
                          <a:ea typeface="黑体" panose="02010609060101010101" pitchFamily="49" charset="-122"/>
                        </a:rPr>
                        <a:t>4</a:t>
                      </a:r>
                      <a:endParaRPr kumimoji="0" lang="en-US" sz="1800" b="1" i="0" u="none" strike="noStrike" cap="none" normalizeH="0" baseline="0" smtClean="0">
                        <a:ln>
                          <a:noFill/>
                        </a:ln>
                        <a:solidFill>
                          <a:schemeClr val="tx1"/>
                        </a:solidFill>
                        <a:effectLst/>
                        <a:latin typeface="黑体" panose="02010609060101010101" pitchFamily="49" charset="-122"/>
                        <a:ea typeface="黑体" panose="02010609060101010101" pitchFamily="49"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ctr" latinLnBrk="0" hangingPunct="0">
                        <a:lnSpc>
                          <a:spcPct val="120000"/>
                        </a:lnSpc>
                        <a:spcBef>
                          <a:spcPct val="20000"/>
                        </a:spcBef>
                        <a:spcAft>
                          <a:spcPct val="0"/>
                        </a:spcAft>
                        <a:buClr>
                          <a:schemeClr val="hlink"/>
                        </a:buClr>
                        <a:buSzTx/>
                        <a:buFont typeface="Wingdings" panose="05000000000000000000" pitchFamily="2" charset="2"/>
                        <a:buNone/>
                      </a:pPr>
                      <a:r>
                        <a:rPr kumimoji="0" lang="en-US" sz="1800" b="1" i="0" u="none" strike="noStrike" cap="none" normalizeH="0" baseline="0" smtClean="0">
                          <a:ln>
                            <a:noFill/>
                          </a:ln>
                          <a:solidFill>
                            <a:srgbClr val="0033CC"/>
                          </a:solidFill>
                          <a:effectLst/>
                          <a:latin typeface="黑体" panose="02010609060101010101" pitchFamily="49" charset="-122"/>
                          <a:ea typeface="黑体" panose="02010609060101010101" pitchFamily="49" charset="-122"/>
                        </a:rPr>
                        <a:t>6</a:t>
                      </a:r>
                      <a:endParaRPr kumimoji="0" lang="en-US" sz="1800" b="1" i="0" u="none" strike="noStrike" cap="none" normalizeH="0" baseline="0" smtClean="0">
                        <a:ln>
                          <a:noFill/>
                        </a:ln>
                        <a:solidFill>
                          <a:srgbClr val="0033CC"/>
                        </a:solidFill>
                        <a:effectLst/>
                        <a:latin typeface="黑体" panose="02010609060101010101" pitchFamily="49" charset="-122"/>
                        <a:ea typeface="黑体" panose="02010609060101010101" pitchFamily="49"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76250">
                <a:tc>
                  <a:txBody>
                    <a:bodyPr/>
                    <a:lstStyle/>
                    <a:p>
                      <a:pPr marL="0" marR="0" lvl="0" indent="0" algn="ctr" defTabSz="914400" rtl="0" eaLnBrk="0" fontAlgn="ctr" latinLnBrk="0" hangingPunct="0">
                        <a:lnSpc>
                          <a:spcPct val="120000"/>
                        </a:lnSpc>
                        <a:spcBef>
                          <a:spcPct val="20000"/>
                        </a:spcBef>
                        <a:spcAft>
                          <a:spcPct val="0"/>
                        </a:spcAft>
                        <a:buClr>
                          <a:schemeClr val="hlink"/>
                        </a:buClr>
                        <a:buSzTx/>
                        <a:buFont typeface="Wingdings" panose="05000000000000000000" pitchFamily="2" charset="2"/>
                        <a:buNone/>
                      </a:pPr>
                      <a:r>
                        <a:rPr kumimoji="0" lang="en-US" sz="1800" b="1" i="0" u="none" strike="noStrike" cap="none" normalizeH="0" baseline="0" smtClean="0">
                          <a:ln>
                            <a:noFill/>
                          </a:ln>
                          <a:solidFill>
                            <a:schemeClr val="tx1"/>
                          </a:solidFill>
                          <a:effectLst/>
                          <a:latin typeface="黑体" panose="02010609060101010101" pitchFamily="49" charset="-122"/>
                          <a:ea typeface="黑体" panose="02010609060101010101" pitchFamily="49" charset="-122"/>
                        </a:rPr>
                        <a:t>5</a:t>
                      </a:r>
                      <a:endParaRPr kumimoji="0" lang="en-US" sz="1800" b="1" i="0" u="none" strike="noStrike" cap="none" normalizeH="0" baseline="0" smtClean="0">
                        <a:ln>
                          <a:noFill/>
                        </a:ln>
                        <a:solidFill>
                          <a:schemeClr val="tx1"/>
                        </a:solidFill>
                        <a:effectLst/>
                        <a:latin typeface="黑体" panose="02010609060101010101" pitchFamily="49" charset="-122"/>
                        <a:ea typeface="黑体" panose="02010609060101010101" pitchFamily="49"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ctr" latinLnBrk="0" hangingPunct="0">
                        <a:lnSpc>
                          <a:spcPct val="120000"/>
                        </a:lnSpc>
                        <a:spcBef>
                          <a:spcPct val="20000"/>
                        </a:spcBef>
                        <a:spcAft>
                          <a:spcPct val="0"/>
                        </a:spcAft>
                        <a:buClr>
                          <a:schemeClr val="hlink"/>
                        </a:buClr>
                        <a:buSzTx/>
                        <a:buFont typeface="Wingdings" panose="05000000000000000000" pitchFamily="2" charset="2"/>
                        <a:buNone/>
                      </a:pPr>
                      <a:r>
                        <a:rPr kumimoji="0" lang="en-US" sz="1800" b="1" i="0" u="none" strike="noStrike" cap="none" normalizeH="0" baseline="0" smtClean="0">
                          <a:ln>
                            <a:noFill/>
                          </a:ln>
                          <a:solidFill>
                            <a:srgbClr val="0033CC"/>
                          </a:solidFill>
                          <a:effectLst/>
                          <a:latin typeface="黑体" panose="02010609060101010101" pitchFamily="49" charset="-122"/>
                          <a:ea typeface="黑体" panose="02010609060101010101" pitchFamily="49" charset="-122"/>
                        </a:rPr>
                        <a:t>11</a:t>
                      </a:r>
                      <a:endParaRPr kumimoji="0" lang="en-US" sz="1800" b="1" i="0" u="none" strike="noStrike" cap="none" normalizeH="0" baseline="0" smtClean="0">
                        <a:ln>
                          <a:noFill/>
                        </a:ln>
                        <a:solidFill>
                          <a:srgbClr val="0033CC"/>
                        </a:solidFill>
                        <a:effectLst/>
                        <a:latin typeface="黑体" panose="02010609060101010101" pitchFamily="49" charset="-122"/>
                        <a:ea typeface="黑体" panose="02010609060101010101" pitchFamily="49"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74663">
                <a:tc>
                  <a:txBody>
                    <a:bodyPr/>
                    <a:lstStyle/>
                    <a:p>
                      <a:pPr marL="0" marR="0" lvl="0" indent="0" algn="ctr" defTabSz="914400" rtl="0" eaLnBrk="0" fontAlgn="ctr" latinLnBrk="0" hangingPunct="0">
                        <a:lnSpc>
                          <a:spcPct val="120000"/>
                        </a:lnSpc>
                        <a:spcBef>
                          <a:spcPct val="20000"/>
                        </a:spcBef>
                        <a:spcAft>
                          <a:spcPct val="0"/>
                        </a:spcAft>
                        <a:buClr>
                          <a:schemeClr val="hlink"/>
                        </a:buClr>
                        <a:buSzTx/>
                        <a:buFont typeface="Wingdings" panose="05000000000000000000" pitchFamily="2" charset="2"/>
                        <a:buNone/>
                      </a:pPr>
                      <a:r>
                        <a:rPr kumimoji="0" lang="en-US" sz="1800" b="1" i="0" u="none" strike="noStrike" cap="none" normalizeH="0" baseline="0" smtClean="0">
                          <a:ln>
                            <a:noFill/>
                          </a:ln>
                          <a:solidFill>
                            <a:schemeClr val="tx1"/>
                          </a:solidFill>
                          <a:effectLst/>
                          <a:latin typeface="黑体" panose="02010609060101010101" pitchFamily="49" charset="-122"/>
                          <a:ea typeface="黑体" panose="02010609060101010101" pitchFamily="49" charset="-122"/>
                        </a:rPr>
                        <a:t>6</a:t>
                      </a:r>
                      <a:endParaRPr kumimoji="0" lang="en-US" sz="1800" b="1" i="0" u="none" strike="noStrike" cap="none" normalizeH="0" baseline="0" smtClean="0">
                        <a:ln>
                          <a:noFill/>
                        </a:ln>
                        <a:solidFill>
                          <a:schemeClr val="tx1"/>
                        </a:solidFill>
                        <a:effectLst/>
                        <a:latin typeface="黑体" panose="02010609060101010101" pitchFamily="49" charset="-122"/>
                        <a:ea typeface="黑体" panose="02010609060101010101" pitchFamily="49"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ctr" latinLnBrk="0" hangingPunct="0">
                        <a:lnSpc>
                          <a:spcPct val="120000"/>
                        </a:lnSpc>
                        <a:spcBef>
                          <a:spcPct val="20000"/>
                        </a:spcBef>
                        <a:spcAft>
                          <a:spcPct val="0"/>
                        </a:spcAft>
                        <a:buClr>
                          <a:schemeClr val="hlink"/>
                        </a:buClr>
                        <a:buSzTx/>
                        <a:buFont typeface="Wingdings" panose="05000000000000000000" pitchFamily="2" charset="2"/>
                        <a:buNone/>
                      </a:pPr>
                      <a:r>
                        <a:rPr kumimoji="0" lang="en-US" sz="1800" b="1" i="0" u="none" strike="noStrike" cap="none" normalizeH="0" baseline="0" smtClean="0">
                          <a:ln>
                            <a:noFill/>
                          </a:ln>
                          <a:solidFill>
                            <a:srgbClr val="0033CC"/>
                          </a:solidFill>
                          <a:effectLst/>
                          <a:latin typeface="黑体" panose="02010609060101010101" pitchFamily="49" charset="-122"/>
                          <a:ea typeface="黑体" panose="02010609060101010101" pitchFamily="49" charset="-122"/>
                        </a:rPr>
                        <a:t>13</a:t>
                      </a:r>
                      <a:endParaRPr kumimoji="0" lang="en-US" sz="1800" b="1" i="0" u="none" strike="noStrike" cap="none" normalizeH="0" baseline="0" smtClean="0">
                        <a:ln>
                          <a:noFill/>
                        </a:ln>
                        <a:solidFill>
                          <a:srgbClr val="0033CC"/>
                        </a:solidFill>
                        <a:effectLst/>
                        <a:latin typeface="黑体" panose="02010609060101010101" pitchFamily="49" charset="-122"/>
                        <a:ea typeface="黑体" panose="02010609060101010101" pitchFamily="49"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sp>
        <p:nvSpPr>
          <p:cNvPr id="67644" name="Text Box 144"/>
          <p:cNvSpPr txBox="1"/>
          <p:nvPr/>
        </p:nvSpPr>
        <p:spPr>
          <a:xfrm>
            <a:off x="2667000" y="2208213"/>
            <a:ext cx="796925" cy="457200"/>
          </a:xfrm>
          <a:prstGeom prst="rect">
            <a:avLst/>
          </a:prstGeom>
          <a:noFill/>
          <a:ln w="9525">
            <a:noFill/>
          </a:ln>
        </p:spPr>
        <p:txBody>
          <a:bodyPr>
            <a:spAutoFit/>
          </a:bodyPr>
          <a:p>
            <a:r>
              <a:rPr lang="zh-CN" altLang="en-US" sz="2400" dirty="0">
                <a:solidFill>
                  <a:srgbClr val="FF0000"/>
                </a:solidFill>
                <a:latin typeface="Times New Roman" panose="02020603050405020304" pitchFamily="18" charset="0"/>
                <a:ea typeface="黑体" panose="02010609060101010101" pitchFamily="49" charset="-122"/>
              </a:rPr>
              <a:t>页表</a:t>
            </a:r>
            <a:endParaRPr lang="zh-CN" altLang="en-US" sz="2400" dirty="0">
              <a:solidFill>
                <a:srgbClr val="FF0000"/>
              </a:solidFill>
              <a:latin typeface="Times New Roman" panose="02020603050405020304" pitchFamily="18" charset="0"/>
              <a:ea typeface="黑体" panose="02010609060101010101" pitchFamily="49" charset="-122"/>
            </a:endParaRPr>
          </a:p>
        </p:txBody>
      </p:sp>
      <p:grpSp>
        <p:nvGrpSpPr>
          <p:cNvPr id="76945" name="Group 145"/>
          <p:cNvGrpSpPr/>
          <p:nvPr/>
        </p:nvGrpSpPr>
        <p:grpSpPr>
          <a:xfrm>
            <a:off x="3200400" y="1295400"/>
            <a:ext cx="2668588" cy="1065213"/>
            <a:chOff x="0" y="0"/>
            <a:chExt cx="1680" cy="720"/>
          </a:xfrm>
        </p:grpSpPr>
        <p:sp>
          <p:nvSpPr>
            <p:cNvPr id="67660" name="AutoShape 146"/>
            <p:cNvSpPr/>
            <p:nvPr/>
          </p:nvSpPr>
          <p:spPr>
            <a:xfrm>
              <a:off x="0" y="0"/>
              <a:ext cx="1680" cy="720"/>
            </a:xfrm>
            <a:prstGeom prst="cloudCallout">
              <a:avLst>
                <a:gd name="adj1" fmla="val -21903"/>
                <a:gd name="adj2" fmla="val 75139"/>
              </a:avLst>
            </a:prstGeom>
            <a:noFill/>
            <a:ln w="9525" cap="flat" cmpd="sng">
              <a:solidFill>
                <a:schemeClr val="hlink"/>
              </a:solidFill>
              <a:prstDash val="solid"/>
              <a:headEnd type="none" w="med" len="med"/>
              <a:tailEnd type="none" w="med" len="med"/>
            </a:ln>
          </p:spPr>
          <p:txBody>
            <a:bodyPr/>
            <a:p>
              <a:endParaRPr lang="zh-CN" altLang="zh-CN" sz="2800" dirty="0">
                <a:latin typeface="Times New Roman" panose="02020603050405020304" pitchFamily="18" charset="0"/>
                <a:ea typeface="黑体" panose="02010609060101010101" pitchFamily="49" charset="-122"/>
              </a:endParaRPr>
            </a:p>
          </p:txBody>
        </p:sp>
        <p:sp>
          <p:nvSpPr>
            <p:cNvPr id="67661" name="Text Box 147"/>
            <p:cNvSpPr txBox="1"/>
            <p:nvPr/>
          </p:nvSpPr>
          <p:spPr>
            <a:xfrm>
              <a:off x="144" y="47"/>
              <a:ext cx="1440" cy="618"/>
            </a:xfrm>
            <a:prstGeom prst="rect">
              <a:avLst/>
            </a:prstGeom>
            <a:noFill/>
            <a:ln w="9525">
              <a:noFill/>
            </a:ln>
          </p:spPr>
          <p:txBody>
            <a:bodyPr>
              <a:spAutoFit/>
            </a:bodyPr>
            <a:p>
              <a:r>
                <a:rPr lang="zh-CN" altLang="en-US" dirty="0">
                  <a:solidFill>
                    <a:srgbClr val="0033CC"/>
                  </a:solidFill>
                  <a:latin typeface="Times New Roman" panose="02020603050405020304" pitchFamily="18" charset="0"/>
                  <a:ea typeface="隶书" panose="02010509060101010101" pitchFamily="49" charset="-122"/>
                </a:rPr>
                <a:t>操作系统为进程在主存中建立页面和页框的</a:t>
              </a:r>
              <a:r>
                <a:rPr lang="zh-CN" altLang="en-US" dirty="0">
                  <a:solidFill>
                    <a:srgbClr val="FF0000"/>
                  </a:solidFill>
                  <a:latin typeface="Times New Roman" panose="02020603050405020304" pitchFamily="18" charset="0"/>
                  <a:ea typeface="隶书" panose="02010509060101010101" pitchFamily="49" charset="-122"/>
                </a:rPr>
                <a:t>映射表</a:t>
              </a:r>
              <a:r>
                <a:rPr lang="zh-CN" altLang="en-US" dirty="0">
                  <a:solidFill>
                    <a:schemeClr val="hlink"/>
                  </a:solidFill>
                  <a:latin typeface="Times New Roman" panose="02020603050405020304" pitchFamily="18" charset="0"/>
                  <a:ea typeface="隶书" panose="02010509060101010101" pitchFamily="49" charset="-122"/>
                </a:rPr>
                <a:t> 。</a:t>
              </a:r>
              <a:endParaRPr lang="zh-CN" altLang="en-US" dirty="0">
                <a:solidFill>
                  <a:schemeClr val="hlink"/>
                </a:solidFill>
                <a:latin typeface="Times New Roman" panose="02020603050405020304" pitchFamily="18" charset="0"/>
                <a:ea typeface="隶书" panose="02010509060101010101" pitchFamily="49" charset="-122"/>
              </a:endParaRPr>
            </a:p>
          </p:txBody>
        </p:sp>
      </p:grpSp>
      <p:sp>
        <p:nvSpPr>
          <p:cNvPr id="67646" name="Line 148"/>
          <p:cNvSpPr/>
          <p:nvPr/>
        </p:nvSpPr>
        <p:spPr>
          <a:xfrm flipV="1">
            <a:off x="1981200" y="2894013"/>
            <a:ext cx="1371600" cy="533400"/>
          </a:xfrm>
          <a:prstGeom prst="line">
            <a:avLst/>
          </a:prstGeom>
          <a:ln w="28575" cap="flat" cmpd="sng">
            <a:solidFill>
              <a:schemeClr val="hlink"/>
            </a:solidFill>
            <a:prstDash val="sysDot"/>
            <a:headEnd type="none" w="med" len="med"/>
            <a:tailEnd type="triangle" w="med" len="med"/>
          </a:ln>
        </p:spPr>
      </p:sp>
      <p:sp>
        <p:nvSpPr>
          <p:cNvPr id="67647" name="Line 149"/>
          <p:cNvSpPr/>
          <p:nvPr/>
        </p:nvSpPr>
        <p:spPr>
          <a:xfrm flipV="1">
            <a:off x="4495800" y="2360613"/>
            <a:ext cx="1830388" cy="533400"/>
          </a:xfrm>
          <a:prstGeom prst="line">
            <a:avLst/>
          </a:prstGeom>
          <a:ln w="28575" cap="flat" cmpd="sng">
            <a:solidFill>
              <a:schemeClr val="hlink"/>
            </a:solidFill>
            <a:prstDash val="sysDot"/>
            <a:headEnd type="none" w="med" len="med"/>
            <a:tailEnd type="triangle" w="med" len="med"/>
          </a:ln>
        </p:spPr>
      </p:sp>
      <p:sp>
        <p:nvSpPr>
          <p:cNvPr id="67648" name="Line 150"/>
          <p:cNvSpPr/>
          <p:nvPr/>
        </p:nvSpPr>
        <p:spPr>
          <a:xfrm>
            <a:off x="1981200" y="4341813"/>
            <a:ext cx="1295400" cy="0"/>
          </a:xfrm>
          <a:prstGeom prst="line">
            <a:avLst/>
          </a:prstGeom>
          <a:ln w="28575" cap="flat" cmpd="sng">
            <a:solidFill>
              <a:schemeClr val="hlink"/>
            </a:solidFill>
            <a:prstDash val="sysDot"/>
            <a:headEnd type="none" w="med" len="med"/>
            <a:tailEnd type="triangle" w="med" len="med"/>
          </a:ln>
        </p:spPr>
      </p:sp>
      <p:sp>
        <p:nvSpPr>
          <p:cNvPr id="67649" name="Line 151"/>
          <p:cNvSpPr/>
          <p:nvPr/>
        </p:nvSpPr>
        <p:spPr>
          <a:xfrm flipV="1">
            <a:off x="4495800" y="3275013"/>
            <a:ext cx="1754188" cy="1066800"/>
          </a:xfrm>
          <a:prstGeom prst="line">
            <a:avLst/>
          </a:prstGeom>
          <a:ln w="28575" cap="flat" cmpd="sng">
            <a:solidFill>
              <a:schemeClr val="hlink"/>
            </a:solidFill>
            <a:prstDash val="sysDot"/>
            <a:headEnd type="none" w="med" len="med"/>
            <a:tailEnd type="triangle" w="med" len="med"/>
          </a:ln>
        </p:spPr>
      </p:sp>
      <p:sp>
        <p:nvSpPr>
          <p:cNvPr id="67650" name="Line 152"/>
          <p:cNvSpPr/>
          <p:nvPr/>
        </p:nvSpPr>
        <p:spPr>
          <a:xfrm>
            <a:off x="1981200" y="5254625"/>
            <a:ext cx="1371600" cy="533400"/>
          </a:xfrm>
          <a:prstGeom prst="line">
            <a:avLst/>
          </a:prstGeom>
          <a:ln w="28575" cap="flat" cmpd="sng">
            <a:solidFill>
              <a:schemeClr val="hlink"/>
            </a:solidFill>
            <a:prstDash val="sysDot"/>
            <a:headEnd type="none" w="med" len="med"/>
            <a:tailEnd type="triangle" w="med" len="med"/>
          </a:ln>
        </p:spPr>
      </p:sp>
      <p:sp>
        <p:nvSpPr>
          <p:cNvPr id="67651" name="Line 153"/>
          <p:cNvSpPr/>
          <p:nvPr/>
        </p:nvSpPr>
        <p:spPr>
          <a:xfrm>
            <a:off x="4495800" y="5788025"/>
            <a:ext cx="1754188" cy="228600"/>
          </a:xfrm>
          <a:prstGeom prst="line">
            <a:avLst/>
          </a:prstGeom>
          <a:ln w="28575" cap="flat" cmpd="sng">
            <a:solidFill>
              <a:schemeClr val="hlink"/>
            </a:solidFill>
            <a:prstDash val="sysDot"/>
            <a:headEnd type="none" w="med" len="med"/>
            <a:tailEnd type="triangle" w="med" len="med"/>
          </a:ln>
        </p:spPr>
      </p:sp>
      <p:sp>
        <p:nvSpPr>
          <p:cNvPr id="67652" name="Line 154"/>
          <p:cNvSpPr/>
          <p:nvPr/>
        </p:nvSpPr>
        <p:spPr>
          <a:xfrm>
            <a:off x="1981200" y="4949825"/>
            <a:ext cx="1371600" cy="304800"/>
          </a:xfrm>
          <a:prstGeom prst="line">
            <a:avLst/>
          </a:prstGeom>
          <a:ln w="28575" cap="flat" cmpd="sng">
            <a:solidFill>
              <a:schemeClr val="hlink"/>
            </a:solidFill>
            <a:prstDash val="sysDot"/>
            <a:headEnd type="none" w="med" len="med"/>
            <a:tailEnd type="triangle" w="med" len="med"/>
          </a:ln>
        </p:spPr>
      </p:sp>
      <p:sp>
        <p:nvSpPr>
          <p:cNvPr id="67653" name="Line 155"/>
          <p:cNvSpPr/>
          <p:nvPr/>
        </p:nvSpPr>
        <p:spPr>
          <a:xfrm>
            <a:off x="4495800" y="5254625"/>
            <a:ext cx="1754188" cy="152400"/>
          </a:xfrm>
          <a:prstGeom prst="line">
            <a:avLst/>
          </a:prstGeom>
          <a:ln w="28575" cap="flat" cmpd="sng">
            <a:solidFill>
              <a:schemeClr val="hlink"/>
            </a:solidFill>
            <a:prstDash val="sysDot"/>
            <a:headEnd type="none" w="med" len="med"/>
            <a:tailEnd type="triangle" w="med" len="med"/>
          </a:ln>
        </p:spPr>
      </p:sp>
      <p:sp>
        <p:nvSpPr>
          <p:cNvPr id="67654" name="Line 156"/>
          <p:cNvSpPr/>
          <p:nvPr/>
        </p:nvSpPr>
        <p:spPr>
          <a:xfrm>
            <a:off x="1981200" y="4646613"/>
            <a:ext cx="1371600" cy="152400"/>
          </a:xfrm>
          <a:prstGeom prst="line">
            <a:avLst/>
          </a:prstGeom>
          <a:ln w="28575" cap="flat" cmpd="sng">
            <a:solidFill>
              <a:schemeClr val="hlink"/>
            </a:solidFill>
            <a:prstDash val="sysDot"/>
            <a:headEnd type="none" w="med" len="med"/>
            <a:tailEnd type="triangle" w="med" len="med"/>
          </a:ln>
        </p:spPr>
      </p:sp>
      <p:sp>
        <p:nvSpPr>
          <p:cNvPr id="67655" name="Line 157"/>
          <p:cNvSpPr/>
          <p:nvPr/>
        </p:nvSpPr>
        <p:spPr>
          <a:xfrm flipV="1">
            <a:off x="4495800" y="3960813"/>
            <a:ext cx="1754188" cy="838200"/>
          </a:xfrm>
          <a:prstGeom prst="line">
            <a:avLst/>
          </a:prstGeom>
          <a:ln w="28575" cap="flat" cmpd="sng">
            <a:solidFill>
              <a:schemeClr val="hlink"/>
            </a:solidFill>
            <a:prstDash val="sysDot"/>
            <a:headEnd type="none" w="med" len="med"/>
            <a:tailEnd type="triangle" w="med" len="med"/>
          </a:ln>
        </p:spPr>
      </p:sp>
      <p:sp>
        <p:nvSpPr>
          <p:cNvPr id="67656" name="Line 158"/>
          <p:cNvSpPr/>
          <p:nvPr/>
        </p:nvSpPr>
        <p:spPr>
          <a:xfrm flipV="1">
            <a:off x="1981200" y="3808413"/>
            <a:ext cx="1371600" cy="228600"/>
          </a:xfrm>
          <a:prstGeom prst="line">
            <a:avLst/>
          </a:prstGeom>
          <a:ln w="28575" cap="flat" cmpd="sng">
            <a:solidFill>
              <a:schemeClr val="hlink"/>
            </a:solidFill>
            <a:prstDash val="sysDot"/>
            <a:headEnd type="none" w="med" len="med"/>
            <a:tailEnd type="triangle" w="med" len="med"/>
          </a:ln>
        </p:spPr>
      </p:sp>
      <p:sp>
        <p:nvSpPr>
          <p:cNvPr id="67657" name="Line 159"/>
          <p:cNvSpPr/>
          <p:nvPr/>
        </p:nvSpPr>
        <p:spPr>
          <a:xfrm>
            <a:off x="4495800" y="3808413"/>
            <a:ext cx="1754188" cy="914400"/>
          </a:xfrm>
          <a:prstGeom prst="line">
            <a:avLst/>
          </a:prstGeom>
          <a:ln w="28575" cap="flat" cmpd="sng">
            <a:solidFill>
              <a:schemeClr val="hlink"/>
            </a:solidFill>
            <a:prstDash val="sysDot"/>
            <a:headEnd type="none" w="med" len="med"/>
            <a:tailEnd type="triangle" w="med" len="med"/>
          </a:ln>
        </p:spPr>
      </p:sp>
      <p:sp>
        <p:nvSpPr>
          <p:cNvPr id="67658" name="Line 160"/>
          <p:cNvSpPr/>
          <p:nvPr/>
        </p:nvSpPr>
        <p:spPr>
          <a:xfrm flipV="1">
            <a:off x="1981200" y="3427413"/>
            <a:ext cx="1371600" cy="304800"/>
          </a:xfrm>
          <a:prstGeom prst="line">
            <a:avLst/>
          </a:prstGeom>
          <a:ln w="28575" cap="flat" cmpd="sng">
            <a:solidFill>
              <a:schemeClr val="hlink"/>
            </a:solidFill>
            <a:prstDash val="sysDot"/>
            <a:headEnd type="none" w="med" len="med"/>
            <a:tailEnd type="triangle" w="med" len="med"/>
          </a:ln>
        </p:spPr>
      </p:sp>
      <p:sp>
        <p:nvSpPr>
          <p:cNvPr id="67659" name="Line 161"/>
          <p:cNvSpPr/>
          <p:nvPr/>
        </p:nvSpPr>
        <p:spPr>
          <a:xfrm flipV="1">
            <a:off x="4495800" y="2665413"/>
            <a:ext cx="1754188" cy="685800"/>
          </a:xfrm>
          <a:prstGeom prst="line">
            <a:avLst/>
          </a:prstGeom>
          <a:ln w="28575" cap="flat" cmpd="sng">
            <a:solidFill>
              <a:schemeClr val="hlink"/>
            </a:solidFill>
            <a:prstDash val="sysDot"/>
            <a:headEnd type="none" w="med" len="med"/>
            <a:tailEnd type="triangle" w="med" len="med"/>
          </a:ln>
        </p:spPr>
      </p:sp>
    </p:spTree>
  </p:cSld>
  <p:clrMapOvr>
    <a:masterClrMapping/>
  </p:clrMapOvr>
  <p:transition>
    <p:wheel spokes="8"/>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5" fill="hold" nodeType="clickEffect">
                                  <p:stCondLst>
                                    <p:cond delay="0"/>
                                  </p:stCondLst>
                                  <p:childTnLst>
                                    <p:set>
                                      <p:cBhvr>
                                        <p:cTn id="6" dur="1" fill="hold">
                                          <p:stCondLst>
                                            <p:cond delay="0"/>
                                          </p:stCondLst>
                                        </p:cTn>
                                        <p:tgtEl>
                                          <p:spTgt spid="76945"/>
                                        </p:tgtEl>
                                        <p:attrNameLst>
                                          <p:attrName>style.visibility</p:attrName>
                                        </p:attrNameLst>
                                      </p:cBhvr>
                                      <p:to>
                                        <p:strVal val="visible"/>
                                      </p:to>
                                    </p:set>
                                    <p:animEffect transition="in" filter="blinds(vertical)">
                                      <p:cBhvr>
                                        <p:cTn id="7" dur="500"/>
                                        <p:tgtEl>
                                          <p:spTgt spid="7694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8610" name="Rectangle 2"/>
          <p:cNvSpPr>
            <a:spLocks noGrp="1"/>
          </p:cNvSpPr>
          <p:nvPr>
            <p:ph type="title"/>
          </p:nvPr>
        </p:nvSpPr>
        <p:spPr>
          <a:xfrm>
            <a:off x="609600" y="476250"/>
            <a:ext cx="8535988" cy="563563"/>
          </a:xfrm>
          <a:ln/>
        </p:spPr>
        <p:txBody>
          <a:bodyPr vert="horz" wrap="square" lIns="91440" tIns="45720" rIns="91440" bIns="45720" anchor="ctr" anchorCtr="0"/>
          <a:p>
            <a:pPr algn="ctr"/>
            <a:r>
              <a:rPr lang="en-US" altLang="zh-CN" dirty="0"/>
              <a:t> </a:t>
            </a:r>
            <a:r>
              <a:rPr lang="zh-CN" altLang="en-US" dirty="0"/>
              <a:t>分页式存储管理的基本原理</a:t>
            </a:r>
            <a:endParaRPr lang="en-US" altLang="zh-CN" dirty="0">
              <a:latin typeface="华文新魏" panose="02010800040101010101" pitchFamily="2" charset="-122"/>
              <a:ea typeface="华文新魏" panose="02010800040101010101" pitchFamily="2" charset="-122"/>
            </a:endParaRPr>
          </a:p>
        </p:txBody>
      </p:sp>
      <p:pic>
        <p:nvPicPr>
          <p:cNvPr id="68611" name="Picture 3"/>
          <p:cNvPicPr>
            <a:picLocks noChangeAspect="1"/>
          </p:cNvPicPr>
          <p:nvPr/>
        </p:nvPicPr>
        <p:blipFill>
          <a:blip r:embed="rId1"/>
          <a:stretch>
            <a:fillRect/>
          </a:stretch>
        </p:blipFill>
        <p:spPr>
          <a:xfrm>
            <a:off x="638175" y="1057275"/>
            <a:ext cx="7870825" cy="4197350"/>
          </a:xfrm>
          <a:prstGeom prst="rect">
            <a:avLst/>
          </a:prstGeom>
          <a:noFill/>
          <a:ln w="9525">
            <a:noFill/>
          </a:ln>
        </p:spPr>
      </p:pic>
      <p:sp>
        <p:nvSpPr>
          <p:cNvPr id="68612" name="Text Box 5"/>
          <p:cNvSpPr txBox="1"/>
          <p:nvPr/>
        </p:nvSpPr>
        <p:spPr>
          <a:xfrm>
            <a:off x="534988" y="5407025"/>
            <a:ext cx="8304212" cy="1308100"/>
          </a:xfrm>
          <a:prstGeom prst="rect">
            <a:avLst/>
          </a:prstGeom>
          <a:solidFill>
            <a:schemeClr val="accent1"/>
          </a:solidFill>
          <a:ln w="12700" cap="flat" cmpd="sng">
            <a:solidFill>
              <a:schemeClr val="tx1"/>
            </a:solidFill>
            <a:prstDash val="solid"/>
            <a:miter/>
            <a:headEnd type="none" w="med" len="med"/>
            <a:tailEnd type="none" w="med" len="med"/>
          </a:ln>
        </p:spPr>
        <p:txBody>
          <a:bodyPr>
            <a:spAutoFit/>
          </a:bodyPr>
          <a:p>
            <a:pPr eaLnBrk="0" hangingPunct="0">
              <a:lnSpc>
                <a:spcPct val="130000"/>
              </a:lnSpc>
              <a:spcBef>
                <a:spcPct val="30000"/>
              </a:spcBef>
            </a:pPr>
            <a:r>
              <a:rPr lang="zh-CN" altLang="en-US" sz="2100" b="0" dirty="0">
                <a:latin typeface="Times New Roman" panose="02020603050405020304" pitchFamily="18" charset="0"/>
                <a:ea typeface="黑体" panose="02010609060101010101" pitchFamily="49" charset="-122"/>
              </a:rPr>
              <a:t>        为了减少开销，通常不是用硬件来存储页表，而是在主存中开辟存储区存放页表。系统设置一个页表控制寄存器，存放当前运行作业的页表起始地址和长度。</a:t>
            </a:r>
            <a:endParaRPr lang="zh-CN" altLang="en-US" sz="2100" dirty="0">
              <a:latin typeface="Times New Roman" panose="02020603050405020304" pitchFamily="18" charset="0"/>
              <a:ea typeface="黑体" panose="02010609060101010101" pitchFamily="49" charset="-122"/>
            </a:endParaRPr>
          </a:p>
        </p:txBody>
      </p:sp>
    </p:spTree>
  </p:cSld>
  <p:clrMapOvr>
    <a:masterClrMapping/>
  </p:clrMapOvr>
  <p:transition>
    <p:wheel spokes="8"/>
  </p:transition>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9634" name="Rectangle 2"/>
          <p:cNvSpPr>
            <a:spLocks noGrp="1"/>
          </p:cNvSpPr>
          <p:nvPr>
            <p:ph type="title"/>
          </p:nvPr>
        </p:nvSpPr>
        <p:spPr>
          <a:ln/>
        </p:spPr>
        <p:txBody>
          <a:bodyPr vert="horz" wrap="square" lIns="91440" tIns="45720" rIns="91440" bIns="45720" anchor="ctr" anchorCtr="0"/>
          <a:p>
            <a:r>
              <a:rPr lang="zh-CN" altLang="en-US" sz="2800" dirty="0"/>
              <a:t>问题</a:t>
            </a:r>
            <a:endParaRPr lang="zh-CN" altLang="en-US" sz="2800" dirty="0"/>
          </a:p>
        </p:txBody>
      </p:sp>
      <p:sp>
        <p:nvSpPr>
          <p:cNvPr id="69635" name="Rectangle 3"/>
          <p:cNvSpPr>
            <a:spLocks noGrp="1"/>
          </p:cNvSpPr>
          <p:nvPr>
            <p:ph idx="1"/>
          </p:nvPr>
        </p:nvSpPr>
        <p:spPr>
          <a:ln/>
        </p:spPr>
        <p:txBody>
          <a:bodyPr vert="horz" wrap="square" lIns="91440" tIns="45720" rIns="91440" bIns="45720" anchor="t" anchorCtr="0"/>
          <a:p>
            <a:endParaRPr lang="zh-CN" altLang="zh-CN" dirty="0"/>
          </a:p>
          <a:p>
            <a:r>
              <a:rPr lang="zh-CN" altLang="en-US" dirty="0"/>
              <a:t>逻辑地址（页面）如何转换成物理地址（页框）呢？</a:t>
            </a:r>
            <a:endParaRPr lang="zh-CN" altLang="en-US" dirty="0"/>
          </a:p>
          <a:p>
            <a:pPr lvl="1"/>
            <a:endParaRPr lang="zh-CN" altLang="zh-CN" dirty="0"/>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0658" name="Rectangle 2"/>
          <p:cNvSpPr>
            <a:spLocks noGrp="1"/>
          </p:cNvSpPr>
          <p:nvPr>
            <p:ph type="title"/>
          </p:nvPr>
        </p:nvSpPr>
        <p:spPr>
          <a:ln/>
        </p:spPr>
        <p:txBody>
          <a:bodyPr vert="horz" wrap="square" lIns="91440" tIns="45720" rIns="91440" bIns="45720" anchor="ctr" anchorCtr="0"/>
          <a:p>
            <a:pPr algn="ctr"/>
            <a:r>
              <a:rPr lang="en-US" altLang="zh-CN" dirty="0"/>
              <a:t> </a:t>
            </a:r>
            <a:r>
              <a:rPr lang="zh-CN" altLang="en-US" dirty="0"/>
              <a:t>分页式存储管理的基本原理</a:t>
            </a:r>
            <a:endParaRPr lang="zh-CN" altLang="en-US" dirty="0"/>
          </a:p>
        </p:txBody>
      </p:sp>
      <p:sp>
        <p:nvSpPr>
          <p:cNvPr id="70659" name="Rectangle 3"/>
          <p:cNvSpPr>
            <a:spLocks noGrp="1"/>
          </p:cNvSpPr>
          <p:nvPr>
            <p:ph type="body" sz="half" idx="1"/>
          </p:nvPr>
        </p:nvSpPr>
        <p:spPr>
          <a:xfrm>
            <a:off x="687388" y="1268413"/>
            <a:ext cx="5057775" cy="635000"/>
          </a:xfrm>
          <a:ln/>
        </p:spPr>
        <p:txBody>
          <a:bodyPr vert="horz" wrap="square" lIns="91440" tIns="45720" rIns="91440" bIns="45720" anchor="t" anchorCtr="0"/>
          <a:p>
            <a:pPr>
              <a:spcAft>
                <a:spcPct val="20000"/>
              </a:spcAft>
              <a:buClr>
                <a:schemeClr val="hlink"/>
              </a:buClr>
              <a:buSzTx/>
              <a:buFont typeface="Wingdings" panose="05000000000000000000" pitchFamily="2" charset="2"/>
            </a:pPr>
            <a:r>
              <a:rPr lang="zh-CN" altLang="en-US" sz="2800" dirty="0"/>
              <a:t>逻辑地址转化为如下形式</a:t>
            </a:r>
            <a:r>
              <a:rPr lang="zh-CN" altLang="en-US" sz="2800" dirty="0">
                <a:solidFill>
                  <a:schemeClr val="tx1"/>
                </a:solidFill>
              </a:rPr>
              <a:t>：</a:t>
            </a:r>
            <a:endParaRPr lang="zh-CN" altLang="en-US" sz="2800" dirty="0">
              <a:solidFill>
                <a:srgbClr val="FF0000"/>
              </a:solidFill>
            </a:endParaRPr>
          </a:p>
        </p:txBody>
      </p:sp>
      <p:graphicFrame>
        <p:nvGraphicFramePr>
          <p:cNvPr id="81924" name="Group 4"/>
          <p:cNvGraphicFramePr>
            <a:graphicFrameLocks noGrp="1"/>
          </p:cNvGraphicFramePr>
          <p:nvPr>
            <p:ph sz="quarter" idx="1"/>
          </p:nvPr>
        </p:nvGraphicFramePr>
        <p:xfrm>
          <a:off x="1066800" y="2057400"/>
          <a:ext cx="2971800" cy="712788"/>
        </p:xfrm>
        <a:graphic>
          <a:graphicData uri="http://schemas.openxmlformats.org/drawingml/2006/table">
            <a:tbl>
              <a:tblPr/>
              <a:tblGrid>
                <a:gridCol w="990600"/>
                <a:gridCol w="1981200"/>
              </a:tblGrid>
              <a:tr h="712788">
                <a:tc>
                  <a:txBody>
                    <a:bodyPr/>
                    <a:lstStyle/>
                    <a:p>
                      <a:pPr marL="0" marR="0" lvl="0" indent="0" algn="ctr" defTabSz="914400" rtl="0" eaLnBrk="0" fontAlgn="base" latinLnBrk="0" hangingPunct="0">
                        <a:lnSpc>
                          <a:spcPct val="120000"/>
                        </a:lnSpc>
                        <a:spcBef>
                          <a:spcPct val="20000"/>
                        </a:spcBef>
                        <a:spcAft>
                          <a:spcPct val="0"/>
                        </a:spcAft>
                        <a:buClr>
                          <a:schemeClr val="hlink"/>
                        </a:buClr>
                        <a:buSzTx/>
                        <a:buFont typeface="Wingdings" panose="05000000000000000000" pitchFamily="2" charset="2"/>
                        <a:buNone/>
                      </a:pPr>
                      <a:r>
                        <a:rPr kumimoji="0" lang="zh-CN" altLang="en-US" sz="2000" b="1" i="0" u="none" strike="noStrike" cap="none" normalizeH="0" baseline="0" dirty="0" smtClean="0">
                          <a:ln>
                            <a:noFill/>
                          </a:ln>
                          <a:solidFill>
                            <a:schemeClr val="hlink"/>
                          </a:solidFill>
                          <a:effectLst/>
                          <a:latin typeface="Times New Roman" panose="02020603050405020304" pitchFamily="18" charset="0"/>
                          <a:ea typeface="黑体" panose="02010609060101010101" pitchFamily="49" charset="-122"/>
                        </a:rPr>
                        <a:t>页号 </a:t>
                      </a:r>
                      <a:r>
                        <a:rPr kumimoji="0" lang="en-US" sz="2000" b="1" i="0" u="none" strike="noStrike" cap="none" normalizeH="0" baseline="0" dirty="0" smtClean="0">
                          <a:ln>
                            <a:noFill/>
                          </a:ln>
                          <a:solidFill>
                            <a:schemeClr val="hlink"/>
                          </a:solidFill>
                          <a:effectLst/>
                          <a:latin typeface="Times New Roman" panose="02020603050405020304" pitchFamily="18" charset="0"/>
                          <a:ea typeface="黑体" panose="02010609060101010101" pitchFamily="49" charset="-122"/>
                        </a:rPr>
                        <a:t>p</a:t>
                      </a:r>
                      <a:endParaRPr kumimoji="0" lang="en-US" sz="2000" b="1" i="0" u="none" strike="noStrike" cap="none" normalizeH="0" baseline="0" dirty="0" smtClean="0">
                        <a:ln>
                          <a:noFill/>
                        </a:ln>
                        <a:solidFill>
                          <a:schemeClr val="hlink"/>
                        </a:solidFill>
                        <a:effectLst/>
                        <a:latin typeface="Times New Roman" panose="02020603050405020304" pitchFamily="18" charset="0"/>
                        <a:ea typeface="黑体" panose="02010609060101010101" pitchFamily="49"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20000"/>
                        </a:lnSpc>
                        <a:spcBef>
                          <a:spcPct val="20000"/>
                        </a:spcBef>
                        <a:spcAft>
                          <a:spcPct val="0"/>
                        </a:spcAft>
                        <a:buClr>
                          <a:schemeClr val="hlink"/>
                        </a:buClr>
                        <a:buSzTx/>
                        <a:buFont typeface="Wingdings" panose="05000000000000000000" pitchFamily="2" charset="2"/>
                        <a:buNone/>
                      </a:pPr>
                      <a:r>
                        <a:rPr kumimoji="0" lang="zh-CN" altLang="en-US" sz="2000" b="1" i="0" u="none" strike="noStrike" cap="none" normalizeH="0" baseline="0" dirty="0" smtClean="0">
                          <a:ln>
                            <a:noFill/>
                          </a:ln>
                          <a:solidFill>
                            <a:schemeClr val="hlink"/>
                          </a:solidFill>
                          <a:effectLst/>
                          <a:latin typeface="Times New Roman" panose="02020603050405020304" pitchFamily="18" charset="0"/>
                          <a:ea typeface="黑体" panose="02010609060101010101" pitchFamily="49" charset="-122"/>
                        </a:rPr>
                        <a:t>页内偏移地址 </a:t>
                      </a:r>
                      <a:r>
                        <a:rPr kumimoji="0" lang="en-US" sz="2000" b="1" i="0" u="none" strike="noStrike" cap="none" normalizeH="0" baseline="0" dirty="0" smtClean="0">
                          <a:ln>
                            <a:noFill/>
                          </a:ln>
                          <a:solidFill>
                            <a:schemeClr val="hlink"/>
                          </a:solidFill>
                          <a:effectLst/>
                          <a:latin typeface="Times New Roman" panose="02020603050405020304" pitchFamily="18" charset="0"/>
                          <a:ea typeface="黑体" panose="02010609060101010101" pitchFamily="49" charset="-122"/>
                        </a:rPr>
                        <a:t>d</a:t>
                      </a:r>
                      <a:endParaRPr kumimoji="0" lang="en-US" sz="2000" b="1" i="0" u="none" strike="noStrike" cap="none" normalizeH="0" baseline="0" dirty="0" smtClean="0">
                        <a:ln>
                          <a:noFill/>
                        </a:ln>
                        <a:solidFill>
                          <a:schemeClr val="hlink"/>
                        </a:solidFill>
                        <a:effectLst/>
                        <a:latin typeface="Times New Roman" panose="02020603050405020304" pitchFamily="18" charset="0"/>
                        <a:ea typeface="黑体" panose="02010609060101010101" pitchFamily="49"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sp>
        <p:nvSpPr>
          <p:cNvPr id="70668" name="Rectangle 12"/>
          <p:cNvSpPr/>
          <p:nvPr/>
        </p:nvSpPr>
        <p:spPr>
          <a:xfrm>
            <a:off x="685800" y="2741613"/>
            <a:ext cx="4954588" cy="1447800"/>
          </a:xfrm>
          <a:prstGeom prst="rect">
            <a:avLst/>
          </a:prstGeom>
          <a:noFill/>
          <a:ln w="9525">
            <a:noFill/>
          </a:ln>
        </p:spPr>
        <p:txBody>
          <a:bodyPr/>
          <a:p>
            <a:pPr marL="522605" lvl="1" indent="-65405" eaLnBrk="0" hangingPunct="0">
              <a:lnSpc>
                <a:spcPct val="120000"/>
              </a:lnSpc>
              <a:spcBef>
                <a:spcPct val="20000"/>
              </a:spcBef>
              <a:buClr>
                <a:schemeClr val="hlink"/>
              </a:buClr>
              <a:buFont typeface="Wingdings" panose="05000000000000000000" pitchFamily="2" charset="2"/>
              <a:buChar char="v"/>
            </a:pPr>
            <a:endParaRPr lang="zh-CN" altLang="en-US" sz="800" b="0" dirty="0">
              <a:solidFill>
                <a:schemeClr val="hlink"/>
              </a:solidFill>
              <a:latin typeface="楷体_GB2312" pitchFamily="49" charset="-122"/>
              <a:ea typeface="黑体" panose="02010609060101010101" pitchFamily="49" charset="-122"/>
            </a:endParaRPr>
          </a:p>
          <a:p>
            <a:pPr marL="342900" indent="-342900" eaLnBrk="0" hangingPunct="0">
              <a:lnSpc>
                <a:spcPct val="120000"/>
              </a:lnSpc>
              <a:spcBef>
                <a:spcPct val="20000"/>
              </a:spcBef>
              <a:buClr>
                <a:schemeClr val="hlink"/>
              </a:buClr>
              <a:buFont typeface="Wingdings" panose="05000000000000000000" pitchFamily="2" charset="2"/>
              <a:buChar char="v"/>
            </a:pPr>
            <a:r>
              <a:rPr lang="zh-CN" altLang="en-US" sz="2800" dirty="0">
                <a:latin typeface="楷体_GB2312" pitchFamily="49" charset="-122"/>
                <a:ea typeface="黑体" panose="02010609060101010101" pitchFamily="49" charset="-122"/>
              </a:rPr>
              <a:t>若给定页面大小为 </a:t>
            </a:r>
            <a:r>
              <a:rPr lang="en-US" altLang="zh-CN" sz="2800" dirty="0">
                <a:latin typeface="楷体_GB2312" pitchFamily="49" charset="-122"/>
                <a:ea typeface="黑体" panose="02010609060101010101" pitchFamily="49" charset="-122"/>
              </a:rPr>
              <a:t>L </a:t>
            </a:r>
            <a:r>
              <a:rPr lang="zh-CN" altLang="en-US" sz="2800" dirty="0">
                <a:latin typeface="楷体_GB2312" pitchFamily="49" charset="-122"/>
                <a:ea typeface="黑体" panose="02010609060101010101" pitchFamily="49" charset="-122"/>
              </a:rPr>
              <a:t>，则</a:t>
            </a:r>
            <a:r>
              <a:rPr lang="zh-CN" altLang="en-US" sz="2800" dirty="0">
                <a:solidFill>
                  <a:srgbClr val="FF0000"/>
                </a:solidFill>
                <a:latin typeface="楷体_GB2312" pitchFamily="49" charset="-122"/>
                <a:ea typeface="黑体" panose="02010609060101010101" pitchFamily="49" charset="-122"/>
              </a:rPr>
              <a:t>逻辑地址</a:t>
            </a:r>
            <a:r>
              <a:rPr lang="en-US" altLang="zh-CN" sz="2800" dirty="0">
                <a:latin typeface="楷体_GB2312" pitchFamily="49" charset="-122"/>
                <a:ea typeface="黑体" panose="02010609060101010101" pitchFamily="49" charset="-122"/>
              </a:rPr>
              <a:t>A</a:t>
            </a:r>
            <a:r>
              <a:rPr lang="zh-CN" altLang="en-US" sz="2800" dirty="0">
                <a:latin typeface="楷体_GB2312" pitchFamily="49" charset="-122"/>
                <a:ea typeface="黑体" panose="02010609060101010101" pitchFamily="49" charset="-122"/>
              </a:rPr>
              <a:t>：</a:t>
            </a:r>
            <a:endParaRPr lang="zh-CN" altLang="en-US" sz="2800" dirty="0">
              <a:latin typeface="楷体_GB2312" pitchFamily="49" charset="-122"/>
              <a:ea typeface="黑体" panose="02010609060101010101" pitchFamily="49" charset="-122"/>
            </a:endParaRPr>
          </a:p>
        </p:txBody>
      </p:sp>
      <p:graphicFrame>
        <p:nvGraphicFramePr>
          <p:cNvPr id="81933" name="Group 13"/>
          <p:cNvGraphicFramePr>
            <a:graphicFrameLocks noGrp="1"/>
          </p:cNvGraphicFramePr>
          <p:nvPr>
            <p:ph sz="quarter" idx="1"/>
          </p:nvPr>
        </p:nvGraphicFramePr>
        <p:xfrm>
          <a:off x="6507163" y="1219200"/>
          <a:ext cx="1801813" cy="4818063"/>
        </p:xfrm>
        <a:graphic>
          <a:graphicData uri="http://schemas.openxmlformats.org/drawingml/2006/table">
            <a:tbl>
              <a:tblPr/>
              <a:tblGrid>
                <a:gridCol w="1801812"/>
              </a:tblGrid>
              <a:tr h="603544">
                <a:tc>
                  <a:txBody>
                    <a:bodyPr/>
                    <a:lstStyle/>
                    <a:p>
                      <a:pPr marL="0" marR="0" lvl="0" indent="0" algn="l" defTabSz="914400" rtl="0" eaLnBrk="0" fontAlgn="base" latinLnBrk="0" hangingPunct="0">
                        <a:lnSpc>
                          <a:spcPct val="120000"/>
                        </a:lnSpc>
                        <a:spcBef>
                          <a:spcPct val="20000"/>
                        </a:spcBef>
                        <a:spcAft>
                          <a:spcPct val="0"/>
                        </a:spcAft>
                        <a:buClr>
                          <a:schemeClr val="hlink"/>
                        </a:buClr>
                        <a:buSzTx/>
                        <a:buFont typeface="Wingdings" panose="05000000000000000000" pitchFamily="2" charset="2"/>
                        <a:buNone/>
                      </a:pPr>
                      <a:endParaRPr kumimoji="0" lang="zh-CN" altLang="zh-CN" sz="2800" b="1" i="0" u="none" strike="noStrike" cap="none" normalizeH="0" baseline="0" smtClean="0">
                        <a:ln>
                          <a:noFill/>
                        </a:ln>
                        <a:solidFill>
                          <a:srgbClr val="0033CC"/>
                        </a:solidFill>
                        <a:effectLst/>
                        <a:latin typeface="Times New Roman" panose="02020603050405020304" pitchFamily="18" charset="0"/>
                        <a:ea typeface="黑体" panose="02010609060101010101" pitchFamily="49" charset="-122"/>
                      </a:endParaRPr>
                    </a:p>
                  </a:txBody>
                  <a:tcPr marT="45723" marB="45723"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603544">
                <a:tc>
                  <a:txBody>
                    <a:bodyPr/>
                    <a:lstStyle/>
                    <a:p>
                      <a:pPr marL="0" marR="0" lvl="0" indent="0" algn="l" defTabSz="914400" rtl="0" eaLnBrk="0" fontAlgn="base" latinLnBrk="0" hangingPunct="0">
                        <a:lnSpc>
                          <a:spcPct val="120000"/>
                        </a:lnSpc>
                        <a:spcBef>
                          <a:spcPct val="20000"/>
                        </a:spcBef>
                        <a:spcAft>
                          <a:spcPct val="0"/>
                        </a:spcAft>
                        <a:buClr>
                          <a:schemeClr val="hlink"/>
                        </a:buClr>
                        <a:buSzTx/>
                        <a:buFont typeface="Wingdings" panose="05000000000000000000" pitchFamily="2" charset="2"/>
                        <a:buNone/>
                      </a:pPr>
                      <a:endParaRPr kumimoji="0" lang="zh-CN" altLang="zh-CN" sz="2800" b="1" i="0" u="none" strike="noStrike" cap="none" normalizeH="0" baseline="0" smtClean="0">
                        <a:ln>
                          <a:noFill/>
                        </a:ln>
                        <a:solidFill>
                          <a:srgbClr val="0033CC"/>
                        </a:solidFill>
                        <a:effectLst/>
                        <a:latin typeface="Times New Roman" panose="02020603050405020304" pitchFamily="18" charset="0"/>
                        <a:ea typeface="黑体" panose="02010609060101010101" pitchFamily="49" charset="-122"/>
                      </a:endParaRPr>
                    </a:p>
                  </a:txBody>
                  <a:tcPr marT="45723" marB="45723"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603544">
                <a:tc>
                  <a:txBody>
                    <a:bodyPr/>
                    <a:lstStyle/>
                    <a:p>
                      <a:pPr marL="0" marR="0" lvl="0" indent="0" algn="l" defTabSz="914400" rtl="0" eaLnBrk="0" fontAlgn="base" latinLnBrk="0" hangingPunct="0">
                        <a:lnSpc>
                          <a:spcPct val="120000"/>
                        </a:lnSpc>
                        <a:spcBef>
                          <a:spcPct val="20000"/>
                        </a:spcBef>
                        <a:spcAft>
                          <a:spcPct val="0"/>
                        </a:spcAft>
                        <a:buClr>
                          <a:schemeClr val="hlink"/>
                        </a:buClr>
                        <a:buSzTx/>
                        <a:buFont typeface="Wingdings" panose="05000000000000000000" pitchFamily="2" charset="2"/>
                        <a:buNone/>
                      </a:pPr>
                      <a:endParaRPr kumimoji="0" lang="zh-CN" altLang="zh-CN" sz="2800" b="1" i="0" u="none" strike="noStrike" cap="none" normalizeH="0" baseline="0" smtClean="0">
                        <a:ln>
                          <a:noFill/>
                        </a:ln>
                        <a:solidFill>
                          <a:srgbClr val="0033CC"/>
                        </a:solidFill>
                        <a:effectLst/>
                        <a:latin typeface="Times New Roman" panose="02020603050405020304" pitchFamily="18" charset="0"/>
                        <a:ea typeface="黑体" panose="02010609060101010101" pitchFamily="49" charset="-122"/>
                      </a:endParaRPr>
                    </a:p>
                  </a:txBody>
                  <a:tcPr marT="45723" marB="45723"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1800344">
                <a:tc>
                  <a:txBody>
                    <a:bodyPr/>
                    <a:lstStyle/>
                    <a:p>
                      <a:pPr marL="0" marR="0" lvl="0" indent="0" algn="l" defTabSz="914400" rtl="0" eaLnBrk="0" fontAlgn="base" latinLnBrk="0" hangingPunct="0">
                        <a:lnSpc>
                          <a:spcPct val="120000"/>
                        </a:lnSpc>
                        <a:spcBef>
                          <a:spcPct val="20000"/>
                        </a:spcBef>
                        <a:spcAft>
                          <a:spcPct val="0"/>
                        </a:spcAft>
                        <a:buClr>
                          <a:schemeClr val="hlink"/>
                        </a:buClr>
                        <a:buSzTx/>
                        <a:buFont typeface="Wingdings" panose="05000000000000000000" pitchFamily="2" charset="2"/>
                        <a:buNone/>
                      </a:pPr>
                      <a:r>
                        <a:rPr kumimoji="0" lang="en-US" sz="2800" b="1" i="0" u="none" strike="noStrike" cap="none" normalizeH="0" baseline="0" smtClean="0">
                          <a:ln>
                            <a:noFill/>
                          </a:ln>
                          <a:solidFill>
                            <a:srgbClr val="0033CC"/>
                          </a:solidFill>
                          <a:effectLst/>
                          <a:latin typeface="Times New Roman" panose="02020603050405020304" pitchFamily="18" charset="0"/>
                          <a:ea typeface="黑体" panose="02010609060101010101" pitchFamily="49" charset="-122"/>
                        </a:rPr>
                        <a:t>mov 0x16</a:t>
                      </a:r>
                      <a:endParaRPr kumimoji="0" lang="en-US" sz="2800" b="1" i="0" u="none" strike="noStrike" cap="none" normalizeH="0" baseline="0" smtClean="0">
                        <a:ln>
                          <a:noFill/>
                        </a:ln>
                        <a:solidFill>
                          <a:srgbClr val="0033CC"/>
                        </a:solidFill>
                        <a:effectLst/>
                        <a:latin typeface="Times New Roman" panose="02020603050405020304" pitchFamily="18" charset="0"/>
                        <a:ea typeface="黑体" panose="02010609060101010101" pitchFamily="49" charset="-122"/>
                      </a:endParaRPr>
                    </a:p>
                    <a:p>
                      <a:pPr marL="0" marR="0" lvl="0" indent="0" algn="l" defTabSz="914400" rtl="0" eaLnBrk="0" fontAlgn="base" latinLnBrk="0" hangingPunct="0">
                        <a:lnSpc>
                          <a:spcPct val="120000"/>
                        </a:lnSpc>
                        <a:spcBef>
                          <a:spcPct val="20000"/>
                        </a:spcBef>
                        <a:spcAft>
                          <a:spcPct val="0"/>
                        </a:spcAft>
                        <a:buClr>
                          <a:schemeClr val="hlink"/>
                        </a:buClr>
                        <a:buSzTx/>
                        <a:buFont typeface="Wingdings" panose="05000000000000000000" pitchFamily="2" charset="2"/>
                        <a:buNone/>
                      </a:pPr>
                      <a:r>
                        <a:rPr kumimoji="0" lang="en-US" sz="2800" b="1" i="0" u="none" strike="noStrike" cap="none" normalizeH="0" baseline="0" smtClean="0">
                          <a:ln>
                            <a:noFill/>
                          </a:ln>
                          <a:solidFill>
                            <a:srgbClr val="0033CC"/>
                          </a:solidFill>
                          <a:effectLst/>
                          <a:latin typeface="Times New Roman" panose="02020603050405020304" pitchFamily="18" charset="0"/>
                          <a:ea typeface="黑体" panose="02010609060101010101" pitchFamily="49" charset="-122"/>
                        </a:rPr>
                        <a:t>add eax 3</a:t>
                      </a:r>
                      <a:endParaRPr kumimoji="0" lang="en-US" sz="2800" b="1" i="0" u="none" strike="noStrike" cap="none" normalizeH="0" baseline="0" smtClean="0">
                        <a:ln>
                          <a:noFill/>
                        </a:ln>
                        <a:solidFill>
                          <a:srgbClr val="0033CC"/>
                        </a:solidFill>
                        <a:effectLst/>
                        <a:latin typeface="Times New Roman" panose="02020603050405020304" pitchFamily="18" charset="0"/>
                        <a:ea typeface="黑体" panose="02010609060101010101" pitchFamily="49" charset="-122"/>
                      </a:endParaRPr>
                    </a:p>
                    <a:p>
                      <a:pPr marL="0" marR="0" lvl="0" indent="0" algn="l" defTabSz="914400" rtl="0" eaLnBrk="0" fontAlgn="base" latinLnBrk="0" hangingPunct="0">
                        <a:lnSpc>
                          <a:spcPct val="120000"/>
                        </a:lnSpc>
                        <a:spcBef>
                          <a:spcPct val="20000"/>
                        </a:spcBef>
                        <a:spcAft>
                          <a:spcPct val="0"/>
                        </a:spcAft>
                        <a:buClr>
                          <a:schemeClr val="hlink"/>
                        </a:buClr>
                        <a:buSzTx/>
                        <a:buFont typeface="Wingdings" panose="05000000000000000000" pitchFamily="2" charset="2"/>
                        <a:buNone/>
                      </a:pPr>
                      <a:r>
                        <a:rPr kumimoji="0" lang="en-US" sz="2800" b="1" i="0" u="none" strike="noStrike" cap="none" normalizeH="0" baseline="0" smtClean="0">
                          <a:ln>
                            <a:noFill/>
                          </a:ln>
                          <a:solidFill>
                            <a:srgbClr val="0033CC"/>
                          </a:solidFill>
                          <a:effectLst/>
                          <a:latin typeface="Times New Roman" panose="02020603050405020304" pitchFamily="18" charset="0"/>
                          <a:ea typeface="黑体" panose="02010609060101010101" pitchFamily="49" charset="-122"/>
                        </a:rPr>
                        <a:t>.............</a:t>
                      </a:r>
                      <a:endParaRPr kumimoji="0" lang="en-US" sz="2800" b="1" i="0" u="none" strike="noStrike" cap="none" normalizeH="0" baseline="0" smtClean="0">
                        <a:ln>
                          <a:noFill/>
                        </a:ln>
                        <a:solidFill>
                          <a:srgbClr val="0033CC"/>
                        </a:solidFill>
                        <a:effectLst/>
                        <a:latin typeface="Times New Roman" panose="02020603050405020304" pitchFamily="18" charset="0"/>
                        <a:ea typeface="黑体" panose="02010609060101010101" pitchFamily="49" charset="-122"/>
                      </a:endParaRPr>
                    </a:p>
                  </a:txBody>
                  <a:tcPr marT="45723" marB="45723"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603544">
                <a:tc>
                  <a:txBody>
                    <a:bodyPr/>
                    <a:lstStyle/>
                    <a:p>
                      <a:pPr marL="0" marR="0" lvl="0" indent="0" algn="l" defTabSz="914400" rtl="0" eaLnBrk="0" fontAlgn="base" latinLnBrk="0" hangingPunct="0">
                        <a:lnSpc>
                          <a:spcPct val="120000"/>
                        </a:lnSpc>
                        <a:spcBef>
                          <a:spcPct val="20000"/>
                        </a:spcBef>
                        <a:spcAft>
                          <a:spcPct val="0"/>
                        </a:spcAft>
                        <a:buClr>
                          <a:schemeClr val="hlink"/>
                        </a:buClr>
                        <a:buSzTx/>
                        <a:buFont typeface="Wingdings" panose="05000000000000000000" pitchFamily="2" charset="2"/>
                        <a:buNone/>
                      </a:pPr>
                      <a:endParaRPr kumimoji="0" lang="zh-CN" altLang="zh-CN" sz="2800" b="1" i="0" u="none" strike="noStrike" cap="none" normalizeH="0" baseline="0" smtClean="0">
                        <a:ln>
                          <a:noFill/>
                        </a:ln>
                        <a:solidFill>
                          <a:srgbClr val="0033CC"/>
                        </a:solidFill>
                        <a:effectLst/>
                        <a:latin typeface="Times New Roman" panose="02020603050405020304" pitchFamily="18" charset="0"/>
                        <a:ea typeface="黑体" panose="02010609060101010101" pitchFamily="49" charset="-122"/>
                      </a:endParaRPr>
                    </a:p>
                  </a:txBody>
                  <a:tcPr marT="45723" marB="45723"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603544">
                <a:tc>
                  <a:txBody>
                    <a:bodyPr/>
                    <a:lstStyle/>
                    <a:p>
                      <a:pPr marL="0" marR="0" lvl="0" indent="0" algn="l" defTabSz="914400" rtl="0" eaLnBrk="0" fontAlgn="base" latinLnBrk="0" hangingPunct="0">
                        <a:lnSpc>
                          <a:spcPct val="120000"/>
                        </a:lnSpc>
                        <a:spcBef>
                          <a:spcPct val="20000"/>
                        </a:spcBef>
                        <a:spcAft>
                          <a:spcPct val="0"/>
                        </a:spcAft>
                        <a:buClr>
                          <a:schemeClr val="hlink"/>
                        </a:buClr>
                        <a:buSzTx/>
                        <a:buFont typeface="Wingdings" panose="05000000000000000000" pitchFamily="2" charset="2"/>
                        <a:buNone/>
                      </a:pPr>
                      <a:endParaRPr kumimoji="0" lang="zh-CN" altLang="zh-CN" sz="2800" b="1" i="0" u="none" strike="noStrike" cap="none" normalizeH="0" baseline="0" smtClean="0">
                        <a:ln>
                          <a:noFill/>
                        </a:ln>
                        <a:solidFill>
                          <a:srgbClr val="0033CC"/>
                        </a:solidFill>
                        <a:effectLst/>
                        <a:latin typeface="Times New Roman" panose="02020603050405020304" pitchFamily="18" charset="0"/>
                        <a:ea typeface="黑体" panose="02010609060101010101" pitchFamily="49" charset="-122"/>
                      </a:endParaRPr>
                    </a:p>
                  </a:txBody>
                  <a:tcPr marT="45723" marB="45723"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sp>
        <p:nvSpPr>
          <p:cNvPr id="70685" name="Line 29"/>
          <p:cNvSpPr/>
          <p:nvPr/>
        </p:nvSpPr>
        <p:spPr>
          <a:xfrm>
            <a:off x="5897563" y="4037013"/>
            <a:ext cx="533400" cy="0"/>
          </a:xfrm>
          <a:prstGeom prst="line">
            <a:avLst/>
          </a:prstGeom>
          <a:ln w="38100" cap="flat" cmpd="sng">
            <a:solidFill>
              <a:srgbClr val="FF0000"/>
            </a:solidFill>
            <a:prstDash val="solid"/>
            <a:headEnd type="none" w="med" len="med"/>
            <a:tailEnd type="triangle" w="med" len="med"/>
          </a:ln>
        </p:spPr>
      </p:sp>
      <p:sp>
        <p:nvSpPr>
          <p:cNvPr id="70686" name="Line 30"/>
          <p:cNvSpPr/>
          <p:nvPr/>
        </p:nvSpPr>
        <p:spPr>
          <a:xfrm>
            <a:off x="5897563" y="3046413"/>
            <a:ext cx="609600" cy="0"/>
          </a:xfrm>
          <a:prstGeom prst="line">
            <a:avLst/>
          </a:prstGeom>
          <a:ln w="12700" cap="flat" cmpd="sng">
            <a:solidFill>
              <a:srgbClr val="FF0000"/>
            </a:solidFill>
            <a:prstDash val="solid"/>
            <a:headEnd type="none" w="med" len="med"/>
            <a:tailEnd type="none" w="med" len="med"/>
          </a:ln>
        </p:spPr>
      </p:sp>
      <p:sp>
        <p:nvSpPr>
          <p:cNvPr id="70687" name="Line 31"/>
          <p:cNvSpPr/>
          <p:nvPr/>
        </p:nvSpPr>
        <p:spPr>
          <a:xfrm>
            <a:off x="6126163" y="3046413"/>
            <a:ext cx="0" cy="914400"/>
          </a:xfrm>
          <a:prstGeom prst="line">
            <a:avLst/>
          </a:prstGeom>
          <a:ln w="12700" cap="flat" cmpd="sng">
            <a:solidFill>
              <a:srgbClr val="FF0000"/>
            </a:solidFill>
            <a:prstDash val="solid"/>
            <a:headEnd type="none" w="med" len="med"/>
            <a:tailEnd type="triangle" w="med" len="med"/>
          </a:ln>
        </p:spPr>
      </p:sp>
      <p:sp>
        <p:nvSpPr>
          <p:cNvPr id="70688" name="Text Box 32"/>
          <p:cNvSpPr txBox="1"/>
          <p:nvPr/>
        </p:nvSpPr>
        <p:spPr>
          <a:xfrm>
            <a:off x="6097588" y="3351213"/>
            <a:ext cx="381000" cy="366712"/>
          </a:xfrm>
          <a:prstGeom prst="rect">
            <a:avLst/>
          </a:prstGeom>
          <a:noFill/>
          <a:ln w="9525">
            <a:noFill/>
          </a:ln>
        </p:spPr>
        <p:txBody>
          <a:bodyPr>
            <a:spAutoFit/>
          </a:bodyPr>
          <a:p>
            <a:pPr>
              <a:spcBef>
                <a:spcPct val="50000"/>
              </a:spcBef>
            </a:pPr>
            <a:r>
              <a:rPr lang="en-US" altLang="zh-CN" dirty="0">
                <a:latin typeface="Times New Roman" panose="02020603050405020304" pitchFamily="18" charset="0"/>
              </a:rPr>
              <a:t>d</a:t>
            </a:r>
            <a:endParaRPr lang="en-US" altLang="zh-CN" dirty="0">
              <a:latin typeface="Times New Roman" panose="02020603050405020304" pitchFamily="18" charset="0"/>
            </a:endParaRPr>
          </a:p>
        </p:txBody>
      </p:sp>
      <p:sp>
        <p:nvSpPr>
          <p:cNvPr id="70689" name="Line 33"/>
          <p:cNvSpPr/>
          <p:nvPr/>
        </p:nvSpPr>
        <p:spPr>
          <a:xfrm>
            <a:off x="8231188" y="1219200"/>
            <a:ext cx="609600" cy="0"/>
          </a:xfrm>
          <a:prstGeom prst="line">
            <a:avLst/>
          </a:prstGeom>
          <a:ln w="12700" cap="flat" cmpd="sng">
            <a:solidFill>
              <a:srgbClr val="FF0000"/>
            </a:solidFill>
            <a:prstDash val="solid"/>
            <a:headEnd type="none" w="med" len="med"/>
            <a:tailEnd type="none" w="med" len="med"/>
          </a:ln>
        </p:spPr>
      </p:sp>
      <p:sp>
        <p:nvSpPr>
          <p:cNvPr id="70690" name="Line 34"/>
          <p:cNvSpPr/>
          <p:nvPr/>
        </p:nvSpPr>
        <p:spPr>
          <a:xfrm>
            <a:off x="8612188" y="1219200"/>
            <a:ext cx="0" cy="1827213"/>
          </a:xfrm>
          <a:prstGeom prst="line">
            <a:avLst/>
          </a:prstGeom>
          <a:ln w="12700" cap="flat" cmpd="sng">
            <a:solidFill>
              <a:srgbClr val="FF0000"/>
            </a:solidFill>
            <a:prstDash val="solid"/>
            <a:headEnd type="none" w="med" len="med"/>
            <a:tailEnd type="triangle" w="med" len="med"/>
          </a:ln>
        </p:spPr>
      </p:sp>
      <p:sp>
        <p:nvSpPr>
          <p:cNvPr id="70691" name="Line 35"/>
          <p:cNvSpPr/>
          <p:nvPr/>
        </p:nvSpPr>
        <p:spPr>
          <a:xfrm>
            <a:off x="10718800" y="-601662"/>
            <a:ext cx="609600" cy="0"/>
          </a:xfrm>
          <a:prstGeom prst="line">
            <a:avLst/>
          </a:prstGeom>
          <a:ln w="12700" cap="flat" cmpd="sng">
            <a:solidFill>
              <a:srgbClr val="FF0000"/>
            </a:solidFill>
            <a:prstDash val="solid"/>
            <a:headEnd type="none" w="med" len="med"/>
            <a:tailEnd type="none" w="med" len="med"/>
          </a:ln>
        </p:spPr>
      </p:sp>
      <p:sp>
        <p:nvSpPr>
          <p:cNvPr id="70692" name="Line 36"/>
          <p:cNvSpPr/>
          <p:nvPr/>
        </p:nvSpPr>
        <p:spPr>
          <a:xfrm>
            <a:off x="8307388" y="3046413"/>
            <a:ext cx="533400" cy="0"/>
          </a:xfrm>
          <a:prstGeom prst="line">
            <a:avLst/>
          </a:prstGeom>
          <a:ln w="12700" cap="flat" cmpd="sng">
            <a:solidFill>
              <a:srgbClr val="FF0000"/>
            </a:solidFill>
            <a:prstDash val="solid"/>
            <a:headEnd type="none" w="med" len="med"/>
            <a:tailEnd type="none" w="med" len="med"/>
          </a:ln>
        </p:spPr>
      </p:sp>
      <p:sp>
        <p:nvSpPr>
          <p:cNvPr id="70693" name="Text Box 37"/>
          <p:cNvSpPr txBox="1"/>
          <p:nvPr/>
        </p:nvSpPr>
        <p:spPr>
          <a:xfrm>
            <a:off x="8612188" y="2057400"/>
            <a:ext cx="381000" cy="365125"/>
          </a:xfrm>
          <a:prstGeom prst="rect">
            <a:avLst/>
          </a:prstGeom>
          <a:noFill/>
          <a:ln w="9525">
            <a:noFill/>
          </a:ln>
        </p:spPr>
        <p:txBody>
          <a:bodyPr>
            <a:spAutoFit/>
          </a:bodyPr>
          <a:p>
            <a:pPr>
              <a:spcBef>
                <a:spcPct val="50000"/>
              </a:spcBef>
            </a:pPr>
            <a:r>
              <a:rPr lang="en-US" altLang="zh-CN" dirty="0">
                <a:latin typeface="Times New Roman" panose="02020603050405020304" pitchFamily="18" charset="0"/>
              </a:rPr>
              <a:t>p</a:t>
            </a:r>
            <a:endParaRPr lang="en-US" altLang="zh-CN" dirty="0">
              <a:latin typeface="Times New Roman" panose="02020603050405020304" pitchFamily="18" charset="0"/>
            </a:endParaRPr>
          </a:p>
        </p:txBody>
      </p:sp>
      <p:sp>
        <p:nvSpPr>
          <p:cNvPr id="81958" name="Text Box 38"/>
          <p:cNvSpPr txBox="1"/>
          <p:nvPr/>
        </p:nvSpPr>
        <p:spPr>
          <a:xfrm>
            <a:off x="1371600" y="4341813"/>
            <a:ext cx="4421188" cy="1160462"/>
          </a:xfrm>
          <a:prstGeom prst="rect">
            <a:avLst/>
          </a:prstGeom>
          <a:noFill/>
          <a:ln w="9525">
            <a:noFill/>
          </a:ln>
        </p:spPr>
        <p:txBody>
          <a:bodyPr>
            <a:spAutoFit/>
          </a:bodyPr>
          <a:p>
            <a:pPr>
              <a:spcBef>
                <a:spcPct val="50000"/>
              </a:spcBef>
            </a:pPr>
            <a:r>
              <a:rPr lang="en-US" altLang="zh-CN" sz="2800" dirty="0">
                <a:latin typeface="Times New Roman" panose="02020603050405020304" pitchFamily="18" charset="0"/>
              </a:rPr>
              <a:t>p=A / L;</a:t>
            </a:r>
            <a:endParaRPr lang="en-US" altLang="zh-CN" sz="2800" dirty="0">
              <a:latin typeface="Times New Roman" panose="02020603050405020304" pitchFamily="18" charset="0"/>
            </a:endParaRPr>
          </a:p>
          <a:p>
            <a:pPr>
              <a:spcBef>
                <a:spcPct val="50000"/>
              </a:spcBef>
            </a:pPr>
            <a:r>
              <a:rPr lang="en-US" altLang="zh-CN" sz="2800" dirty="0">
                <a:latin typeface="Times New Roman" panose="02020603050405020304" pitchFamily="18" charset="0"/>
              </a:rPr>
              <a:t>d=A mod L</a:t>
            </a:r>
            <a:endParaRPr lang="en-US" altLang="zh-CN" sz="2800" dirty="0">
              <a:latin typeface="Times New Roman" panose="02020603050405020304" pitchFamily="18" charset="0"/>
            </a:endParaRPr>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7" presetClass="entr" presetSubtype="10" fill="hold" grpId="0" nodeType="clickEffect">
                                  <p:stCondLst>
                                    <p:cond delay="0"/>
                                  </p:stCondLst>
                                  <p:childTnLst>
                                    <p:set>
                                      <p:cBhvr>
                                        <p:cTn id="6" dur="1" fill="hold">
                                          <p:stCondLst>
                                            <p:cond delay="0"/>
                                          </p:stCondLst>
                                        </p:cTn>
                                        <p:tgtEl>
                                          <p:spTgt spid="81958"/>
                                        </p:tgtEl>
                                        <p:attrNameLst>
                                          <p:attrName>style.visibility</p:attrName>
                                        </p:attrNameLst>
                                      </p:cBhvr>
                                      <p:to>
                                        <p:strVal val="visible"/>
                                      </p:to>
                                    </p:set>
                                    <p:anim calcmode="lin" valueType="num">
                                      <p:cBhvr>
                                        <p:cTn id="7" dur="500" fill="hold"/>
                                        <p:tgtEl>
                                          <p:spTgt spid="81958"/>
                                        </p:tgtEl>
                                        <p:attrNameLst>
                                          <p:attrName>ppt_w</p:attrName>
                                        </p:attrNameLst>
                                      </p:cBhvr>
                                      <p:tavLst>
                                        <p:tav tm="0">
                                          <p:val>
                                            <p:fltVal val="0.000000"/>
                                          </p:val>
                                        </p:tav>
                                        <p:tav tm="100000">
                                          <p:val>
                                            <p:strVal val="#ppt_w"/>
                                          </p:val>
                                        </p:tav>
                                      </p:tavLst>
                                    </p:anim>
                                    <p:anim calcmode="lin" valueType="num">
                                      <p:cBhvr>
                                        <p:cTn id="8" dur="500" fill="hold"/>
                                        <p:tgtEl>
                                          <p:spTgt spid="81958"/>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1958" grpId="0"/>
    </p:bld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1682" name="Rectangle 2"/>
          <p:cNvSpPr>
            <a:spLocks noGrp="1"/>
          </p:cNvSpPr>
          <p:nvPr>
            <p:ph type="title"/>
          </p:nvPr>
        </p:nvSpPr>
        <p:spPr>
          <a:xfrm>
            <a:off x="1371600" y="476250"/>
            <a:ext cx="7697788" cy="563563"/>
          </a:xfrm>
          <a:ln/>
        </p:spPr>
        <p:txBody>
          <a:bodyPr vert="horz" wrap="square" lIns="91440" tIns="45720" rIns="91440" bIns="45720" anchor="ctr" anchorCtr="0"/>
          <a:p>
            <a:pPr algn="ctr"/>
            <a:r>
              <a:rPr lang="zh-CN" altLang="en-US" sz="2800" dirty="0"/>
              <a:t>分页式存储管理的地址转换</a:t>
            </a:r>
            <a:endParaRPr lang="en-US" altLang="zh-CN" sz="2800" dirty="0"/>
          </a:p>
        </p:txBody>
      </p:sp>
      <p:sp>
        <p:nvSpPr>
          <p:cNvPr id="83971" name="Rectangle 3"/>
          <p:cNvSpPr>
            <a:spLocks noGrp="1"/>
          </p:cNvSpPr>
          <p:nvPr>
            <p:ph type="body" sz="half" idx="1"/>
          </p:nvPr>
        </p:nvSpPr>
        <p:spPr>
          <a:xfrm>
            <a:off x="152400" y="1524000"/>
            <a:ext cx="6097588" cy="2894013"/>
          </a:xfrm>
          <a:ln/>
        </p:spPr>
        <p:txBody>
          <a:bodyPr vert="horz" wrap="square" lIns="91440" tIns="45720" rIns="91440" bIns="45720" anchor="t" anchorCtr="0"/>
          <a:p>
            <a:pPr>
              <a:lnSpc>
                <a:spcPct val="130000"/>
              </a:lnSpc>
              <a:buClr>
                <a:schemeClr val="hlink"/>
              </a:buClr>
              <a:buSzTx/>
              <a:buFont typeface="Wingdings" panose="05000000000000000000" pitchFamily="2" charset="2"/>
            </a:pPr>
            <a:r>
              <a:rPr lang="zh-CN" altLang="en-US" sz="2800" dirty="0">
                <a:solidFill>
                  <a:srgbClr val="CC00CC"/>
                </a:solidFill>
                <a:latin typeface="黑体" panose="02010609060101010101" pitchFamily="49" charset="-122"/>
              </a:rPr>
              <a:t>逻辑地址如何转换成</a:t>
            </a:r>
            <a:r>
              <a:rPr lang="zh-CN" altLang="en-US" sz="2800" dirty="0">
                <a:solidFill>
                  <a:srgbClr val="FF0000"/>
                </a:solidFill>
                <a:latin typeface="黑体" panose="02010609060101010101" pitchFamily="49" charset="-122"/>
              </a:rPr>
              <a:t>物理地址</a:t>
            </a:r>
            <a:r>
              <a:rPr lang="zh-CN" altLang="en-US" sz="2800" dirty="0">
                <a:solidFill>
                  <a:srgbClr val="CC00CC"/>
                </a:solidFill>
                <a:latin typeface="黑体" panose="02010609060101010101" pitchFamily="49" charset="-122"/>
              </a:rPr>
              <a:t>呢？</a:t>
            </a:r>
            <a:endParaRPr lang="zh-CN" altLang="en-US" sz="2800" dirty="0">
              <a:solidFill>
                <a:srgbClr val="CC00CC"/>
              </a:solidFill>
              <a:latin typeface="黑体" panose="02010609060101010101" pitchFamily="49" charset="-122"/>
            </a:endParaRPr>
          </a:p>
          <a:p>
            <a:pPr>
              <a:lnSpc>
                <a:spcPct val="130000"/>
              </a:lnSpc>
              <a:buClr>
                <a:schemeClr val="hlink"/>
              </a:buClr>
              <a:buSzTx/>
              <a:buFont typeface="Wingdings" panose="05000000000000000000" pitchFamily="2" charset="2"/>
              <a:buNone/>
            </a:pPr>
            <a:r>
              <a:rPr lang="en-US" altLang="zh-CN" sz="2800" dirty="0">
                <a:latin typeface="黑体" panose="02010609060101010101" pitchFamily="49" charset="-122"/>
              </a:rPr>
              <a:t>  </a:t>
            </a:r>
            <a:r>
              <a:rPr lang="en-US" altLang="zh-CN" sz="2800" dirty="0"/>
              <a:t>——</a:t>
            </a:r>
            <a:r>
              <a:rPr lang="zh-CN" altLang="en-US" sz="2800" dirty="0">
                <a:latin typeface="黑体" panose="02010609060101010101" pitchFamily="49" charset="-122"/>
              </a:rPr>
              <a:t>地址映射技术 </a:t>
            </a:r>
            <a:r>
              <a:rPr lang="en-US" altLang="zh-CN" sz="2800" dirty="0">
                <a:latin typeface="Monotype Corsiva" panose="03010101010201010101" pitchFamily="66" charset="0"/>
              </a:rPr>
              <a:t>y= f (x)</a:t>
            </a:r>
            <a:endParaRPr lang="en-US" altLang="zh-CN" sz="2800" dirty="0">
              <a:latin typeface="Monotype Corsiva" panose="03010101010201010101" pitchFamily="66" charset="0"/>
            </a:endParaRPr>
          </a:p>
          <a:p>
            <a:pPr lvl="1">
              <a:lnSpc>
                <a:spcPct val="130000"/>
              </a:lnSpc>
              <a:spcAft>
                <a:spcPct val="20000"/>
              </a:spcAft>
              <a:buClr>
                <a:schemeClr val="accent2"/>
              </a:buClr>
              <a:buFont typeface="Wingdings" panose="05000000000000000000" pitchFamily="2" charset="2"/>
            </a:pPr>
            <a:r>
              <a:rPr lang="zh-CN" altLang="en-US" sz="2400" dirty="0">
                <a:latin typeface="黑体" panose="02010609060101010101" pitchFamily="49" charset="-122"/>
              </a:rPr>
              <a:t>解析逻辑地址，提取页号和页内偏移地址</a:t>
            </a:r>
            <a:endParaRPr lang="zh-CN" altLang="en-US" sz="2400" dirty="0">
              <a:latin typeface="黑体" panose="02010609060101010101" pitchFamily="49" charset="-122"/>
            </a:endParaRPr>
          </a:p>
          <a:p>
            <a:pPr lvl="1">
              <a:lnSpc>
                <a:spcPct val="130000"/>
              </a:lnSpc>
              <a:spcAft>
                <a:spcPct val="20000"/>
              </a:spcAft>
              <a:buClr>
                <a:schemeClr val="accent2"/>
              </a:buClr>
              <a:buFont typeface="Wingdings" panose="05000000000000000000" pitchFamily="2" charset="2"/>
            </a:pPr>
            <a:r>
              <a:rPr lang="zh-CN" altLang="en-US" sz="2400" dirty="0">
                <a:latin typeface="黑体" panose="02010609060101010101" pitchFamily="49" charset="-122"/>
              </a:rPr>
              <a:t>查找页表，根据页号获取块号</a:t>
            </a:r>
            <a:endParaRPr lang="zh-CN" altLang="en-US" sz="2400" dirty="0">
              <a:latin typeface="黑体" panose="02010609060101010101" pitchFamily="49" charset="-122"/>
            </a:endParaRPr>
          </a:p>
          <a:p>
            <a:pPr lvl="1">
              <a:lnSpc>
                <a:spcPct val="130000"/>
              </a:lnSpc>
              <a:spcAft>
                <a:spcPct val="20000"/>
              </a:spcAft>
              <a:buClr>
                <a:schemeClr val="accent2"/>
              </a:buClr>
              <a:buFont typeface="Wingdings" panose="05000000000000000000" pitchFamily="2" charset="2"/>
            </a:pPr>
            <a:r>
              <a:rPr lang="zh-CN" altLang="en-US" sz="2400" dirty="0">
                <a:latin typeface="黑体" panose="02010609060101010101" pitchFamily="49" charset="-122"/>
              </a:rPr>
              <a:t>根据所获得的页内偏移地址和块号，计算 </a:t>
            </a:r>
            <a:r>
              <a:rPr lang="zh-CN" altLang="en-US" sz="2400" dirty="0">
                <a:solidFill>
                  <a:srgbClr val="CC00CC"/>
                </a:solidFill>
                <a:latin typeface="黑体" panose="02010609060101010101" pitchFamily="49" charset="-122"/>
              </a:rPr>
              <a:t>物理地址＝</a:t>
            </a:r>
            <a:r>
              <a:rPr lang="en-US" altLang="zh-CN" sz="2400" dirty="0">
                <a:solidFill>
                  <a:srgbClr val="CC00CC"/>
                </a:solidFill>
                <a:latin typeface="Monotype Corsiva" panose="03010101010201010101" pitchFamily="66" charset="0"/>
              </a:rPr>
              <a:t>f </a:t>
            </a:r>
            <a:r>
              <a:rPr lang="en-US" altLang="zh-CN" sz="2400" dirty="0">
                <a:solidFill>
                  <a:srgbClr val="CC00CC"/>
                </a:solidFill>
                <a:latin typeface="黑体" panose="02010609060101010101" pitchFamily="49" charset="-122"/>
              </a:rPr>
              <a:t>(</a:t>
            </a:r>
            <a:r>
              <a:rPr lang="zh-CN" altLang="en-US" sz="2400" dirty="0">
                <a:solidFill>
                  <a:srgbClr val="CC00CC"/>
                </a:solidFill>
                <a:latin typeface="黑体" panose="02010609060101010101" pitchFamily="49" charset="-122"/>
              </a:rPr>
              <a:t>逻辑地址</a:t>
            </a:r>
            <a:r>
              <a:rPr lang="en-US" altLang="zh-CN" sz="2400" dirty="0">
                <a:solidFill>
                  <a:srgbClr val="CC00CC"/>
                </a:solidFill>
                <a:latin typeface="黑体" panose="02010609060101010101" pitchFamily="49" charset="-122"/>
              </a:rPr>
              <a:t>)</a:t>
            </a:r>
            <a:r>
              <a:rPr lang="zh-CN" altLang="en-US" i="1" dirty="0">
                <a:solidFill>
                  <a:srgbClr val="CC00CC"/>
                </a:solidFill>
                <a:latin typeface="黑体" panose="02010609060101010101" pitchFamily="49" charset="-122"/>
              </a:rPr>
              <a:t>？？</a:t>
            </a:r>
            <a:endParaRPr lang="zh-CN" altLang="en-US" i="1" dirty="0">
              <a:solidFill>
                <a:srgbClr val="CC00CC"/>
              </a:solidFill>
              <a:latin typeface="黑体" panose="02010609060101010101" pitchFamily="49" charset="-122"/>
            </a:endParaRPr>
          </a:p>
        </p:txBody>
      </p:sp>
      <p:graphicFrame>
        <p:nvGraphicFramePr>
          <p:cNvPr id="83972" name="Group 4"/>
          <p:cNvGraphicFramePr>
            <a:graphicFrameLocks noGrp="1"/>
          </p:cNvGraphicFramePr>
          <p:nvPr/>
        </p:nvGraphicFramePr>
        <p:xfrm>
          <a:off x="6878638" y="3351213"/>
          <a:ext cx="1143000" cy="2689225"/>
        </p:xfrm>
        <a:graphic>
          <a:graphicData uri="http://schemas.openxmlformats.org/drawingml/2006/table">
            <a:tbl>
              <a:tblPr/>
              <a:tblGrid>
                <a:gridCol w="593725"/>
                <a:gridCol w="549275"/>
              </a:tblGrid>
              <a:tr h="384175">
                <a:tc>
                  <a:txBody>
                    <a:bodyPr/>
                    <a:lstStyle/>
                    <a:p>
                      <a:pPr marL="0" marR="0" lvl="0" indent="0" algn="ctr" defTabSz="914400" rtl="0" eaLnBrk="0" fontAlgn="ctr" latinLnBrk="0" hangingPunct="0">
                        <a:lnSpc>
                          <a:spcPct val="120000"/>
                        </a:lnSpc>
                        <a:spcBef>
                          <a:spcPct val="20000"/>
                        </a:spcBef>
                        <a:spcAft>
                          <a:spcPct val="0"/>
                        </a:spcAft>
                        <a:buClr>
                          <a:schemeClr val="hlink"/>
                        </a:buClr>
                        <a:buSzTx/>
                        <a:buFont typeface="Wingdings" panose="05000000000000000000" pitchFamily="2" charset="2"/>
                        <a:buNone/>
                      </a:pPr>
                      <a:r>
                        <a:rPr kumimoji="0" lang="en-US" sz="1600" b="1" i="0" u="none" strike="noStrike" cap="none" normalizeH="0" baseline="0" dirty="0" smtClean="0">
                          <a:ln>
                            <a:noFill/>
                          </a:ln>
                          <a:solidFill>
                            <a:schemeClr val="tx1"/>
                          </a:solidFill>
                          <a:effectLst/>
                          <a:latin typeface="黑体" panose="02010609060101010101" pitchFamily="49" charset="-122"/>
                          <a:ea typeface="黑体" panose="02010609060101010101" pitchFamily="49" charset="-122"/>
                        </a:rPr>
                        <a:t>0</a:t>
                      </a:r>
                      <a:endParaRPr kumimoji="0" lang="en-US" sz="1600" b="1" i="0" u="none" strike="noStrike" cap="none" normalizeH="0" baseline="0" dirty="0" smtClean="0">
                        <a:ln>
                          <a:noFill/>
                        </a:ln>
                        <a:solidFill>
                          <a:schemeClr val="tx1"/>
                        </a:solidFill>
                        <a:effectLst/>
                        <a:latin typeface="黑体" panose="02010609060101010101" pitchFamily="49" charset="-122"/>
                        <a:ea typeface="黑体" panose="02010609060101010101" pitchFamily="49"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ctr" latinLnBrk="0" hangingPunct="0">
                        <a:lnSpc>
                          <a:spcPct val="120000"/>
                        </a:lnSpc>
                        <a:spcBef>
                          <a:spcPct val="20000"/>
                        </a:spcBef>
                        <a:spcAft>
                          <a:spcPct val="0"/>
                        </a:spcAft>
                        <a:buClr>
                          <a:schemeClr val="hlink"/>
                        </a:buClr>
                        <a:buSzTx/>
                        <a:buFont typeface="Wingdings" panose="05000000000000000000" pitchFamily="2" charset="2"/>
                        <a:buNone/>
                      </a:pPr>
                      <a:r>
                        <a:rPr kumimoji="0" lang="en-US" sz="1600" b="1" i="0" u="none" strike="noStrike" cap="none" normalizeH="0" baseline="0" smtClean="0">
                          <a:ln>
                            <a:noFill/>
                          </a:ln>
                          <a:solidFill>
                            <a:srgbClr val="0033CC"/>
                          </a:solidFill>
                          <a:effectLst/>
                          <a:latin typeface="黑体" panose="02010609060101010101" pitchFamily="49" charset="-122"/>
                          <a:ea typeface="黑体" panose="02010609060101010101" pitchFamily="49" charset="-122"/>
                        </a:rPr>
                        <a:t>1</a:t>
                      </a:r>
                      <a:endParaRPr kumimoji="0" lang="en-US" sz="1600" b="1" i="0" u="none" strike="noStrike" cap="none" normalizeH="0" baseline="0" smtClean="0">
                        <a:ln>
                          <a:noFill/>
                        </a:ln>
                        <a:solidFill>
                          <a:srgbClr val="0033CC"/>
                        </a:solidFill>
                        <a:effectLst/>
                        <a:latin typeface="黑体" panose="02010609060101010101" pitchFamily="49" charset="-122"/>
                        <a:ea typeface="黑体" panose="02010609060101010101" pitchFamily="49"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84175">
                <a:tc>
                  <a:txBody>
                    <a:bodyPr/>
                    <a:lstStyle/>
                    <a:p>
                      <a:pPr marL="0" marR="0" lvl="0" indent="0" algn="ctr" defTabSz="914400" rtl="0" eaLnBrk="0" fontAlgn="ctr" latinLnBrk="0" hangingPunct="0">
                        <a:lnSpc>
                          <a:spcPct val="120000"/>
                        </a:lnSpc>
                        <a:spcBef>
                          <a:spcPct val="20000"/>
                        </a:spcBef>
                        <a:spcAft>
                          <a:spcPct val="0"/>
                        </a:spcAft>
                        <a:buClr>
                          <a:schemeClr val="hlink"/>
                        </a:buClr>
                        <a:buSzTx/>
                        <a:buFont typeface="Wingdings" panose="05000000000000000000" pitchFamily="2" charset="2"/>
                        <a:buNone/>
                      </a:pPr>
                      <a:r>
                        <a:rPr kumimoji="0" lang="en-US" sz="1600" b="1" i="0" u="none" strike="noStrike" cap="none" normalizeH="0" baseline="0" dirty="0" smtClean="0">
                          <a:ln>
                            <a:noFill/>
                          </a:ln>
                          <a:solidFill>
                            <a:schemeClr val="tx1"/>
                          </a:solidFill>
                          <a:effectLst/>
                          <a:latin typeface="黑体" panose="02010609060101010101" pitchFamily="49" charset="-122"/>
                          <a:ea typeface="黑体" panose="02010609060101010101" pitchFamily="49" charset="-122"/>
                        </a:rPr>
                        <a:t>1</a:t>
                      </a:r>
                      <a:endParaRPr kumimoji="0" lang="en-US" sz="1600" b="1" i="0" u="none" strike="noStrike" cap="none" normalizeH="0" baseline="0" dirty="0" smtClean="0">
                        <a:ln>
                          <a:noFill/>
                        </a:ln>
                        <a:solidFill>
                          <a:schemeClr val="tx1"/>
                        </a:solidFill>
                        <a:effectLst/>
                        <a:latin typeface="黑体" panose="02010609060101010101" pitchFamily="49" charset="-122"/>
                        <a:ea typeface="黑体" panose="02010609060101010101" pitchFamily="49"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ctr" latinLnBrk="0" hangingPunct="0">
                        <a:lnSpc>
                          <a:spcPct val="120000"/>
                        </a:lnSpc>
                        <a:spcBef>
                          <a:spcPct val="20000"/>
                        </a:spcBef>
                        <a:spcAft>
                          <a:spcPct val="0"/>
                        </a:spcAft>
                        <a:buClr>
                          <a:schemeClr val="hlink"/>
                        </a:buClr>
                        <a:buSzTx/>
                        <a:buFont typeface="Wingdings" panose="05000000000000000000" pitchFamily="2" charset="2"/>
                        <a:buNone/>
                      </a:pPr>
                      <a:r>
                        <a:rPr kumimoji="0" lang="en-US" sz="1600" b="1" i="0" u="none" strike="noStrike" cap="none" normalizeH="0" baseline="0" smtClean="0">
                          <a:ln>
                            <a:noFill/>
                          </a:ln>
                          <a:solidFill>
                            <a:srgbClr val="0033CC"/>
                          </a:solidFill>
                          <a:effectLst/>
                          <a:latin typeface="黑体" panose="02010609060101010101" pitchFamily="49" charset="-122"/>
                          <a:ea typeface="黑体" panose="02010609060101010101" pitchFamily="49" charset="-122"/>
                        </a:rPr>
                        <a:t>2</a:t>
                      </a:r>
                      <a:endParaRPr kumimoji="0" lang="en-US" sz="1600" b="1" i="0" u="none" strike="noStrike" cap="none" normalizeH="0" baseline="0" smtClean="0">
                        <a:ln>
                          <a:noFill/>
                        </a:ln>
                        <a:solidFill>
                          <a:srgbClr val="0033CC"/>
                        </a:solidFill>
                        <a:effectLst/>
                        <a:latin typeface="黑体" panose="02010609060101010101" pitchFamily="49" charset="-122"/>
                        <a:ea typeface="黑体" panose="02010609060101010101" pitchFamily="49"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84175">
                <a:tc>
                  <a:txBody>
                    <a:bodyPr/>
                    <a:lstStyle/>
                    <a:p>
                      <a:pPr marL="0" marR="0" lvl="0" indent="0" algn="ctr" defTabSz="914400" rtl="0" eaLnBrk="0" fontAlgn="ctr" latinLnBrk="0" hangingPunct="0">
                        <a:lnSpc>
                          <a:spcPct val="120000"/>
                        </a:lnSpc>
                        <a:spcBef>
                          <a:spcPct val="20000"/>
                        </a:spcBef>
                        <a:spcAft>
                          <a:spcPct val="0"/>
                        </a:spcAft>
                        <a:buClr>
                          <a:schemeClr val="hlink"/>
                        </a:buClr>
                        <a:buSzTx/>
                        <a:buFont typeface="Wingdings" panose="05000000000000000000" pitchFamily="2" charset="2"/>
                        <a:buNone/>
                      </a:pPr>
                      <a:r>
                        <a:rPr kumimoji="0" lang="en-US" sz="1600" b="1" i="0" u="none" strike="noStrike" cap="none" normalizeH="0" baseline="0" dirty="0" smtClean="0">
                          <a:ln>
                            <a:noFill/>
                          </a:ln>
                          <a:solidFill>
                            <a:schemeClr val="tx1"/>
                          </a:solidFill>
                          <a:effectLst/>
                          <a:latin typeface="黑体" panose="02010609060101010101" pitchFamily="49" charset="-122"/>
                          <a:ea typeface="黑体" panose="02010609060101010101" pitchFamily="49" charset="-122"/>
                        </a:rPr>
                        <a:t>2</a:t>
                      </a:r>
                      <a:endParaRPr kumimoji="0" lang="en-US" sz="1600" b="1" i="0" u="none" strike="noStrike" cap="none" normalizeH="0" baseline="0" dirty="0" smtClean="0">
                        <a:ln>
                          <a:noFill/>
                        </a:ln>
                        <a:solidFill>
                          <a:schemeClr val="tx1"/>
                        </a:solidFill>
                        <a:effectLst/>
                        <a:latin typeface="黑体" panose="02010609060101010101" pitchFamily="49" charset="-122"/>
                        <a:ea typeface="黑体" panose="02010609060101010101" pitchFamily="49"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ctr" latinLnBrk="0" hangingPunct="0">
                        <a:lnSpc>
                          <a:spcPct val="120000"/>
                        </a:lnSpc>
                        <a:spcBef>
                          <a:spcPct val="20000"/>
                        </a:spcBef>
                        <a:spcAft>
                          <a:spcPct val="0"/>
                        </a:spcAft>
                        <a:buClr>
                          <a:schemeClr val="hlink"/>
                        </a:buClr>
                        <a:buSzTx/>
                        <a:buFont typeface="Wingdings" panose="05000000000000000000" pitchFamily="2" charset="2"/>
                        <a:buNone/>
                      </a:pPr>
                      <a:r>
                        <a:rPr kumimoji="0" lang="en-US" sz="1600" b="1" i="0" u="none" strike="noStrike" cap="none" normalizeH="0" baseline="0" smtClean="0">
                          <a:ln>
                            <a:noFill/>
                          </a:ln>
                          <a:solidFill>
                            <a:srgbClr val="0033CC"/>
                          </a:solidFill>
                          <a:effectLst/>
                          <a:latin typeface="黑体" panose="02010609060101010101" pitchFamily="49" charset="-122"/>
                          <a:ea typeface="黑体" panose="02010609060101010101" pitchFamily="49" charset="-122"/>
                        </a:rPr>
                        <a:t>4</a:t>
                      </a:r>
                      <a:endParaRPr kumimoji="0" lang="en-US" sz="1600" b="1" i="0" u="none" strike="noStrike" cap="none" normalizeH="0" baseline="0" smtClean="0">
                        <a:ln>
                          <a:noFill/>
                        </a:ln>
                        <a:solidFill>
                          <a:srgbClr val="0033CC"/>
                        </a:solidFill>
                        <a:effectLst/>
                        <a:latin typeface="黑体" panose="02010609060101010101" pitchFamily="49" charset="-122"/>
                        <a:ea typeface="黑体" panose="02010609060101010101" pitchFamily="49"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84175">
                <a:tc>
                  <a:txBody>
                    <a:bodyPr/>
                    <a:lstStyle/>
                    <a:p>
                      <a:pPr marL="0" marR="0" lvl="0" indent="0" algn="ctr" defTabSz="914400" rtl="0" eaLnBrk="0" fontAlgn="ctr" latinLnBrk="0" hangingPunct="0">
                        <a:lnSpc>
                          <a:spcPct val="120000"/>
                        </a:lnSpc>
                        <a:spcBef>
                          <a:spcPct val="20000"/>
                        </a:spcBef>
                        <a:spcAft>
                          <a:spcPct val="0"/>
                        </a:spcAft>
                        <a:buClr>
                          <a:schemeClr val="hlink"/>
                        </a:buClr>
                        <a:buSzTx/>
                        <a:buFont typeface="Wingdings" panose="05000000000000000000" pitchFamily="2" charset="2"/>
                        <a:buNone/>
                      </a:pPr>
                      <a:r>
                        <a:rPr kumimoji="0" lang="en-US" sz="1600" b="1" i="0" u="none" strike="noStrike" cap="none" normalizeH="0" baseline="0" smtClean="0">
                          <a:ln>
                            <a:noFill/>
                          </a:ln>
                          <a:solidFill>
                            <a:schemeClr val="tx1"/>
                          </a:solidFill>
                          <a:effectLst/>
                          <a:latin typeface="黑体" panose="02010609060101010101" pitchFamily="49" charset="-122"/>
                          <a:ea typeface="黑体" panose="02010609060101010101" pitchFamily="49" charset="-122"/>
                        </a:rPr>
                        <a:t>3</a:t>
                      </a:r>
                      <a:endParaRPr kumimoji="0" lang="en-US" sz="1600" b="1" i="0" u="none" strike="noStrike" cap="none" normalizeH="0" baseline="0" smtClean="0">
                        <a:ln>
                          <a:noFill/>
                        </a:ln>
                        <a:solidFill>
                          <a:schemeClr val="tx1"/>
                        </a:solidFill>
                        <a:effectLst/>
                        <a:latin typeface="黑体" panose="02010609060101010101" pitchFamily="49" charset="-122"/>
                        <a:ea typeface="黑体" panose="02010609060101010101" pitchFamily="49"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ctr" latinLnBrk="0" hangingPunct="0">
                        <a:lnSpc>
                          <a:spcPct val="120000"/>
                        </a:lnSpc>
                        <a:spcBef>
                          <a:spcPct val="20000"/>
                        </a:spcBef>
                        <a:spcAft>
                          <a:spcPct val="0"/>
                        </a:spcAft>
                        <a:buClr>
                          <a:schemeClr val="hlink"/>
                        </a:buClr>
                        <a:buSzTx/>
                        <a:buFont typeface="Wingdings" panose="05000000000000000000" pitchFamily="2" charset="2"/>
                        <a:buNone/>
                      </a:pPr>
                      <a:r>
                        <a:rPr kumimoji="0" lang="en-US" sz="1600" b="1" i="0" u="none" strike="noStrike" cap="none" normalizeH="0" baseline="0" dirty="0" smtClean="0">
                          <a:ln>
                            <a:noFill/>
                          </a:ln>
                          <a:solidFill>
                            <a:srgbClr val="0033CC"/>
                          </a:solidFill>
                          <a:effectLst/>
                          <a:latin typeface="黑体" panose="02010609060101010101" pitchFamily="49" charset="-122"/>
                          <a:ea typeface="黑体" panose="02010609060101010101" pitchFamily="49" charset="-122"/>
                        </a:rPr>
                        <a:t>6</a:t>
                      </a:r>
                      <a:endParaRPr kumimoji="0" lang="en-US" sz="1600" b="1" i="0" u="none" strike="noStrike" cap="none" normalizeH="0" baseline="0" dirty="0" smtClean="0">
                        <a:ln>
                          <a:noFill/>
                        </a:ln>
                        <a:solidFill>
                          <a:srgbClr val="0033CC"/>
                        </a:solidFill>
                        <a:effectLst/>
                        <a:latin typeface="黑体" panose="02010609060101010101" pitchFamily="49" charset="-122"/>
                        <a:ea typeface="黑体" panose="02010609060101010101" pitchFamily="49"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84175">
                <a:tc>
                  <a:txBody>
                    <a:bodyPr/>
                    <a:lstStyle/>
                    <a:p>
                      <a:pPr marL="0" marR="0" lvl="0" indent="0" algn="ctr" defTabSz="914400" rtl="0" eaLnBrk="0" fontAlgn="ctr" latinLnBrk="0" hangingPunct="0">
                        <a:lnSpc>
                          <a:spcPct val="120000"/>
                        </a:lnSpc>
                        <a:spcBef>
                          <a:spcPct val="20000"/>
                        </a:spcBef>
                        <a:spcAft>
                          <a:spcPct val="0"/>
                        </a:spcAft>
                        <a:buClr>
                          <a:schemeClr val="hlink"/>
                        </a:buClr>
                        <a:buSzTx/>
                        <a:buFont typeface="Wingdings" panose="05000000000000000000" pitchFamily="2" charset="2"/>
                        <a:buNone/>
                      </a:pPr>
                      <a:r>
                        <a:rPr kumimoji="0" lang="en-US" sz="1600" b="1" i="0" u="none" strike="noStrike" cap="none" normalizeH="0" baseline="0" smtClean="0">
                          <a:ln>
                            <a:noFill/>
                          </a:ln>
                          <a:solidFill>
                            <a:schemeClr val="tx1"/>
                          </a:solidFill>
                          <a:effectLst/>
                          <a:latin typeface="黑体" panose="02010609060101010101" pitchFamily="49" charset="-122"/>
                          <a:ea typeface="黑体" panose="02010609060101010101" pitchFamily="49" charset="-122"/>
                        </a:rPr>
                        <a:t>4</a:t>
                      </a:r>
                      <a:endParaRPr kumimoji="0" lang="en-US" sz="1600" b="1" i="0" u="none" strike="noStrike" cap="none" normalizeH="0" baseline="0" smtClean="0">
                        <a:ln>
                          <a:noFill/>
                        </a:ln>
                        <a:solidFill>
                          <a:schemeClr val="tx1"/>
                        </a:solidFill>
                        <a:effectLst/>
                        <a:latin typeface="黑体" panose="02010609060101010101" pitchFamily="49" charset="-122"/>
                        <a:ea typeface="黑体" panose="02010609060101010101" pitchFamily="49"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ctr" latinLnBrk="0" hangingPunct="0">
                        <a:lnSpc>
                          <a:spcPct val="120000"/>
                        </a:lnSpc>
                        <a:spcBef>
                          <a:spcPct val="20000"/>
                        </a:spcBef>
                        <a:spcAft>
                          <a:spcPct val="0"/>
                        </a:spcAft>
                        <a:buClr>
                          <a:schemeClr val="hlink"/>
                        </a:buClr>
                        <a:buSzTx/>
                        <a:buFont typeface="Wingdings" panose="05000000000000000000" pitchFamily="2" charset="2"/>
                        <a:buNone/>
                      </a:pPr>
                      <a:r>
                        <a:rPr kumimoji="0" lang="en-US" sz="1600" b="1" i="0" u="none" strike="noStrike" cap="none" normalizeH="0" baseline="0" smtClean="0">
                          <a:ln>
                            <a:noFill/>
                          </a:ln>
                          <a:solidFill>
                            <a:srgbClr val="0033CC"/>
                          </a:solidFill>
                          <a:effectLst/>
                          <a:latin typeface="黑体" panose="02010609060101010101" pitchFamily="49" charset="-122"/>
                          <a:ea typeface="黑体" panose="02010609060101010101" pitchFamily="49" charset="-122"/>
                        </a:rPr>
                        <a:t>9</a:t>
                      </a:r>
                      <a:endParaRPr kumimoji="0" lang="en-US" sz="1600" b="1" i="0" u="none" strike="noStrike" cap="none" normalizeH="0" baseline="0" smtClean="0">
                        <a:ln>
                          <a:noFill/>
                        </a:ln>
                        <a:solidFill>
                          <a:srgbClr val="0033CC"/>
                        </a:solidFill>
                        <a:effectLst/>
                        <a:latin typeface="黑体" panose="02010609060101010101" pitchFamily="49" charset="-122"/>
                        <a:ea typeface="黑体" panose="02010609060101010101" pitchFamily="49"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84175">
                <a:tc>
                  <a:txBody>
                    <a:bodyPr/>
                    <a:lstStyle/>
                    <a:p>
                      <a:pPr marL="0" marR="0" lvl="0" indent="0" algn="ctr" defTabSz="914400" rtl="0" eaLnBrk="0" fontAlgn="ctr" latinLnBrk="0" hangingPunct="0">
                        <a:lnSpc>
                          <a:spcPct val="120000"/>
                        </a:lnSpc>
                        <a:spcBef>
                          <a:spcPct val="20000"/>
                        </a:spcBef>
                        <a:spcAft>
                          <a:spcPct val="0"/>
                        </a:spcAft>
                        <a:buClr>
                          <a:schemeClr val="hlink"/>
                        </a:buClr>
                        <a:buSzTx/>
                        <a:buFont typeface="Wingdings" panose="05000000000000000000" pitchFamily="2" charset="2"/>
                        <a:buNone/>
                      </a:pPr>
                      <a:r>
                        <a:rPr kumimoji="0" lang="en-US" sz="1600" b="1" i="0" u="none" strike="noStrike" cap="none" normalizeH="0" baseline="0" smtClean="0">
                          <a:ln>
                            <a:noFill/>
                          </a:ln>
                          <a:solidFill>
                            <a:schemeClr val="tx1"/>
                          </a:solidFill>
                          <a:effectLst/>
                          <a:latin typeface="黑体" panose="02010609060101010101" pitchFamily="49" charset="-122"/>
                          <a:ea typeface="黑体" panose="02010609060101010101" pitchFamily="49" charset="-122"/>
                        </a:rPr>
                        <a:t>5</a:t>
                      </a:r>
                      <a:endParaRPr kumimoji="0" lang="en-US" sz="1600" b="1" i="0" u="none" strike="noStrike" cap="none" normalizeH="0" baseline="0" smtClean="0">
                        <a:ln>
                          <a:noFill/>
                        </a:ln>
                        <a:solidFill>
                          <a:schemeClr val="tx1"/>
                        </a:solidFill>
                        <a:effectLst/>
                        <a:latin typeface="黑体" panose="02010609060101010101" pitchFamily="49" charset="-122"/>
                        <a:ea typeface="黑体" panose="02010609060101010101" pitchFamily="49"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ctr" latinLnBrk="0" hangingPunct="0">
                        <a:lnSpc>
                          <a:spcPct val="120000"/>
                        </a:lnSpc>
                        <a:spcBef>
                          <a:spcPct val="20000"/>
                        </a:spcBef>
                        <a:spcAft>
                          <a:spcPct val="0"/>
                        </a:spcAft>
                        <a:buClr>
                          <a:schemeClr val="hlink"/>
                        </a:buClr>
                        <a:buSzTx/>
                        <a:buFont typeface="Wingdings" panose="05000000000000000000" pitchFamily="2" charset="2"/>
                        <a:buNone/>
                      </a:pPr>
                      <a:r>
                        <a:rPr kumimoji="0" lang="en-US" sz="1600" b="1" i="0" u="none" strike="noStrike" cap="none" normalizeH="0" baseline="0" smtClean="0">
                          <a:ln>
                            <a:noFill/>
                          </a:ln>
                          <a:solidFill>
                            <a:srgbClr val="0033CC"/>
                          </a:solidFill>
                          <a:effectLst/>
                          <a:latin typeface="黑体" panose="02010609060101010101" pitchFamily="49" charset="-122"/>
                          <a:ea typeface="黑体" panose="02010609060101010101" pitchFamily="49" charset="-122"/>
                        </a:rPr>
                        <a:t>11</a:t>
                      </a:r>
                      <a:endParaRPr kumimoji="0" lang="en-US" sz="1600" b="1" i="0" u="none" strike="noStrike" cap="none" normalizeH="0" baseline="0" smtClean="0">
                        <a:ln>
                          <a:noFill/>
                        </a:ln>
                        <a:solidFill>
                          <a:srgbClr val="0033CC"/>
                        </a:solidFill>
                        <a:effectLst/>
                        <a:latin typeface="黑体" panose="02010609060101010101" pitchFamily="49" charset="-122"/>
                        <a:ea typeface="黑体" panose="02010609060101010101" pitchFamily="49"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84175">
                <a:tc>
                  <a:txBody>
                    <a:bodyPr/>
                    <a:lstStyle/>
                    <a:p>
                      <a:pPr marL="0" marR="0" lvl="0" indent="0" algn="ctr" defTabSz="914400" rtl="0" eaLnBrk="0" fontAlgn="ctr" latinLnBrk="0" hangingPunct="0">
                        <a:lnSpc>
                          <a:spcPct val="120000"/>
                        </a:lnSpc>
                        <a:spcBef>
                          <a:spcPct val="20000"/>
                        </a:spcBef>
                        <a:spcAft>
                          <a:spcPct val="0"/>
                        </a:spcAft>
                        <a:buClr>
                          <a:schemeClr val="hlink"/>
                        </a:buClr>
                        <a:buSzTx/>
                        <a:buFont typeface="Wingdings" panose="05000000000000000000" pitchFamily="2" charset="2"/>
                        <a:buNone/>
                      </a:pPr>
                      <a:r>
                        <a:rPr kumimoji="0" lang="en-US" sz="1600" b="1" i="0" u="none" strike="noStrike" cap="none" normalizeH="0" baseline="0" smtClean="0">
                          <a:ln>
                            <a:noFill/>
                          </a:ln>
                          <a:solidFill>
                            <a:schemeClr val="tx1"/>
                          </a:solidFill>
                          <a:effectLst/>
                          <a:latin typeface="黑体" panose="02010609060101010101" pitchFamily="49" charset="-122"/>
                          <a:ea typeface="黑体" panose="02010609060101010101" pitchFamily="49" charset="-122"/>
                        </a:rPr>
                        <a:t>6</a:t>
                      </a:r>
                      <a:endParaRPr kumimoji="0" lang="en-US" sz="1600" b="1" i="0" u="none" strike="noStrike" cap="none" normalizeH="0" baseline="0" smtClean="0">
                        <a:ln>
                          <a:noFill/>
                        </a:ln>
                        <a:solidFill>
                          <a:schemeClr val="tx1"/>
                        </a:solidFill>
                        <a:effectLst/>
                        <a:latin typeface="黑体" panose="02010609060101010101" pitchFamily="49" charset="-122"/>
                        <a:ea typeface="黑体" panose="02010609060101010101" pitchFamily="49"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ctr" latinLnBrk="0" hangingPunct="0">
                        <a:lnSpc>
                          <a:spcPct val="120000"/>
                        </a:lnSpc>
                        <a:spcBef>
                          <a:spcPct val="20000"/>
                        </a:spcBef>
                        <a:spcAft>
                          <a:spcPct val="0"/>
                        </a:spcAft>
                        <a:buClr>
                          <a:schemeClr val="hlink"/>
                        </a:buClr>
                        <a:buSzTx/>
                        <a:buFont typeface="Wingdings" panose="05000000000000000000" pitchFamily="2" charset="2"/>
                        <a:buNone/>
                      </a:pPr>
                      <a:r>
                        <a:rPr kumimoji="0" lang="en-US" sz="1600" b="1" i="0" u="none" strike="noStrike" cap="none" normalizeH="0" baseline="0" smtClean="0">
                          <a:ln>
                            <a:noFill/>
                          </a:ln>
                          <a:solidFill>
                            <a:srgbClr val="0033CC"/>
                          </a:solidFill>
                          <a:effectLst/>
                          <a:latin typeface="黑体" panose="02010609060101010101" pitchFamily="49" charset="-122"/>
                          <a:ea typeface="黑体" panose="02010609060101010101" pitchFamily="49" charset="-122"/>
                        </a:rPr>
                        <a:t>13</a:t>
                      </a:r>
                      <a:endParaRPr kumimoji="0" lang="en-US" sz="1600" b="1" i="0" u="none" strike="noStrike" cap="none" normalizeH="0" baseline="0" smtClean="0">
                        <a:ln>
                          <a:noFill/>
                        </a:ln>
                        <a:solidFill>
                          <a:srgbClr val="0033CC"/>
                        </a:solidFill>
                        <a:effectLst/>
                        <a:latin typeface="黑体" panose="02010609060101010101" pitchFamily="49" charset="-122"/>
                        <a:ea typeface="黑体" panose="02010609060101010101" pitchFamily="49"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sp>
        <p:nvSpPr>
          <p:cNvPr id="71710" name="Text Box 30"/>
          <p:cNvSpPr txBox="1"/>
          <p:nvPr/>
        </p:nvSpPr>
        <p:spPr>
          <a:xfrm>
            <a:off x="6783388" y="2894013"/>
            <a:ext cx="796925" cy="396875"/>
          </a:xfrm>
          <a:prstGeom prst="rect">
            <a:avLst/>
          </a:prstGeom>
          <a:noFill/>
          <a:ln w="9525">
            <a:noFill/>
          </a:ln>
        </p:spPr>
        <p:txBody>
          <a:bodyPr>
            <a:spAutoFit/>
          </a:bodyPr>
          <a:p>
            <a:r>
              <a:rPr lang="zh-CN" altLang="en-US" dirty="0">
                <a:latin typeface="Times New Roman" panose="02020603050405020304" pitchFamily="18" charset="0"/>
                <a:ea typeface="黑体" panose="02010609060101010101" pitchFamily="49" charset="-122"/>
              </a:rPr>
              <a:t>页表</a:t>
            </a:r>
            <a:endParaRPr lang="zh-CN" altLang="en-US" dirty="0">
              <a:latin typeface="Times New Roman" panose="02020603050405020304" pitchFamily="18" charset="0"/>
              <a:ea typeface="黑体" panose="02010609060101010101" pitchFamily="49" charset="-122"/>
            </a:endParaRPr>
          </a:p>
        </p:txBody>
      </p:sp>
      <p:cxnSp>
        <p:nvCxnSpPr>
          <p:cNvPr id="71711" name="AutoShape 31"/>
          <p:cNvCxnSpPr/>
          <p:nvPr/>
        </p:nvCxnSpPr>
        <p:spPr>
          <a:xfrm rot="-5400000" flipH="1">
            <a:off x="6705600" y="4778375"/>
            <a:ext cx="304800" cy="303213"/>
          </a:xfrm>
          <a:prstGeom prst="curvedConnector3">
            <a:avLst>
              <a:gd name="adj1" fmla="val 50000"/>
            </a:avLst>
          </a:prstGeom>
          <a:ln w="28575" cap="flat" cmpd="sng">
            <a:solidFill>
              <a:schemeClr val="hlink"/>
            </a:solidFill>
            <a:prstDash val="sysDot"/>
            <a:headEnd type="none" w="med" len="med"/>
            <a:tailEnd type="triangle" w="med" len="med"/>
          </a:ln>
        </p:spPr>
      </p:cxnSp>
      <p:cxnSp>
        <p:nvCxnSpPr>
          <p:cNvPr id="71712" name="AutoShape 32"/>
          <p:cNvCxnSpPr/>
          <p:nvPr/>
        </p:nvCxnSpPr>
        <p:spPr>
          <a:xfrm rot="-10800000" flipV="1">
            <a:off x="7921625" y="4873625"/>
            <a:ext cx="609600" cy="228600"/>
          </a:xfrm>
          <a:prstGeom prst="curvedConnector3">
            <a:avLst>
              <a:gd name="adj1" fmla="val 50000"/>
            </a:avLst>
          </a:prstGeom>
          <a:ln w="28575" cap="flat" cmpd="sng">
            <a:solidFill>
              <a:schemeClr val="hlink"/>
            </a:solidFill>
            <a:prstDash val="sysDot"/>
            <a:headEnd type="none" w="med" len="med"/>
            <a:tailEnd type="triangle" w="med" len="med"/>
          </a:ln>
        </p:spPr>
      </p:cxnSp>
      <p:sp>
        <p:nvSpPr>
          <p:cNvPr id="71713" name="Text Box 33"/>
          <p:cNvSpPr txBox="1"/>
          <p:nvPr/>
        </p:nvSpPr>
        <p:spPr>
          <a:xfrm>
            <a:off x="8250238" y="4189413"/>
            <a:ext cx="438150" cy="700087"/>
          </a:xfrm>
          <a:prstGeom prst="rect">
            <a:avLst/>
          </a:prstGeom>
          <a:noFill/>
          <a:ln w="9525">
            <a:noFill/>
          </a:ln>
        </p:spPr>
        <p:txBody>
          <a:bodyPr wrap="none">
            <a:spAutoFit/>
          </a:bodyPr>
          <a:p>
            <a:r>
              <a:rPr lang="zh-CN" altLang="en-US" dirty="0">
                <a:solidFill>
                  <a:schemeClr val="hlink"/>
                </a:solidFill>
                <a:latin typeface="Times New Roman" panose="02020603050405020304" pitchFamily="18" charset="0"/>
                <a:ea typeface="黑体" panose="02010609060101010101" pitchFamily="49" charset="-122"/>
              </a:rPr>
              <a:t>块</a:t>
            </a:r>
            <a:endParaRPr lang="zh-CN" altLang="en-US" dirty="0">
              <a:solidFill>
                <a:schemeClr val="hlink"/>
              </a:solidFill>
              <a:latin typeface="Times New Roman" panose="02020603050405020304" pitchFamily="18" charset="0"/>
              <a:ea typeface="黑体" panose="02010609060101010101" pitchFamily="49" charset="-122"/>
            </a:endParaRPr>
          </a:p>
          <a:p>
            <a:r>
              <a:rPr lang="zh-CN" altLang="en-US" dirty="0">
                <a:solidFill>
                  <a:schemeClr val="hlink"/>
                </a:solidFill>
                <a:latin typeface="Times New Roman" panose="02020603050405020304" pitchFamily="18" charset="0"/>
                <a:ea typeface="黑体" panose="02010609060101010101" pitchFamily="49" charset="-122"/>
              </a:rPr>
              <a:t>号</a:t>
            </a:r>
            <a:endParaRPr lang="zh-CN" altLang="en-US" dirty="0">
              <a:solidFill>
                <a:schemeClr val="hlink"/>
              </a:solidFill>
              <a:latin typeface="Times New Roman" panose="02020603050405020304" pitchFamily="18" charset="0"/>
              <a:ea typeface="黑体" panose="02010609060101010101" pitchFamily="49" charset="-122"/>
            </a:endParaRPr>
          </a:p>
        </p:txBody>
      </p:sp>
      <p:graphicFrame>
        <p:nvGraphicFramePr>
          <p:cNvPr id="84002" name="Group 34"/>
          <p:cNvGraphicFramePr>
            <a:graphicFrameLocks noGrp="1"/>
          </p:cNvGraphicFramePr>
          <p:nvPr>
            <p:ph sz="half" idx="1"/>
          </p:nvPr>
        </p:nvGraphicFramePr>
        <p:xfrm>
          <a:off x="6326188" y="1981200"/>
          <a:ext cx="2590800" cy="457200"/>
        </p:xfrm>
        <a:graphic>
          <a:graphicData uri="http://schemas.openxmlformats.org/drawingml/2006/table">
            <a:tbl>
              <a:tblPr/>
              <a:tblGrid>
                <a:gridCol w="803275"/>
                <a:gridCol w="1787525"/>
              </a:tblGrid>
              <a:tr h="457200">
                <a:tc>
                  <a:txBody>
                    <a:bodyPr/>
                    <a:lstStyle/>
                    <a:p>
                      <a:pPr marL="0" marR="0" lvl="0" indent="0" algn="ctr" defTabSz="914400" rtl="0" eaLnBrk="0" fontAlgn="base" latinLnBrk="0" hangingPunct="0">
                        <a:lnSpc>
                          <a:spcPct val="120000"/>
                        </a:lnSpc>
                        <a:spcBef>
                          <a:spcPct val="20000"/>
                        </a:spcBef>
                        <a:spcAft>
                          <a:spcPct val="0"/>
                        </a:spcAft>
                        <a:buClr>
                          <a:schemeClr val="hlink"/>
                        </a:buClr>
                        <a:buSzTx/>
                        <a:buFont typeface="Wingdings" panose="05000000000000000000" pitchFamily="2" charset="2"/>
                        <a:buNone/>
                      </a:pPr>
                      <a:r>
                        <a:rPr kumimoji="0" lang="zh-CN" sz="2000" b="1" i="0" u="none" strike="noStrike" cap="none" normalizeH="0" baseline="0" dirty="0" smtClean="0">
                          <a:ln>
                            <a:noFill/>
                          </a:ln>
                          <a:solidFill>
                            <a:schemeClr val="hlink"/>
                          </a:solidFill>
                          <a:effectLst/>
                          <a:latin typeface="Times New Roman" panose="02020603050405020304" pitchFamily="18" charset="0"/>
                          <a:ea typeface="黑体" panose="02010609060101010101" pitchFamily="49" charset="-122"/>
                        </a:rPr>
                        <a:t>页号</a:t>
                      </a:r>
                      <a:endParaRPr kumimoji="0" lang="zh-CN" sz="2000" b="1" i="0" u="none" strike="noStrike" cap="none" normalizeH="0" baseline="0" dirty="0" smtClean="0">
                        <a:ln>
                          <a:noFill/>
                        </a:ln>
                        <a:solidFill>
                          <a:schemeClr val="hlink"/>
                        </a:solidFill>
                        <a:effectLst/>
                        <a:latin typeface="Times New Roman" panose="02020603050405020304" pitchFamily="18" charset="0"/>
                        <a:ea typeface="黑体" panose="02010609060101010101" pitchFamily="49"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20000"/>
                        </a:lnSpc>
                        <a:spcBef>
                          <a:spcPct val="20000"/>
                        </a:spcBef>
                        <a:spcAft>
                          <a:spcPct val="0"/>
                        </a:spcAft>
                        <a:buClr>
                          <a:schemeClr val="hlink"/>
                        </a:buClr>
                        <a:buSzTx/>
                        <a:buFont typeface="Wingdings" panose="05000000000000000000" pitchFamily="2" charset="2"/>
                        <a:buNone/>
                      </a:pPr>
                      <a:r>
                        <a:rPr kumimoji="0" lang="zh-CN" sz="2000" b="1" i="0" u="none" strike="noStrike" cap="none" normalizeH="0" baseline="0" dirty="0" smtClean="0">
                          <a:ln>
                            <a:noFill/>
                          </a:ln>
                          <a:solidFill>
                            <a:schemeClr val="hlink"/>
                          </a:solidFill>
                          <a:effectLst/>
                          <a:latin typeface="Times New Roman" panose="02020603050405020304" pitchFamily="18" charset="0"/>
                          <a:ea typeface="黑体" panose="02010609060101010101" pitchFamily="49" charset="-122"/>
                        </a:rPr>
                        <a:t>页内偏移地址</a:t>
                      </a:r>
                      <a:endParaRPr kumimoji="0" lang="zh-CN" sz="2000" b="1" i="0" u="none" strike="noStrike" cap="none" normalizeH="0" baseline="0" dirty="0" smtClean="0">
                        <a:ln>
                          <a:noFill/>
                        </a:ln>
                        <a:solidFill>
                          <a:schemeClr val="hlink"/>
                        </a:solidFill>
                        <a:effectLst/>
                        <a:latin typeface="Times New Roman" panose="02020603050405020304" pitchFamily="18" charset="0"/>
                        <a:ea typeface="黑体" panose="02010609060101010101" pitchFamily="49"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sp>
        <p:nvSpPr>
          <p:cNvPr id="71722" name="Text Box 42"/>
          <p:cNvSpPr txBox="1"/>
          <p:nvPr/>
        </p:nvSpPr>
        <p:spPr>
          <a:xfrm>
            <a:off x="6249988" y="1524000"/>
            <a:ext cx="1206500" cy="396875"/>
          </a:xfrm>
          <a:prstGeom prst="rect">
            <a:avLst/>
          </a:prstGeom>
          <a:noFill/>
          <a:ln w="9525">
            <a:noFill/>
          </a:ln>
        </p:spPr>
        <p:txBody>
          <a:bodyPr wrap="none">
            <a:spAutoFit/>
          </a:bodyPr>
          <a:p>
            <a:r>
              <a:rPr lang="zh-CN" altLang="en-US" dirty="0">
                <a:latin typeface="Times New Roman" panose="02020603050405020304" pitchFamily="18" charset="0"/>
                <a:ea typeface="黑体" panose="02010609060101010101" pitchFamily="49" charset="-122"/>
              </a:rPr>
              <a:t>逻辑地址</a:t>
            </a:r>
            <a:endParaRPr lang="zh-CN" altLang="en-US" dirty="0">
              <a:latin typeface="Times New Roman" panose="02020603050405020304" pitchFamily="18" charset="0"/>
              <a:ea typeface="黑体" panose="02010609060101010101" pitchFamily="49" charset="-122"/>
            </a:endParaRPr>
          </a:p>
        </p:txBody>
      </p:sp>
      <p:sp>
        <p:nvSpPr>
          <p:cNvPr id="84011" name="Text Box 43"/>
          <p:cNvSpPr txBox="1"/>
          <p:nvPr/>
        </p:nvSpPr>
        <p:spPr>
          <a:xfrm>
            <a:off x="990600" y="4533900"/>
            <a:ext cx="4878388" cy="1712913"/>
          </a:xfrm>
          <a:prstGeom prst="rect">
            <a:avLst/>
          </a:prstGeom>
          <a:solidFill>
            <a:schemeClr val="bg2"/>
          </a:solidFill>
          <a:ln w="9525">
            <a:noFill/>
          </a:ln>
          <a:effectLst>
            <a:outerShdw dist="107763" dir="18900000" algn="ctr" rotWithShape="0">
              <a:schemeClr val="bg2">
                <a:alpha val="50000"/>
              </a:schemeClr>
            </a:outerShdw>
          </a:effectLst>
        </p:spPr>
        <p:txBody>
          <a:bodyPr>
            <a:spAutoFit/>
          </a:bodyPr>
          <a:p>
            <a:pPr>
              <a:lnSpc>
                <a:spcPct val="130000"/>
              </a:lnSpc>
              <a:spcAft>
                <a:spcPct val="50000"/>
              </a:spcAft>
            </a:pPr>
            <a:r>
              <a:rPr lang="zh-CN" altLang="en-US" sz="2800" dirty="0">
                <a:solidFill>
                  <a:srgbClr val="FF0000"/>
                </a:solidFill>
                <a:latin typeface="Times New Roman" panose="02020603050405020304" pitchFamily="18" charset="0"/>
                <a:ea typeface="黑体" panose="02010609060101010101" pitchFamily="49" charset="-122"/>
              </a:rPr>
              <a:t>物理地址</a:t>
            </a:r>
            <a:r>
              <a:rPr lang="en-US" altLang="zh-CN" sz="2800" dirty="0">
                <a:solidFill>
                  <a:srgbClr val="FF0000"/>
                </a:solidFill>
                <a:latin typeface="Times New Roman" panose="02020603050405020304" pitchFamily="18" charset="0"/>
                <a:ea typeface="黑体" panose="02010609060101010101" pitchFamily="49" charset="-122"/>
              </a:rPr>
              <a:t>= </a:t>
            </a:r>
            <a:br>
              <a:rPr lang="en-US" altLang="zh-CN" sz="2800" dirty="0">
                <a:solidFill>
                  <a:srgbClr val="FF0000"/>
                </a:solidFill>
                <a:latin typeface="Times New Roman" panose="02020603050405020304" pitchFamily="18" charset="0"/>
                <a:ea typeface="黑体" panose="02010609060101010101" pitchFamily="49" charset="-122"/>
              </a:rPr>
            </a:br>
            <a:r>
              <a:rPr lang="zh-CN" altLang="en-US" sz="2800" dirty="0">
                <a:solidFill>
                  <a:srgbClr val="FF0000"/>
                </a:solidFill>
                <a:latin typeface="Times New Roman" panose="02020603050405020304" pitchFamily="18" charset="0"/>
                <a:ea typeface="黑体" panose="02010609060101010101" pitchFamily="49" charset="-122"/>
              </a:rPr>
              <a:t>页框号</a:t>
            </a:r>
            <a:r>
              <a:rPr lang="en-US" altLang="zh-CN" sz="2800" dirty="0">
                <a:solidFill>
                  <a:srgbClr val="FF0000"/>
                </a:solidFill>
                <a:latin typeface="Times New Roman" panose="02020603050405020304" pitchFamily="18" charset="0"/>
                <a:ea typeface="黑体" panose="02010609060101010101" pitchFamily="49" charset="-122"/>
              </a:rPr>
              <a:t>×</a:t>
            </a:r>
            <a:r>
              <a:rPr lang="zh-CN" altLang="en-US" sz="2800" dirty="0">
                <a:solidFill>
                  <a:srgbClr val="FF0000"/>
                </a:solidFill>
                <a:latin typeface="Times New Roman" panose="02020603050405020304" pitchFamily="18" charset="0"/>
                <a:ea typeface="黑体" panose="02010609060101010101" pitchFamily="49" charset="-122"/>
              </a:rPr>
              <a:t>页面长度＋页内偏移地址</a:t>
            </a:r>
            <a:endParaRPr lang="zh-CN" altLang="en-US" sz="2800" dirty="0">
              <a:solidFill>
                <a:srgbClr val="FF0000"/>
              </a:solidFill>
              <a:latin typeface="Times New Roman" panose="02020603050405020304" pitchFamily="18" charset="0"/>
              <a:ea typeface="黑体" panose="02010609060101010101" pitchFamily="49" charset="-122"/>
            </a:endParaRPr>
          </a:p>
        </p:txBody>
      </p:sp>
      <p:sp>
        <p:nvSpPr>
          <p:cNvPr id="71724" name="Text Box 44"/>
          <p:cNvSpPr txBox="1"/>
          <p:nvPr/>
        </p:nvSpPr>
        <p:spPr>
          <a:xfrm>
            <a:off x="6326188" y="4186238"/>
            <a:ext cx="488950" cy="687387"/>
          </a:xfrm>
          <a:prstGeom prst="rect">
            <a:avLst/>
          </a:prstGeom>
          <a:noFill/>
          <a:ln w="9525">
            <a:noFill/>
          </a:ln>
        </p:spPr>
        <p:txBody>
          <a:bodyPr vert="eaVert">
            <a:spAutoFit/>
          </a:bodyPr>
          <a:p>
            <a:pPr algn="r"/>
            <a:r>
              <a:rPr lang="zh-CN" altLang="en-US" dirty="0">
                <a:solidFill>
                  <a:schemeClr val="hlink"/>
                </a:solidFill>
                <a:latin typeface="Times New Roman" panose="02020603050405020304" pitchFamily="18" charset="0"/>
                <a:ea typeface="黑体" panose="02010609060101010101" pitchFamily="49" charset="-122"/>
              </a:rPr>
              <a:t>页号</a:t>
            </a:r>
            <a:endParaRPr lang="zh-CN" altLang="en-US" dirty="0">
              <a:solidFill>
                <a:schemeClr val="hlink"/>
              </a:solidFill>
              <a:latin typeface="Times New Roman" panose="02020603050405020304" pitchFamily="18" charset="0"/>
              <a:ea typeface="黑体" panose="02010609060101010101" pitchFamily="49" charset="-122"/>
            </a:endParaRPr>
          </a:p>
        </p:txBody>
      </p:sp>
    </p:spTree>
  </p:cSld>
  <p:clrMapOvr>
    <a:masterClrMapping/>
  </p:clrMapOvr>
  <p:transition>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7" presetClass="entr" presetSubtype="0" fill="hold" nodeType="clickEffect">
                                  <p:stCondLst>
                                    <p:cond delay="0"/>
                                  </p:stCondLst>
                                  <p:iterate type="lt">
                                    <p:tmPct val="50000"/>
                                  </p:iterate>
                                  <p:childTnLst>
                                    <p:set>
                                      <p:cBhvr>
                                        <p:cTn id="6" dur="1" fill="hold">
                                          <p:stCondLst>
                                            <p:cond delay="0"/>
                                          </p:stCondLst>
                                        </p:cTn>
                                        <p:tgtEl>
                                          <p:spTgt spid="83971">
                                            <p:txEl>
                                              <p:charRg st="16" end="36"/>
                                            </p:txEl>
                                          </p:spTgt>
                                        </p:tgtEl>
                                        <p:attrNameLst>
                                          <p:attrName>style.visibility</p:attrName>
                                        </p:attrNameLst>
                                      </p:cBhvr>
                                      <p:to>
                                        <p:strVal val="visible"/>
                                      </p:to>
                                    </p:set>
                                    <p:anim calcmode="discrete" valueType="clr">
                                      <p:cBhvr override="childStyle">
                                        <p:cTn id="7" dur="80"/>
                                        <p:tgtEl>
                                          <p:spTgt spid="83971">
                                            <p:txEl>
                                              <p:charRg st="16" end="36"/>
                                            </p:txEl>
                                          </p:spTgt>
                                        </p:tgtEl>
                                        <p:attrNameLst>
                                          <p:attrName>style.color</p:attrName>
                                        </p:attrNameLst>
                                      </p:cBhvr>
                                      <p:tavLst>
                                        <p:tav tm="0">
                                          <p:val>
                                            <p:clrVal>
                                              <a:schemeClr val="accent2"/>
                                            </p:clrVal>
                                          </p:val>
                                        </p:tav>
                                        <p:tav tm="50000">
                                          <p:val>
                                            <p:clrVal>
                                              <a:schemeClr val="hlink"/>
                                            </p:clrVal>
                                          </p:val>
                                        </p:tav>
                                      </p:tavLst>
                                    </p:anim>
                                    <p:anim calcmode="discrete" valueType="clr">
                                      <p:cBhvr>
                                        <p:cTn id="8" dur="80"/>
                                        <p:tgtEl>
                                          <p:spTgt spid="83971">
                                            <p:txEl>
                                              <p:charRg st="16" end="36"/>
                                            </p:txEl>
                                          </p:spTgt>
                                        </p:tgtEl>
                                        <p:attrNameLst>
                                          <p:attrName>fillcolor</p:attrName>
                                        </p:attrNameLst>
                                      </p:cBhvr>
                                      <p:tavLst>
                                        <p:tav tm="0">
                                          <p:val>
                                            <p:clrVal>
                                              <a:schemeClr val="accent2"/>
                                            </p:clrVal>
                                          </p:val>
                                        </p:tav>
                                        <p:tav tm="50000">
                                          <p:val>
                                            <p:clrVal>
                                              <a:schemeClr val="hlink"/>
                                            </p:clrVal>
                                          </p:val>
                                        </p:tav>
                                      </p:tavLst>
                                    </p:anim>
                                    <p:set>
                                      <p:cBhvr>
                                        <p:cTn id="9" dur="80"/>
                                        <p:tgtEl>
                                          <p:spTgt spid="83971">
                                            <p:txEl>
                                              <p:charRg st="16" end="36"/>
                                            </p:txEl>
                                          </p:spTgt>
                                        </p:tgtEl>
                                        <p:attrNameLst>
                                          <p:attrName>fill.type</p:attrName>
                                        </p:attrNameLst>
                                      </p:cBhvr>
                                      <p:to>
                                        <p:strVal val="solid"/>
                                      </p:to>
                                    </p:set>
                                  </p:childTnLst>
                                </p:cTn>
                              </p:par>
                            </p:childTnLst>
                          </p:cTn>
                        </p:par>
                      </p:childTnLst>
                    </p:cTn>
                  </p:par>
                  <p:par>
                    <p:cTn id="10" fill="hold">
                      <p:stCondLst>
                        <p:cond delay="indefinite"/>
                      </p:stCondLst>
                      <p:childTnLst>
                        <p:par>
                          <p:cTn id="11" fill="hold">
                            <p:stCondLst>
                              <p:cond delay="0"/>
                            </p:stCondLst>
                            <p:childTnLst>
                              <p:par>
                                <p:cTn id="12" presetID="27" presetClass="entr" presetSubtype="0" fill="hold" nodeType="clickEffect">
                                  <p:stCondLst>
                                    <p:cond delay="0"/>
                                  </p:stCondLst>
                                  <p:iterate type="lt">
                                    <p:tmPct val="50000"/>
                                  </p:iterate>
                                  <p:childTnLst>
                                    <p:set>
                                      <p:cBhvr>
                                        <p:cTn id="13" dur="1" fill="hold">
                                          <p:stCondLst>
                                            <p:cond delay="0"/>
                                          </p:stCondLst>
                                        </p:cTn>
                                        <p:tgtEl>
                                          <p:spTgt spid="83971">
                                            <p:txEl>
                                              <p:charRg st="36" end="55"/>
                                            </p:txEl>
                                          </p:spTgt>
                                        </p:tgtEl>
                                        <p:attrNameLst>
                                          <p:attrName>style.visibility</p:attrName>
                                        </p:attrNameLst>
                                      </p:cBhvr>
                                      <p:to>
                                        <p:strVal val="visible"/>
                                      </p:to>
                                    </p:set>
                                    <p:anim calcmode="discrete" valueType="clr">
                                      <p:cBhvr override="childStyle">
                                        <p:cTn id="14" dur="80"/>
                                        <p:tgtEl>
                                          <p:spTgt spid="83971">
                                            <p:txEl>
                                              <p:charRg st="36" end="55"/>
                                            </p:txEl>
                                          </p:spTgt>
                                        </p:tgtEl>
                                        <p:attrNameLst>
                                          <p:attrName>style.color</p:attrName>
                                        </p:attrNameLst>
                                      </p:cBhvr>
                                      <p:tavLst>
                                        <p:tav tm="0">
                                          <p:val>
                                            <p:clrVal>
                                              <a:schemeClr val="accent2"/>
                                            </p:clrVal>
                                          </p:val>
                                        </p:tav>
                                        <p:tav tm="50000">
                                          <p:val>
                                            <p:clrVal>
                                              <a:schemeClr val="hlink"/>
                                            </p:clrVal>
                                          </p:val>
                                        </p:tav>
                                      </p:tavLst>
                                    </p:anim>
                                    <p:anim calcmode="discrete" valueType="clr">
                                      <p:cBhvr>
                                        <p:cTn id="15" dur="80"/>
                                        <p:tgtEl>
                                          <p:spTgt spid="83971">
                                            <p:txEl>
                                              <p:charRg st="36" end="55"/>
                                            </p:txEl>
                                          </p:spTgt>
                                        </p:tgtEl>
                                        <p:attrNameLst>
                                          <p:attrName>fillcolor</p:attrName>
                                        </p:attrNameLst>
                                      </p:cBhvr>
                                      <p:tavLst>
                                        <p:tav tm="0">
                                          <p:val>
                                            <p:clrVal>
                                              <a:schemeClr val="accent2"/>
                                            </p:clrVal>
                                          </p:val>
                                        </p:tav>
                                        <p:tav tm="50000">
                                          <p:val>
                                            <p:clrVal>
                                              <a:schemeClr val="hlink"/>
                                            </p:clrVal>
                                          </p:val>
                                        </p:tav>
                                      </p:tavLst>
                                    </p:anim>
                                    <p:set>
                                      <p:cBhvr>
                                        <p:cTn id="16" dur="80"/>
                                        <p:tgtEl>
                                          <p:spTgt spid="83971">
                                            <p:txEl>
                                              <p:charRg st="36" end="55"/>
                                            </p:txEl>
                                          </p:spTgt>
                                        </p:tgtEl>
                                        <p:attrNameLst>
                                          <p:attrName>fill.type</p:attrName>
                                        </p:attrNameLst>
                                      </p:cBhvr>
                                      <p:to>
                                        <p:strVal val="solid"/>
                                      </p:to>
                                    </p:set>
                                  </p:childTnLst>
                                </p:cTn>
                              </p:par>
                            </p:childTnLst>
                          </p:cTn>
                        </p:par>
                        <p:par>
                          <p:cTn id="17" fill="hold">
                            <p:stCondLst>
                              <p:cond delay="759"/>
                            </p:stCondLst>
                            <p:childTnLst>
                              <p:par>
                                <p:cTn id="18" presetID="27" presetClass="entr" presetSubtype="0" fill="hold" nodeType="afterEffect">
                                  <p:stCondLst>
                                    <p:cond delay="0"/>
                                  </p:stCondLst>
                                  <p:iterate type="lt">
                                    <p:tmPct val="50000"/>
                                  </p:iterate>
                                  <p:childTnLst>
                                    <p:set>
                                      <p:cBhvr>
                                        <p:cTn id="19" dur="1" fill="hold">
                                          <p:stCondLst>
                                            <p:cond delay="0"/>
                                          </p:stCondLst>
                                        </p:cTn>
                                        <p:tgtEl>
                                          <p:spTgt spid="83971">
                                            <p:txEl>
                                              <p:charRg st="55" end="69"/>
                                            </p:txEl>
                                          </p:spTgt>
                                        </p:tgtEl>
                                        <p:attrNameLst>
                                          <p:attrName>style.visibility</p:attrName>
                                        </p:attrNameLst>
                                      </p:cBhvr>
                                      <p:to>
                                        <p:strVal val="visible"/>
                                      </p:to>
                                    </p:set>
                                    <p:anim calcmode="discrete" valueType="clr">
                                      <p:cBhvr override="childStyle">
                                        <p:cTn id="20" dur="80"/>
                                        <p:tgtEl>
                                          <p:spTgt spid="83971">
                                            <p:txEl>
                                              <p:charRg st="55" end="69"/>
                                            </p:txEl>
                                          </p:spTgt>
                                        </p:tgtEl>
                                        <p:attrNameLst>
                                          <p:attrName>style.color</p:attrName>
                                        </p:attrNameLst>
                                      </p:cBhvr>
                                      <p:tavLst>
                                        <p:tav tm="0">
                                          <p:val>
                                            <p:clrVal>
                                              <a:schemeClr val="accent2"/>
                                            </p:clrVal>
                                          </p:val>
                                        </p:tav>
                                        <p:tav tm="50000">
                                          <p:val>
                                            <p:clrVal>
                                              <a:schemeClr val="hlink"/>
                                            </p:clrVal>
                                          </p:val>
                                        </p:tav>
                                      </p:tavLst>
                                    </p:anim>
                                    <p:anim calcmode="discrete" valueType="clr">
                                      <p:cBhvr>
                                        <p:cTn id="21" dur="80"/>
                                        <p:tgtEl>
                                          <p:spTgt spid="83971">
                                            <p:txEl>
                                              <p:charRg st="55" end="69"/>
                                            </p:txEl>
                                          </p:spTgt>
                                        </p:tgtEl>
                                        <p:attrNameLst>
                                          <p:attrName>fillcolor</p:attrName>
                                        </p:attrNameLst>
                                      </p:cBhvr>
                                      <p:tavLst>
                                        <p:tav tm="0">
                                          <p:val>
                                            <p:clrVal>
                                              <a:schemeClr val="accent2"/>
                                            </p:clrVal>
                                          </p:val>
                                        </p:tav>
                                        <p:tav tm="50000">
                                          <p:val>
                                            <p:clrVal>
                                              <a:schemeClr val="hlink"/>
                                            </p:clrVal>
                                          </p:val>
                                        </p:tav>
                                      </p:tavLst>
                                    </p:anim>
                                    <p:set>
                                      <p:cBhvr>
                                        <p:cTn id="22" dur="80"/>
                                        <p:tgtEl>
                                          <p:spTgt spid="83971">
                                            <p:txEl>
                                              <p:charRg st="55" end="69"/>
                                            </p:txEl>
                                          </p:spTgt>
                                        </p:tgtEl>
                                        <p:attrNameLst>
                                          <p:attrName>fill.type</p:attrName>
                                        </p:attrNameLst>
                                      </p:cBhvr>
                                      <p:to>
                                        <p:strVal val="solid"/>
                                      </p:to>
                                    </p:set>
                                  </p:childTnLst>
                                </p:cTn>
                              </p:par>
                            </p:childTnLst>
                          </p:cTn>
                        </p:par>
                        <p:par>
                          <p:cTn id="23" fill="hold">
                            <p:stCondLst>
                              <p:cond delay="1319"/>
                            </p:stCondLst>
                            <p:childTnLst>
                              <p:par>
                                <p:cTn id="24" presetID="27" presetClass="entr" presetSubtype="0" fill="hold" nodeType="afterEffect">
                                  <p:stCondLst>
                                    <p:cond delay="0"/>
                                  </p:stCondLst>
                                  <p:iterate type="lt">
                                    <p:tmPct val="50000"/>
                                  </p:iterate>
                                  <p:childTnLst>
                                    <p:set>
                                      <p:cBhvr>
                                        <p:cTn id="25" dur="1" fill="hold">
                                          <p:stCondLst>
                                            <p:cond delay="0"/>
                                          </p:stCondLst>
                                        </p:cTn>
                                        <p:tgtEl>
                                          <p:spTgt spid="83971">
                                            <p:txEl>
                                              <p:charRg st="69" end="104"/>
                                            </p:txEl>
                                          </p:spTgt>
                                        </p:tgtEl>
                                        <p:attrNameLst>
                                          <p:attrName>style.visibility</p:attrName>
                                        </p:attrNameLst>
                                      </p:cBhvr>
                                      <p:to>
                                        <p:strVal val="visible"/>
                                      </p:to>
                                    </p:set>
                                    <p:anim calcmode="discrete" valueType="clr">
                                      <p:cBhvr override="childStyle">
                                        <p:cTn id="26" dur="80"/>
                                        <p:tgtEl>
                                          <p:spTgt spid="83971">
                                            <p:txEl>
                                              <p:charRg st="69" end="104"/>
                                            </p:txEl>
                                          </p:spTgt>
                                        </p:tgtEl>
                                        <p:attrNameLst>
                                          <p:attrName>style.color</p:attrName>
                                        </p:attrNameLst>
                                      </p:cBhvr>
                                      <p:tavLst>
                                        <p:tav tm="0">
                                          <p:val>
                                            <p:clrVal>
                                              <a:schemeClr val="accent2"/>
                                            </p:clrVal>
                                          </p:val>
                                        </p:tav>
                                        <p:tav tm="50000">
                                          <p:val>
                                            <p:clrVal>
                                              <a:schemeClr val="hlink"/>
                                            </p:clrVal>
                                          </p:val>
                                        </p:tav>
                                      </p:tavLst>
                                    </p:anim>
                                    <p:anim calcmode="discrete" valueType="clr">
                                      <p:cBhvr>
                                        <p:cTn id="27" dur="80"/>
                                        <p:tgtEl>
                                          <p:spTgt spid="83971">
                                            <p:txEl>
                                              <p:charRg st="69" end="104"/>
                                            </p:txEl>
                                          </p:spTgt>
                                        </p:tgtEl>
                                        <p:attrNameLst>
                                          <p:attrName>fillcolor</p:attrName>
                                        </p:attrNameLst>
                                      </p:cBhvr>
                                      <p:tavLst>
                                        <p:tav tm="0">
                                          <p:val>
                                            <p:clrVal>
                                              <a:schemeClr val="accent2"/>
                                            </p:clrVal>
                                          </p:val>
                                        </p:tav>
                                        <p:tav tm="50000">
                                          <p:val>
                                            <p:clrVal>
                                              <a:schemeClr val="hlink"/>
                                            </p:clrVal>
                                          </p:val>
                                        </p:tav>
                                      </p:tavLst>
                                    </p:anim>
                                    <p:set>
                                      <p:cBhvr>
                                        <p:cTn id="28" dur="80"/>
                                        <p:tgtEl>
                                          <p:spTgt spid="83971">
                                            <p:txEl>
                                              <p:charRg st="69" end="104"/>
                                            </p:txEl>
                                          </p:spTgt>
                                        </p:tgtEl>
                                        <p:attrNameLst>
                                          <p:attrName>fill.type</p:attrName>
                                        </p:attrNameLst>
                                      </p:cBhvr>
                                      <p:to>
                                        <p:strVal val="solid"/>
                                      </p:to>
                                    </p:set>
                                  </p:childTnLst>
                                </p:cTn>
                              </p:par>
                            </p:childTnLst>
                          </p:cTn>
                        </p:par>
                      </p:childTnLst>
                    </p:cTn>
                  </p:par>
                  <p:par>
                    <p:cTn id="29" fill="hold">
                      <p:stCondLst>
                        <p:cond delay="indefinite"/>
                      </p:stCondLst>
                      <p:childTnLst>
                        <p:par>
                          <p:cTn id="30" fill="hold">
                            <p:stCondLst>
                              <p:cond delay="0"/>
                            </p:stCondLst>
                            <p:childTnLst>
                              <p:par>
                                <p:cTn id="31" presetID="5" presetClass="entr" presetSubtype="5" fill="hold" grpId="0" nodeType="clickEffect">
                                  <p:stCondLst>
                                    <p:cond delay="0"/>
                                  </p:stCondLst>
                                  <p:childTnLst>
                                    <p:set>
                                      <p:cBhvr>
                                        <p:cTn id="32" dur="1" fill="hold">
                                          <p:stCondLst>
                                            <p:cond delay="0"/>
                                          </p:stCondLst>
                                        </p:cTn>
                                        <p:tgtEl>
                                          <p:spTgt spid="84011"/>
                                        </p:tgtEl>
                                        <p:attrNameLst>
                                          <p:attrName>style.visibility</p:attrName>
                                        </p:attrNameLst>
                                      </p:cBhvr>
                                      <p:to>
                                        <p:strVal val="visible"/>
                                      </p:to>
                                    </p:set>
                                    <p:animEffect transition="in" filter="checkerboard(down)">
                                      <p:cBhvr>
                                        <p:cTn id="33" dur="500"/>
                                        <p:tgtEl>
                                          <p:spTgt spid="840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4011" grpId="0" animBg="1"/>
    </p:bld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2706" name="Rectangle 2"/>
          <p:cNvSpPr>
            <a:spLocks noGrp="1"/>
          </p:cNvSpPr>
          <p:nvPr>
            <p:ph type="title"/>
          </p:nvPr>
        </p:nvSpPr>
        <p:spPr>
          <a:xfrm>
            <a:off x="1371600" y="476250"/>
            <a:ext cx="7697788" cy="563563"/>
          </a:xfrm>
          <a:ln/>
        </p:spPr>
        <p:txBody>
          <a:bodyPr vert="horz" wrap="square" lIns="91440" tIns="45720" rIns="91440" bIns="45720" anchor="ctr" anchorCtr="0"/>
          <a:p>
            <a:pPr algn="ctr"/>
            <a:r>
              <a:rPr lang="zh-CN" altLang="en-US" sz="2800" dirty="0"/>
              <a:t>分页式存储管理的地址转换</a:t>
            </a:r>
            <a:endParaRPr lang="en-US" altLang="zh-CN" sz="2800" dirty="0"/>
          </a:p>
        </p:txBody>
      </p:sp>
      <p:grpSp>
        <p:nvGrpSpPr>
          <p:cNvPr id="72707" name="Group 3"/>
          <p:cNvGrpSpPr/>
          <p:nvPr/>
        </p:nvGrpSpPr>
        <p:grpSpPr>
          <a:xfrm>
            <a:off x="1447800" y="1524000"/>
            <a:ext cx="5792788" cy="3806825"/>
            <a:chOff x="0" y="0"/>
            <a:chExt cx="3648" cy="2400"/>
          </a:xfrm>
        </p:grpSpPr>
        <p:sp>
          <p:nvSpPr>
            <p:cNvPr id="72708" name="Text Box 4"/>
            <p:cNvSpPr txBox="1"/>
            <p:nvPr/>
          </p:nvSpPr>
          <p:spPr>
            <a:xfrm>
              <a:off x="488" y="940"/>
              <a:ext cx="444" cy="364"/>
            </a:xfrm>
            <a:prstGeom prst="rect">
              <a:avLst/>
            </a:prstGeom>
            <a:solidFill>
              <a:srgbClr val="FFFFFF"/>
            </a:solidFill>
            <a:ln w="19050" cap="flat" cmpd="sng">
              <a:solidFill>
                <a:srgbClr val="6600FF"/>
              </a:solidFill>
              <a:prstDash val="solid"/>
              <a:miter/>
              <a:headEnd type="none" w="med" len="med"/>
              <a:tailEnd type="none" w="med" len="med"/>
            </a:ln>
          </p:spPr>
          <p:txBody>
            <a:bodyPr lIns="0" tIns="0" rIns="0" bIns="0"/>
            <a:p>
              <a:pPr eaLnBrk="0" hangingPunct="0"/>
              <a:r>
                <a:rPr lang="zh-CN" altLang="en-US" sz="1600" dirty="0">
                  <a:solidFill>
                    <a:srgbClr val="FF0000"/>
                  </a:solidFill>
                  <a:latin typeface="华文新魏" panose="02010800040101010101" pitchFamily="2" charset="-122"/>
                  <a:ea typeface="华文新魏" panose="02010800040101010101" pitchFamily="2" charset="-122"/>
                </a:rPr>
                <a:t>块号</a:t>
              </a:r>
              <a:r>
                <a:rPr lang="en-US" altLang="zh-CN" sz="1600" dirty="0">
                  <a:solidFill>
                    <a:srgbClr val="FF0000"/>
                  </a:solidFill>
                  <a:latin typeface="华文新魏" panose="02010800040101010101" pitchFamily="2" charset="-122"/>
                  <a:ea typeface="华文新魏" panose="02010800040101010101" pitchFamily="2" charset="-122"/>
                </a:rPr>
                <a:t>1</a:t>
              </a:r>
              <a:endParaRPr lang="en-US" altLang="zh-CN" sz="1600" dirty="0">
                <a:solidFill>
                  <a:srgbClr val="FF0000"/>
                </a:solidFill>
                <a:latin typeface="华文新魏" panose="02010800040101010101" pitchFamily="2" charset="-122"/>
                <a:ea typeface="华文新魏" panose="02010800040101010101" pitchFamily="2" charset="-122"/>
              </a:endParaRPr>
            </a:p>
          </p:txBody>
        </p:sp>
        <p:sp>
          <p:nvSpPr>
            <p:cNvPr id="72709" name="Text Box 5"/>
            <p:cNvSpPr txBox="1"/>
            <p:nvPr/>
          </p:nvSpPr>
          <p:spPr>
            <a:xfrm>
              <a:off x="488" y="1670"/>
              <a:ext cx="444" cy="364"/>
            </a:xfrm>
            <a:prstGeom prst="rect">
              <a:avLst/>
            </a:prstGeom>
            <a:solidFill>
              <a:srgbClr val="FFFFFF"/>
            </a:solidFill>
            <a:ln w="19050" cap="flat" cmpd="sng">
              <a:solidFill>
                <a:srgbClr val="6600FF"/>
              </a:solidFill>
              <a:prstDash val="solid"/>
              <a:miter/>
              <a:headEnd type="none" w="med" len="med"/>
              <a:tailEnd type="none" w="med" len="med"/>
            </a:ln>
          </p:spPr>
          <p:txBody>
            <a:bodyPr lIns="0" tIns="0" rIns="0" bIns="0"/>
            <a:p>
              <a:pPr eaLnBrk="0" hangingPunct="0"/>
              <a:r>
                <a:rPr lang="en-US" altLang="zh-CN" sz="700" dirty="0">
                  <a:solidFill>
                    <a:srgbClr val="FF0000"/>
                  </a:solidFill>
                  <a:latin typeface="Times New Roman" panose="02020603050405020304" pitchFamily="18" charset="0"/>
                  <a:ea typeface="华文新魏" panose="02010800040101010101" pitchFamily="2" charset="-122"/>
                </a:rPr>
                <a:t>…</a:t>
              </a:r>
              <a:endParaRPr lang="en-US" altLang="zh-CN" sz="700" dirty="0">
                <a:solidFill>
                  <a:srgbClr val="FF0000"/>
                </a:solidFill>
                <a:latin typeface="华文新魏" panose="02010800040101010101" pitchFamily="2" charset="-122"/>
                <a:ea typeface="华文新魏" panose="02010800040101010101" pitchFamily="2" charset="-122"/>
              </a:endParaRPr>
            </a:p>
          </p:txBody>
        </p:sp>
        <p:sp>
          <p:nvSpPr>
            <p:cNvPr id="72710" name="Text Box 6"/>
            <p:cNvSpPr txBox="1"/>
            <p:nvPr/>
          </p:nvSpPr>
          <p:spPr>
            <a:xfrm>
              <a:off x="488" y="1304"/>
              <a:ext cx="444" cy="365"/>
            </a:xfrm>
            <a:prstGeom prst="rect">
              <a:avLst/>
            </a:prstGeom>
            <a:solidFill>
              <a:srgbClr val="FFFFFF"/>
            </a:solidFill>
            <a:ln w="19050" cap="flat" cmpd="sng">
              <a:solidFill>
                <a:srgbClr val="6600FF"/>
              </a:solidFill>
              <a:prstDash val="solid"/>
              <a:miter/>
              <a:headEnd type="none" w="med" len="med"/>
              <a:tailEnd type="none" w="med" len="med"/>
            </a:ln>
          </p:spPr>
          <p:txBody>
            <a:bodyPr lIns="0" tIns="0" rIns="0" bIns="0"/>
            <a:p>
              <a:pPr eaLnBrk="0" hangingPunct="0"/>
              <a:r>
                <a:rPr lang="zh-CN" altLang="en-US" sz="1400" dirty="0">
                  <a:solidFill>
                    <a:srgbClr val="FF0000"/>
                  </a:solidFill>
                  <a:latin typeface="华文新魏" panose="02010800040101010101" pitchFamily="2" charset="-122"/>
                  <a:ea typeface="华文新魏" panose="02010800040101010101" pitchFamily="2" charset="-122"/>
                </a:rPr>
                <a:t>块号</a:t>
              </a:r>
              <a:r>
                <a:rPr lang="en-US" altLang="zh-CN" sz="1400" dirty="0">
                  <a:solidFill>
                    <a:srgbClr val="FF0000"/>
                  </a:solidFill>
                  <a:latin typeface="华文新魏" panose="02010800040101010101" pitchFamily="2" charset="-122"/>
                  <a:ea typeface="华文新魏" panose="02010800040101010101" pitchFamily="2" charset="-122"/>
                </a:rPr>
                <a:t>2</a:t>
              </a:r>
              <a:endParaRPr lang="en-US" altLang="zh-CN" sz="1400" dirty="0">
                <a:solidFill>
                  <a:srgbClr val="FF0000"/>
                </a:solidFill>
                <a:latin typeface="华文新魏" panose="02010800040101010101" pitchFamily="2" charset="-122"/>
                <a:ea typeface="华文新魏" panose="02010800040101010101" pitchFamily="2" charset="-122"/>
              </a:endParaRPr>
            </a:p>
          </p:txBody>
        </p:sp>
        <p:sp>
          <p:nvSpPr>
            <p:cNvPr id="72711" name="Text Box 7"/>
            <p:cNvSpPr txBox="1"/>
            <p:nvPr/>
          </p:nvSpPr>
          <p:spPr>
            <a:xfrm>
              <a:off x="488" y="528"/>
              <a:ext cx="444" cy="320"/>
            </a:xfrm>
            <a:prstGeom prst="rect">
              <a:avLst/>
            </a:prstGeom>
            <a:solidFill>
              <a:srgbClr val="FFFFFF"/>
            </a:solidFill>
            <a:ln w="19050" cap="flat" cmpd="sng">
              <a:solidFill>
                <a:srgbClr val="6600FF"/>
              </a:solidFill>
              <a:prstDash val="solid"/>
              <a:miter/>
              <a:headEnd type="none" w="med" len="med"/>
              <a:tailEnd type="none" w="med" len="med"/>
            </a:ln>
          </p:spPr>
          <p:txBody>
            <a:bodyPr lIns="0" tIns="0" rIns="0" bIns="0"/>
            <a:p>
              <a:pPr eaLnBrk="0" hangingPunct="0"/>
              <a:r>
                <a:rPr lang="zh-CN" altLang="en-US" sz="1600" dirty="0">
                  <a:solidFill>
                    <a:srgbClr val="FF0000"/>
                  </a:solidFill>
                  <a:latin typeface="华文新魏" panose="02010800040101010101" pitchFamily="2" charset="-122"/>
                  <a:ea typeface="华文新魏" panose="02010800040101010101" pitchFamily="2" charset="-122"/>
                </a:rPr>
                <a:t>块号</a:t>
              </a:r>
              <a:endParaRPr lang="zh-CN" altLang="en-US" sz="1600" dirty="0">
                <a:solidFill>
                  <a:srgbClr val="FF0000"/>
                </a:solidFill>
                <a:latin typeface="华文新魏" panose="02010800040101010101" pitchFamily="2" charset="-122"/>
                <a:ea typeface="华文新魏" panose="02010800040101010101" pitchFamily="2" charset="-122"/>
              </a:endParaRPr>
            </a:p>
          </p:txBody>
        </p:sp>
        <p:sp>
          <p:nvSpPr>
            <p:cNvPr id="72712" name="Text Box 8"/>
            <p:cNvSpPr txBox="1"/>
            <p:nvPr/>
          </p:nvSpPr>
          <p:spPr>
            <a:xfrm>
              <a:off x="0" y="944"/>
              <a:ext cx="355" cy="365"/>
            </a:xfrm>
            <a:prstGeom prst="rect">
              <a:avLst/>
            </a:prstGeom>
            <a:solidFill>
              <a:srgbClr val="FFFFFF"/>
            </a:solidFill>
            <a:ln w="19050" cap="flat" cmpd="sng">
              <a:solidFill>
                <a:srgbClr val="6600FF"/>
              </a:solidFill>
              <a:prstDash val="solid"/>
              <a:miter/>
              <a:headEnd type="none" w="med" len="med"/>
              <a:tailEnd type="none" w="med" len="med"/>
            </a:ln>
          </p:spPr>
          <p:txBody>
            <a:bodyPr lIns="0" tIns="0" rIns="0" bIns="0"/>
            <a:p>
              <a:pPr eaLnBrk="0" hangingPunct="0"/>
              <a:r>
                <a:rPr lang="zh-CN" altLang="en-US" sz="1600" dirty="0">
                  <a:solidFill>
                    <a:srgbClr val="FF0000"/>
                  </a:solidFill>
                  <a:latin typeface="华文新魏" panose="02010800040101010101" pitchFamily="2" charset="-122"/>
                  <a:ea typeface="华文新魏" panose="02010800040101010101" pitchFamily="2" charset="-122"/>
                </a:rPr>
                <a:t>第</a:t>
              </a:r>
              <a:r>
                <a:rPr lang="en-US" altLang="zh-CN" sz="1600" dirty="0">
                  <a:solidFill>
                    <a:srgbClr val="FF0000"/>
                  </a:solidFill>
                  <a:latin typeface="华文新魏" panose="02010800040101010101" pitchFamily="2" charset="-122"/>
                  <a:ea typeface="华文新魏" panose="02010800040101010101" pitchFamily="2" charset="-122"/>
                </a:rPr>
                <a:t>0</a:t>
              </a:r>
              <a:r>
                <a:rPr lang="zh-CN" altLang="en-US" sz="1600" dirty="0">
                  <a:solidFill>
                    <a:srgbClr val="FF0000"/>
                  </a:solidFill>
                  <a:latin typeface="华文新魏" panose="02010800040101010101" pitchFamily="2" charset="-122"/>
                  <a:ea typeface="华文新魏" panose="02010800040101010101" pitchFamily="2" charset="-122"/>
                </a:rPr>
                <a:t>页</a:t>
              </a:r>
              <a:endParaRPr lang="zh-CN" altLang="en-US" sz="1600" dirty="0">
                <a:solidFill>
                  <a:srgbClr val="FF0000"/>
                </a:solidFill>
                <a:latin typeface="华文新魏" panose="02010800040101010101" pitchFamily="2" charset="-122"/>
                <a:ea typeface="华文新魏" panose="02010800040101010101" pitchFamily="2" charset="-122"/>
              </a:endParaRPr>
            </a:p>
          </p:txBody>
        </p:sp>
        <p:sp>
          <p:nvSpPr>
            <p:cNvPr id="72713" name="Text Box 9"/>
            <p:cNvSpPr txBox="1"/>
            <p:nvPr/>
          </p:nvSpPr>
          <p:spPr>
            <a:xfrm>
              <a:off x="0" y="1673"/>
              <a:ext cx="355" cy="365"/>
            </a:xfrm>
            <a:prstGeom prst="rect">
              <a:avLst/>
            </a:prstGeom>
            <a:solidFill>
              <a:srgbClr val="FFFFFF"/>
            </a:solidFill>
            <a:ln w="19050" cap="flat" cmpd="sng">
              <a:solidFill>
                <a:srgbClr val="6600FF"/>
              </a:solidFill>
              <a:prstDash val="solid"/>
              <a:miter/>
              <a:headEnd type="none" w="med" len="med"/>
              <a:tailEnd type="none" w="med" len="med"/>
            </a:ln>
          </p:spPr>
          <p:txBody>
            <a:bodyPr lIns="0" tIns="0" rIns="0" bIns="0"/>
            <a:p>
              <a:pPr eaLnBrk="0" hangingPunct="0"/>
              <a:r>
                <a:rPr lang="en-US" altLang="zh-CN" sz="700" dirty="0">
                  <a:solidFill>
                    <a:srgbClr val="FF0000"/>
                  </a:solidFill>
                  <a:latin typeface="Times New Roman" panose="02020603050405020304" pitchFamily="18" charset="0"/>
                  <a:ea typeface="华文新魏" panose="02010800040101010101" pitchFamily="2" charset="-122"/>
                </a:rPr>
                <a:t>…</a:t>
              </a:r>
              <a:endParaRPr lang="en-US" altLang="zh-CN" sz="700" dirty="0">
                <a:solidFill>
                  <a:srgbClr val="FF0000"/>
                </a:solidFill>
                <a:latin typeface="华文新魏" panose="02010800040101010101" pitchFamily="2" charset="-122"/>
                <a:ea typeface="华文新魏" panose="02010800040101010101" pitchFamily="2" charset="-122"/>
              </a:endParaRPr>
            </a:p>
          </p:txBody>
        </p:sp>
        <p:sp>
          <p:nvSpPr>
            <p:cNvPr id="72714" name="Text Box 10"/>
            <p:cNvSpPr txBox="1"/>
            <p:nvPr/>
          </p:nvSpPr>
          <p:spPr>
            <a:xfrm>
              <a:off x="0" y="1309"/>
              <a:ext cx="355" cy="362"/>
            </a:xfrm>
            <a:prstGeom prst="rect">
              <a:avLst/>
            </a:prstGeom>
            <a:solidFill>
              <a:srgbClr val="FFFFFF"/>
            </a:solidFill>
            <a:ln w="19050" cap="flat" cmpd="sng">
              <a:solidFill>
                <a:srgbClr val="6600FF"/>
              </a:solidFill>
              <a:prstDash val="solid"/>
              <a:miter/>
              <a:headEnd type="none" w="med" len="med"/>
              <a:tailEnd type="none" w="med" len="med"/>
            </a:ln>
          </p:spPr>
          <p:txBody>
            <a:bodyPr lIns="0" tIns="0" rIns="0" bIns="0"/>
            <a:p>
              <a:pPr eaLnBrk="0" hangingPunct="0"/>
              <a:r>
                <a:rPr lang="zh-CN" altLang="en-US" sz="1600" dirty="0">
                  <a:solidFill>
                    <a:srgbClr val="FF0000"/>
                  </a:solidFill>
                  <a:latin typeface="华文新魏" panose="02010800040101010101" pitchFamily="2" charset="-122"/>
                  <a:ea typeface="华文新魏" panose="02010800040101010101" pitchFamily="2" charset="-122"/>
                </a:rPr>
                <a:t>第</a:t>
              </a:r>
              <a:r>
                <a:rPr lang="en-US" altLang="zh-CN" sz="1600" dirty="0">
                  <a:solidFill>
                    <a:srgbClr val="FF0000"/>
                  </a:solidFill>
                  <a:latin typeface="华文新魏" panose="02010800040101010101" pitchFamily="2" charset="-122"/>
                  <a:ea typeface="华文新魏" panose="02010800040101010101" pitchFamily="2" charset="-122"/>
                </a:rPr>
                <a:t>1</a:t>
              </a:r>
              <a:r>
                <a:rPr lang="zh-CN" altLang="en-US" sz="1600" dirty="0">
                  <a:solidFill>
                    <a:srgbClr val="FF0000"/>
                  </a:solidFill>
                  <a:latin typeface="华文新魏" panose="02010800040101010101" pitchFamily="2" charset="-122"/>
                  <a:ea typeface="华文新魏" panose="02010800040101010101" pitchFamily="2" charset="-122"/>
                </a:rPr>
                <a:t>页</a:t>
              </a:r>
              <a:endParaRPr lang="zh-CN" altLang="en-US" sz="1600" dirty="0">
                <a:solidFill>
                  <a:srgbClr val="FF0000"/>
                </a:solidFill>
                <a:latin typeface="华文新魏" panose="02010800040101010101" pitchFamily="2" charset="-122"/>
                <a:ea typeface="华文新魏" panose="02010800040101010101" pitchFamily="2" charset="-122"/>
              </a:endParaRPr>
            </a:p>
          </p:txBody>
        </p:sp>
        <p:sp>
          <p:nvSpPr>
            <p:cNvPr id="72715" name="Text Box 11"/>
            <p:cNvSpPr txBox="1"/>
            <p:nvPr/>
          </p:nvSpPr>
          <p:spPr>
            <a:xfrm>
              <a:off x="44" y="528"/>
              <a:ext cx="311" cy="320"/>
            </a:xfrm>
            <a:prstGeom prst="rect">
              <a:avLst/>
            </a:prstGeom>
            <a:solidFill>
              <a:srgbClr val="FFFFFF"/>
            </a:solidFill>
            <a:ln w="19050" cap="flat" cmpd="sng">
              <a:solidFill>
                <a:srgbClr val="6600FF"/>
              </a:solidFill>
              <a:prstDash val="solid"/>
              <a:miter/>
              <a:headEnd type="none" w="med" len="med"/>
              <a:tailEnd type="none" w="med" len="med"/>
            </a:ln>
          </p:spPr>
          <p:txBody>
            <a:bodyPr lIns="0" tIns="0" rIns="0" bIns="0"/>
            <a:p>
              <a:pPr eaLnBrk="0" hangingPunct="0"/>
              <a:r>
                <a:rPr lang="zh-CN" altLang="en-US" sz="1600" dirty="0">
                  <a:solidFill>
                    <a:srgbClr val="FF0000"/>
                  </a:solidFill>
                  <a:latin typeface="华文新魏" panose="02010800040101010101" pitchFamily="2" charset="-122"/>
                  <a:ea typeface="华文新魏" panose="02010800040101010101" pitchFamily="2" charset="-122"/>
                </a:rPr>
                <a:t>页号</a:t>
              </a:r>
              <a:endParaRPr lang="zh-CN" altLang="en-US" sz="1600" dirty="0">
                <a:solidFill>
                  <a:srgbClr val="FF0000"/>
                </a:solidFill>
                <a:latin typeface="华文新魏" panose="02010800040101010101" pitchFamily="2" charset="-122"/>
                <a:ea typeface="华文新魏" panose="02010800040101010101" pitchFamily="2" charset="-122"/>
              </a:endParaRPr>
            </a:p>
          </p:txBody>
        </p:sp>
        <p:sp>
          <p:nvSpPr>
            <p:cNvPr id="72716" name="Text Box 12"/>
            <p:cNvSpPr txBox="1"/>
            <p:nvPr/>
          </p:nvSpPr>
          <p:spPr>
            <a:xfrm>
              <a:off x="1784" y="528"/>
              <a:ext cx="532" cy="365"/>
            </a:xfrm>
            <a:prstGeom prst="rect">
              <a:avLst/>
            </a:prstGeom>
            <a:solidFill>
              <a:srgbClr val="FFFFFF"/>
            </a:solidFill>
            <a:ln w="19050" cap="flat" cmpd="sng">
              <a:solidFill>
                <a:srgbClr val="6600FF"/>
              </a:solidFill>
              <a:prstDash val="solid"/>
              <a:miter/>
              <a:headEnd type="none" w="med" len="med"/>
              <a:tailEnd type="none" w="med" len="med"/>
            </a:ln>
          </p:spPr>
          <p:txBody>
            <a:bodyPr lIns="0" tIns="0" rIns="0" bIns="0"/>
            <a:p>
              <a:pPr eaLnBrk="0" hangingPunct="0"/>
              <a:r>
                <a:rPr lang="zh-CN" altLang="en-US" sz="1600" dirty="0">
                  <a:solidFill>
                    <a:srgbClr val="FF0000"/>
                  </a:solidFill>
                  <a:latin typeface="华文新魏" panose="02010800040101010101" pitchFamily="2" charset="-122"/>
                  <a:ea typeface="华文新魏" panose="02010800040101010101" pitchFamily="2" charset="-122"/>
                </a:rPr>
                <a:t>作业名</a:t>
              </a:r>
              <a:endParaRPr lang="zh-CN" altLang="en-US" sz="1600" dirty="0">
                <a:solidFill>
                  <a:srgbClr val="FF0000"/>
                </a:solidFill>
                <a:latin typeface="华文新魏" panose="02010800040101010101" pitchFamily="2" charset="-122"/>
                <a:ea typeface="华文新魏" panose="02010800040101010101" pitchFamily="2" charset="-122"/>
              </a:endParaRPr>
            </a:p>
          </p:txBody>
        </p:sp>
        <p:sp>
          <p:nvSpPr>
            <p:cNvPr id="72717" name="Text Box 13"/>
            <p:cNvSpPr txBox="1"/>
            <p:nvPr/>
          </p:nvSpPr>
          <p:spPr>
            <a:xfrm>
              <a:off x="1784" y="1281"/>
              <a:ext cx="532" cy="384"/>
            </a:xfrm>
            <a:prstGeom prst="rect">
              <a:avLst/>
            </a:prstGeom>
            <a:solidFill>
              <a:srgbClr val="FFFFFF"/>
            </a:solidFill>
            <a:ln w="19050" cap="flat" cmpd="sng">
              <a:solidFill>
                <a:srgbClr val="6600FF"/>
              </a:solidFill>
              <a:prstDash val="solid"/>
              <a:miter/>
              <a:headEnd type="none" w="med" len="med"/>
              <a:tailEnd type="none" w="med" len="med"/>
            </a:ln>
          </p:spPr>
          <p:txBody>
            <a:bodyPr lIns="0" tIns="0" rIns="0" bIns="0"/>
            <a:p>
              <a:pPr eaLnBrk="0" hangingPunct="0"/>
              <a:r>
                <a:rPr lang="en-US" altLang="zh-CN" dirty="0">
                  <a:solidFill>
                    <a:srgbClr val="FF0000"/>
                  </a:solidFill>
                  <a:latin typeface="华文新魏" panose="02010800040101010101" pitchFamily="2" charset="-122"/>
                  <a:ea typeface="华文新魏" panose="02010800040101010101" pitchFamily="2" charset="-122"/>
                </a:rPr>
                <a:t>B</a:t>
              </a:r>
              <a:endParaRPr lang="en-US" altLang="zh-CN" dirty="0">
                <a:solidFill>
                  <a:srgbClr val="FF0000"/>
                </a:solidFill>
                <a:latin typeface="华文新魏" panose="02010800040101010101" pitchFamily="2" charset="-122"/>
                <a:ea typeface="华文新魏" panose="02010800040101010101" pitchFamily="2" charset="-122"/>
              </a:endParaRPr>
            </a:p>
          </p:txBody>
        </p:sp>
        <p:sp>
          <p:nvSpPr>
            <p:cNvPr id="72718" name="Text Box 14"/>
            <p:cNvSpPr txBox="1"/>
            <p:nvPr/>
          </p:nvSpPr>
          <p:spPr>
            <a:xfrm>
              <a:off x="1784" y="926"/>
              <a:ext cx="532" cy="362"/>
            </a:xfrm>
            <a:prstGeom prst="rect">
              <a:avLst/>
            </a:prstGeom>
            <a:solidFill>
              <a:srgbClr val="FFFFFF"/>
            </a:solidFill>
            <a:ln w="19050" cap="flat" cmpd="sng">
              <a:solidFill>
                <a:srgbClr val="6600FF"/>
              </a:solidFill>
              <a:prstDash val="solid"/>
              <a:miter/>
              <a:headEnd type="none" w="med" len="med"/>
              <a:tailEnd type="none" w="med" len="med"/>
            </a:ln>
          </p:spPr>
          <p:txBody>
            <a:bodyPr lIns="0" tIns="0" rIns="0" bIns="0"/>
            <a:p>
              <a:pPr eaLnBrk="0" hangingPunct="0"/>
              <a:r>
                <a:rPr lang="en-US" altLang="zh-CN" dirty="0">
                  <a:solidFill>
                    <a:srgbClr val="FF0000"/>
                  </a:solidFill>
                  <a:latin typeface="华文新魏" panose="02010800040101010101" pitchFamily="2" charset="-122"/>
                  <a:ea typeface="华文新魏" panose="02010800040101010101" pitchFamily="2" charset="-122"/>
                </a:rPr>
                <a:t>A</a:t>
              </a:r>
              <a:endParaRPr lang="en-US" altLang="zh-CN" dirty="0">
                <a:solidFill>
                  <a:srgbClr val="FF0000"/>
                </a:solidFill>
                <a:latin typeface="华文新魏" panose="02010800040101010101" pitchFamily="2" charset="-122"/>
                <a:ea typeface="华文新魏" panose="02010800040101010101" pitchFamily="2" charset="-122"/>
              </a:endParaRPr>
            </a:p>
          </p:txBody>
        </p:sp>
        <p:sp>
          <p:nvSpPr>
            <p:cNvPr id="72719" name="Text Box 15"/>
            <p:cNvSpPr txBox="1"/>
            <p:nvPr/>
          </p:nvSpPr>
          <p:spPr>
            <a:xfrm>
              <a:off x="2316" y="530"/>
              <a:ext cx="666" cy="365"/>
            </a:xfrm>
            <a:prstGeom prst="rect">
              <a:avLst/>
            </a:prstGeom>
            <a:solidFill>
              <a:srgbClr val="FFFFFF"/>
            </a:solidFill>
            <a:ln w="19050" cap="flat" cmpd="sng">
              <a:solidFill>
                <a:srgbClr val="6600FF"/>
              </a:solidFill>
              <a:prstDash val="solid"/>
              <a:miter/>
              <a:headEnd type="none" w="med" len="med"/>
              <a:tailEnd type="none" w="med" len="med"/>
            </a:ln>
          </p:spPr>
          <p:txBody>
            <a:bodyPr lIns="0" tIns="0" rIns="0" bIns="0"/>
            <a:p>
              <a:pPr eaLnBrk="0" hangingPunct="0"/>
              <a:r>
                <a:rPr lang="zh-CN" altLang="en-US" sz="1600" dirty="0">
                  <a:solidFill>
                    <a:srgbClr val="FF0000"/>
                  </a:solidFill>
                  <a:latin typeface="华文新魏" panose="02010800040101010101" pitchFamily="2" charset="-122"/>
                  <a:ea typeface="华文新魏" panose="02010800040101010101" pitchFamily="2" charset="-122"/>
                </a:rPr>
                <a:t>页表始址</a:t>
              </a:r>
              <a:endParaRPr lang="zh-CN" altLang="en-US" sz="1600" dirty="0">
                <a:solidFill>
                  <a:srgbClr val="FF0000"/>
                </a:solidFill>
                <a:latin typeface="华文新魏" panose="02010800040101010101" pitchFamily="2" charset="-122"/>
                <a:ea typeface="华文新魏" panose="02010800040101010101" pitchFamily="2" charset="-122"/>
              </a:endParaRPr>
            </a:p>
          </p:txBody>
        </p:sp>
        <p:sp>
          <p:nvSpPr>
            <p:cNvPr id="72720" name="Text Box 16"/>
            <p:cNvSpPr txBox="1"/>
            <p:nvPr/>
          </p:nvSpPr>
          <p:spPr>
            <a:xfrm>
              <a:off x="2316" y="1281"/>
              <a:ext cx="666" cy="384"/>
            </a:xfrm>
            <a:prstGeom prst="rect">
              <a:avLst/>
            </a:prstGeom>
            <a:solidFill>
              <a:srgbClr val="FFFFFF"/>
            </a:solidFill>
            <a:ln w="19050" cap="flat" cmpd="sng">
              <a:solidFill>
                <a:srgbClr val="6600FF"/>
              </a:solidFill>
              <a:prstDash val="solid"/>
              <a:miter/>
              <a:headEnd type="none" w="med" len="med"/>
              <a:tailEnd type="none" w="med" len="med"/>
            </a:ln>
          </p:spPr>
          <p:txBody>
            <a:bodyPr lIns="0" tIns="0" rIns="0" bIns="0"/>
            <a:p>
              <a:pPr eaLnBrk="0" hangingPunct="0"/>
              <a:r>
                <a:rPr lang="en-US" altLang="zh-CN" dirty="0">
                  <a:solidFill>
                    <a:srgbClr val="FF0000"/>
                  </a:solidFill>
                  <a:latin typeface="华文新魏" panose="02010800040101010101" pitchFamily="2" charset="-122"/>
                  <a:ea typeface="华文新魏" panose="02010800040101010101" pitchFamily="2" charset="-122"/>
                </a:rPr>
                <a:t>XXX</a:t>
              </a:r>
              <a:endParaRPr lang="en-US" altLang="zh-CN" dirty="0">
                <a:solidFill>
                  <a:srgbClr val="FF0000"/>
                </a:solidFill>
                <a:latin typeface="华文新魏" panose="02010800040101010101" pitchFamily="2" charset="-122"/>
                <a:ea typeface="华文新魏" panose="02010800040101010101" pitchFamily="2" charset="-122"/>
              </a:endParaRPr>
            </a:p>
          </p:txBody>
        </p:sp>
        <p:sp>
          <p:nvSpPr>
            <p:cNvPr id="72721" name="Text Box 17"/>
            <p:cNvSpPr txBox="1"/>
            <p:nvPr/>
          </p:nvSpPr>
          <p:spPr>
            <a:xfrm>
              <a:off x="2316" y="926"/>
              <a:ext cx="666" cy="362"/>
            </a:xfrm>
            <a:prstGeom prst="rect">
              <a:avLst/>
            </a:prstGeom>
            <a:solidFill>
              <a:srgbClr val="FFFFFF"/>
            </a:solidFill>
            <a:ln w="19050" cap="flat" cmpd="sng">
              <a:solidFill>
                <a:srgbClr val="6600FF"/>
              </a:solidFill>
              <a:prstDash val="solid"/>
              <a:miter/>
              <a:headEnd type="none" w="med" len="med"/>
              <a:tailEnd type="none" w="med" len="med"/>
            </a:ln>
          </p:spPr>
          <p:txBody>
            <a:bodyPr lIns="0" tIns="0" rIns="0" bIns="0"/>
            <a:p>
              <a:pPr eaLnBrk="0" hangingPunct="0"/>
              <a:r>
                <a:rPr lang="en-US" altLang="zh-CN" dirty="0">
                  <a:solidFill>
                    <a:srgbClr val="FF0000"/>
                  </a:solidFill>
                  <a:latin typeface="华文新魏" panose="02010800040101010101" pitchFamily="2" charset="-122"/>
                  <a:ea typeface="华文新魏" panose="02010800040101010101" pitchFamily="2" charset="-122"/>
                </a:rPr>
                <a:t>XXX</a:t>
              </a:r>
              <a:endParaRPr lang="en-US" altLang="zh-CN" dirty="0">
                <a:solidFill>
                  <a:srgbClr val="FF0000"/>
                </a:solidFill>
                <a:latin typeface="华文新魏" panose="02010800040101010101" pitchFamily="2" charset="-122"/>
                <a:ea typeface="华文新魏" panose="02010800040101010101" pitchFamily="2" charset="-122"/>
              </a:endParaRPr>
            </a:p>
          </p:txBody>
        </p:sp>
        <p:sp>
          <p:nvSpPr>
            <p:cNvPr id="72722" name="Text Box 18"/>
            <p:cNvSpPr txBox="1"/>
            <p:nvPr/>
          </p:nvSpPr>
          <p:spPr>
            <a:xfrm>
              <a:off x="2982" y="530"/>
              <a:ext cx="665" cy="365"/>
            </a:xfrm>
            <a:prstGeom prst="rect">
              <a:avLst/>
            </a:prstGeom>
            <a:solidFill>
              <a:srgbClr val="FFFFFF"/>
            </a:solidFill>
            <a:ln w="19050" cap="flat" cmpd="sng">
              <a:solidFill>
                <a:srgbClr val="6600FF"/>
              </a:solidFill>
              <a:prstDash val="solid"/>
              <a:miter/>
              <a:headEnd type="none" w="med" len="med"/>
              <a:tailEnd type="none" w="med" len="med"/>
            </a:ln>
          </p:spPr>
          <p:txBody>
            <a:bodyPr lIns="0" tIns="0" rIns="0" bIns="0"/>
            <a:p>
              <a:pPr eaLnBrk="0" hangingPunct="0"/>
              <a:r>
                <a:rPr lang="zh-CN" altLang="en-US" sz="1600" dirty="0">
                  <a:solidFill>
                    <a:srgbClr val="FF0000"/>
                  </a:solidFill>
                  <a:latin typeface="华文新魏" panose="02010800040101010101" pitchFamily="2" charset="-122"/>
                  <a:ea typeface="华文新魏" panose="02010800040101010101" pitchFamily="2" charset="-122"/>
                </a:rPr>
                <a:t>页表长度</a:t>
              </a:r>
              <a:endParaRPr lang="zh-CN" altLang="en-US" sz="1600" dirty="0">
                <a:solidFill>
                  <a:srgbClr val="FF0000"/>
                </a:solidFill>
                <a:latin typeface="华文新魏" panose="02010800040101010101" pitchFamily="2" charset="-122"/>
                <a:ea typeface="华文新魏" panose="02010800040101010101" pitchFamily="2" charset="-122"/>
              </a:endParaRPr>
            </a:p>
          </p:txBody>
        </p:sp>
        <p:sp>
          <p:nvSpPr>
            <p:cNvPr id="72723" name="Text Box 19"/>
            <p:cNvSpPr txBox="1"/>
            <p:nvPr/>
          </p:nvSpPr>
          <p:spPr>
            <a:xfrm>
              <a:off x="2982" y="1288"/>
              <a:ext cx="665" cy="385"/>
            </a:xfrm>
            <a:prstGeom prst="rect">
              <a:avLst/>
            </a:prstGeom>
            <a:solidFill>
              <a:srgbClr val="FFFFFF"/>
            </a:solidFill>
            <a:ln w="19050" cap="flat" cmpd="sng">
              <a:solidFill>
                <a:srgbClr val="6600FF"/>
              </a:solidFill>
              <a:prstDash val="solid"/>
              <a:miter/>
              <a:headEnd type="none" w="med" len="med"/>
              <a:tailEnd type="none" w="med" len="med"/>
            </a:ln>
          </p:spPr>
          <p:txBody>
            <a:bodyPr lIns="0" tIns="0" rIns="0" bIns="0"/>
            <a:p>
              <a:pPr eaLnBrk="0" hangingPunct="0"/>
              <a:r>
                <a:rPr lang="en-US" altLang="zh-CN" dirty="0">
                  <a:solidFill>
                    <a:srgbClr val="FF0000"/>
                  </a:solidFill>
                  <a:latin typeface="华文新魏" panose="02010800040101010101" pitchFamily="2" charset="-122"/>
                  <a:ea typeface="华文新魏" panose="02010800040101010101" pitchFamily="2" charset="-122"/>
                </a:rPr>
                <a:t>XX</a:t>
              </a:r>
              <a:endParaRPr lang="en-US" altLang="zh-CN" dirty="0">
                <a:solidFill>
                  <a:srgbClr val="FF0000"/>
                </a:solidFill>
                <a:latin typeface="华文新魏" panose="02010800040101010101" pitchFamily="2" charset="-122"/>
                <a:ea typeface="华文新魏" panose="02010800040101010101" pitchFamily="2" charset="-122"/>
              </a:endParaRPr>
            </a:p>
          </p:txBody>
        </p:sp>
        <p:sp>
          <p:nvSpPr>
            <p:cNvPr id="72724" name="Text Box 20"/>
            <p:cNvSpPr txBox="1"/>
            <p:nvPr/>
          </p:nvSpPr>
          <p:spPr>
            <a:xfrm>
              <a:off x="2982" y="924"/>
              <a:ext cx="665" cy="363"/>
            </a:xfrm>
            <a:prstGeom prst="rect">
              <a:avLst/>
            </a:prstGeom>
            <a:solidFill>
              <a:srgbClr val="FFFFFF"/>
            </a:solidFill>
            <a:ln w="19050" cap="flat" cmpd="sng">
              <a:solidFill>
                <a:srgbClr val="6600FF"/>
              </a:solidFill>
              <a:prstDash val="solid"/>
              <a:miter/>
              <a:headEnd type="none" w="med" len="med"/>
              <a:tailEnd type="none" w="med" len="med"/>
            </a:ln>
          </p:spPr>
          <p:txBody>
            <a:bodyPr lIns="0" tIns="0" rIns="0" bIns="0"/>
            <a:p>
              <a:pPr eaLnBrk="0" hangingPunct="0"/>
              <a:r>
                <a:rPr lang="en-US" altLang="zh-CN" dirty="0">
                  <a:solidFill>
                    <a:srgbClr val="FF0000"/>
                  </a:solidFill>
                  <a:latin typeface="华文新魏" panose="02010800040101010101" pitchFamily="2" charset="-122"/>
                  <a:ea typeface="华文新魏" panose="02010800040101010101" pitchFamily="2" charset="-122"/>
                </a:rPr>
                <a:t>XX</a:t>
              </a:r>
              <a:endParaRPr lang="en-US" altLang="zh-CN" dirty="0">
                <a:solidFill>
                  <a:srgbClr val="FF0000"/>
                </a:solidFill>
                <a:latin typeface="华文新魏" panose="02010800040101010101" pitchFamily="2" charset="-122"/>
                <a:ea typeface="华文新魏" panose="02010800040101010101" pitchFamily="2" charset="-122"/>
              </a:endParaRPr>
            </a:p>
          </p:txBody>
        </p:sp>
        <p:sp>
          <p:nvSpPr>
            <p:cNvPr id="72725" name="Text Box 21"/>
            <p:cNvSpPr txBox="1"/>
            <p:nvPr/>
          </p:nvSpPr>
          <p:spPr>
            <a:xfrm>
              <a:off x="2529" y="2140"/>
              <a:ext cx="879" cy="260"/>
            </a:xfrm>
            <a:prstGeom prst="rect">
              <a:avLst/>
            </a:prstGeom>
            <a:solidFill>
              <a:srgbClr val="FFFFFF"/>
            </a:solidFill>
            <a:ln w="19050" cap="flat" cmpd="sng">
              <a:solidFill>
                <a:srgbClr val="6600FF"/>
              </a:solidFill>
              <a:prstDash val="solid"/>
              <a:miter/>
              <a:headEnd type="none" w="med" len="med"/>
              <a:tailEnd type="none" w="med" len="med"/>
            </a:ln>
          </p:spPr>
          <p:txBody>
            <a:bodyPr lIns="0" tIns="0" rIns="0" bIns="0"/>
            <a:p>
              <a:pPr eaLnBrk="0" hangingPunct="0"/>
              <a:r>
                <a:rPr lang="zh-CN" altLang="en-US" dirty="0">
                  <a:solidFill>
                    <a:srgbClr val="FF0000"/>
                  </a:solidFill>
                  <a:latin typeface="华文新魏" panose="02010800040101010101" pitchFamily="2" charset="-122"/>
                  <a:ea typeface="华文新魏" panose="02010800040101010101" pitchFamily="2" charset="-122"/>
                </a:rPr>
                <a:t>作业表</a:t>
              </a:r>
              <a:endParaRPr lang="zh-CN" altLang="en-US" dirty="0">
                <a:solidFill>
                  <a:srgbClr val="FF0000"/>
                </a:solidFill>
                <a:latin typeface="华文新魏" panose="02010800040101010101" pitchFamily="2" charset="-122"/>
                <a:ea typeface="华文新魏" panose="02010800040101010101" pitchFamily="2" charset="-122"/>
              </a:endParaRPr>
            </a:p>
          </p:txBody>
        </p:sp>
        <p:sp>
          <p:nvSpPr>
            <p:cNvPr id="72726" name="Text Box 22"/>
            <p:cNvSpPr txBox="1"/>
            <p:nvPr/>
          </p:nvSpPr>
          <p:spPr>
            <a:xfrm>
              <a:off x="227" y="2110"/>
              <a:ext cx="445" cy="242"/>
            </a:xfrm>
            <a:prstGeom prst="rect">
              <a:avLst/>
            </a:prstGeom>
            <a:solidFill>
              <a:srgbClr val="FFFFFF"/>
            </a:solidFill>
            <a:ln w="19050" cap="flat" cmpd="sng">
              <a:solidFill>
                <a:srgbClr val="6600FF"/>
              </a:solidFill>
              <a:prstDash val="solid"/>
              <a:miter/>
              <a:headEnd type="none" w="med" len="med"/>
              <a:tailEnd type="none" w="med" len="med"/>
            </a:ln>
          </p:spPr>
          <p:txBody>
            <a:bodyPr lIns="0" tIns="0" rIns="0" bIns="0"/>
            <a:p>
              <a:pPr eaLnBrk="0" hangingPunct="0"/>
              <a:r>
                <a:rPr lang="zh-CN" altLang="en-US" dirty="0">
                  <a:solidFill>
                    <a:srgbClr val="FF0000"/>
                  </a:solidFill>
                  <a:latin typeface="华文新魏" panose="02010800040101010101" pitchFamily="2" charset="-122"/>
                  <a:ea typeface="华文新魏" panose="02010800040101010101" pitchFamily="2" charset="-122"/>
                </a:rPr>
                <a:t>页表</a:t>
              </a:r>
              <a:endParaRPr lang="zh-CN" altLang="en-US" b="0" dirty="0">
                <a:solidFill>
                  <a:srgbClr val="FF0000"/>
                </a:solidFill>
                <a:latin typeface="华文新魏" panose="02010800040101010101" pitchFamily="2" charset="-122"/>
                <a:ea typeface="华文新魏" panose="02010800040101010101" pitchFamily="2" charset="-122"/>
              </a:endParaRPr>
            </a:p>
            <a:p>
              <a:pPr eaLnBrk="0" hangingPunct="0"/>
              <a:endParaRPr lang="zh-CN" altLang="en-US" b="0" dirty="0">
                <a:solidFill>
                  <a:srgbClr val="FF0000"/>
                </a:solidFill>
                <a:latin typeface="华文新魏" panose="02010800040101010101" pitchFamily="2" charset="-122"/>
                <a:ea typeface="华文新魏" panose="02010800040101010101" pitchFamily="2" charset="-122"/>
              </a:endParaRPr>
            </a:p>
          </p:txBody>
        </p:sp>
        <p:sp>
          <p:nvSpPr>
            <p:cNvPr id="72727" name="Text Box 23"/>
            <p:cNvSpPr txBox="1"/>
            <p:nvPr/>
          </p:nvSpPr>
          <p:spPr>
            <a:xfrm>
              <a:off x="1783" y="1653"/>
              <a:ext cx="532" cy="385"/>
            </a:xfrm>
            <a:prstGeom prst="rect">
              <a:avLst/>
            </a:prstGeom>
            <a:solidFill>
              <a:srgbClr val="FFFFFF"/>
            </a:solidFill>
            <a:ln w="19050" cap="flat" cmpd="sng">
              <a:solidFill>
                <a:srgbClr val="6600FF"/>
              </a:solidFill>
              <a:prstDash val="solid"/>
              <a:miter/>
              <a:headEnd type="none" w="med" len="med"/>
              <a:tailEnd type="none" w="med" len="med"/>
            </a:ln>
          </p:spPr>
          <p:txBody>
            <a:bodyPr lIns="0" tIns="0" rIns="0" bIns="0"/>
            <a:p>
              <a:pPr eaLnBrk="0" hangingPunct="0"/>
              <a:r>
                <a:rPr lang="en-US" altLang="zh-CN" sz="700" dirty="0">
                  <a:solidFill>
                    <a:srgbClr val="FF0000"/>
                  </a:solidFill>
                  <a:latin typeface="Times New Roman" panose="02020603050405020304" pitchFamily="18" charset="0"/>
                  <a:ea typeface="华文新魏" panose="02010800040101010101" pitchFamily="2" charset="-122"/>
                </a:rPr>
                <a:t>…</a:t>
              </a:r>
              <a:endParaRPr lang="en-US" altLang="zh-CN" sz="700" dirty="0">
                <a:solidFill>
                  <a:srgbClr val="FF0000"/>
                </a:solidFill>
                <a:latin typeface="华文新魏" panose="02010800040101010101" pitchFamily="2" charset="-122"/>
                <a:ea typeface="华文新魏" panose="02010800040101010101" pitchFamily="2" charset="-122"/>
              </a:endParaRPr>
            </a:p>
          </p:txBody>
        </p:sp>
        <p:sp>
          <p:nvSpPr>
            <p:cNvPr id="72728" name="Text Box 24"/>
            <p:cNvSpPr txBox="1"/>
            <p:nvPr/>
          </p:nvSpPr>
          <p:spPr>
            <a:xfrm>
              <a:off x="2315" y="1653"/>
              <a:ext cx="666" cy="385"/>
            </a:xfrm>
            <a:prstGeom prst="rect">
              <a:avLst/>
            </a:prstGeom>
            <a:solidFill>
              <a:srgbClr val="FFFFFF"/>
            </a:solidFill>
            <a:ln w="19050" cap="flat" cmpd="sng">
              <a:solidFill>
                <a:srgbClr val="6600FF"/>
              </a:solidFill>
              <a:prstDash val="solid"/>
              <a:miter/>
              <a:headEnd type="none" w="med" len="med"/>
              <a:tailEnd type="none" w="med" len="med"/>
            </a:ln>
          </p:spPr>
          <p:txBody>
            <a:bodyPr lIns="0" tIns="0" rIns="0" bIns="0"/>
            <a:p>
              <a:pPr eaLnBrk="0" hangingPunct="0"/>
              <a:r>
                <a:rPr lang="en-US" altLang="zh-CN" sz="700" dirty="0">
                  <a:solidFill>
                    <a:srgbClr val="FF0000"/>
                  </a:solidFill>
                  <a:latin typeface="Times New Roman" panose="02020603050405020304" pitchFamily="18" charset="0"/>
                  <a:ea typeface="华文新魏" panose="02010800040101010101" pitchFamily="2" charset="-122"/>
                </a:rPr>
                <a:t>…</a:t>
              </a:r>
              <a:endParaRPr lang="en-US" altLang="zh-CN" sz="700" dirty="0">
                <a:solidFill>
                  <a:srgbClr val="FF0000"/>
                </a:solidFill>
                <a:latin typeface="华文新魏" panose="02010800040101010101" pitchFamily="2" charset="-122"/>
                <a:ea typeface="华文新魏" panose="02010800040101010101" pitchFamily="2" charset="-122"/>
              </a:endParaRPr>
            </a:p>
          </p:txBody>
        </p:sp>
        <p:sp>
          <p:nvSpPr>
            <p:cNvPr id="72729" name="Text Box 25"/>
            <p:cNvSpPr txBox="1"/>
            <p:nvPr/>
          </p:nvSpPr>
          <p:spPr>
            <a:xfrm>
              <a:off x="2983" y="1664"/>
              <a:ext cx="665" cy="385"/>
            </a:xfrm>
            <a:prstGeom prst="rect">
              <a:avLst/>
            </a:prstGeom>
            <a:solidFill>
              <a:srgbClr val="FFFFFF"/>
            </a:solidFill>
            <a:ln w="19050" cap="flat" cmpd="sng">
              <a:solidFill>
                <a:srgbClr val="6600FF"/>
              </a:solidFill>
              <a:prstDash val="solid"/>
              <a:miter/>
              <a:headEnd type="none" w="med" len="med"/>
              <a:tailEnd type="none" w="med" len="med"/>
            </a:ln>
          </p:spPr>
          <p:txBody>
            <a:bodyPr lIns="0" tIns="0" rIns="0" bIns="0"/>
            <a:p>
              <a:pPr eaLnBrk="0" hangingPunct="0"/>
              <a:r>
                <a:rPr lang="en-US" altLang="zh-CN" sz="700" dirty="0">
                  <a:solidFill>
                    <a:srgbClr val="FF0000"/>
                  </a:solidFill>
                  <a:latin typeface="Times New Roman" panose="02020603050405020304" pitchFamily="18" charset="0"/>
                  <a:ea typeface="华文新魏" panose="02010800040101010101" pitchFamily="2" charset="-122"/>
                </a:rPr>
                <a:t>…</a:t>
              </a:r>
              <a:endParaRPr lang="en-US" altLang="zh-CN" sz="700" dirty="0">
                <a:solidFill>
                  <a:srgbClr val="FF0000"/>
                </a:solidFill>
                <a:latin typeface="华文新魏" panose="02010800040101010101" pitchFamily="2" charset="-122"/>
                <a:ea typeface="华文新魏" panose="02010800040101010101" pitchFamily="2" charset="-122"/>
              </a:endParaRPr>
            </a:p>
          </p:txBody>
        </p:sp>
        <p:sp>
          <p:nvSpPr>
            <p:cNvPr id="72730" name="Text Box 26"/>
            <p:cNvSpPr txBox="1"/>
            <p:nvPr/>
          </p:nvSpPr>
          <p:spPr>
            <a:xfrm>
              <a:off x="432" y="0"/>
              <a:ext cx="2736" cy="336"/>
            </a:xfrm>
            <a:prstGeom prst="rect">
              <a:avLst/>
            </a:prstGeom>
            <a:solidFill>
              <a:srgbClr val="FFFFFF"/>
            </a:solidFill>
            <a:ln w="9525" cap="flat" cmpd="sng">
              <a:solidFill>
                <a:schemeClr val="bg1"/>
              </a:solidFill>
              <a:prstDash val="solid"/>
              <a:miter/>
              <a:headEnd type="none" w="med" len="med"/>
              <a:tailEnd type="none" w="med" len="med"/>
            </a:ln>
          </p:spPr>
          <p:txBody>
            <a:bodyPr/>
            <a:p>
              <a:pPr eaLnBrk="0" hangingPunct="0"/>
              <a:r>
                <a:rPr lang="zh-CN" altLang="zh-CN" dirty="0">
                  <a:solidFill>
                    <a:srgbClr val="FF0000"/>
                  </a:solidFill>
                  <a:latin typeface="华文新魏" panose="02010800040101010101" pitchFamily="2" charset="-122"/>
                  <a:ea typeface="华文新魏" panose="02010800040101010101" pitchFamily="2" charset="-122"/>
                </a:rPr>
                <a:t> </a:t>
              </a:r>
              <a:r>
                <a:rPr lang="zh-CN" altLang="en-US" sz="2800" dirty="0">
                  <a:solidFill>
                    <a:srgbClr val="FF0000"/>
                  </a:solidFill>
                  <a:latin typeface="华文新魏" panose="02010800040101010101" pitchFamily="2" charset="-122"/>
                  <a:ea typeface="华文新魏" panose="02010800040101010101" pitchFamily="2" charset="-122"/>
                </a:rPr>
                <a:t>页表和作业表的一般格式</a:t>
              </a:r>
              <a:endParaRPr lang="zh-CN" altLang="en-US" sz="2800" dirty="0">
                <a:solidFill>
                  <a:srgbClr val="FF0000"/>
                </a:solidFill>
                <a:latin typeface="华文新魏" panose="02010800040101010101" pitchFamily="2" charset="-122"/>
                <a:ea typeface="华文新魏" panose="02010800040101010101" pitchFamily="2" charset="-122"/>
              </a:endParaRPr>
            </a:p>
            <a:p>
              <a:pPr algn="just" eaLnBrk="0" hangingPunct="0"/>
              <a:endParaRPr lang="zh-CN" altLang="zh-CN" sz="2800" dirty="0">
                <a:solidFill>
                  <a:srgbClr val="FF0000"/>
                </a:solidFill>
                <a:latin typeface="华文新魏" panose="02010800040101010101" pitchFamily="2" charset="-122"/>
                <a:ea typeface="华文新魏" panose="02010800040101010101" pitchFamily="2" charset="-122"/>
              </a:endParaRPr>
            </a:p>
          </p:txBody>
        </p:sp>
      </p:grpSp>
    </p:spTree>
  </p:cSld>
  <p:clrMapOvr>
    <a:masterClrMapping/>
  </p:clrMapOvr>
  <p:transition>
    <p:push dir="u"/>
  </p:transition>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3730" name="Rectangle 2"/>
          <p:cNvSpPr>
            <a:spLocks noGrp="1"/>
          </p:cNvSpPr>
          <p:nvPr>
            <p:ph type="title"/>
          </p:nvPr>
        </p:nvSpPr>
        <p:spPr>
          <a:xfrm>
            <a:off x="1371600" y="304800"/>
            <a:ext cx="7697788" cy="914400"/>
          </a:xfrm>
          <a:ln/>
        </p:spPr>
        <p:txBody>
          <a:bodyPr vert="horz" wrap="square" lIns="91440" tIns="45720" rIns="91440" bIns="45720" anchor="ctr" anchorCtr="0"/>
          <a:p>
            <a:pPr algn="ctr"/>
            <a:r>
              <a:rPr lang="zh-CN" altLang="en-US" sz="2800" dirty="0"/>
              <a:t>分页式存储管理的地址转换</a:t>
            </a:r>
            <a:endParaRPr lang="zh-CN" altLang="en-US" sz="2800" dirty="0"/>
          </a:p>
        </p:txBody>
      </p:sp>
      <p:sp>
        <p:nvSpPr>
          <p:cNvPr id="73731" name="Text Box 3"/>
          <p:cNvSpPr txBox="1"/>
          <p:nvPr/>
        </p:nvSpPr>
        <p:spPr>
          <a:xfrm>
            <a:off x="609600" y="3238500"/>
            <a:ext cx="2273300" cy="528638"/>
          </a:xfrm>
          <a:prstGeom prst="rect">
            <a:avLst/>
          </a:prstGeom>
          <a:noFill/>
          <a:ln w="19050" cap="flat" cmpd="sng">
            <a:solidFill>
              <a:srgbClr val="000000"/>
            </a:solidFill>
            <a:prstDash val="solid"/>
            <a:miter/>
            <a:headEnd type="none" w="med" len="med"/>
            <a:tailEnd type="none" w="med" len="med"/>
          </a:ln>
        </p:spPr>
        <p:txBody>
          <a:bodyPr lIns="0" tIns="36000" rIns="0" bIns="36000"/>
          <a:p>
            <a:pPr algn="just"/>
            <a:endParaRPr lang="zh-CN" altLang="zh-CN" dirty="0">
              <a:latin typeface="黑体" panose="02010609060101010101" pitchFamily="49" charset="-122"/>
              <a:ea typeface="黑体" panose="02010609060101010101" pitchFamily="49" charset="-122"/>
            </a:endParaRPr>
          </a:p>
        </p:txBody>
      </p:sp>
      <p:sp>
        <p:nvSpPr>
          <p:cNvPr id="73732" name="Text Box 4"/>
          <p:cNvSpPr txBox="1"/>
          <p:nvPr/>
        </p:nvSpPr>
        <p:spPr>
          <a:xfrm>
            <a:off x="5473700" y="1447800"/>
            <a:ext cx="1025525" cy="501650"/>
          </a:xfrm>
          <a:prstGeom prst="rect">
            <a:avLst/>
          </a:prstGeom>
          <a:noFill/>
          <a:ln w="9525">
            <a:noFill/>
          </a:ln>
        </p:spPr>
        <p:txBody>
          <a:bodyPr lIns="0" tIns="36000" rIns="0" bIns="36000"/>
          <a:p>
            <a:pPr algn="just"/>
            <a:r>
              <a:rPr lang="zh-CN" altLang="en-US" dirty="0">
                <a:latin typeface="黑体" panose="02010609060101010101" pitchFamily="49" charset="-122"/>
                <a:ea typeface="黑体" panose="02010609060101010101" pitchFamily="49" charset="-122"/>
              </a:rPr>
              <a:t>物理地址</a:t>
            </a:r>
            <a:endParaRPr lang="zh-CN" altLang="en-US" dirty="0">
              <a:latin typeface="黑体" panose="02010609060101010101" pitchFamily="49" charset="-122"/>
              <a:ea typeface="黑体" panose="02010609060101010101" pitchFamily="49" charset="-122"/>
            </a:endParaRPr>
          </a:p>
        </p:txBody>
      </p:sp>
      <p:sp>
        <p:nvSpPr>
          <p:cNvPr id="73733" name="Text Box 5"/>
          <p:cNvSpPr txBox="1"/>
          <p:nvPr/>
        </p:nvSpPr>
        <p:spPr>
          <a:xfrm>
            <a:off x="3209925" y="1447800"/>
            <a:ext cx="1025525" cy="501650"/>
          </a:xfrm>
          <a:prstGeom prst="rect">
            <a:avLst/>
          </a:prstGeom>
          <a:noFill/>
          <a:ln w="9525">
            <a:noFill/>
          </a:ln>
        </p:spPr>
        <p:txBody>
          <a:bodyPr lIns="0" tIns="36000" rIns="0" bIns="36000"/>
          <a:p>
            <a:pPr algn="just"/>
            <a:r>
              <a:rPr lang="zh-CN" altLang="en-US" dirty="0">
                <a:latin typeface="黑体" panose="02010609060101010101" pitchFamily="49" charset="-122"/>
                <a:ea typeface="黑体" panose="02010609060101010101" pitchFamily="49" charset="-122"/>
              </a:rPr>
              <a:t>逻辑地址</a:t>
            </a:r>
            <a:endParaRPr lang="zh-CN" altLang="en-US" dirty="0">
              <a:latin typeface="黑体" panose="02010609060101010101" pitchFamily="49" charset="-122"/>
              <a:ea typeface="黑体" panose="02010609060101010101" pitchFamily="49" charset="-122"/>
            </a:endParaRPr>
          </a:p>
        </p:txBody>
      </p:sp>
      <p:sp>
        <p:nvSpPr>
          <p:cNvPr id="73734" name="Text Box 6"/>
          <p:cNvSpPr txBox="1"/>
          <p:nvPr/>
        </p:nvSpPr>
        <p:spPr>
          <a:xfrm>
            <a:off x="3776663" y="3417888"/>
            <a:ext cx="942975" cy="3019425"/>
          </a:xfrm>
          <a:prstGeom prst="rect">
            <a:avLst/>
          </a:prstGeom>
          <a:solidFill>
            <a:srgbClr val="DDFFFF"/>
          </a:solidFill>
          <a:ln w="9525" cap="flat" cmpd="sng">
            <a:solidFill>
              <a:srgbClr val="000000"/>
            </a:solidFill>
            <a:prstDash val="solid"/>
            <a:miter/>
            <a:headEnd type="none" w="med" len="med"/>
            <a:tailEnd type="none" w="med" len="med"/>
          </a:ln>
          <a:effectLst>
            <a:outerShdw dist="107763" dir="18900000" algn="ctr" rotWithShape="0">
              <a:srgbClr val="808080">
                <a:alpha val="50000"/>
              </a:srgbClr>
            </a:outerShdw>
          </a:effectLst>
        </p:spPr>
        <p:txBody>
          <a:bodyPr/>
          <a:p>
            <a:pPr algn="just"/>
            <a:r>
              <a:rPr lang="en-US" altLang="zh-CN" dirty="0">
                <a:latin typeface="黑体" panose="02010609060101010101" pitchFamily="49" charset="-122"/>
                <a:ea typeface="黑体" panose="02010609060101010101" pitchFamily="49" charset="-122"/>
              </a:rPr>
              <a:t>0</a:t>
            </a:r>
            <a:endParaRPr lang="en-US" altLang="zh-CN" dirty="0">
              <a:latin typeface="黑体" panose="02010609060101010101" pitchFamily="49" charset="-122"/>
              <a:ea typeface="黑体" panose="02010609060101010101" pitchFamily="49" charset="-122"/>
            </a:endParaRPr>
          </a:p>
          <a:p>
            <a:pPr algn="just"/>
            <a:r>
              <a:rPr lang="en-US" altLang="zh-CN" dirty="0">
                <a:latin typeface="黑体" panose="02010609060101010101" pitchFamily="49" charset="-122"/>
                <a:ea typeface="黑体" panose="02010609060101010101" pitchFamily="49" charset="-122"/>
              </a:rPr>
              <a:t>1</a:t>
            </a:r>
            <a:endParaRPr lang="en-US" altLang="zh-CN" dirty="0">
              <a:latin typeface="黑体" panose="02010609060101010101" pitchFamily="49" charset="-122"/>
              <a:ea typeface="黑体" panose="02010609060101010101" pitchFamily="49" charset="-122"/>
            </a:endParaRPr>
          </a:p>
          <a:p>
            <a:pPr algn="just"/>
            <a:r>
              <a:rPr lang="en-US" altLang="zh-CN" dirty="0">
                <a:latin typeface="Arial" panose="020B0604020202020204" pitchFamily="34" charset="0"/>
                <a:ea typeface="黑体" panose="02010609060101010101" pitchFamily="49" charset="-122"/>
              </a:rPr>
              <a:t>·</a:t>
            </a:r>
            <a:endParaRPr lang="en-US" altLang="zh-CN" dirty="0">
              <a:latin typeface="黑体" panose="02010609060101010101" pitchFamily="49" charset="-122"/>
              <a:ea typeface="黑体" panose="02010609060101010101" pitchFamily="49" charset="-122"/>
            </a:endParaRPr>
          </a:p>
          <a:p>
            <a:pPr algn="just"/>
            <a:endParaRPr lang="en-US" altLang="zh-CN" dirty="0">
              <a:latin typeface="黑体" panose="02010609060101010101" pitchFamily="49" charset="-122"/>
              <a:ea typeface="黑体" panose="02010609060101010101" pitchFamily="49" charset="-122"/>
            </a:endParaRPr>
          </a:p>
          <a:p>
            <a:pPr algn="just"/>
            <a:r>
              <a:rPr lang="en-US" altLang="zh-CN" dirty="0">
                <a:latin typeface="Arial" panose="020B0604020202020204" pitchFamily="34" charset="0"/>
                <a:ea typeface="黑体" panose="02010609060101010101" pitchFamily="49" charset="-122"/>
              </a:rPr>
              <a:t>·</a:t>
            </a:r>
            <a:endParaRPr lang="en-US" altLang="zh-CN" dirty="0">
              <a:latin typeface="黑体" panose="02010609060101010101" pitchFamily="49" charset="-122"/>
              <a:ea typeface="黑体" panose="02010609060101010101" pitchFamily="49" charset="-122"/>
            </a:endParaRPr>
          </a:p>
          <a:p>
            <a:pPr algn="just"/>
            <a:r>
              <a:rPr lang="en-US" altLang="zh-CN" dirty="0">
                <a:solidFill>
                  <a:srgbClr val="0033CC"/>
                </a:solidFill>
                <a:latin typeface="黑体" panose="02010609060101010101" pitchFamily="49" charset="-122"/>
                <a:ea typeface="黑体" panose="02010609060101010101" pitchFamily="49" charset="-122"/>
              </a:rPr>
              <a:t>p</a:t>
            </a:r>
            <a:r>
              <a:rPr lang="en-US" altLang="zh-CN" dirty="0">
                <a:latin typeface="黑体" panose="02010609060101010101" pitchFamily="49" charset="-122"/>
                <a:ea typeface="黑体" panose="02010609060101010101" pitchFamily="49" charset="-122"/>
              </a:rPr>
              <a:t>  </a:t>
            </a:r>
            <a:r>
              <a:rPr lang="en-US" altLang="zh-CN" dirty="0">
                <a:solidFill>
                  <a:srgbClr val="FF3300"/>
                </a:solidFill>
                <a:latin typeface="黑体" panose="02010609060101010101" pitchFamily="49" charset="-122"/>
                <a:ea typeface="黑体" panose="02010609060101010101" pitchFamily="49" charset="-122"/>
              </a:rPr>
              <a:t>b</a:t>
            </a:r>
            <a:endParaRPr lang="en-US" altLang="zh-CN" dirty="0">
              <a:solidFill>
                <a:srgbClr val="FF3300"/>
              </a:solidFill>
              <a:latin typeface="黑体" panose="02010609060101010101" pitchFamily="49" charset="-122"/>
              <a:ea typeface="黑体" panose="02010609060101010101" pitchFamily="49" charset="-122"/>
            </a:endParaRPr>
          </a:p>
          <a:p>
            <a:pPr algn="just"/>
            <a:endParaRPr lang="en-US" altLang="zh-CN" dirty="0">
              <a:latin typeface="黑体" panose="02010609060101010101" pitchFamily="49" charset="-122"/>
              <a:ea typeface="黑体" panose="02010609060101010101" pitchFamily="49" charset="-122"/>
            </a:endParaRPr>
          </a:p>
          <a:p>
            <a:pPr algn="just"/>
            <a:r>
              <a:rPr lang="en-US" altLang="zh-CN" dirty="0">
                <a:latin typeface="Arial" panose="020B0604020202020204" pitchFamily="34" charset="0"/>
                <a:ea typeface="黑体" panose="02010609060101010101" pitchFamily="49" charset="-122"/>
              </a:rPr>
              <a:t>·</a:t>
            </a:r>
            <a:r>
              <a:rPr lang="en-US" altLang="zh-CN" dirty="0">
                <a:latin typeface="黑体" panose="02010609060101010101" pitchFamily="49" charset="-122"/>
                <a:ea typeface="黑体" panose="02010609060101010101" pitchFamily="49" charset="-122"/>
              </a:rPr>
              <a:t> </a:t>
            </a:r>
            <a:endParaRPr lang="en-US" altLang="zh-CN" dirty="0">
              <a:latin typeface="黑体" panose="02010609060101010101" pitchFamily="49" charset="-122"/>
              <a:ea typeface="黑体" panose="02010609060101010101" pitchFamily="49" charset="-122"/>
            </a:endParaRPr>
          </a:p>
          <a:p>
            <a:pPr algn="just"/>
            <a:r>
              <a:rPr lang="en-US" altLang="zh-CN" dirty="0">
                <a:latin typeface="Arial" panose="020B0604020202020204" pitchFamily="34" charset="0"/>
                <a:ea typeface="黑体" panose="02010609060101010101" pitchFamily="49" charset="-122"/>
              </a:rPr>
              <a:t>·</a:t>
            </a:r>
            <a:endParaRPr lang="en-US" altLang="zh-CN" dirty="0">
              <a:latin typeface="黑体" panose="02010609060101010101" pitchFamily="49" charset="-122"/>
              <a:ea typeface="黑体" panose="02010609060101010101" pitchFamily="49" charset="-122"/>
            </a:endParaRPr>
          </a:p>
          <a:p>
            <a:pPr algn="just"/>
            <a:r>
              <a:rPr lang="en-US" altLang="zh-CN" dirty="0">
                <a:latin typeface="Arial" panose="020B0604020202020204" pitchFamily="34" charset="0"/>
                <a:ea typeface="黑体" panose="02010609060101010101" pitchFamily="49" charset="-122"/>
              </a:rPr>
              <a:t>·</a:t>
            </a:r>
            <a:endParaRPr lang="en-US" altLang="zh-CN" dirty="0">
              <a:latin typeface="黑体" panose="02010609060101010101" pitchFamily="49" charset="-122"/>
              <a:ea typeface="黑体" panose="02010609060101010101" pitchFamily="49" charset="-122"/>
            </a:endParaRPr>
          </a:p>
        </p:txBody>
      </p:sp>
      <p:sp>
        <p:nvSpPr>
          <p:cNvPr id="73735" name="Line 7"/>
          <p:cNvSpPr/>
          <p:nvPr/>
        </p:nvSpPr>
        <p:spPr>
          <a:xfrm>
            <a:off x="4152900" y="3417888"/>
            <a:ext cx="0" cy="3019425"/>
          </a:xfrm>
          <a:prstGeom prst="line">
            <a:avLst/>
          </a:prstGeom>
          <a:ln w="9525" cap="flat" cmpd="sng">
            <a:solidFill>
              <a:srgbClr val="000000"/>
            </a:solidFill>
            <a:prstDash val="solid"/>
            <a:headEnd type="none" w="med" len="med"/>
            <a:tailEnd type="none" w="med" len="med"/>
          </a:ln>
        </p:spPr>
      </p:sp>
      <p:sp>
        <p:nvSpPr>
          <p:cNvPr id="73736" name="Line 8"/>
          <p:cNvSpPr/>
          <p:nvPr/>
        </p:nvSpPr>
        <p:spPr>
          <a:xfrm>
            <a:off x="3776663" y="3795713"/>
            <a:ext cx="942975" cy="0"/>
          </a:xfrm>
          <a:prstGeom prst="line">
            <a:avLst/>
          </a:prstGeom>
          <a:ln w="9525" cap="flat" cmpd="sng">
            <a:solidFill>
              <a:srgbClr val="000000"/>
            </a:solidFill>
            <a:prstDash val="solid"/>
            <a:headEnd type="none" w="med" len="med"/>
            <a:tailEnd type="none" w="med" len="med"/>
          </a:ln>
        </p:spPr>
      </p:sp>
      <p:sp>
        <p:nvSpPr>
          <p:cNvPr id="73737" name="Line 9"/>
          <p:cNvSpPr/>
          <p:nvPr/>
        </p:nvSpPr>
        <p:spPr>
          <a:xfrm>
            <a:off x="3776663" y="4132263"/>
            <a:ext cx="942975" cy="0"/>
          </a:xfrm>
          <a:prstGeom prst="line">
            <a:avLst/>
          </a:prstGeom>
          <a:ln w="9525" cap="flat" cmpd="sng">
            <a:solidFill>
              <a:srgbClr val="000000"/>
            </a:solidFill>
            <a:prstDash val="solid"/>
            <a:headEnd type="none" w="med" len="med"/>
            <a:tailEnd type="none" w="med" len="med"/>
          </a:ln>
        </p:spPr>
      </p:sp>
      <p:sp>
        <p:nvSpPr>
          <p:cNvPr id="73738" name="Line 10"/>
          <p:cNvSpPr/>
          <p:nvPr/>
        </p:nvSpPr>
        <p:spPr>
          <a:xfrm>
            <a:off x="3776663" y="4467225"/>
            <a:ext cx="942975" cy="0"/>
          </a:xfrm>
          <a:prstGeom prst="line">
            <a:avLst/>
          </a:prstGeom>
          <a:ln w="9525" cap="flat" cmpd="sng">
            <a:solidFill>
              <a:srgbClr val="000000"/>
            </a:solidFill>
            <a:prstDash val="solid"/>
            <a:headEnd type="none" w="med" len="med"/>
            <a:tailEnd type="none" w="med" len="med"/>
          </a:ln>
        </p:spPr>
      </p:sp>
      <p:sp>
        <p:nvSpPr>
          <p:cNvPr id="73739" name="Line 11"/>
          <p:cNvSpPr/>
          <p:nvPr/>
        </p:nvSpPr>
        <p:spPr>
          <a:xfrm>
            <a:off x="3776663" y="4803775"/>
            <a:ext cx="942975" cy="0"/>
          </a:xfrm>
          <a:prstGeom prst="line">
            <a:avLst/>
          </a:prstGeom>
          <a:ln w="9525" cap="flat" cmpd="sng">
            <a:solidFill>
              <a:srgbClr val="000000"/>
            </a:solidFill>
            <a:prstDash val="solid"/>
            <a:headEnd type="none" w="med" len="med"/>
            <a:tailEnd type="none" w="med" len="med"/>
          </a:ln>
        </p:spPr>
      </p:sp>
      <p:sp>
        <p:nvSpPr>
          <p:cNvPr id="73740" name="Text Box 12"/>
          <p:cNvSpPr txBox="1"/>
          <p:nvPr/>
        </p:nvSpPr>
        <p:spPr>
          <a:xfrm>
            <a:off x="3776663" y="2916238"/>
            <a:ext cx="768350" cy="376237"/>
          </a:xfrm>
          <a:prstGeom prst="rect">
            <a:avLst/>
          </a:prstGeom>
          <a:noFill/>
          <a:ln w="9525">
            <a:noFill/>
          </a:ln>
        </p:spPr>
        <p:txBody>
          <a:bodyPr lIns="0" tIns="36000" rIns="0" bIns="36000"/>
          <a:p>
            <a:pPr algn="just"/>
            <a:r>
              <a:rPr lang="zh-CN" altLang="en-US" dirty="0">
                <a:latin typeface="黑体" panose="02010609060101010101" pitchFamily="49" charset="-122"/>
                <a:ea typeface="黑体" panose="02010609060101010101" pitchFamily="49" charset="-122"/>
              </a:rPr>
              <a:t>页表</a:t>
            </a:r>
            <a:endParaRPr lang="zh-CN" altLang="en-US" dirty="0">
              <a:latin typeface="黑体" panose="02010609060101010101" pitchFamily="49" charset="-122"/>
              <a:ea typeface="黑体" panose="02010609060101010101" pitchFamily="49" charset="-122"/>
            </a:endParaRPr>
          </a:p>
        </p:txBody>
      </p:sp>
      <p:sp>
        <p:nvSpPr>
          <p:cNvPr id="73741" name="Oval 13"/>
          <p:cNvSpPr/>
          <p:nvPr/>
        </p:nvSpPr>
        <p:spPr>
          <a:xfrm>
            <a:off x="1323975" y="1465263"/>
            <a:ext cx="942975" cy="1065212"/>
          </a:xfrm>
          <a:prstGeom prst="ellipse">
            <a:avLst/>
          </a:prstGeom>
          <a:solidFill>
            <a:srgbClr val="DDFFFF"/>
          </a:solidFill>
          <a:ln w="9525" cap="flat" cmpd="sng">
            <a:solidFill>
              <a:srgbClr val="000000"/>
            </a:solidFill>
            <a:prstDash val="solid"/>
            <a:headEnd type="none" w="med" len="med"/>
            <a:tailEnd type="none" w="med" len="med"/>
          </a:ln>
        </p:spPr>
        <p:txBody>
          <a:bodyPr/>
          <a:p>
            <a:endParaRPr lang="zh-CN" altLang="en-US" dirty="0">
              <a:latin typeface="Times New Roman" panose="02020603050405020304" pitchFamily="18" charset="0"/>
            </a:endParaRPr>
          </a:p>
        </p:txBody>
      </p:sp>
      <p:sp>
        <p:nvSpPr>
          <p:cNvPr id="73742" name="Text Box 14"/>
          <p:cNvSpPr txBox="1"/>
          <p:nvPr/>
        </p:nvSpPr>
        <p:spPr>
          <a:xfrm>
            <a:off x="1509713" y="1819275"/>
            <a:ext cx="623887" cy="463550"/>
          </a:xfrm>
          <a:prstGeom prst="rect">
            <a:avLst/>
          </a:prstGeom>
          <a:solidFill>
            <a:srgbClr val="DDFFFF"/>
          </a:solidFill>
          <a:ln w="9525">
            <a:noFill/>
          </a:ln>
        </p:spPr>
        <p:txBody>
          <a:bodyPr/>
          <a:p>
            <a:r>
              <a:rPr lang="en-US" altLang="zh-CN" dirty="0">
                <a:latin typeface="黑体" panose="02010609060101010101" pitchFamily="49" charset="-122"/>
                <a:ea typeface="黑体" panose="02010609060101010101" pitchFamily="49" charset="-122"/>
              </a:rPr>
              <a:t>CPU</a:t>
            </a:r>
            <a:endParaRPr lang="en-US" altLang="zh-CN" dirty="0">
              <a:latin typeface="黑体" panose="02010609060101010101" pitchFamily="49" charset="-122"/>
              <a:ea typeface="黑体" panose="02010609060101010101" pitchFamily="49" charset="-122"/>
            </a:endParaRPr>
          </a:p>
        </p:txBody>
      </p:sp>
      <p:sp>
        <p:nvSpPr>
          <p:cNvPr id="73743" name="Line 15"/>
          <p:cNvSpPr/>
          <p:nvPr/>
        </p:nvSpPr>
        <p:spPr>
          <a:xfrm>
            <a:off x="2266950" y="1998663"/>
            <a:ext cx="752475" cy="0"/>
          </a:xfrm>
          <a:prstGeom prst="line">
            <a:avLst/>
          </a:prstGeom>
          <a:ln w="9525" cap="flat" cmpd="sng">
            <a:solidFill>
              <a:srgbClr val="000000"/>
            </a:solidFill>
            <a:prstDash val="solid"/>
            <a:headEnd type="none" w="med" len="med"/>
            <a:tailEnd type="triangle" w="med" len="med"/>
          </a:ln>
        </p:spPr>
      </p:sp>
      <p:sp>
        <p:nvSpPr>
          <p:cNvPr id="73744" name="Text Box 16"/>
          <p:cNvSpPr txBox="1"/>
          <p:nvPr/>
        </p:nvSpPr>
        <p:spPr>
          <a:xfrm>
            <a:off x="3019425" y="1819275"/>
            <a:ext cx="1511300" cy="531813"/>
          </a:xfrm>
          <a:prstGeom prst="rect">
            <a:avLst/>
          </a:prstGeom>
          <a:solidFill>
            <a:srgbClr val="DDFFFF"/>
          </a:solidFill>
          <a:ln w="9525" cap="flat" cmpd="sng">
            <a:solidFill>
              <a:srgbClr val="000000"/>
            </a:solidFill>
            <a:prstDash val="solid"/>
            <a:miter/>
            <a:headEnd type="none" w="med" len="med"/>
            <a:tailEnd type="none" w="med" len="med"/>
          </a:ln>
          <a:effectLst>
            <a:outerShdw dist="107763" dir="18900000" algn="ctr" rotWithShape="0">
              <a:srgbClr val="808080">
                <a:alpha val="50000"/>
              </a:srgbClr>
            </a:outerShdw>
          </a:effectLst>
        </p:spPr>
        <p:txBody>
          <a:bodyPr/>
          <a:p>
            <a:r>
              <a:rPr lang="en-US" altLang="zh-CN" dirty="0">
                <a:solidFill>
                  <a:srgbClr val="0033CC"/>
                </a:solidFill>
                <a:latin typeface="黑体" panose="02010609060101010101" pitchFamily="49" charset="-122"/>
                <a:ea typeface="黑体" panose="02010609060101010101" pitchFamily="49" charset="-122"/>
              </a:rPr>
              <a:t>p </a:t>
            </a:r>
            <a:r>
              <a:rPr lang="en-US" altLang="zh-CN" dirty="0">
                <a:latin typeface="黑体" panose="02010609060101010101" pitchFamily="49" charset="-122"/>
                <a:ea typeface="黑体" panose="02010609060101010101" pitchFamily="49" charset="-122"/>
              </a:rPr>
              <a:t>    d</a:t>
            </a:r>
            <a:endParaRPr lang="en-US" altLang="zh-CN" dirty="0">
              <a:latin typeface="黑体" panose="02010609060101010101" pitchFamily="49" charset="-122"/>
              <a:ea typeface="黑体" panose="02010609060101010101" pitchFamily="49" charset="-122"/>
            </a:endParaRPr>
          </a:p>
        </p:txBody>
      </p:sp>
      <p:sp>
        <p:nvSpPr>
          <p:cNvPr id="73745" name="Line 17"/>
          <p:cNvSpPr/>
          <p:nvPr/>
        </p:nvSpPr>
        <p:spPr>
          <a:xfrm>
            <a:off x="3489325" y="1819275"/>
            <a:ext cx="0" cy="531813"/>
          </a:xfrm>
          <a:prstGeom prst="line">
            <a:avLst/>
          </a:prstGeom>
          <a:ln w="9525" cap="flat" cmpd="sng">
            <a:solidFill>
              <a:srgbClr val="000000"/>
            </a:solidFill>
            <a:prstDash val="solid"/>
            <a:headEnd type="none" w="med" len="med"/>
            <a:tailEnd type="none" w="med" len="med"/>
          </a:ln>
        </p:spPr>
      </p:sp>
      <p:sp>
        <p:nvSpPr>
          <p:cNvPr id="73746" name="Text Box 18"/>
          <p:cNvSpPr txBox="1"/>
          <p:nvPr/>
        </p:nvSpPr>
        <p:spPr>
          <a:xfrm>
            <a:off x="5286375" y="1819275"/>
            <a:ext cx="1509713" cy="531813"/>
          </a:xfrm>
          <a:prstGeom prst="rect">
            <a:avLst/>
          </a:prstGeom>
          <a:solidFill>
            <a:srgbClr val="DDFFFF"/>
          </a:solidFill>
          <a:ln w="9525" cap="flat" cmpd="sng">
            <a:solidFill>
              <a:srgbClr val="000000"/>
            </a:solidFill>
            <a:prstDash val="solid"/>
            <a:miter/>
            <a:headEnd type="none" w="med" len="med"/>
            <a:tailEnd type="none" w="med" len="med"/>
          </a:ln>
          <a:effectLst>
            <a:outerShdw dist="107763" dir="18900000" algn="ctr" rotWithShape="0">
              <a:srgbClr val="808080">
                <a:alpha val="50000"/>
              </a:srgbClr>
            </a:outerShdw>
          </a:effectLst>
        </p:spPr>
        <p:txBody>
          <a:bodyPr/>
          <a:p>
            <a:r>
              <a:rPr lang="en-US" altLang="zh-CN" dirty="0">
                <a:solidFill>
                  <a:srgbClr val="FF3300"/>
                </a:solidFill>
                <a:latin typeface="黑体" panose="02010609060101010101" pitchFamily="49" charset="-122"/>
                <a:ea typeface="黑体" panose="02010609060101010101" pitchFamily="49" charset="-122"/>
              </a:rPr>
              <a:t>b</a:t>
            </a:r>
            <a:r>
              <a:rPr lang="en-US" altLang="zh-CN" dirty="0">
                <a:solidFill>
                  <a:srgbClr val="FF00FF"/>
                </a:solidFill>
                <a:latin typeface="黑体" panose="02010609060101010101" pitchFamily="49" charset="-122"/>
                <a:ea typeface="黑体" panose="02010609060101010101" pitchFamily="49" charset="-122"/>
              </a:rPr>
              <a:t> </a:t>
            </a:r>
            <a:r>
              <a:rPr lang="en-US" altLang="zh-CN" dirty="0">
                <a:latin typeface="黑体" panose="02010609060101010101" pitchFamily="49" charset="-122"/>
                <a:ea typeface="黑体" panose="02010609060101010101" pitchFamily="49" charset="-122"/>
              </a:rPr>
              <a:t>     d</a:t>
            </a:r>
            <a:endParaRPr lang="en-US" altLang="zh-CN" dirty="0">
              <a:latin typeface="黑体" panose="02010609060101010101" pitchFamily="49" charset="-122"/>
              <a:ea typeface="黑体" panose="02010609060101010101" pitchFamily="49" charset="-122"/>
            </a:endParaRPr>
          </a:p>
        </p:txBody>
      </p:sp>
      <p:sp>
        <p:nvSpPr>
          <p:cNvPr id="73747" name="Line 19"/>
          <p:cNvSpPr/>
          <p:nvPr/>
        </p:nvSpPr>
        <p:spPr>
          <a:xfrm>
            <a:off x="5843588" y="1819275"/>
            <a:ext cx="0" cy="531813"/>
          </a:xfrm>
          <a:prstGeom prst="line">
            <a:avLst/>
          </a:prstGeom>
          <a:ln w="9525" cap="flat" cmpd="sng">
            <a:solidFill>
              <a:srgbClr val="000000"/>
            </a:solidFill>
            <a:prstDash val="solid"/>
            <a:headEnd type="none" w="med" len="med"/>
            <a:tailEnd type="none" w="med" len="med"/>
          </a:ln>
        </p:spPr>
      </p:sp>
      <p:sp>
        <p:nvSpPr>
          <p:cNvPr id="73748" name="Text Box 20"/>
          <p:cNvSpPr txBox="1"/>
          <p:nvPr/>
        </p:nvSpPr>
        <p:spPr>
          <a:xfrm>
            <a:off x="7362825" y="1468438"/>
            <a:ext cx="1131888" cy="2663825"/>
          </a:xfrm>
          <a:prstGeom prst="rect">
            <a:avLst/>
          </a:prstGeom>
          <a:solidFill>
            <a:srgbClr val="DDFFFF"/>
          </a:solidFill>
          <a:ln w="9525" cap="flat" cmpd="sng">
            <a:solidFill>
              <a:srgbClr val="000000"/>
            </a:solidFill>
            <a:prstDash val="solid"/>
            <a:miter/>
            <a:headEnd type="none" w="med" len="med"/>
            <a:tailEnd type="none" w="med" len="med"/>
          </a:ln>
          <a:effectLst>
            <a:outerShdw dist="107763" dir="18900000" algn="ctr" rotWithShape="0">
              <a:srgbClr val="808080">
                <a:alpha val="50000"/>
              </a:srgbClr>
            </a:outerShdw>
          </a:effectLst>
        </p:spPr>
        <p:txBody>
          <a:bodyPr/>
          <a:p>
            <a:endParaRPr lang="zh-CN" altLang="zh-CN" dirty="0">
              <a:latin typeface="黑体" panose="02010609060101010101" pitchFamily="49" charset="-122"/>
              <a:ea typeface="黑体" panose="02010609060101010101" pitchFamily="49" charset="-122"/>
            </a:endParaRPr>
          </a:p>
        </p:txBody>
      </p:sp>
      <p:sp>
        <p:nvSpPr>
          <p:cNvPr id="73749" name="Text Box 21"/>
          <p:cNvSpPr txBox="1"/>
          <p:nvPr/>
        </p:nvSpPr>
        <p:spPr>
          <a:xfrm>
            <a:off x="7551738" y="4251325"/>
            <a:ext cx="766762" cy="552450"/>
          </a:xfrm>
          <a:prstGeom prst="rect">
            <a:avLst/>
          </a:prstGeom>
          <a:noFill/>
          <a:ln w="9525">
            <a:noFill/>
          </a:ln>
        </p:spPr>
        <p:txBody>
          <a:bodyPr lIns="0" tIns="36000" rIns="0" bIns="36000"/>
          <a:p>
            <a:pPr algn="just"/>
            <a:r>
              <a:rPr lang="zh-CN" altLang="en-US" dirty="0">
                <a:latin typeface="黑体" panose="02010609060101010101" pitchFamily="49" charset="-122"/>
                <a:ea typeface="黑体" panose="02010609060101010101" pitchFamily="49" charset="-122"/>
              </a:rPr>
              <a:t>主存</a:t>
            </a:r>
            <a:endParaRPr lang="zh-CN" altLang="en-US" dirty="0">
              <a:latin typeface="黑体" panose="02010609060101010101" pitchFamily="49" charset="-122"/>
              <a:ea typeface="黑体" panose="02010609060101010101" pitchFamily="49" charset="-122"/>
            </a:endParaRPr>
          </a:p>
        </p:txBody>
      </p:sp>
      <p:sp>
        <p:nvSpPr>
          <p:cNvPr id="73750" name="Line 22"/>
          <p:cNvSpPr/>
          <p:nvPr/>
        </p:nvSpPr>
        <p:spPr>
          <a:xfrm>
            <a:off x="7362825" y="1998663"/>
            <a:ext cx="1131888" cy="0"/>
          </a:xfrm>
          <a:prstGeom prst="line">
            <a:avLst/>
          </a:prstGeom>
          <a:ln w="9525" cap="flat" cmpd="sng">
            <a:solidFill>
              <a:srgbClr val="000000"/>
            </a:solidFill>
            <a:prstDash val="solid"/>
            <a:headEnd type="none" w="med" len="med"/>
            <a:tailEnd type="none" w="med" len="med"/>
          </a:ln>
        </p:spPr>
      </p:sp>
      <p:sp>
        <p:nvSpPr>
          <p:cNvPr id="73751" name="Line 23"/>
          <p:cNvSpPr/>
          <p:nvPr/>
        </p:nvSpPr>
        <p:spPr>
          <a:xfrm>
            <a:off x="7362825" y="2351088"/>
            <a:ext cx="1131888" cy="0"/>
          </a:xfrm>
          <a:prstGeom prst="line">
            <a:avLst/>
          </a:prstGeom>
          <a:ln w="9525" cap="flat" cmpd="sng">
            <a:solidFill>
              <a:srgbClr val="000000"/>
            </a:solidFill>
            <a:prstDash val="solid"/>
            <a:headEnd type="none" w="med" len="med"/>
            <a:tailEnd type="none" w="med" len="med"/>
          </a:ln>
        </p:spPr>
      </p:sp>
      <p:sp>
        <p:nvSpPr>
          <p:cNvPr id="73752" name="Line 24"/>
          <p:cNvSpPr/>
          <p:nvPr/>
        </p:nvSpPr>
        <p:spPr>
          <a:xfrm>
            <a:off x="6796088" y="1998663"/>
            <a:ext cx="566737" cy="0"/>
          </a:xfrm>
          <a:prstGeom prst="line">
            <a:avLst/>
          </a:prstGeom>
          <a:ln w="9525" cap="flat" cmpd="sng">
            <a:solidFill>
              <a:srgbClr val="000000"/>
            </a:solidFill>
            <a:prstDash val="solid"/>
            <a:headEnd type="none" w="med" len="med"/>
            <a:tailEnd type="triangle" w="med" len="med"/>
          </a:ln>
        </p:spPr>
      </p:sp>
      <p:sp>
        <p:nvSpPr>
          <p:cNvPr id="73753" name="Line 25"/>
          <p:cNvSpPr/>
          <p:nvPr/>
        </p:nvSpPr>
        <p:spPr>
          <a:xfrm>
            <a:off x="3776663" y="5308600"/>
            <a:ext cx="942975" cy="0"/>
          </a:xfrm>
          <a:prstGeom prst="line">
            <a:avLst/>
          </a:prstGeom>
          <a:ln w="9525" cap="flat" cmpd="sng">
            <a:solidFill>
              <a:srgbClr val="000000"/>
            </a:solidFill>
            <a:prstDash val="solid"/>
            <a:headEnd type="none" w="med" len="med"/>
            <a:tailEnd type="none" w="med" len="med"/>
          </a:ln>
        </p:spPr>
      </p:sp>
      <p:sp>
        <p:nvSpPr>
          <p:cNvPr id="73754" name="Line 26"/>
          <p:cNvSpPr/>
          <p:nvPr/>
        </p:nvSpPr>
        <p:spPr>
          <a:xfrm>
            <a:off x="3776663" y="5727700"/>
            <a:ext cx="942975" cy="0"/>
          </a:xfrm>
          <a:prstGeom prst="line">
            <a:avLst/>
          </a:prstGeom>
          <a:ln w="9525" cap="flat" cmpd="sng">
            <a:solidFill>
              <a:srgbClr val="000000"/>
            </a:solidFill>
            <a:prstDash val="solid"/>
            <a:headEnd type="none" w="med" len="med"/>
            <a:tailEnd type="none" w="med" len="med"/>
          </a:ln>
        </p:spPr>
      </p:sp>
      <p:sp>
        <p:nvSpPr>
          <p:cNvPr id="73755" name="Line 27"/>
          <p:cNvSpPr/>
          <p:nvPr/>
        </p:nvSpPr>
        <p:spPr>
          <a:xfrm>
            <a:off x="3776663" y="6083300"/>
            <a:ext cx="942975" cy="0"/>
          </a:xfrm>
          <a:prstGeom prst="line">
            <a:avLst/>
          </a:prstGeom>
          <a:ln w="9525" cap="flat" cmpd="sng">
            <a:solidFill>
              <a:srgbClr val="000000"/>
            </a:solidFill>
            <a:prstDash val="solid"/>
            <a:headEnd type="none" w="med" len="med"/>
            <a:tailEnd type="none" w="med" len="med"/>
          </a:ln>
        </p:spPr>
      </p:sp>
      <p:sp>
        <p:nvSpPr>
          <p:cNvPr id="73756" name="Line 28"/>
          <p:cNvSpPr/>
          <p:nvPr/>
        </p:nvSpPr>
        <p:spPr>
          <a:xfrm>
            <a:off x="4719638" y="5184775"/>
            <a:ext cx="754062" cy="0"/>
          </a:xfrm>
          <a:prstGeom prst="line">
            <a:avLst/>
          </a:prstGeom>
          <a:ln w="9525" cap="flat" cmpd="sng">
            <a:solidFill>
              <a:srgbClr val="000000"/>
            </a:solidFill>
            <a:prstDash val="solid"/>
            <a:headEnd type="none" w="med" len="med"/>
            <a:tailEnd type="none" w="med" len="med"/>
          </a:ln>
        </p:spPr>
      </p:sp>
      <p:sp>
        <p:nvSpPr>
          <p:cNvPr id="73757" name="Line 29"/>
          <p:cNvSpPr/>
          <p:nvPr/>
        </p:nvSpPr>
        <p:spPr>
          <a:xfrm flipV="1">
            <a:off x="5473700" y="2351088"/>
            <a:ext cx="0" cy="2833687"/>
          </a:xfrm>
          <a:prstGeom prst="line">
            <a:avLst/>
          </a:prstGeom>
          <a:ln w="9525" cap="flat" cmpd="sng">
            <a:solidFill>
              <a:srgbClr val="000000"/>
            </a:solidFill>
            <a:prstDash val="solid"/>
            <a:headEnd type="none" w="med" len="med"/>
            <a:tailEnd type="triangle" w="med" len="med"/>
          </a:ln>
        </p:spPr>
      </p:sp>
      <p:sp>
        <p:nvSpPr>
          <p:cNvPr id="73758" name="Line 30"/>
          <p:cNvSpPr/>
          <p:nvPr/>
        </p:nvSpPr>
        <p:spPr>
          <a:xfrm>
            <a:off x="4152900" y="2351088"/>
            <a:ext cx="0" cy="534987"/>
          </a:xfrm>
          <a:prstGeom prst="line">
            <a:avLst/>
          </a:prstGeom>
          <a:ln w="9525" cap="flat" cmpd="sng">
            <a:solidFill>
              <a:srgbClr val="000000"/>
            </a:solidFill>
            <a:prstDash val="solid"/>
            <a:headEnd type="none" w="med" len="med"/>
            <a:tailEnd type="none" w="med" len="med"/>
          </a:ln>
        </p:spPr>
      </p:sp>
      <p:sp>
        <p:nvSpPr>
          <p:cNvPr id="73759" name="Line 31"/>
          <p:cNvSpPr/>
          <p:nvPr/>
        </p:nvSpPr>
        <p:spPr>
          <a:xfrm flipV="1">
            <a:off x="6418263" y="2330450"/>
            <a:ext cx="0" cy="531813"/>
          </a:xfrm>
          <a:prstGeom prst="line">
            <a:avLst/>
          </a:prstGeom>
          <a:ln w="9525" cap="flat" cmpd="sng">
            <a:solidFill>
              <a:srgbClr val="000000"/>
            </a:solidFill>
            <a:prstDash val="solid"/>
            <a:headEnd type="none" w="med" len="med"/>
            <a:tailEnd type="triangle" w="med" len="med"/>
          </a:ln>
        </p:spPr>
      </p:sp>
      <p:sp>
        <p:nvSpPr>
          <p:cNvPr id="73760" name="Line 32"/>
          <p:cNvSpPr/>
          <p:nvPr/>
        </p:nvSpPr>
        <p:spPr>
          <a:xfrm flipV="1">
            <a:off x="4152900" y="2862263"/>
            <a:ext cx="2265363" cy="0"/>
          </a:xfrm>
          <a:prstGeom prst="line">
            <a:avLst/>
          </a:prstGeom>
          <a:ln w="9525" cap="flat" cmpd="sng">
            <a:solidFill>
              <a:srgbClr val="000000"/>
            </a:solidFill>
            <a:prstDash val="solid"/>
            <a:headEnd type="none" w="med" len="med"/>
            <a:tailEnd type="none" w="med" len="med"/>
          </a:ln>
        </p:spPr>
      </p:sp>
      <p:sp>
        <p:nvSpPr>
          <p:cNvPr id="73761" name="Line 33"/>
          <p:cNvSpPr/>
          <p:nvPr/>
        </p:nvSpPr>
        <p:spPr>
          <a:xfrm flipV="1">
            <a:off x="3200400" y="5172075"/>
            <a:ext cx="576263" cy="6350"/>
          </a:xfrm>
          <a:prstGeom prst="line">
            <a:avLst/>
          </a:prstGeom>
          <a:ln w="9525" cap="flat" cmpd="sng">
            <a:solidFill>
              <a:srgbClr val="000000"/>
            </a:solidFill>
            <a:prstDash val="solid"/>
            <a:headEnd type="none" w="med" len="med"/>
            <a:tailEnd type="triangle" w="med" len="med"/>
          </a:ln>
        </p:spPr>
      </p:sp>
      <p:sp>
        <p:nvSpPr>
          <p:cNvPr id="73762" name="Text Box 34"/>
          <p:cNvSpPr txBox="1"/>
          <p:nvPr/>
        </p:nvSpPr>
        <p:spPr>
          <a:xfrm>
            <a:off x="381000" y="2589213"/>
            <a:ext cx="1974850" cy="396875"/>
          </a:xfrm>
          <a:prstGeom prst="rect">
            <a:avLst/>
          </a:prstGeom>
          <a:noFill/>
          <a:ln w="9525">
            <a:noFill/>
          </a:ln>
        </p:spPr>
        <p:txBody>
          <a:bodyPr wrap="none">
            <a:spAutoFit/>
          </a:bodyPr>
          <a:p>
            <a:r>
              <a:rPr lang="zh-CN" altLang="en-US" dirty="0">
                <a:latin typeface="Times New Roman" panose="02020603050405020304" pitchFamily="18" charset="0"/>
                <a:ea typeface="黑体" panose="02010609060101010101" pitchFamily="49" charset="-122"/>
              </a:rPr>
              <a:t>页表基址寄存器</a:t>
            </a:r>
            <a:endParaRPr lang="zh-CN" altLang="en-US" dirty="0">
              <a:latin typeface="Times New Roman" panose="02020603050405020304" pitchFamily="18" charset="0"/>
              <a:ea typeface="黑体" panose="02010609060101010101" pitchFamily="49" charset="-122"/>
            </a:endParaRPr>
          </a:p>
        </p:txBody>
      </p:sp>
      <p:sp>
        <p:nvSpPr>
          <p:cNvPr id="73763" name="Text Box 35"/>
          <p:cNvSpPr txBox="1"/>
          <p:nvPr/>
        </p:nvSpPr>
        <p:spPr>
          <a:xfrm>
            <a:off x="609600" y="3275013"/>
            <a:ext cx="1219200" cy="336550"/>
          </a:xfrm>
          <a:prstGeom prst="rect">
            <a:avLst/>
          </a:prstGeom>
          <a:noFill/>
          <a:ln w="9525">
            <a:noFill/>
          </a:ln>
        </p:spPr>
        <p:txBody>
          <a:bodyPr>
            <a:spAutoFit/>
          </a:bodyPr>
          <a:p>
            <a:pPr>
              <a:spcBef>
                <a:spcPct val="50000"/>
              </a:spcBef>
            </a:pPr>
            <a:r>
              <a:rPr lang="zh-CN" altLang="en-US" sz="1600" dirty="0">
                <a:latin typeface="Times New Roman" panose="02020603050405020304" pitchFamily="18" charset="0"/>
                <a:ea typeface="黑体" panose="02010609060101010101" pitchFamily="49" charset="-122"/>
              </a:rPr>
              <a:t>页表首地址</a:t>
            </a:r>
            <a:endParaRPr lang="zh-CN" altLang="en-US" sz="1600" dirty="0">
              <a:latin typeface="Times New Roman" panose="02020603050405020304" pitchFamily="18" charset="0"/>
              <a:ea typeface="黑体" panose="02010609060101010101" pitchFamily="49" charset="-122"/>
            </a:endParaRPr>
          </a:p>
        </p:txBody>
      </p:sp>
      <p:sp>
        <p:nvSpPr>
          <p:cNvPr id="73764" name="Line 36"/>
          <p:cNvSpPr/>
          <p:nvPr/>
        </p:nvSpPr>
        <p:spPr>
          <a:xfrm>
            <a:off x="1752600" y="3275013"/>
            <a:ext cx="0" cy="457200"/>
          </a:xfrm>
          <a:prstGeom prst="line">
            <a:avLst/>
          </a:prstGeom>
          <a:ln w="9525" cap="flat" cmpd="sng">
            <a:solidFill>
              <a:schemeClr val="tx1"/>
            </a:solidFill>
            <a:prstDash val="solid"/>
            <a:headEnd type="none" w="med" len="med"/>
            <a:tailEnd type="none" w="med" len="med"/>
          </a:ln>
        </p:spPr>
      </p:sp>
      <p:sp>
        <p:nvSpPr>
          <p:cNvPr id="73765" name="Text Box 37"/>
          <p:cNvSpPr txBox="1"/>
          <p:nvPr/>
        </p:nvSpPr>
        <p:spPr>
          <a:xfrm>
            <a:off x="1752600" y="3275013"/>
            <a:ext cx="1066800" cy="336550"/>
          </a:xfrm>
          <a:prstGeom prst="rect">
            <a:avLst/>
          </a:prstGeom>
          <a:noFill/>
          <a:ln w="9525">
            <a:noFill/>
          </a:ln>
        </p:spPr>
        <p:txBody>
          <a:bodyPr>
            <a:spAutoFit/>
          </a:bodyPr>
          <a:p>
            <a:pPr>
              <a:spcBef>
                <a:spcPct val="50000"/>
              </a:spcBef>
            </a:pPr>
            <a:r>
              <a:rPr lang="zh-CN" altLang="en-US" sz="1600" dirty="0">
                <a:latin typeface="Times New Roman" panose="02020603050405020304" pitchFamily="18" charset="0"/>
                <a:ea typeface="黑体" panose="02010609060101010101" pitchFamily="49" charset="-122"/>
              </a:rPr>
              <a:t>页表长度</a:t>
            </a:r>
            <a:endParaRPr lang="zh-CN" altLang="en-US" sz="1600" dirty="0">
              <a:latin typeface="Times New Roman" panose="02020603050405020304" pitchFamily="18" charset="0"/>
              <a:ea typeface="黑体" panose="02010609060101010101" pitchFamily="49" charset="-122"/>
            </a:endParaRPr>
          </a:p>
        </p:txBody>
      </p:sp>
      <p:sp>
        <p:nvSpPr>
          <p:cNvPr id="73766" name="Line 38"/>
          <p:cNvSpPr/>
          <p:nvPr/>
        </p:nvSpPr>
        <p:spPr>
          <a:xfrm>
            <a:off x="1219200" y="3046413"/>
            <a:ext cx="0" cy="304800"/>
          </a:xfrm>
          <a:prstGeom prst="line">
            <a:avLst/>
          </a:prstGeom>
          <a:ln w="9525" cap="flat" cmpd="sng">
            <a:solidFill>
              <a:schemeClr val="tx1"/>
            </a:solidFill>
            <a:prstDash val="solid"/>
            <a:headEnd type="none" w="med" len="med"/>
            <a:tailEnd type="none" w="med" len="med"/>
          </a:ln>
        </p:spPr>
      </p:sp>
      <p:sp>
        <p:nvSpPr>
          <p:cNvPr id="73767" name="Line 39"/>
          <p:cNvSpPr/>
          <p:nvPr/>
        </p:nvSpPr>
        <p:spPr>
          <a:xfrm>
            <a:off x="2209800" y="4418013"/>
            <a:ext cx="609600" cy="0"/>
          </a:xfrm>
          <a:prstGeom prst="line">
            <a:avLst/>
          </a:prstGeom>
          <a:ln w="9525" cap="flat" cmpd="sng">
            <a:solidFill>
              <a:schemeClr val="tx1"/>
            </a:solidFill>
            <a:prstDash val="solid"/>
            <a:headEnd type="none" w="med" len="med"/>
            <a:tailEnd type="none" w="med" len="med"/>
          </a:ln>
        </p:spPr>
      </p:sp>
      <p:sp>
        <p:nvSpPr>
          <p:cNvPr id="73768" name="Line 40"/>
          <p:cNvSpPr/>
          <p:nvPr/>
        </p:nvSpPr>
        <p:spPr>
          <a:xfrm>
            <a:off x="3200400" y="2360613"/>
            <a:ext cx="0" cy="1905000"/>
          </a:xfrm>
          <a:prstGeom prst="line">
            <a:avLst/>
          </a:prstGeom>
          <a:ln w="9525" cap="flat" cmpd="sng">
            <a:solidFill>
              <a:schemeClr val="tx1"/>
            </a:solidFill>
            <a:prstDash val="solid"/>
            <a:headEnd type="none" w="med" len="med"/>
            <a:tailEnd type="none" w="med" len="med"/>
          </a:ln>
        </p:spPr>
      </p:sp>
      <p:sp>
        <p:nvSpPr>
          <p:cNvPr id="73769" name="Oval 41"/>
          <p:cNvSpPr/>
          <p:nvPr/>
        </p:nvSpPr>
        <p:spPr>
          <a:xfrm>
            <a:off x="2819400" y="4189413"/>
            <a:ext cx="685800" cy="457200"/>
          </a:xfrm>
          <a:prstGeom prst="ellipse">
            <a:avLst/>
          </a:prstGeom>
          <a:solidFill>
            <a:schemeClr val="accent2"/>
          </a:solidFill>
          <a:ln w="9525" cap="flat" cmpd="sng">
            <a:solidFill>
              <a:schemeClr val="tx1"/>
            </a:solidFill>
            <a:prstDash val="solid"/>
            <a:headEnd type="none" w="med" len="med"/>
            <a:tailEnd type="none" w="med" len="med"/>
          </a:ln>
        </p:spPr>
        <p:txBody>
          <a:bodyPr wrap="none" anchor="ctr" anchorCtr="0"/>
          <a:p>
            <a:r>
              <a:rPr lang="zh-CN" altLang="en-US" sz="1600" dirty="0">
                <a:latin typeface="Times New Roman" panose="02020603050405020304" pitchFamily="18" charset="0"/>
                <a:ea typeface="黑体" panose="02010609060101010101" pitchFamily="49" charset="-122"/>
              </a:rPr>
              <a:t>判断</a:t>
            </a:r>
            <a:endParaRPr lang="zh-CN" altLang="en-US" sz="1600" dirty="0">
              <a:latin typeface="Times New Roman" panose="02020603050405020304" pitchFamily="18" charset="0"/>
              <a:ea typeface="黑体" panose="02010609060101010101" pitchFamily="49" charset="-122"/>
            </a:endParaRPr>
          </a:p>
        </p:txBody>
      </p:sp>
      <p:sp>
        <p:nvSpPr>
          <p:cNvPr id="73770" name="Line 42"/>
          <p:cNvSpPr/>
          <p:nvPr/>
        </p:nvSpPr>
        <p:spPr>
          <a:xfrm>
            <a:off x="1219200" y="3046413"/>
            <a:ext cx="2514600" cy="0"/>
          </a:xfrm>
          <a:prstGeom prst="line">
            <a:avLst/>
          </a:prstGeom>
          <a:ln w="9525" cap="flat" cmpd="sng">
            <a:solidFill>
              <a:schemeClr val="tx1"/>
            </a:solidFill>
            <a:prstDash val="solid"/>
            <a:headEnd type="none" w="med" len="med"/>
            <a:tailEnd type="none" w="med" len="med"/>
          </a:ln>
        </p:spPr>
      </p:sp>
      <p:sp>
        <p:nvSpPr>
          <p:cNvPr id="73771" name="Line 43"/>
          <p:cNvSpPr/>
          <p:nvPr/>
        </p:nvSpPr>
        <p:spPr>
          <a:xfrm>
            <a:off x="3733800" y="3046413"/>
            <a:ext cx="0" cy="381000"/>
          </a:xfrm>
          <a:prstGeom prst="line">
            <a:avLst/>
          </a:prstGeom>
          <a:ln w="9525" cap="flat" cmpd="sng">
            <a:solidFill>
              <a:schemeClr val="tx1"/>
            </a:solidFill>
            <a:prstDash val="solid"/>
            <a:headEnd type="none" w="med" len="med"/>
            <a:tailEnd type="triangle" w="med" len="med"/>
          </a:ln>
        </p:spPr>
      </p:sp>
      <p:sp>
        <p:nvSpPr>
          <p:cNvPr id="73772" name="Line 44"/>
          <p:cNvSpPr/>
          <p:nvPr/>
        </p:nvSpPr>
        <p:spPr>
          <a:xfrm>
            <a:off x="2209800" y="3656013"/>
            <a:ext cx="0" cy="762000"/>
          </a:xfrm>
          <a:prstGeom prst="line">
            <a:avLst/>
          </a:prstGeom>
          <a:ln w="9525" cap="flat" cmpd="sng">
            <a:solidFill>
              <a:schemeClr val="tx1"/>
            </a:solidFill>
            <a:prstDash val="solid"/>
            <a:headEnd type="none" w="med" len="med"/>
            <a:tailEnd type="none" w="med" len="med"/>
          </a:ln>
        </p:spPr>
      </p:sp>
      <p:sp>
        <p:nvSpPr>
          <p:cNvPr id="73773" name="Line 45"/>
          <p:cNvSpPr/>
          <p:nvPr/>
        </p:nvSpPr>
        <p:spPr>
          <a:xfrm>
            <a:off x="3200400" y="4646613"/>
            <a:ext cx="0" cy="531812"/>
          </a:xfrm>
          <a:prstGeom prst="line">
            <a:avLst/>
          </a:prstGeom>
          <a:ln w="9525" cap="flat" cmpd="sng">
            <a:solidFill>
              <a:schemeClr val="tx1"/>
            </a:solidFill>
            <a:prstDash val="solid"/>
            <a:headEnd type="none" w="med" len="med"/>
            <a:tailEnd type="none" w="med" len="med"/>
          </a:ln>
        </p:spPr>
      </p:sp>
      <p:sp>
        <p:nvSpPr>
          <p:cNvPr id="73774" name="Line 46"/>
          <p:cNvSpPr/>
          <p:nvPr/>
        </p:nvSpPr>
        <p:spPr>
          <a:xfrm flipH="1">
            <a:off x="2438400" y="4570413"/>
            <a:ext cx="457200" cy="608012"/>
          </a:xfrm>
          <a:prstGeom prst="line">
            <a:avLst/>
          </a:prstGeom>
          <a:ln w="28575" cap="flat" cmpd="sng">
            <a:solidFill>
              <a:schemeClr val="hlink"/>
            </a:solidFill>
            <a:prstDash val="sysDot"/>
            <a:headEnd type="none" w="med" len="med"/>
            <a:tailEnd type="triangle" w="med" len="med"/>
          </a:ln>
        </p:spPr>
      </p:sp>
      <p:sp>
        <p:nvSpPr>
          <p:cNvPr id="73775" name="Text Box 47"/>
          <p:cNvSpPr txBox="1"/>
          <p:nvPr/>
        </p:nvSpPr>
        <p:spPr>
          <a:xfrm>
            <a:off x="1600200" y="5102225"/>
            <a:ext cx="1206500" cy="396875"/>
          </a:xfrm>
          <a:prstGeom prst="rect">
            <a:avLst/>
          </a:prstGeom>
          <a:noFill/>
          <a:ln w="9525">
            <a:noFill/>
          </a:ln>
        </p:spPr>
        <p:txBody>
          <a:bodyPr wrap="none">
            <a:spAutoFit/>
          </a:bodyPr>
          <a:p>
            <a:pPr algn="r"/>
            <a:r>
              <a:rPr lang="zh-CN" altLang="en-US" dirty="0">
                <a:solidFill>
                  <a:schemeClr val="hlink"/>
                </a:solidFill>
                <a:latin typeface="Times New Roman" panose="02020603050405020304" pitchFamily="18" charset="0"/>
                <a:ea typeface="黑体" panose="02010609060101010101" pitchFamily="49" charset="-122"/>
              </a:rPr>
              <a:t>地址越界</a:t>
            </a:r>
            <a:endParaRPr lang="zh-CN" altLang="en-US" dirty="0">
              <a:solidFill>
                <a:schemeClr val="hlink"/>
              </a:solidFill>
              <a:latin typeface="Times New Roman" panose="02020603050405020304" pitchFamily="18" charset="0"/>
              <a:ea typeface="黑体" panose="02010609060101010101" pitchFamily="49" charset="-122"/>
            </a:endParaRPr>
          </a:p>
        </p:txBody>
      </p:sp>
    </p:spTree>
  </p:cSld>
  <p:clrMapOvr>
    <a:masterClrMapping/>
  </p:clrMapOvr>
  <p:transition>
    <p:dissolve/>
  </p:transition>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4754" name="Rectangle 2"/>
          <p:cNvSpPr>
            <a:spLocks noChangeArrowheads="1"/>
          </p:cNvSpPr>
          <p:nvPr/>
        </p:nvSpPr>
        <p:spPr bwMode="auto">
          <a:xfrm>
            <a:off x="1763713" y="457200"/>
            <a:ext cx="7305675" cy="609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b"/>
          <a:lstStyle/>
          <a:p>
            <a:pPr marL="0" marR="0" lvl="0" indent="0" algn="r" defTabSz="914400" rtl="0" eaLnBrk="0" fontAlgn="base" latinLnBrk="0" hangingPunct="0">
              <a:lnSpc>
                <a:spcPct val="100000"/>
              </a:lnSpc>
              <a:spcBef>
                <a:spcPct val="0"/>
              </a:spcBef>
              <a:spcAft>
                <a:spcPct val="0"/>
              </a:spcAft>
              <a:buClrTx/>
              <a:buSzTx/>
              <a:buFontTx/>
              <a:buNone/>
              <a:defRPr/>
            </a:pPr>
            <a:r>
              <a:rPr kumimoji="0" lang="en-US" altLang="zh-CN" sz="2800" b="1" i="0" u="none" strike="noStrike" kern="1200" cap="none" spc="0" normalizeH="0" baseline="0" noProof="0" dirty="0" smtClean="0">
                <a:ln>
                  <a:noFill/>
                </a:ln>
                <a:solidFill>
                  <a:schemeClr val="bg1"/>
                </a:solidFill>
                <a:effectLst/>
                <a:uLnTx/>
                <a:uFillTx/>
                <a:latin typeface="+mj-lt"/>
                <a:ea typeface="宋体" panose="02010600030101010101" pitchFamily="2" charset="-122"/>
                <a:cs typeface="+mn-cs"/>
              </a:rPr>
              <a:t>4.4.2 </a:t>
            </a:r>
            <a:r>
              <a:rPr kumimoji="0" lang="zh-CN" altLang="en-US" sz="2800" b="1" i="0" u="none" strike="noStrike" kern="1200" cap="none" spc="0" normalizeH="0" baseline="0" noProof="0" dirty="0" smtClean="0">
                <a:ln>
                  <a:noFill/>
                </a:ln>
                <a:solidFill>
                  <a:schemeClr val="bg1"/>
                </a:solidFill>
                <a:effectLst/>
                <a:uLnTx/>
                <a:uFillTx/>
                <a:latin typeface="+mj-lt"/>
                <a:ea typeface="宋体" panose="02010600030101010101" pitchFamily="2" charset="-122"/>
                <a:cs typeface="+mn-cs"/>
              </a:rPr>
              <a:t>分段式存储管理的基本原理</a:t>
            </a:r>
            <a:endParaRPr kumimoji="0" lang="zh-CN" altLang="en-US" sz="2800" b="1" i="0" u="none" strike="noStrike" kern="1200" cap="none" spc="0" normalizeH="0" baseline="0" noProof="0" dirty="0" smtClean="0">
              <a:ln>
                <a:noFill/>
              </a:ln>
              <a:solidFill>
                <a:schemeClr val="bg1"/>
              </a:solidFill>
              <a:effectLst/>
              <a:uLnTx/>
              <a:uFillTx/>
              <a:latin typeface="+mj-lt"/>
              <a:ea typeface="宋体" panose="02010600030101010101" pitchFamily="2" charset="-122"/>
              <a:cs typeface="+mn-cs"/>
            </a:endParaRPr>
          </a:p>
        </p:txBody>
      </p:sp>
      <p:sp>
        <p:nvSpPr>
          <p:cNvPr id="74755" name="Rectangle 3"/>
          <p:cNvSpPr/>
          <p:nvPr/>
        </p:nvSpPr>
        <p:spPr>
          <a:xfrm>
            <a:off x="304800" y="1371600"/>
            <a:ext cx="8459788" cy="5256213"/>
          </a:xfrm>
          <a:prstGeom prst="rect">
            <a:avLst/>
          </a:prstGeom>
          <a:noFill/>
          <a:ln w="9525">
            <a:noFill/>
          </a:ln>
        </p:spPr>
        <p:txBody>
          <a:bodyPr/>
          <a:p>
            <a:pPr eaLnBrk="0" hangingPunct="0">
              <a:lnSpc>
                <a:spcPct val="140000"/>
              </a:lnSpc>
              <a:spcBef>
                <a:spcPct val="20000"/>
              </a:spcBef>
              <a:buClr>
                <a:schemeClr val="hlink"/>
              </a:buClr>
              <a:buFont typeface="Wingdings" panose="05000000000000000000" pitchFamily="2" charset="2"/>
              <a:buChar char="v"/>
            </a:pPr>
            <a:r>
              <a:rPr lang="zh-CN" altLang="en-US" sz="2800" dirty="0">
                <a:solidFill>
                  <a:srgbClr val="0033CC"/>
                </a:solidFill>
                <a:latin typeface="黑体" panose="02010609060101010101" pitchFamily="49" charset="-122"/>
              </a:rPr>
              <a:t>分段</a:t>
            </a:r>
            <a:endParaRPr lang="zh-CN" altLang="en-US" sz="3600" dirty="0">
              <a:solidFill>
                <a:srgbClr val="0033CC"/>
              </a:solidFill>
              <a:latin typeface="黑体" panose="02010609060101010101" pitchFamily="49" charset="-122"/>
            </a:endParaRPr>
          </a:p>
          <a:p>
            <a:pPr marL="942975" lvl="2" indent="-228600" eaLnBrk="0" hangingPunct="0">
              <a:lnSpc>
                <a:spcPct val="140000"/>
              </a:lnSpc>
              <a:spcBef>
                <a:spcPct val="20000"/>
              </a:spcBef>
              <a:buClr>
                <a:schemeClr val="accent2"/>
              </a:buClr>
              <a:buSzPct val="85000"/>
              <a:buFont typeface="Wingdings" panose="05000000000000000000" pitchFamily="2" charset="2"/>
              <a:buChar char="n"/>
            </a:pPr>
            <a:r>
              <a:rPr lang="zh-CN" altLang="en-US" sz="2400" dirty="0">
                <a:latin typeface="黑体" panose="02010609060101010101" pitchFamily="49" charset="-122"/>
              </a:rPr>
              <a:t>按程序的</a:t>
            </a:r>
            <a:r>
              <a:rPr lang="zh-CN" altLang="en-US" sz="2400" dirty="0">
                <a:solidFill>
                  <a:srgbClr val="FF0000"/>
                </a:solidFill>
                <a:latin typeface="黑体" panose="02010609060101010101" pitchFamily="49" charset="-122"/>
              </a:rPr>
              <a:t>逻辑关系</a:t>
            </a:r>
            <a:r>
              <a:rPr lang="zh-CN" altLang="en-US" sz="2400" dirty="0">
                <a:latin typeface="黑体" panose="02010609060101010101" pitchFamily="49" charset="-122"/>
              </a:rPr>
              <a:t>划分为若干个程序段；</a:t>
            </a:r>
            <a:endParaRPr lang="zh-CN" altLang="en-US" sz="2400" dirty="0">
              <a:latin typeface="黑体" panose="02010609060101010101" pitchFamily="49" charset="-122"/>
            </a:endParaRPr>
          </a:p>
          <a:p>
            <a:pPr marL="942975" lvl="2" indent="-228600" eaLnBrk="0" hangingPunct="0">
              <a:lnSpc>
                <a:spcPct val="140000"/>
              </a:lnSpc>
              <a:spcBef>
                <a:spcPct val="20000"/>
              </a:spcBef>
              <a:buClr>
                <a:schemeClr val="accent2"/>
              </a:buClr>
              <a:buSzPct val="85000"/>
              <a:buFont typeface="Wingdings" panose="05000000000000000000" pitchFamily="2" charset="2"/>
              <a:buChar char="n"/>
            </a:pPr>
            <a:r>
              <a:rPr lang="zh-CN" altLang="en-US" sz="2400" dirty="0">
                <a:latin typeface="黑体" panose="02010609060101010101" pitchFamily="49" charset="-122"/>
              </a:rPr>
              <a:t>一个程序占据多个虚拟地址空间，那么不同的段可能有同样的虚拟地址空间</a:t>
            </a:r>
            <a:endParaRPr lang="zh-CN" altLang="en-US" sz="2400" dirty="0">
              <a:latin typeface="黑体" panose="02010609060101010101" pitchFamily="49" charset="-122"/>
            </a:endParaRPr>
          </a:p>
          <a:p>
            <a:pPr marL="942975" lvl="2" indent="-228600" eaLnBrk="0" hangingPunct="0">
              <a:lnSpc>
                <a:spcPct val="140000"/>
              </a:lnSpc>
              <a:spcBef>
                <a:spcPct val="20000"/>
              </a:spcBef>
              <a:buClr>
                <a:schemeClr val="accent2"/>
              </a:buClr>
              <a:buSzPct val="85000"/>
              <a:buFont typeface="Wingdings" panose="05000000000000000000" pitchFamily="2" charset="2"/>
              <a:buChar char="n"/>
            </a:pPr>
            <a:r>
              <a:rPr lang="zh-CN" altLang="en-US" sz="2400" dirty="0">
                <a:latin typeface="黑体" panose="02010609060101010101" pitchFamily="49" charset="-122"/>
              </a:rPr>
              <a:t>要区分一个虚拟地址所在的段，必须：</a:t>
            </a:r>
            <a:endParaRPr lang="zh-CN" altLang="en-US" sz="2400" dirty="0">
              <a:latin typeface="黑体" panose="02010609060101010101" pitchFamily="49" charset="-122"/>
            </a:endParaRPr>
          </a:p>
          <a:p>
            <a:pPr marL="1600200" lvl="3" indent="-228600" eaLnBrk="0" hangingPunct="0">
              <a:lnSpc>
                <a:spcPct val="140000"/>
              </a:lnSpc>
              <a:spcBef>
                <a:spcPct val="20000"/>
              </a:spcBef>
              <a:buClr>
                <a:schemeClr val="accent2"/>
              </a:buClr>
              <a:buSzPct val="80000"/>
              <a:buFont typeface="Wingdings" panose="05000000000000000000" pitchFamily="2" charset="2"/>
              <a:buChar char="n"/>
            </a:pPr>
            <a:r>
              <a:rPr lang="zh-CN" altLang="en-US" sz="2400" b="0" dirty="0">
                <a:latin typeface="黑体" panose="02010609060101010101" pitchFamily="49" charset="-122"/>
              </a:rPr>
              <a:t>在虚拟地址前面冠以一个前缀，即该地址所在的</a:t>
            </a:r>
            <a:r>
              <a:rPr lang="zh-CN" altLang="en-US" sz="2400" b="0" dirty="0">
                <a:solidFill>
                  <a:srgbClr val="FF0000"/>
                </a:solidFill>
                <a:latin typeface="黑体" panose="02010609060101010101" pitchFamily="49" charset="-122"/>
              </a:rPr>
              <a:t>段号</a:t>
            </a:r>
            <a:endParaRPr lang="zh-CN" altLang="en-US" sz="2400" b="0" dirty="0">
              <a:solidFill>
                <a:srgbClr val="FF0000"/>
              </a:solidFill>
              <a:latin typeface="黑体" panose="02010609060101010101" pitchFamily="49" charset="-122"/>
            </a:endParaRPr>
          </a:p>
          <a:p>
            <a:pPr marL="1600200" lvl="3" indent="-228600" eaLnBrk="0" hangingPunct="0">
              <a:lnSpc>
                <a:spcPct val="140000"/>
              </a:lnSpc>
              <a:spcBef>
                <a:spcPct val="20000"/>
              </a:spcBef>
              <a:buClr>
                <a:schemeClr val="accent2"/>
              </a:buClr>
              <a:buSzPct val="80000"/>
              <a:buFont typeface="Wingdings" panose="05000000000000000000" pitchFamily="2" charset="2"/>
              <a:buChar char="n"/>
            </a:pPr>
            <a:r>
              <a:rPr lang="zh-CN" altLang="en-US" sz="2400" b="0" dirty="0">
                <a:latin typeface="黑体" panose="02010609060101010101" pitchFamily="49" charset="-122"/>
              </a:rPr>
              <a:t>分段情况下，一个虚拟地址将由</a:t>
            </a:r>
            <a:r>
              <a:rPr lang="zh-CN" altLang="en-US" sz="2400" b="0" dirty="0">
                <a:solidFill>
                  <a:srgbClr val="FF0000"/>
                </a:solidFill>
                <a:latin typeface="黑体" panose="02010609060101010101" pitchFamily="49" charset="-122"/>
              </a:rPr>
              <a:t>段号</a:t>
            </a:r>
            <a:r>
              <a:rPr lang="zh-CN" altLang="en-US" sz="2400" b="0" dirty="0">
                <a:latin typeface="黑体" panose="02010609060101010101" pitchFamily="49" charset="-122"/>
              </a:rPr>
              <a:t>和</a:t>
            </a:r>
            <a:r>
              <a:rPr lang="zh-CN" altLang="en-US" sz="2400" b="0" dirty="0">
                <a:solidFill>
                  <a:srgbClr val="FF0000"/>
                </a:solidFill>
                <a:latin typeface="黑体" panose="02010609060101010101" pitchFamily="49" charset="-122"/>
              </a:rPr>
              <a:t>段内偏移</a:t>
            </a:r>
            <a:r>
              <a:rPr lang="zh-CN" altLang="en-US" sz="2400" b="0" dirty="0">
                <a:latin typeface="黑体" panose="02010609060101010101" pitchFamily="49" charset="-122"/>
              </a:rPr>
              <a:t>两个部分组成</a:t>
            </a:r>
            <a:endParaRPr lang="zh-CN" altLang="en-US" sz="2400" b="0" dirty="0">
              <a:latin typeface="黑体" panose="02010609060101010101" pitchFamily="49" charset="-122"/>
            </a:endParaRPr>
          </a:p>
        </p:txBody>
      </p:sp>
    </p:spTree>
  </p:cSld>
  <p:clrMapOvr>
    <a:masterClrMapping/>
  </p:clrMapOvr>
  <p:transition>
    <p:split orient="vert" dir="in"/>
  </p:transition>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5778" name="Rectangle 2"/>
          <p:cNvSpPr>
            <a:spLocks noGrp="1"/>
          </p:cNvSpPr>
          <p:nvPr>
            <p:ph type="title"/>
          </p:nvPr>
        </p:nvSpPr>
        <p:spPr>
          <a:xfrm>
            <a:off x="1295400" y="228600"/>
            <a:ext cx="7773988" cy="990600"/>
          </a:xfrm>
          <a:ln/>
        </p:spPr>
        <p:txBody>
          <a:bodyPr vert="horz" wrap="square" lIns="91440" tIns="45720" rIns="91440" bIns="45720" anchor="ctr" anchorCtr="0"/>
          <a:p>
            <a:r>
              <a:rPr lang="en-US" altLang="zh-CN" dirty="0"/>
              <a:t>4.4.2 </a:t>
            </a:r>
            <a:r>
              <a:rPr lang="zh-CN" altLang="en-US" dirty="0"/>
              <a:t>分段式存储管理的基本原理</a:t>
            </a:r>
            <a:endParaRPr lang="en-US" altLang="zh-CN" dirty="0"/>
          </a:p>
        </p:txBody>
      </p:sp>
      <p:sp>
        <p:nvSpPr>
          <p:cNvPr id="75779" name="Rectangle 3"/>
          <p:cNvSpPr>
            <a:spLocks noGrp="1"/>
          </p:cNvSpPr>
          <p:nvPr>
            <p:ph idx="1"/>
          </p:nvPr>
        </p:nvSpPr>
        <p:spPr>
          <a:xfrm>
            <a:off x="1295400" y="1751013"/>
            <a:ext cx="6630988" cy="3503612"/>
          </a:xfrm>
          <a:ln/>
        </p:spPr>
        <p:txBody>
          <a:bodyPr vert="horz" wrap="square" lIns="91440" tIns="45720" rIns="91440" bIns="45720" anchor="t" anchorCtr="0"/>
          <a:p>
            <a:pPr algn="just">
              <a:spcAft>
                <a:spcPct val="20000"/>
              </a:spcAft>
            </a:pPr>
            <a:r>
              <a:rPr lang="zh-CN" altLang="en-US" dirty="0">
                <a:latin typeface="黑体" panose="02010609060101010101" pitchFamily="49" charset="-122"/>
              </a:rPr>
              <a:t>两维逻辑地址</a:t>
            </a:r>
            <a:endParaRPr lang="zh-CN" altLang="en-US" dirty="0">
              <a:latin typeface="黑体" panose="02010609060101010101" pitchFamily="49" charset="-122"/>
            </a:endParaRPr>
          </a:p>
          <a:p>
            <a:pPr lvl="1" algn="just">
              <a:spcAft>
                <a:spcPct val="20000"/>
              </a:spcAft>
            </a:pPr>
            <a:r>
              <a:rPr lang="zh-CN" altLang="en-US" dirty="0">
                <a:solidFill>
                  <a:srgbClr val="FF0000"/>
                </a:solidFill>
                <a:latin typeface="黑体" panose="02010609060101010101" pitchFamily="49" charset="-122"/>
              </a:rPr>
              <a:t>段号：段内偏移地址；</a:t>
            </a:r>
            <a:endParaRPr lang="zh-CN" altLang="en-US" dirty="0">
              <a:solidFill>
                <a:srgbClr val="FF0000"/>
              </a:solidFill>
              <a:latin typeface="黑体" panose="02010609060101010101" pitchFamily="49" charset="-122"/>
            </a:endParaRPr>
          </a:p>
        </p:txBody>
      </p:sp>
    </p:spTree>
  </p:cSld>
  <p:clrMapOvr>
    <a:masterClrMapping/>
  </p:clrMapOvr>
  <p:transition>
    <p:split orient="vert" dir="in"/>
  </p:transition>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6802" name="Rectangle 2"/>
          <p:cNvSpPr>
            <a:spLocks noGrp="1"/>
          </p:cNvSpPr>
          <p:nvPr>
            <p:ph type="title"/>
          </p:nvPr>
        </p:nvSpPr>
        <p:spPr>
          <a:xfrm>
            <a:off x="1295400" y="228600"/>
            <a:ext cx="7773988" cy="990600"/>
          </a:xfrm>
          <a:ln/>
        </p:spPr>
        <p:txBody>
          <a:bodyPr vert="horz" wrap="square" lIns="91440" tIns="45720" rIns="91440" bIns="45720" anchor="ctr" anchorCtr="0"/>
          <a:p>
            <a:r>
              <a:rPr lang="en-US" altLang="zh-CN" dirty="0"/>
              <a:t>4.4.2 </a:t>
            </a:r>
            <a:r>
              <a:rPr lang="zh-CN" altLang="en-US" dirty="0"/>
              <a:t>分段式存储管理的基本原理</a:t>
            </a:r>
            <a:endParaRPr lang="en-US" altLang="zh-CN" dirty="0"/>
          </a:p>
        </p:txBody>
      </p:sp>
      <p:sp>
        <p:nvSpPr>
          <p:cNvPr id="76803" name="Rectangle 3"/>
          <p:cNvSpPr>
            <a:spLocks noGrp="1"/>
          </p:cNvSpPr>
          <p:nvPr>
            <p:ph idx="1"/>
          </p:nvPr>
        </p:nvSpPr>
        <p:spPr>
          <a:xfrm>
            <a:off x="458788" y="1217613"/>
            <a:ext cx="8151812" cy="5637212"/>
          </a:xfrm>
          <a:ln/>
        </p:spPr>
        <p:txBody>
          <a:bodyPr vert="horz" wrap="square" lIns="91440" tIns="45720" rIns="91440" bIns="45720" anchor="t" anchorCtr="0"/>
          <a:p>
            <a:pPr algn="just">
              <a:lnSpc>
                <a:spcPct val="130000"/>
              </a:lnSpc>
            </a:pPr>
            <a:r>
              <a:rPr lang="zh-CN" altLang="en-US" dirty="0">
                <a:latin typeface="黑体" panose="02010609060101010101" pitchFamily="49" charset="-122"/>
              </a:rPr>
              <a:t>作业表和段表</a:t>
            </a:r>
            <a:r>
              <a:rPr lang="zh-CN" altLang="en-US" sz="3600" dirty="0">
                <a:latin typeface="黑体" panose="02010609060101010101" pitchFamily="49" charset="-122"/>
              </a:rPr>
              <a:t> </a:t>
            </a:r>
            <a:endParaRPr lang="zh-CN" altLang="en-US" sz="3600" dirty="0">
              <a:latin typeface="黑体" panose="02010609060101010101" pitchFamily="49" charset="-122"/>
            </a:endParaRPr>
          </a:p>
          <a:p>
            <a:pPr>
              <a:lnSpc>
                <a:spcPct val="130000"/>
              </a:lnSpc>
            </a:pPr>
            <a:r>
              <a:rPr lang="zh-CN" altLang="en-US" sz="2800" dirty="0">
                <a:latin typeface="楷体_GB2312" pitchFamily="49" charset="-122"/>
              </a:rPr>
              <a:t>段表</a:t>
            </a:r>
            <a:endParaRPr lang="zh-CN" altLang="en-US" sz="2800" dirty="0">
              <a:latin typeface="楷体_GB2312" pitchFamily="49" charset="-122"/>
            </a:endParaRPr>
          </a:p>
          <a:p>
            <a:pPr lvl="1">
              <a:lnSpc>
                <a:spcPct val="130000"/>
              </a:lnSpc>
              <a:spcAft>
                <a:spcPct val="20000"/>
              </a:spcAft>
            </a:pPr>
            <a:r>
              <a:rPr lang="zh-CN" altLang="en-US" sz="2400" dirty="0"/>
              <a:t>每个段分配在一个</a:t>
            </a:r>
            <a:r>
              <a:rPr lang="zh-CN" altLang="en-US" sz="2400" dirty="0">
                <a:solidFill>
                  <a:srgbClr val="FF0000"/>
                </a:solidFill>
              </a:rPr>
              <a:t>连续</a:t>
            </a:r>
            <a:r>
              <a:rPr lang="zh-CN" altLang="en-US" sz="2400" dirty="0"/>
              <a:t>的内存空间；</a:t>
            </a:r>
            <a:endParaRPr lang="zh-CN" altLang="en-US" sz="2400" dirty="0"/>
          </a:p>
          <a:p>
            <a:pPr lvl="1">
              <a:lnSpc>
                <a:spcPct val="130000"/>
              </a:lnSpc>
              <a:spcAft>
                <a:spcPct val="20000"/>
              </a:spcAft>
            </a:pPr>
            <a:r>
              <a:rPr lang="zh-CN" altLang="en-US" sz="2400" dirty="0"/>
              <a:t>不同段可在</a:t>
            </a:r>
            <a:r>
              <a:rPr lang="zh-CN" altLang="en-US" sz="2400" dirty="0">
                <a:solidFill>
                  <a:srgbClr val="FF0000"/>
                </a:solidFill>
              </a:rPr>
              <a:t>不连续</a:t>
            </a:r>
            <a:r>
              <a:rPr lang="zh-CN" altLang="en-US" sz="2400" dirty="0"/>
              <a:t>的内存空间；</a:t>
            </a:r>
            <a:endParaRPr lang="zh-CN" altLang="en-US" sz="2400" dirty="0"/>
          </a:p>
          <a:p>
            <a:pPr lvl="1">
              <a:lnSpc>
                <a:spcPct val="130000"/>
              </a:lnSpc>
              <a:spcAft>
                <a:spcPct val="20000"/>
              </a:spcAft>
            </a:pPr>
            <a:r>
              <a:rPr lang="zh-CN" altLang="en-US" sz="2400" dirty="0"/>
              <a:t>物理内存空间被动态的划分为若干个长度不相同的区域，称为</a:t>
            </a:r>
            <a:r>
              <a:rPr lang="zh-CN" altLang="en-US" sz="2400" dirty="0">
                <a:solidFill>
                  <a:srgbClr val="FF0000"/>
                </a:solidFill>
              </a:rPr>
              <a:t>物理段</a:t>
            </a:r>
            <a:r>
              <a:rPr lang="zh-CN" altLang="en-US" sz="2400" dirty="0"/>
              <a:t>，由</a:t>
            </a:r>
            <a:r>
              <a:rPr lang="zh-CN" altLang="en-US" sz="2400" dirty="0">
                <a:solidFill>
                  <a:srgbClr val="0033CC"/>
                </a:solidFill>
              </a:rPr>
              <a:t>起始地址和长度</a:t>
            </a:r>
            <a:r>
              <a:rPr lang="zh-CN" altLang="en-US" sz="2400" dirty="0"/>
              <a:t>确定；</a:t>
            </a:r>
            <a:endParaRPr lang="zh-CN" altLang="en-US" sz="2400" dirty="0"/>
          </a:p>
          <a:p>
            <a:pPr lvl="1">
              <a:lnSpc>
                <a:spcPct val="130000"/>
              </a:lnSpc>
              <a:spcAft>
                <a:spcPct val="20000"/>
              </a:spcAft>
            </a:pPr>
            <a:r>
              <a:rPr lang="zh-CN" altLang="en-US" sz="2400" dirty="0"/>
              <a:t>段表，实现从逻辑段到物理段的</a:t>
            </a:r>
            <a:r>
              <a:rPr lang="zh-CN" altLang="en-US" sz="2400" dirty="0">
                <a:solidFill>
                  <a:srgbClr val="FF0000"/>
                </a:solidFill>
              </a:rPr>
              <a:t>映射</a:t>
            </a:r>
            <a:r>
              <a:rPr lang="zh-CN" altLang="en-US" sz="2400" dirty="0"/>
              <a:t>；</a:t>
            </a:r>
            <a:br>
              <a:rPr lang="zh-CN" altLang="en-US" sz="2400" dirty="0"/>
            </a:br>
            <a:r>
              <a:rPr lang="zh-CN" altLang="en-US" sz="2400" dirty="0"/>
              <a:t>记录了</a:t>
            </a:r>
            <a:r>
              <a:rPr lang="zh-CN" altLang="en-US" sz="2400" dirty="0">
                <a:solidFill>
                  <a:srgbClr val="0033CC"/>
                </a:solidFill>
              </a:rPr>
              <a:t>段起始地址和长度</a:t>
            </a:r>
            <a:r>
              <a:rPr lang="zh-CN" altLang="en-US" sz="2400" dirty="0"/>
              <a:t>等信息；</a:t>
            </a:r>
            <a:endParaRPr lang="zh-CN" altLang="en-US" sz="2400" dirty="0"/>
          </a:p>
          <a:p>
            <a:pPr lvl="1">
              <a:lnSpc>
                <a:spcPct val="130000"/>
              </a:lnSpc>
              <a:spcAft>
                <a:spcPct val="20000"/>
              </a:spcAft>
            </a:pPr>
            <a:r>
              <a:rPr lang="zh-CN" altLang="en-US" sz="2400" dirty="0"/>
              <a:t>每一个作业有一个段表；</a:t>
            </a:r>
            <a:endParaRPr lang="zh-CN" altLang="en-US" sz="2400" dirty="0">
              <a:latin typeface="黑体" panose="02010609060101010101" pitchFamily="49" charset="-122"/>
            </a:endParaRPr>
          </a:p>
        </p:txBody>
      </p:sp>
    </p:spTree>
  </p:cSld>
  <p:clrMapOvr>
    <a:masterClrMapping/>
  </p:clrMapOvr>
  <p:transition>
    <p:split orient="vert" dir="in"/>
  </p:transition>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7826" name="Rectangle 2"/>
          <p:cNvSpPr>
            <a:spLocks noGrp="1"/>
          </p:cNvSpPr>
          <p:nvPr>
            <p:ph type="title"/>
          </p:nvPr>
        </p:nvSpPr>
        <p:spPr>
          <a:xfrm>
            <a:off x="684213" y="404813"/>
            <a:ext cx="8231187" cy="738187"/>
          </a:xfrm>
          <a:ln/>
        </p:spPr>
        <p:txBody>
          <a:bodyPr vert="horz" wrap="square" lIns="91440" tIns="45720" rIns="91440" bIns="45720" anchor="ctr" anchorCtr="0"/>
          <a:p>
            <a:r>
              <a:rPr lang="zh-CN" altLang="en-US" dirty="0"/>
              <a:t> </a:t>
            </a:r>
            <a:r>
              <a:rPr lang="en-US" altLang="zh-CN" dirty="0"/>
              <a:t>4.4.2 </a:t>
            </a:r>
            <a:r>
              <a:rPr lang="zh-CN" altLang="en-US" dirty="0"/>
              <a:t>分段式存储管理的基本原理</a:t>
            </a:r>
            <a:endParaRPr lang="en-US" altLang="zh-CN" dirty="0"/>
          </a:p>
        </p:txBody>
      </p:sp>
      <p:grpSp>
        <p:nvGrpSpPr>
          <p:cNvPr id="77827" name="Group 4"/>
          <p:cNvGrpSpPr/>
          <p:nvPr/>
        </p:nvGrpSpPr>
        <p:grpSpPr>
          <a:xfrm>
            <a:off x="687388" y="1446213"/>
            <a:ext cx="7999412" cy="4572000"/>
            <a:chOff x="576" y="1104"/>
            <a:chExt cx="3600" cy="1824"/>
          </a:xfrm>
        </p:grpSpPr>
        <p:sp>
          <p:nvSpPr>
            <p:cNvPr id="77828" name="Text Box 5"/>
            <p:cNvSpPr txBox="1"/>
            <p:nvPr/>
          </p:nvSpPr>
          <p:spPr>
            <a:xfrm>
              <a:off x="1068" y="1486"/>
              <a:ext cx="404" cy="338"/>
            </a:xfrm>
            <a:prstGeom prst="rect">
              <a:avLst/>
            </a:prstGeom>
            <a:solidFill>
              <a:srgbClr val="FFFFFF"/>
            </a:solidFill>
            <a:ln w="19050" cap="flat" cmpd="sng">
              <a:solidFill>
                <a:srgbClr val="000000"/>
              </a:solidFill>
              <a:prstDash val="solid"/>
              <a:miter/>
              <a:headEnd type="none" w="med" len="med"/>
              <a:tailEnd type="none" w="med" len="med"/>
            </a:ln>
          </p:spPr>
          <p:txBody>
            <a:bodyPr lIns="0" tIns="0" rIns="0" bIns="0"/>
            <a:p>
              <a:pPr algn="ctr" eaLnBrk="0" hangingPunct="0"/>
              <a:r>
                <a:rPr lang="en-US" altLang="zh-CN" sz="1800" dirty="0">
                  <a:latin typeface="黑体" panose="02010609060101010101" pitchFamily="49" charset="-122"/>
                </a:rPr>
                <a:t>XXX</a:t>
              </a:r>
              <a:endParaRPr lang="en-US" altLang="zh-CN" sz="1800" dirty="0">
                <a:latin typeface="黑体" panose="02010609060101010101" pitchFamily="49" charset="-122"/>
              </a:endParaRPr>
            </a:p>
          </p:txBody>
        </p:sp>
        <p:sp>
          <p:nvSpPr>
            <p:cNvPr id="77829" name="Text Box 6"/>
            <p:cNvSpPr txBox="1"/>
            <p:nvPr/>
          </p:nvSpPr>
          <p:spPr>
            <a:xfrm>
              <a:off x="1068" y="2163"/>
              <a:ext cx="404" cy="339"/>
            </a:xfrm>
            <a:prstGeom prst="rect">
              <a:avLst/>
            </a:prstGeom>
            <a:solidFill>
              <a:srgbClr val="FFFFFF"/>
            </a:solidFill>
            <a:ln w="19050" cap="flat" cmpd="sng">
              <a:solidFill>
                <a:srgbClr val="000000"/>
              </a:solidFill>
              <a:prstDash val="solid"/>
              <a:miter/>
              <a:headEnd type="none" w="med" len="med"/>
              <a:tailEnd type="none" w="med" len="med"/>
            </a:ln>
          </p:spPr>
          <p:txBody>
            <a:bodyPr lIns="0" tIns="0" rIns="0" bIns="0"/>
            <a:p>
              <a:pPr algn="ctr" eaLnBrk="0" hangingPunct="0"/>
              <a:r>
                <a:rPr lang="en-US" altLang="zh-CN" sz="700" dirty="0">
                  <a:solidFill>
                    <a:srgbClr val="FF0000"/>
                  </a:solidFill>
                  <a:latin typeface="Times New Roman" panose="02020603050405020304" pitchFamily="18" charset="0"/>
                  <a:ea typeface="华文新魏" panose="02010800040101010101" pitchFamily="2" charset="-122"/>
                </a:rPr>
                <a:t>…</a:t>
              </a:r>
              <a:endParaRPr lang="en-US" altLang="zh-CN" sz="700" dirty="0">
                <a:solidFill>
                  <a:srgbClr val="FF0000"/>
                </a:solidFill>
                <a:latin typeface="华文新魏" panose="02010800040101010101" pitchFamily="2" charset="-122"/>
                <a:ea typeface="华文新魏" panose="02010800040101010101" pitchFamily="2" charset="-122"/>
              </a:endParaRPr>
            </a:p>
          </p:txBody>
        </p:sp>
        <p:sp>
          <p:nvSpPr>
            <p:cNvPr id="77830" name="Text Box 7"/>
            <p:cNvSpPr txBox="1"/>
            <p:nvPr/>
          </p:nvSpPr>
          <p:spPr>
            <a:xfrm>
              <a:off x="1068" y="1824"/>
              <a:ext cx="404" cy="337"/>
            </a:xfrm>
            <a:prstGeom prst="rect">
              <a:avLst/>
            </a:prstGeom>
            <a:solidFill>
              <a:srgbClr val="FFFFFF"/>
            </a:solidFill>
            <a:ln w="19050" cap="flat" cmpd="sng">
              <a:solidFill>
                <a:srgbClr val="000000"/>
              </a:solidFill>
              <a:prstDash val="solid"/>
              <a:miter/>
              <a:headEnd type="none" w="med" len="med"/>
              <a:tailEnd type="none" w="med" len="med"/>
            </a:ln>
          </p:spPr>
          <p:txBody>
            <a:bodyPr lIns="0" tIns="0" rIns="0" bIns="0"/>
            <a:p>
              <a:pPr algn="ctr" eaLnBrk="0" hangingPunct="0"/>
              <a:r>
                <a:rPr lang="en-US" altLang="zh-CN" sz="1800" dirty="0">
                  <a:latin typeface="黑体" panose="02010609060101010101" pitchFamily="49" charset="-122"/>
                </a:rPr>
                <a:t>XXX</a:t>
              </a:r>
              <a:endParaRPr lang="en-US" altLang="zh-CN" sz="1800" dirty="0">
                <a:latin typeface="黑体" panose="02010609060101010101" pitchFamily="49" charset="-122"/>
              </a:endParaRPr>
            </a:p>
          </p:txBody>
        </p:sp>
        <p:sp>
          <p:nvSpPr>
            <p:cNvPr id="77831" name="Text Box 8"/>
            <p:cNvSpPr txBox="1"/>
            <p:nvPr/>
          </p:nvSpPr>
          <p:spPr>
            <a:xfrm>
              <a:off x="1068" y="1104"/>
              <a:ext cx="404" cy="296"/>
            </a:xfrm>
            <a:prstGeom prst="rect">
              <a:avLst/>
            </a:prstGeom>
            <a:solidFill>
              <a:srgbClr val="FFFFFF"/>
            </a:solidFill>
            <a:ln w="19050">
              <a:noFill/>
            </a:ln>
          </p:spPr>
          <p:txBody>
            <a:bodyPr lIns="0" tIns="0" rIns="0" bIns="0"/>
            <a:p>
              <a:pPr algn="ctr" eaLnBrk="0" hangingPunct="0"/>
              <a:r>
                <a:rPr lang="zh-CN" altLang="en-US" sz="1800" dirty="0">
                  <a:solidFill>
                    <a:srgbClr val="0033CC"/>
                  </a:solidFill>
                  <a:latin typeface="黑体" panose="02010609060101010101" pitchFamily="49" charset="-122"/>
                </a:rPr>
                <a:t>始址</a:t>
              </a:r>
              <a:endParaRPr lang="zh-CN" altLang="en-US" sz="1800" dirty="0">
                <a:solidFill>
                  <a:srgbClr val="0033CC"/>
                </a:solidFill>
                <a:latin typeface="黑体" panose="02010609060101010101" pitchFamily="49" charset="-122"/>
              </a:endParaRPr>
            </a:p>
          </p:txBody>
        </p:sp>
        <p:sp>
          <p:nvSpPr>
            <p:cNvPr id="77832" name="Text Box 9"/>
            <p:cNvSpPr txBox="1"/>
            <p:nvPr/>
          </p:nvSpPr>
          <p:spPr>
            <a:xfrm>
              <a:off x="576" y="1489"/>
              <a:ext cx="384" cy="287"/>
            </a:xfrm>
            <a:prstGeom prst="rect">
              <a:avLst/>
            </a:prstGeom>
            <a:solidFill>
              <a:srgbClr val="FFFFFF"/>
            </a:solidFill>
            <a:ln w="19050">
              <a:noFill/>
            </a:ln>
          </p:spPr>
          <p:txBody>
            <a:bodyPr lIns="0" tIns="0" rIns="0" bIns="0"/>
            <a:p>
              <a:pPr algn="ctr" eaLnBrk="0" hangingPunct="0"/>
              <a:r>
                <a:rPr lang="zh-CN" altLang="en-US" sz="1800" dirty="0">
                  <a:latin typeface="黑体" panose="02010609060101010101" pitchFamily="49" charset="-122"/>
                </a:rPr>
                <a:t>第</a:t>
              </a:r>
              <a:r>
                <a:rPr lang="en-US" altLang="zh-CN" sz="1800" dirty="0">
                  <a:latin typeface="黑体" panose="02010609060101010101" pitchFamily="49" charset="-122"/>
                </a:rPr>
                <a:t>0</a:t>
              </a:r>
              <a:r>
                <a:rPr lang="zh-CN" altLang="en-US" sz="1800" dirty="0">
                  <a:latin typeface="黑体" panose="02010609060101010101" pitchFamily="49" charset="-122"/>
                </a:rPr>
                <a:t>段</a:t>
              </a:r>
              <a:endParaRPr lang="zh-CN" altLang="en-US" sz="1800" dirty="0">
                <a:latin typeface="黑体" panose="02010609060101010101" pitchFamily="49" charset="-122"/>
              </a:endParaRPr>
            </a:p>
          </p:txBody>
        </p:sp>
        <p:sp>
          <p:nvSpPr>
            <p:cNvPr id="77833" name="Text Box 10"/>
            <p:cNvSpPr txBox="1"/>
            <p:nvPr/>
          </p:nvSpPr>
          <p:spPr>
            <a:xfrm>
              <a:off x="576" y="1828"/>
              <a:ext cx="384" cy="188"/>
            </a:xfrm>
            <a:prstGeom prst="rect">
              <a:avLst/>
            </a:prstGeom>
            <a:solidFill>
              <a:srgbClr val="FFFFFF"/>
            </a:solidFill>
            <a:ln w="19050">
              <a:noFill/>
            </a:ln>
          </p:spPr>
          <p:txBody>
            <a:bodyPr lIns="0" tIns="0" rIns="0" bIns="0"/>
            <a:p>
              <a:pPr algn="ctr" eaLnBrk="0" hangingPunct="0"/>
              <a:r>
                <a:rPr lang="zh-CN" altLang="en-US" sz="1800" dirty="0">
                  <a:latin typeface="黑体" panose="02010609060101010101" pitchFamily="49" charset="-122"/>
                </a:rPr>
                <a:t>第</a:t>
              </a:r>
              <a:r>
                <a:rPr lang="en-US" altLang="zh-CN" sz="1800" dirty="0">
                  <a:latin typeface="黑体" panose="02010609060101010101" pitchFamily="49" charset="-122"/>
                </a:rPr>
                <a:t>1</a:t>
              </a:r>
              <a:r>
                <a:rPr lang="zh-CN" altLang="en-US" sz="1800" dirty="0">
                  <a:latin typeface="黑体" panose="02010609060101010101" pitchFamily="49" charset="-122"/>
                </a:rPr>
                <a:t>段</a:t>
              </a:r>
              <a:endParaRPr lang="zh-CN" altLang="en-US" sz="1800" dirty="0">
                <a:latin typeface="黑体" panose="02010609060101010101" pitchFamily="49" charset="-122"/>
              </a:endParaRPr>
            </a:p>
          </p:txBody>
        </p:sp>
        <p:sp>
          <p:nvSpPr>
            <p:cNvPr id="77834" name="Text Box 11"/>
            <p:cNvSpPr txBox="1"/>
            <p:nvPr/>
          </p:nvSpPr>
          <p:spPr>
            <a:xfrm>
              <a:off x="624" y="1104"/>
              <a:ext cx="384" cy="240"/>
            </a:xfrm>
            <a:prstGeom prst="rect">
              <a:avLst/>
            </a:prstGeom>
            <a:solidFill>
              <a:srgbClr val="FFFFFF"/>
            </a:solidFill>
            <a:ln w="19050">
              <a:noFill/>
            </a:ln>
          </p:spPr>
          <p:txBody>
            <a:bodyPr lIns="0" tIns="0" rIns="0" bIns="0"/>
            <a:p>
              <a:pPr algn="ctr" eaLnBrk="0" hangingPunct="0"/>
              <a:r>
                <a:rPr lang="zh-CN" altLang="en-US" sz="1800" dirty="0">
                  <a:solidFill>
                    <a:srgbClr val="0033CC"/>
                  </a:solidFill>
                  <a:latin typeface="黑体" panose="02010609060101010101" pitchFamily="49" charset="-122"/>
                </a:rPr>
                <a:t>段号</a:t>
              </a:r>
              <a:endParaRPr lang="zh-CN" altLang="en-US" sz="1800" dirty="0">
                <a:solidFill>
                  <a:srgbClr val="0033CC"/>
                </a:solidFill>
                <a:latin typeface="黑体" panose="02010609060101010101" pitchFamily="49" charset="-122"/>
              </a:endParaRPr>
            </a:p>
          </p:txBody>
        </p:sp>
        <p:sp>
          <p:nvSpPr>
            <p:cNvPr id="77835" name="Text Box 12"/>
            <p:cNvSpPr txBox="1"/>
            <p:nvPr/>
          </p:nvSpPr>
          <p:spPr>
            <a:xfrm>
              <a:off x="2480" y="1104"/>
              <a:ext cx="484" cy="337"/>
            </a:xfrm>
            <a:prstGeom prst="rect">
              <a:avLst/>
            </a:prstGeom>
            <a:solidFill>
              <a:srgbClr val="FFFFFF"/>
            </a:solidFill>
            <a:ln w="19050">
              <a:noFill/>
            </a:ln>
          </p:spPr>
          <p:txBody>
            <a:bodyPr lIns="0" tIns="0" rIns="0" bIns="0"/>
            <a:p>
              <a:pPr algn="ctr" eaLnBrk="0" hangingPunct="0"/>
              <a:r>
                <a:rPr lang="zh-CN" altLang="en-US" sz="1800" dirty="0">
                  <a:solidFill>
                    <a:srgbClr val="0033CC"/>
                  </a:solidFill>
                  <a:latin typeface="黑体" panose="02010609060101010101" pitchFamily="49" charset="-122"/>
                </a:rPr>
                <a:t>作业名</a:t>
              </a:r>
              <a:endParaRPr lang="zh-CN" altLang="en-US" sz="1800" dirty="0">
                <a:solidFill>
                  <a:srgbClr val="0033CC"/>
                </a:solidFill>
                <a:latin typeface="黑体" panose="02010609060101010101" pitchFamily="49" charset="-122"/>
              </a:endParaRPr>
            </a:p>
          </p:txBody>
        </p:sp>
        <p:sp>
          <p:nvSpPr>
            <p:cNvPr id="77836" name="Text Box 13"/>
            <p:cNvSpPr txBox="1"/>
            <p:nvPr/>
          </p:nvSpPr>
          <p:spPr>
            <a:xfrm>
              <a:off x="2480" y="1802"/>
              <a:ext cx="484" cy="357"/>
            </a:xfrm>
            <a:prstGeom prst="rect">
              <a:avLst/>
            </a:prstGeom>
            <a:solidFill>
              <a:srgbClr val="FFFFFF"/>
            </a:solidFill>
            <a:ln w="19050" cap="flat" cmpd="sng">
              <a:solidFill>
                <a:srgbClr val="000000"/>
              </a:solidFill>
              <a:prstDash val="solid"/>
              <a:miter/>
              <a:headEnd type="none" w="med" len="med"/>
              <a:tailEnd type="none" w="med" len="med"/>
            </a:ln>
          </p:spPr>
          <p:txBody>
            <a:bodyPr lIns="0" tIns="0" rIns="0" bIns="0"/>
            <a:p>
              <a:pPr algn="ctr" eaLnBrk="0" hangingPunct="0"/>
              <a:r>
                <a:rPr lang="en-US" altLang="zh-CN" sz="1800" dirty="0">
                  <a:latin typeface="黑体" panose="02010609060101010101" pitchFamily="49" charset="-122"/>
                </a:rPr>
                <a:t>B</a:t>
              </a:r>
              <a:endParaRPr lang="en-US" altLang="zh-CN" sz="1800" dirty="0">
                <a:latin typeface="黑体" panose="02010609060101010101" pitchFamily="49" charset="-122"/>
              </a:endParaRPr>
            </a:p>
          </p:txBody>
        </p:sp>
        <p:sp>
          <p:nvSpPr>
            <p:cNvPr id="77837" name="Text Box 14"/>
            <p:cNvSpPr txBox="1"/>
            <p:nvPr/>
          </p:nvSpPr>
          <p:spPr>
            <a:xfrm>
              <a:off x="2480" y="1486"/>
              <a:ext cx="484" cy="338"/>
            </a:xfrm>
            <a:prstGeom prst="rect">
              <a:avLst/>
            </a:prstGeom>
            <a:solidFill>
              <a:srgbClr val="FFFFFF"/>
            </a:solidFill>
            <a:ln w="19050" cap="flat" cmpd="sng">
              <a:solidFill>
                <a:srgbClr val="000000"/>
              </a:solidFill>
              <a:prstDash val="solid"/>
              <a:miter/>
              <a:headEnd type="none" w="med" len="med"/>
              <a:tailEnd type="none" w="med" len="med"/>
            </a:ln>
          </p:spPr>
          <p:txBody>
            <a:bodyPr lIns="0" tIns="0" rIns="0" bIns="0"/>
            <a:p>
              <a:pPr algn="ctr" eaLnBrk="0" hangingPunct="0"/>
              <a:r>
                <a:rPr lang="en-US" altLang="zh-CN" sz="1800" dirty="0">
                  <a:latin typeface="黑体" panose="02010609060101010101" pitchFamily="49" charset="-122"/>
                </a:rPr>
                <a:t>A</a:t>
              </a:r>
              <a:endParaRPr lang="en-US" altLang="zh-CN" sz="1800" dirty="0">
                <a:latin typeface="黑体" panose="02010609060101010101" pitchFamily="49" charset="-122"/>
              </a:endParaRPr>
            </a:p>
          </p:txBody>
        </p:sp>
        <p:sp>
          <p:nvSpPr>
            <p:cNvPr id="77838" name="Text Box 15"/>
            <p:cNvSpPr txBox="1"/>
            <p:nvPr/>
          </p:nvSpPr>
          <p:spPr>
            <a:xfrm>
              <a:off x="2964" y="1105"/>
              <a:ext cx="606" cy="338"/>
            </a:xfrm>
            <a:prstGeom prst="rect">
              <a:avLst/>
            </a:prstGeom>
            <a:solidFill>
              <a:srgbClr val="FFFFFF"/>
            </a:solidFill>
            <a:ln w="19050">
              <a:noFill/>
            </a:ln>
          </p:spPr>
          <p:txBody>
            <a:bodyPr lIns="0" tIns="0" rIns="0" bIns="0"/>
            <a:p>
              <a:pPr algn="ctr" eaLnBrk="0" hangingPunct="0"/>
              <a:r>
                <a:rPr lang="zh-CN" altLang="en-US" sz="1800" dirty="0">
                  <a:solidFill>
                    <a:srgbClr val="0033CC"/>
                  </a:solidFill>
                  <a:latin typeface="黑体" panose="02010609060101010101" pitchFamily="49" charset="-122"/>
                </a:rPr>
                <a:t>段表始址</a:t>
              </a:r>
              <a:endParaRPr lang="zh-CN" altLang="en-US" sz="1800" dirty="0">
                <a:solidFill>
                  <a:srgbClr val="0033CC"/>
                </a:solidFill>
                <a:latin typeface="黑体" panose="02010609060101010101" pitchFamily="49" charset="-122"/>
              </a:endParaRPr>
            </a:p>
          </p:txBody>
        </p:sp>
        <p:sp>
          <p:nvSpPr>
            <p:cNvPr id="77839" name="Text Box 16"/>
            <p:cNvSpPr txBox="1"/>
            <p:nvPr/>
          </p:nvSpPr>
          <p:spPr>
            <a:xfrm>
              <a:off x="2964" y="1802"/>
              <a:ext cx="606" cy="357"/>
            </a:xfrm>
            <a:prstGeom prst="rect">
              <a:avLst/>
            </a:prstGeom>
            <a:solidFill>
              <a:srgbClr val="FFFFFF"/>
            </a:solidFill>
            <a:ln w="19050" cap="flat" cmpd="sng">
              <a:solidFill>
                <a:srgbClr val="000000"/>
              </a:solidFill>
              <a:prstDash val="solid"/>
              <a:miter/>
              <a:headEnd type="none" w="med" len="med"/>
              <a:tailEnd type="none" w="med" len="med"/>
            </a:ln>
          </p:spPr>
          <p:txBody>
            <a:bodyPr lIns="0" tIns="0" rIns="0" bIns="0"/>
            <a:p>
              <a:pPr algn="ctr" eaLnBrk="0" hangingPunct="0"/>
              <a:r>
                <a:rPr lang="en-US" altLang="zh-CN" sz="1800" dirty="0">
                  <a:latin typeface="黑体" panose="02010609060101010101" pitchFamily="49" charset="-122"/>
                </a:rPr>
                <a:t>XXX</a:t>
              </a:r>
              <a:endParaRPr lang="en-US" altLang="zh-CN" sz="1800" dirty="0">
                <a:latin typeface="黑体" panose="02010609060101010101" pitchFamily="49" charset="-122"/>
              </a:endParaRPr>
            </a:p>
          </p:txBody>
        </p:sp>
        <p:sp>
          <p:nvSpPr>
            <p:cNvPr id="77840" name="Text Box 17"/>
            <p:cNvSpPr txBox="1"/>
            <p:nvPr/>
          </p:nvSpPr>
          <p:spPr>
            <a:xfrm>
              <a:off x="2964" y="1486"/>
              <a:ext cx="607" cy="338"/>
            </a:xfrm>
            <a:prstGeom prst="rect">
              <a:avLst/>
            </a:prstGeom>
            <a:solidFill>
              <a:srgbClr val="FFFFFF"/>
            </a:solidFill>
            <a:ln w="19050" cap="flat" cmpd="sng">
              <a:solidFill>
                <a:srgbClr val="000000"/>
              </a:solidFill>
              <a:prstDash val="solid"/>
              <a:miter/>
              <a:headEnd type="none" w="med" len="med"/>
              <a:tailEnd type="none" w="med" len="med"/>
            </a:ln>
          </p:spPr>
          <p:txBody>
            <a:bodyPr lIns="0" tIns="0" rIns="0" bIns="0"/>
            <a:p>
              <a:pPr algn="ctr" eaLnBrk="0" hangingPunct="0"/>
              <a:r>
                <a:rPr lang="en-US" altLang="zh-CN" sz="1800" dirty="0">
                  <a:latin typeface="黑体" panose="02010609060101010101" pitchFamily="49" charset="-122"/>
                </a:rPr>
                <a:t>XXX</a:t>
              </a:r>
              <a:endParaRPr lang="en-US" altLang="zh-CN" sz="1800" dirty="0">
                <a:latin typeface="黑体" panose="02010609060101010101" pitchFamily="49" charset="-122"/>
              </a:endParaRPr>
            </a:p>
          </p:txBody>
        </p:sp>
        <p:sp>
          <p:nvSpPr>
            <p:cNvPr id="77841" name="Text Box 18"/>
            <p:cNvSpPr txBox="1"/>
            <p:nvPr/>
          </p:nvSpPr>
          <p:spPr>
            <a:xfrm>
              <a:off x="3570" y="1105"/>
              <a:ext cx="606" cy="338"/>
            </a:xfrm>
            <a:prstGeom prst="rect">
              <a:avLst/>
            </a:prstGeom>
            <a:solidFill>
              <a:srgbClr val="FFFFFF"/>
            </a:solidFill>
            <a:ln w="19050">
              <a:noFill/>
            </a:ln>
          </p:spPr>
          <p:txBody>
            <a:bodyPr lIns="0" tIns="0" rIns="0" bIns="0"/>
            <a:p>
              <a:pPr algn="ctr" eaLnBrk="0" hangingPunct="0"/>
              <a:r>
                <a:rPr lang="zh-CN" altLang="en-US" sz="1800" dirty="0">
                  <a:solidFill>
                    <a:srgbClr val="0033CC"/>
                  </a:solidFill>
                  <a:latin typeface="Times New Roman" panose="02020603050405020304" pitchFamily="18" charset="0"/>
                </a:rPr>
                <a:t>段</a:t>
              </a:r>
              <a:r>
                <a:rPr lang="zh-CN" altLang="en-US" sz="1800" dirty="0">
                  <a:solidFill>
                    <a:srgbClr val="0033CC"/>
                  </a:solidFill>
                  <a:latin typeface="黑体" panose="02010609060101010101" pitchFamily="49" charset="-122"/>
                </a:rPr>
                <a:t>表长度</a:t>
              </a:r>
              <a:endParaRPr lang="zh-CN" altLang="en-US" sz="1800" dirty="0">
                <a:solidFill>
                  <a:srgbClr val="0033CC"/>
                </a:solidFill>
                <a:latin typeface="黑体" panose="02010609060101010101" pitchFamily="49" charset="-122"/>
              </a:endParaRPr>
            </a:p>
          </p:txBody>
        </p:sp>
        <p:sp>
          <p:nvSpPr>
            <p:cNvPr id="77842" name="Text Box 19"/>
            <p:cNvSpPr txBox="1"/>
            <p:nvPr/>
          </p:nvSpPr>
          <p:spPr>
            <a:xfrm>
              <a:off x="3570" y="1824"/>
              <a:ext cx="606" cy="323"/>
            </a:xfrm>
            <a:prstGeom prst="rect">
              <a:avLst/>
            </a:prstGeom>
            <a:solidFill>
              <a:srgbClr val="FFFFFF"/>
            </a:solidFill>
            <a:ln w="19050" cap="flat" cmpd="sng">
              <a:solidFill>
                <a:srgbClr val="000000"/>
              </a:solidFill>
              <a:prstDash val="solid"/>
              <a:miter/>
              <a:headEnd type="none" w="med" len="med"/>
              <a:tailEnd type="none" w="med" len="med"/>
            </a:ln>
          </p:spPr>
          <p:txBody>
            <a:bodyPr lIns="0" tIns="0" rIns="0" bIns="0"/>
            <a:p>
              <a:pPr algn="ctr" eaLnBrk="0" hangingPunct="0"/>
              <a:r>
                <a:rPr lang="en-US" altLang="zh-CN" sz="1800" dirty="0">
                  <a:latin typeface="黑体" panose="02010609060101010101" pitchFamily="49" charset="-122"/>
                </a:rPr>
                <a:t>XX</a:t>
              </a:r>
              <a:endParaRPr lang="en-US" altLang="zh-CN" sz="1800" dirty="0">
                <a:latin typeface="黑体" panose="02010609060101010101" pitchFamily="49" charset="-122"/>
              </a:endParaRPr>
            </a:p>
          </p:txBody>
        </p:sp>
        <p:sp>
          <p:nvSpPr>
            <p:cNvPr id="77843" name="Text Box 20"/>
            <p:cNvSpPr txBox="1"/>
            <p:nvPr/>
          </p:nvSpPr>
          <p:spPr>
            <a:xfrm>
              <a:off x="3571" y="1485"/>
              <a:ext cx="605" cy="339"/>
            </a:xfrm>
            <a:prstGeom prst="rect">
              <a:avLst/>
            </a:prstGeom>
            <a:solidFill>
              <a:srgbClr val="FFFFFF"/>
            </a:solidFill>
            <a:ln w="19050" cap="flat" cmpd="sng">
              <a:solidFill>
                <a:srgbClr val="000000"/>
              </a:solidFill>
              <a:prstDash val="solid"/>
              <a:miter/>
              <a:headEnd type="none" w="med" len="med"/>
              <a:tailEnd type="none" w="med" len="med"/>
            </a:ln>
          </p:spPr>
          <p:txBody>
            <a:bodyPr lIns="0" tIns="0" rIns="0" bIns="0"/>
            <a:p>
              <a:pPr algn="ctr" eaLnBrk="0" hangingPunct="0"/>
              <a:r>
                <a:rPr lang="en-US" altLang="zh-CN" sz="1800" dirty="0">
                  <a:latin typeface="黑体" panose="02010609060101010101" pitchFamily="49" charset="-122"/>
                </a:rPr>
                <a:t>XX</a:t>
              </a:r>
              <a:endParaRPr lang="en-US" altLang="zh-CN" sz="1800" dirty="0">
                <a:latin typeface="黑体" panose="02010609060101010101" pitchFamily="49" charset="-122"/>
              </a:endParaRPr>
            </a:p>
          </p:txBody>
        </p:sp>
        <p:sp>
          <p:nvSpPr>
            <p:cNvPr id="77844" name="Text Box 21"/>
            <p:cNvSpPr txBox="1"/>
            <p:nvPr/>
          </p:nvSpPr>
          <p:spPr>
            <a:xfrm>
              <a:off x="3016" y="2661"/>
              <a:ext cx="680" cy="267"/>
            </a:xfrm>
            <a:prstGeom prst="rect">
              <a:avLst/>
            </a:prstGeom>
            <a:solidFill>
              <a:srgbClr val="FFFFFF"/>
            </a:solidFill>
            <a:ln w="19050">
              <a:noFill/>
            </a:ln>
          </p:spPr>
          <p:txBody>
            <a:bodyPr lIns="0" tIns="0" rIns="0" bIns="0"/>
            <a:p>
              <a:pPr algn="ctr" eaLnBrk="0" hangingPunct="0"/>
              <a:r>
                <a:rPr lang="zh-CN" altLang="en-US" sz="1800" dirty="0">
                  <a:solidFill>
                    <a:srgbClr val="FF0000"/>
                  </a:solidFill>
                  <a:latin typeface="黑体" panose="02010609060101010101" pitchFamily="49" charset="-122"/>
                </a:rPr>
                <a:t>作业表</a:t>
              </a:r>
              <a:endParaRPr lang="zh-CN" altLang="en-US" sz="1800" dirty="0">
                <a:solidFill>
                  <a:srgbClr val="FF0000"/>
                </a:solidFill>
                <a:latin typeface="黑体" panose="02010609060101010101" pitchFamily="49" charset="-122"/>
              </a:endParaRPr>
            </a:p>
          </p:txBody>
        </p:sp>
        <p:sp>
          <p:nvSpPr>
            <p:cNvPr id="77845" name="Text Box 22"/>
            <p:cNvSpPr txBox="1"/>
            <p:nvPr/>
          </p:nvSpPr>
          <p:spPr>
            <a:xfrm>
              <a:off x="1153" y="2661"/>
              <a:ext cx="527" cy="267"/>
            </a:xfrm>
            <a:prstGeom prst="rect">
              <a:avLst/>
            </a:prstGeom>
            <a:solidFill>
              <a:srgbClr val="FFFFFF"/>
            </a:solidFill>
            <a:ln w="19050">
              <a:noFill/>
            </a:ln>
          </p:spPr>
          <p:txBody>
            <a:bodyPr lIns="0" tIns="0" rIns="0" bIns="0"/>
            <a:p>
              <a:pPr algn="ctr" eaLnBrk="0" hangingPunct="0"/>
              <a:r>
                <a:rPr lang="zh-CN" altLang="en-US" sz="1800" dirty="0">
                  <a:solidFill>
                    <a:srgbClr val="FF0000"/>
                  </a:solidFill>
                  <a:latin typeface="黑体" panose="02010609060101010101" pitchFamily="49" charset="-122"/>
                </a:rPr>
                <a:t>段表</a:t>
              </a:r>
              <a:endParaRPr lang="zh-CN" altLang="en-US" sz="1800" dirty="0">
                <a:solidFill>
                  <a:srgbClr val="FF0000"/>
                </a:solidFill>
                <a:latin typeface="黑体" panose="02010609060101010101" pitchFamily="49" charset="-122"/>
              </a:endParaRPr>
            </a:p>
            <a:p>
              <a:pPr algn="ctr" eaLnBrk="0" hangingPunct="0"/>
              <a:endParaRPr lang="zh-CN" altLang="en-US" sz="1800" dirty="0">
                <a:solidFill>
                  <a:srgbClr val="FF0000"/>
                </a:solidFill>
                <a:latin typeface="黑体" panose="02010609060101010101" pitchFamily="49" charset="-122"/>
              </a:endParaRPr>
            </a:p>
          </p:txBody>
        </p:sp>
        <p:sp>
          <p:nvSpPr>
            <p:cNvPr id="77846" name="Text Box 23"/>
            <p:cNvSpPr txBox="1"/>
            <p:nvPr/>
          </p:nvSpPr>
          <p:spPr>
            <a:xfrm>
              <a:off x="2479" y="2147"/>
              <a:ext cx="486" cy="358"/>
            </a:xfrm>
            <a:prstGeom prst="rect">
              <a:avLst/>
            </a:prstGeom>
            <a:solidFill>
              <a:srgbClr val="FFFFFF"/>
            </a:solidFill>
            <a:ln w="19050" cap="flat" cmpd="sng">
              <a:solidFill>
                <a:srgbClr val="000000"/>
              </a:solidFill>
              <a:prstDash val="solid"/>
              <a:miter/>
              <a:headEnd type="none" w="med" len="med"/>
              <a:tailEnd type="none" w="med" len="med"/>
            </a:ln>
          </p:spPr>
          <p:txBody>
            <a:bodyPr lIns="0" tIns="0" rIns="0" bIns="0"/>
            <a:p>
              <a:pPr algn="ctr" eaLnBrk="0" hangingPunct="0"/>
              <a:r>
                <a:rPr lang="en-US" altLang="zh-CN" sz="700" dirty="0">
                  <a:solidFill>
                    <a:srgbClr val="FF0000"/>
                  </a:solidFill>
                  <a:latin typeface="Times New Roman" panose="02020603050405020304" pitchFamily="18" charset="0"/>
                  <a:ea typeface="华文新魏" panose="02010800040101010101" pitchFamily="2" charset="-122"/>
                </a:rPr>
                <a:t>…</a:t>
              </a:r>
              <a:endParaRPr lang="en-US" altLang="zh-CN" sz="700" dirty="0">
                <a:solidFill>
                  <a:srgbClr val="FF0000"/>
                </a:solidFill>
                <a:latin typeface="华文新魏" panose="02010800040101010101" pitchFamily="2" charset="-122"/>
                <a:ea typeface="华文新魏" panose="02010800040101010101" pitchFamily="2" charset="-122"/>
              </a:endParaRPr>
            </a:p>
          </p:txBody>
        </p:sp>
        <p:sp>
          <p:nvSpPr>
            <p:cNvPr id="77847" name="Text Box 24"/>
            <p:cNvSpPr txBox="1"/>
            <p:nvPr/>
          </p:nvSpPr>
          <p:spPr>
            <a:xfrm>
              <a:off x="2963" y="2147"/>
              <a:ext cx="606" cy="358"/>
            </a:xfrm>
            <a:prstGeom prst="rect">
              <a:avLst/>
            </a:prstGeom>
            <a:solidFill>
              <a:srgbClr val="FFFFFF"/>
            </a:solidFill>
            <a:ln w="19050" cap="flat" cmpd="sng">
              <a:solidFill>
                <a:srgbClr val="000000"/>
              </a:solidFill>
              <a:prstDash val="solid"/>
              <a:miter/>
              <a:headEnd type="none" w="med" len="med"/>
              <a:tailEnd type="none" w="med" len="med"/>
            </a:ln>
          </p:spPr>
          <p:txBody>
            <a:bodyPr lIns="0" tIns="0" rIns="0" bIns="0"/>
            <a:p>
              <a:pPr algn="ctr" eaLnBrk="0" hangingPunct="0"/>
              <a:r>
                <a:rPr lang="en-US" altLang="zh-CN" sz="700" dirty="0">
                  <a:solidFill>
                    <a:srgbClr val="FF0000"/>
                  </a:solidFill>
                  <a:latin typeface="Times New Roman" panose="02020603050405020304" pitchFamily="18" charset="0"/>
                  <a:ea typeface="华文新魏" panose="02010800040101010101" pitchFamily="2" charset="-122"/>
                </a:rPr>
                <a:t>…</a:t>
              </a:r>
              <a:endParaRPr lang="en-US" altLang="zh-CN" sz="700" dirty="0">
                <a:solidFill>
                  <a:srgbClr val="FF0000"/>
                </a:solidFill>
                <a:latin typeface="华文新魏" panose="02010800040101010101" pitchFamily="2" charset="-122"/>
                <a:ea typeface="华文新魏" panose="02010800040101010101" pitchFamily="2" charset="-122"/>
              </a:endParaRPr>
            </a:p>
          </p:txBody>
        </p:sp>
        <p:sp>
          <p:nvSpPr>
            <p:cNvPr id="77848" name="Text Box 25"/>
            <p:cNvSpPr txBox="1"/>
            <p:nvPr/>
          </p:nvSpPr>
          <p:spPr>
            <a:xfrm>
              <a:off x="3571" y="2147"/>
              <a:ext cx="605" cy="358"/>
            </a:xfrm>
            <a:prstGeom prst="rect">
              <a:avLst/>
            </a:prstGeom>
            <a:solidFill>
              <a:srgbClr val="FFFFFF"/>
            </a:solidFill>
            <a:ln w="19050" cap="flat" cmpd="sng">
              <a:solidFill>
                <a:srgbClr val="000000"/>
              </a:solidFill>
              <a:prstDash val="solid"/>
              <a:miter/>
              <a:headEnd type="none" w="med" len="med"/>
              <a:tailEnd type="none" w="med" len="med"/>
            </a:ln>
          </p:spPr>
          <p:txBody>
            <a:bodyPr lIns="0" tIns="0" rIns="0" bIns="0"/>
            <a:p>
              <a:pPr algn="ctr" eaLnBrk="0" hangingPunct="0"/>
              <a:r>
                <a:rPr lang="en-US" altLang="zh-CN" sz="700" dirty="0">
                  <a:solidFill>
                    <a:srgbClr val="FF0000"/>
                  </a:solidFill>
                  <a:latin typeface="Times New Roman" panose="02020603050405020304" pitchFamily="18" charset="0"/>
                  <a:ea typeface="华文新魏" panose="02010800040101010101" pitchFamily="2" charset="-122"/>
                </a:rPr>
                <a:t>…</a:t>
              </a:r>
              <a:endParaRPr lang="en-US" altLang="zh-CN" sz="700" dirty="0">
                <a:solidFill>
                  <a:srgbClr val="FF0000"/>
                </a:solidFill>
                <a:latin typeface="华文新魏" panose="02010800040101010101" pitchFamily="2" charset="-122"/>
                <a:ea typeface="华文新魏" panose="02010800040101010101" pitchFamily="2" charset="-122"/>
              </a:endParaRPr>
            </a:p>
          </p:txBody>
        </p:sp>
        <p:sp>
          <p:nvSpPr>
            <p:cNvPr id="77849" name="Text Box 26"/>
            <p:cNvSpPr txBox="1"/>
            <p:nvPr/>
          </p:nvSpPr>
          <p:spPr>
            <a:xfrm>
              <a:off x="1469" y="1485"/>
              <a:ext cx="410" cy="339"/>
            </a:xfrm>
            <a:prstGeom prst="rect">
              <a:avLst/>
            </a:prstGeom>
            <a:solidFill>
              <a:srgbClr val="FFFFFF"/>
            </a:solidFill>
            <a:ln w="19050" cap="flat" cmpd="sng">
              <a:solidFill>
                <a:srgbClr val="000000"/>
              </a:solidFill>
              <a:prstDash val="solid"/>
              <a:miter/>
              <a:headEnd type="none" w="med" len="med"/>
              <a:tailEnd type="none" w="med" len="med"/>
            </a:ln>
          </p:spPr>
          <p:txBody>
            <a:bodyPr lIns="0" tIns="0" rIns="0" bIns="0"/>
            <a:p>
              <a:pPr algn="ctr" eaLnBrk="0" hangingPunct="0"/>
              <a:r>
                <a:rPr lang="en-US" altLang="zh-CN" sz="1800" dirty="0">
                  <a:latin typeface="黑体" panose="02010609060101010101" pitchFamily="49" charset="-122"/>
                </a:rPr>
                <a:t>XXX</a:t>
              </a:r>
              <a:endParaRPr lang="en-US" altLang="zh-CN" sz="1800" dirty="0">
                <a:latin typeface="黑体" panose="02010609060101010101" pitchFamily="49" charset="-122"/>
              </a:endParaRPr>
            </a:p>
          </p:txBody>
        </p:sp>
        <p:sp>
          <p:nvSpPr>
            <p:cNvPr id="77850" name="Text Box 27"/>
            <p:cNvSpPr txBox="1"/>
            <p:nvPr/>
          </p:nvSpPr>
          <p:spPr>
            <a:xfrm>
              <a:off x="1469" y="2163"/>
              <a:ext cx="410" cy="339"/>
            </a:xfrm>
            <a:prstGeom prst="rect">
              <a:avLst/>
            </a:prstGeom>
            <a:solidFill>
              <a:srgbClr val="FFFFFF"/>
            </a:solidFill>
            <a:ln w="19050" cap="flat" cmpd="sng">
              <a:solidFill>
                <a:srgbClr val="000000"/>
              </a:solidFill>
              <a:prstDash val="solid"/>
              <a:miter/>
              <a:headEnd type="none" w="med" len="med"/>
              <a:tailEnd type="none" w="med" len="med"/>
            </a:ln>
          </p:spPr>
          <p:txBody>
            <a:bodyPr lIns="0" tIns="0" rIns="0" bIns="0"/>
            <a:p>
              <a:pPr algn="ctr" eaLnBrk="0" hangingPunct="0"/>
              <a:r>
                <a:rPr lang="en-US" altLang="zh-CN" sz="700" dirty="0">
                  <a:solidFill>
                    <a:srgbClr val="FF0000"/>
                  </a:solidFill>
                  <a:latin typeface="Times New Roman" panose="02020603050405020304" pitchFamily="18" charset="0"/>
                  <a:ea typeface="华文新魏" panose="02010800040101010101" pitchFamily="2" charset="-122"/>
                </a:rPr>
                <a:t>…</a:t>
              </a:r>
              <a:endParaRPr lang="en-US" altLang="zh-CN" sz="700" dirty="0">
                <a:solidFill>
                  <a:srgbClr val="FF0000"/>
                </a:solidFill>
                <a:latin typeface="华文新魏" panose="02010800040101010101" pitchFamily="2" charset="-122"/>
                <a:ea typeface="华文新魏" panose="02010800040101010101" pitchFamily="2" charset="-122"/>
              </a:endParaRPr>
            </a:p>
          </p:txBody>
        </p:sp>
        <p:sp>
          <p:nvSpPr>
            <p:cNvPr id="77851" name="Text Box 28"/>
            <p:cNvSpPr txBox="1"/>
            <p:nvPr/>
          </p:nvSpPr>
          <p:spPr>
            <a:xfrm>
              <a:off x="1469" y="1824"/>
              <a:ext cx="404" cy="336"/>
            </a:xfrm>
            <a:prstGeom prst="rect">
              <a:avLst/>
            </a:prstGeom>
            <a:solidFill>
              <a:srgbClr val="FFFFFF"/>
            </a:solidFill>
            <a:ln w="19050" cap="flat" cmpd="sng">
              <a:solidFill>
                <a:srgbClr val="000000"/>
              </a:solidFill>
              <a:prstDash val="solid"/>
              <a:miter/>
              <a:headEnd type="none" w="med" len="med"/>
              <a:tailEnd type="none" w="med" len="med"/>
            </a:ln>
          </p:spPr>
          <p:txBody>
            <a:bodyPr lIns="0" tIns="0" rIns="0" bIns="0"/>
            <a:p>
              <a:pPr algn="ctr" eaLnBrk="0" hangingPunct="0"/>
              <a:r>
                <a:rPr lang="en-US" altLang="zh-CN" sz="1800" dirty="0">
                  <a:latin typeface="黑体" panose="02010609060101010101" pitchFamily="49" charset="-122"/>
                </a:rPr>
                <a:t>XXX</a:t>
              </a:r>
              <a:endParaRPr lang="en-US" altLang="zh-CN" sz="1800" dirty="0">
                <a:latin typeface="黑体" panose="02010609060101010101" pitchFamily="49" charset="-122"/>
              </a:endParaRPr>
            </a:p>
          </p:txBody>
        </p:sp>
        <p:sp>
          <p:nvSpPr>
            <p:cNvPr id="77852" name="Text Box 29"/>
            <p:cNvSpPr txBox="1"/>
            <p:nvPr/>
          </p:nvSpPr>
          <p:spPr>
            <a:xfrm>
              <a:off x="1475" y="1111"/>
              <a:ext cx="404" cy="296"/>
            </a:xfrm>
            <a:prstGeom prst="rect">
              <a:avLst/>
            </a:prstGeom>
            <a:solidFill>
              <a:srgbClr val="FFFFFF"/>
            </a:solidFill>
            <a:ln w="19050">
              <a:noFill/>
            </a:ln>
          </p:spPr>
          <p:txBody>
            <a:bodyPr lIns="0" tIns="0" rIns="0" bIns="0"/>
            <a:p>
              <a:pPr algn="ctr" eaLnBrk="0" hangingPunct="0"/>
              <a:r>
                <a:rPr lang="zh-CN" altLang="en-US" sz="1800" dirty="0">
                  <a:solidFill>
                    <a:srgbClr val="0033CC"/>
                  </a:solidFill>
                  <a:latin typeface="黑体" panose="02010609060101010101" pitchFamily="49" charset="-122"/>
                </a:rPr>
                <a:t>长度</a:t>
              </a:r>
              <a:endParaRPr lang="zh-CN" altLang="en-US" sz="1800" dirty="0">
                <a:solidFill>
                  <a:srgbClr val="0033CC"/>
                </a:solidFill>
                <a:latin typeface="黑体" panose="02010609060101010101" pitchFamily="49" charset="-122"/>
              </a:endParaRPr>
            </a:p>
          </p:txBody>
        </p:sp>
        <p:sp>
          <p:nvSpPr>
            <p:cNvPr id="77853" name="Text Box 30"/>
            <p:cNvSpPr txBox="1"/>
            <p:nvPr/>
          </p:nvSpPr>
          <p:spPr>
            <a:xfrm>
              <a:off x="576" y="2160"/>
              <a:ext cx="384" cy="188"/>
            </a:xfrm>
            <a:prstGeom prst="rect">
              <a:avLst/>
            </a:prstGeom>
            <a:solidFill>
              <a:srgbClr val="FFFFFF"/>
            </a:solidFill>
            <a:ln w="19050">
              <a:noFill/>
            </a:ln>
          </p:spPr>
          <p:txBody>
            <a:bodyPr lIns="0" tIns="0" rIns="0" bIns="0"/>
            <a:p>
              <a:pPr algn="ctr" eaLnBrk="0" hangingPunct="0"/>
              <a:r>
                <a:rPr lang="zh-CN" altLang="en-US" sz="1800" dirty="0">
                  <a:latin typeface="黑体" panose="02010609060101010101" pitchFamily="49" charset="-122"/>
                </a:rPr>
                <a:t>第</a:t>
              </a:r>
              <a:r>
                <a:rPr lang="en-US" altLang="zh-CN" sz="1800" dirty="0">
                  <a:latin typeface="黑体" panose="02010609060101010101" pitchFamily="49" charset="-122"/>
                </a:rPr>
                <a:t>2</a:t>
              </a:r>
              <a:r>
                <a:rPr lang="zh-CN" altLang="en-US" sz="1800" dirty="0">
                  <a:latin typeface="黑体" panose="02010609060101010101" pitchFamily="49" charset="-122"/>
                </a:rPr>
                <a:t>段</a:t>
              </a:r>
              <a:endParaRPr lang="zh-CN" altLang="en-US" sz="1800" dirty="0">
                <a:latin typeface="黑体" panose="02010609060101010101" pitchFamily="49" charset="-122"/>
              </a:endParaRPr>
            </a:p>
          </p:txBody>
        </p:sp>
      </p:grpSp>
    </p:spTree>
  </p:cSld>
  <p:clrMapOvr>
    <a:masterClrMapping/>
  </p:clrMapOvr>
  <p:transition>
    <p:dissolve/>
  </p:transition>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8850" name="Rectangle 2"/>
          <p:cNvSpPr>
            <a:spLocks noGrp="1"/>
          </p:cNvSpPr>
          <p:nvPr>
            <p:ph type="title"/>
          </p:nvPr>
        </p:nvSpPr>
        <p:spPr>
          <a:xfrm>
            <a:off x="1295400" y="228600"/>
            <a:ext cx="7773988" cy="990600"/>
          </a:xfrm>
          <a:ln/>
        </p:spPr>
        <p:txBody>
          <a:bodyPr vert="horz" wrap="square" lIns="91440" tIns="45720" rIns="91440" bIns="45720" anchor="ctr" anchorCtr="0"/>
          <a:p>
            <a:r>
              <a:rPr lang="en-US" altLang="zh-CN" dirty="0"/>
              <a:t>4.4.2 </a:t>
            </a:r>
            <a:r>
              <a:rPr lang="zh-CN" altLang="en-US" dirty="0"/>
              <a:t>分段式存储管理的基本原理</a:t>
            </a:r>
            <a:endParaRPr lang="en-US" altLang="zh-CN" dirty="0"/>
          </a:p>
        </p:txBody>
      </p:sp>
      <p:sp>
        <p:nvSpPr>
          <p:cNvPr id="78851" name="Rectangle 3"/>
          <p:cNvSpPr>
            <a:spLocks noGrp="1"/>
          </p:cNvSpPr>
          <p:nvPr>
            <p:ph idx="1"/>
          </p:nvPr>
        </p:nvSpPr>
        <p:spPr>
          <a:xfrm>
            <a:off x="1143000" y="1219200"/>
            <a:ext cx="7392988" cy="684213"/>
          </a:xfrm>
          <a:ln/>
        </p:spPr>
        <p:txBody>
          <a:bodyPr vert="horz" wrap="square" lIns="91440" tIns="45720" rIns="91440" bIns="45720" anchor="t" anchorCtr="0"/>
          <a:p>
            <a:pPr algn="just"/>
            <a:r>
              <a:rPr lang="zh-CN" altLang="en-US" dirty="0">
                <a:latin typeface="黑体" panose="02010609060101010101" pitchFamily="49" charset="-122"/>
              </a:rPr>
              <a:t>地址转换和存储保护</a:t>
            </a:r>
            <a:r>
              <a:rPr lang="zh-CN" altLang="en-US" sz="2800" dirty="0">
                <a:latin typeface="黑体" panose="02010609060101010101" pitchFamily="49" charset="-122"/>
              </a:rPr>
              <a:t> </a:t>
            </a:r>
            <a:endParaRPr lang="zh-CN" altLang="en-US" sz="2800" dirty="0">
              <a:latin typeface="黑体" panose="02010609060101010101" pitchFamily="49" charset="-122"/>
            </a:endParaRPr>
          </a:p>
        </p:txBody>
      </p:sp>
      <p:grpSp>
        <p:nvGrpSpPr>
          <p:cNvPr id="78852" name="Group 50"/>
          <p:cNvGrpSpPr/>
          <p:nvPr/>
        </p:nvGrpSpPr>
        <p:grpSpPr>
          <a:xfrm>
            <a:off x="228600" y="1979613"/>
            <a:ext cx="8712200" cy="4341812"/>
            <a:chOff x="144" y="1248"/>
            <a:chExt cx="5487" cy="2736"/>
          </a:xfrm>
        </p:grpSpPr>
        <p:sp>
          <p:nvSpPr>
            <p:cNvPr id="78853" name="Text Box 5"/>
            <p:cNvSpPr txBox="1"/>
            <p:nvPr/>
          </p:nvSpPr>
          <p:spPr>
            <a:xfrm>
              <a:off x="549" y="1336"/>
              <a:ext cx="1487" cy="200"/>
            </a:xfrm>
            <a:prstGeom prst="rect">
              <a:avLst/>
            </a:prstGeom>
            <a:solidFill>
              <a:srgbClr val="FFFFFF"/>
            </a:solidFill>
            <a:ln w="9525">
              <a:noFill/>
            </a:ln>
          </p:spPr>
          <p:txBody>
            <a:bodyPr lIns="0" tIns="36000" rIns="0" bIns="0"/>
            <a:p>
              <a:pPr algn="just" eaLnBrk="0" hangingPunct="0"/>
              <a:r>
                <a:rPr lang="zh-CN" altLang="en-US" sz="1800" dirty="0">
                  <a:solidFill>
                    <a:srgbClr val="FF0000"/>
                  </a:solidFill>
                  <a:latin typeface="黑体" panose="02010609060101010101" pitchFamily="49" charset="-122"/>
                </a:rPr>
                <a:t>段控制寄存器</a:t>
              </a:r>
              <a:endParaRPr lang="zh-CN" altLang="en-US" sz="1800" dirty="0">
                <a:solidFill>
                  <a:srgbClr val="FF0000"/>
                </a:solidFill>
                <a:latin typeface="黑体" panose="02010609060101010101" pitchFamily="49" charset="-122"/>
              </a:endParaRPr>
            </a:p>
          </p:txBody>
        </p:sp>
        <p:sp>
          <p:nvSpPr>
            <p:cNvPr id="78854" name="Text Box 6"/>
            <p:cNvSpPr txBox="1"/>
            <p:nvPr/>
          </p:nvSpPr>
          <p:spPr>
            <a:xfrm>
              <a:off x="144" y="1601"/>
              <a:ext cx="2094" cy="271"/>
            </a:xfrm>
            <a:prstGeom prst="rect">
              <a:avLst/>
            </a:prstGeom>
            <a:solidFill>
              <a:srgbClr val="FFFFFF"/>
            </a:solidFill>
            <a:ln w="9525" cap="flat" cmpd="sng">
              <a:solidFill>
                <a:srgbClr val="000000"/>
              </a:solidFill>
              <a:prstDash val="solid"/>
              <a:miter/>
              <a:headEnd type="none" w="med" len="med"/>
              <a:tailEnd type="none" w="med" len="med"/>
            </a:ln>
          </p:spPr>
          <p:txBody>
            <a:bodyPr lIns="0" tIns="36000" rIns="0" bIns="0"/>
            <a:p>
              <a:pPr algn="just" eaLnBrk="0" hangingPunct="0"/>
              <a:r>
                <a:rPr lang="zh-CN" altLang="en-US" sz="1800" dirty="0">
                  <a:solidFill>
                    <a:srgbClr val="FF0000"/>
                  </a:solidFill>
                  <a:latin typeface="黑体" panose="02010609060101010101" pitchFamily="49" charset="-122"/>
                </a:rPr>
                <a:t> </a:t>
              </a:r>
              <a:r>
                <a:rPr lang="zh-CN" altLang="en-US" sz="1800" dirty="0">
                  <a:solidFill>
                    <a:srgbClr val="0033CC"/>
                  </a:solidFill>
                  <a:latin typeface="黑体" panose="02010609060101010101" pitchFamily="49" charset="-122"/>
                </a:rPr>
                <a:t>段表起始地址    段表长度</a:t>
              </a:r>
              <a:endParaRPr lang="zh-CN" altLang="en-US" sz="1800" dirty="0">
                <a:solidFill>
                  <a:srgbClr val="0033CC"/>
                </a:solidFill>
                <a:latin typeface="黑体" panose="02010609060101010101" pitchFamily="49" charset="-122"/>
              </a:endParaRPr>
            </a:p>
          </p:txBody>
        </p:sp>
        <p:sp>
          <p:nvSpPr>
            <p:cNvPr id="78855" name="Line 7"/>
            <p:cNvSpPr/>
            <p:nvPr/>
          </p:nvSpPr>
          <p:spPr>
            <a:xfrm>
              <a:off x="1157" y="1601"/>
              <a:ext cx="0" cy="265"/>
            </a:xfrm>
            <a:prstGeom prst="line">
              <a:avLst/>
            </a:prstGeom>
            <a:ln w="9525" cap="flat" cmpd="sng">
              <a:solidFill>
                <a:srgbClr val="000000"/>
              </a:solidFill>
              <a:prstDash val="solid"/>
              <a:headEnd type="none" w="med" len="med"/>
              <a:tailEnd type="none" w="med" len="med"/>
            </a:ln>
          </p:spPr>
        </p:sp>
        <p:sp>
          <p:nvSpPr>
            <p:cNvPr id="78856" name="AutoShape 8"/>
            <p:cNvSpPr/>
            <p:nvPr/>
          </p:nvSpPr>
          <p:spPr>
            <a:xfrm>
              <a:off x="910" y="2042"/>
              <a:ext cx="285" cy="177"/>
            </a:xfrm>
            <a:prstGeom prst="flowChartOr">
              <a:avLst/>
            </a:prstGeom>
            <a:solidFill>
              <a:srgbClr val="FFFFFF"/>
            </a:solidFill>
            <a:ln w="9525" cap="flat" cmpd="sng">
              <a:solidFill>
                <a:srgbClr val="000000"/>
              </a:solidFill>
              <a:prstDash val="solid"/>
              <a:headEnd type="none" w="med" len="med"/>
              <a:tailEnd type="none" w="med" len="med"/>
            </a:ln>
          </p:spPr>
          <p:txBody>
            <a:bodyPr lIns="0" tIns="36000" rIns="0" bIns="0"/>
            <a:p>
              <a:endParaRPr lang="zh-CN" altLang="en-US" dirty="0">
                <a:latin typeface="Times New Roman" panose="02020603050405020304" pitchFamily="18" charset="0"/>
              </a:endParaRPr>
            </a:p>
          </p:txBody>
        </p:sp>
        <p:sp>
          <p:nvSpPr>
            <p:cNvPr id="78857" name="Line 9"/>
            <p:cNvSpPr/>
            <p:nvPr/>
          </p:nvSpPr>
          <p:spPr>
            <a:xfrm>
              <a:off x="1052" y="1866"/>
              <a:ext cx="0" cy="176"/>
            </a:xfrm>
            <a:prstGeom prst="line">
              <a:avLst/>
            </a:prstGeom>
            <a:ln w="9525" cap="flat" cmpd="sng">
              <a:solidFill>
                <a:srgbClr val="000000"/>
              </a:solidFill>
              <a:prstDash val="solid"/>
              <a:headEnd type="none" w="med" len="med"/>
              <a:tailEnd type="triangle" w="med" len="med"/>
            </a:ln>
          </p:spPr>
        </p:sp>
        <p:sp>
          <p:nvSpPr>
            <p:cNvPr id="78858" name="Text Box 10"/>
            <p:cNvSpPr txBox="1"/>
            <p:nvPr/>
          </p:nvSpPr>
          <p:spPr>
            <a:xfrm>
              <a:off x="3905" y="1601"/>
              <a:ext cx="1711" cy="265"/>
            </a:xfrm>
            <a:prstGeom prst="rect">
              <a:avLst/>
            </a:prstGeom>
            <a:solidFill>
              <a:srgbClr val="FFFFFF"/>
            </a:solidFill>
            <a:ln w="9525" cap="flat" cmpd="sng">
              <a:solidFill>
                <a:srgbClr val="000000"/>
              </a:solidFill>
              <a:prstDash val="solid"/>
              <a:miter/>
              <a:headEnd type="none" w="med" len="med"/>
              <a:tailEnd type="none" w="med" len="med"/>
            </a:ln>
          </p:spPr>
          <p:txBody>
            <a:bodyPr lIns="0" tIns="36000" rIns="0" bIns="0"/>
            <a:p>
              <a:pPr algn="just" eaLnBrk="0" hangingPunct="0"/>
              <a:r>
                <a:rPr lang="zh-CN" altLang="en-US" sz="1800" dirty="0">
                  <a:latin typeface="黑体" panose="02010609060101010101" pitchFamily="49" charset="-122"/>
                </a:rPr>
                <a:t>  段号</a:t>
              </a:r>
              <a:r>
                <a:rPr lang="en-US" altLang="zh-CN" sz="1800" dirty="0">
                  <a:latin typeface="黑体" panose="02010609060101010101" pitchFamily="49" charset="-122"/>
                </a:rPr>
                <a:t>s   </a:t>
              </a:r>
              <a:r>
                <a:rPr lang="zh-CN" altLang="en-US" sz="1800" dirty="0">
                  <a:latin typeface="黑体" panose="02010609060101010101" pitchFamily="49" charset="-122"/>
                </a:rPr>
                <a:t>段内偏移地址</a:t>
              </a:r>
              <a:r>
                <a:rPr lang="en-US" altLang="zh-CN" sz="1800" dirty="0">
                  <a:latin typeface="黑体" panose="02010609060101010101" pitchFamily="49" charset="-122"/>
                </a:rPr>
                <a:t>d</a:t>
              </a:r>
              <a:endParaRPr lang="en-US" altLang="zh-CN" sz="1800" dirty="0">
                <a:latin typeface="黑体" panose="02010609060101010101" pitchFamily="49" charset="-122"/>
              </a:endParaRPr>
            </a:p>
          </p:txBody>
        </p:sp>
        <p:sp>
          <p:nvSpPr>
            <p:cNvPr id="78859" name="Line 11"/>
            <p:cNvSpPr/>
            <p:nvPr/>
          </p:nvSpPr>
          <p:spPr>
            <a:xfrm>
              <a:off x="4618" y="1601"/>
              <a:ext cx="0" cy="265"/>
            </a:xfrm>
            <a:prstGeom prst="line">
              <a:avLst/>
            </a:prstGeom>
            <a:ln w="9525" cap="flat" cmpd="sng">
              <a:solidFill>
                <a:srgbClr val="000000"/>
              </a:solidFill>
              <a:prstDash val="solid"/>
              <a:headEnd type="none" w="med" len="med"/>
              <a:tailEnd type="none" w="med" len="med"/>
            </a:ln>
          </p:spPr>
        </p:sp>
        <p:sp>
          <p:nvSpPr>
            <p:cNvPr id="78860" name="Line 12"/>
            <p:cNvSpPr/>
            <p:nvPr/>
          </p:nvSpPr>
          <p:spPr>
            <a:xfrm>
              <a:off x="4190" y="1866"/>
              <a:ext cx="0" cy="265"/>
            </a:xfrm>
            <a:prstGeom prst="line">
              <a:avLst/>
            </a:prstGeom>
            <a:ln w="9525" cap="flat" cmpd="sng">
              <a:solidFill>
                <a:srgbClr val="000000"/>
              </a:solidFill>
              <a:prstDash val="solid"/>
              <a:headEnd type="none" w="med" len="med"/>
              <a:tailEnd type="none" w="med" len="med"/>
            </a:ln>
          </p:spPr>
        </p:sp>
        <p:sp>
          <p:nvSpPr>
            <p:cNvPr id="78861" name="Line 13"/>
            <p:cNvSpPr/>
            <p:nvPr/>
          </p:nvSpPr>
          <p:spPr>
            <a:xfrm flipH="1">
              <a:off x="1195" y="2131"/>
              <a:ext cx="2995" cy="0"/>
            </a:xfrm>
            <a:prstGeom prst="line">
              <a:avLst/>
            </a:prstGeom>
            <a:ln w="9525" cap="flat" cmpd="sng">
              <a:solidFill>
                <a:srgbClr val="000000"/>
              </a:solidFill>
              <a:prstDash val="solid"/>
              <a:headEnd type="none" w="med" len="med"/>
              <a:tailEnd type="triangle" w="med" len="med"/>
            </a:ln>
          </p:spPr>
        </p:sp>
        <p:sp>
          <p:nvSpPr>
            <p:cNvPr id="78862" name="Line 23"/>
            <p:cNvSpPr/>
            <p:nvPr/>
          </p:nvSpPr>
          <p:spPr>
            <a:xfrm>
              <a:off x="1052" y="2219"/>
              <a:ext cx="0" cy="971"/>
            </a:xfrm>
            <a:prstGeom prst="line">
              <a:avLst/>
            </a:prstGeom>
            <a:ln w="9525" cap="flat" cmpd="sng">
              <a:solidFill>
                <a:srgbClr val="000000"/>
              </a:solidFill>
              <a:prstDash val="solid"/>
              <a:headEnd type="none" w="med" len="med"/>
              <a:tailEnd type="none" w="med" len="med"/>
            </a:ln>
          </p:spPr>
        </p:sp>
        <p:sp>
          <p:nvSpPr>
            <p:cNvPr id="78863" name="Line 24"/>
            <p:cNvSpPr/>
            <p:nvPr/>
          </p:nvSpPr>
          <p:spPr>
            <a:xfrm>
              <a:off x="1052" y="3190"/>
              <a:ext cx="1283" cy="0"/>
            </a:xfrm>
            <a:prstGeom prst="line">
              <a:avLst/>
            </a:prstGeom>
            <a:ln w="9525" cap="flat" cmpd="sng">
              <a:solidFill>
                <a:srgbClr val="000000"/>
              </a:solidFill>
              <a:prstDash val="solid"/>
              <a:headEnd type="none" w="med" len="med"/>
              <a:tailEnd type="triangle" w="med" len="med"/>
            </a:ln>
          </p:spPr>
        </p:sp>
        <p:sp>
          <p:nvSpPr>
            <p:cNvPr id="78864" name="AutoShape 25"/>
            <p:cNvSpPr/>
            <p:nvPr/>
          </p:nvSpPr>
          <p:spPr>
            <a:xfrm>
              <a:off x="4902" y="3190"/>
              <a:ext cx="286" cy="176"/>
            </a:xfrm>
            <a:prstGeom prst="flowChartOr">
              <a:avLst/>
            </a:prstGeom>
            <a:solidFill>
              <a:srgbClr val="FFFFFF"/>
            </a:solidFill>
            <a:ln w="9525" cap="flat" cmpd="sng">
              <a:solidFill>
                <a:srgbClr val="000000"/>
              </a:solidFill>
              <a:prstDash val="solid"/>
              <a:headEnd type="none" w="med" len="med"/>
              <a:tailEnd type="none" w="med" len="med"/>
            </a:ln>
          </p:spPr>
          <p:txBody>
            <a:bodyPr lIns="0" tIns="36000" rIns="0" bIns="0"/>
            <a:p>
              <a:endParaRPr lang="zh-CN" altLang="en-US" dirty="0">
                <a:latin typeface="Times New Roman" panose="02020603050405020304" pitchFamily="18" charset="0"/>
              </a:endParaRPr>
            </a:p>
          </p:txBody>
        </p:sp>
        <p:sp>
          <p:nvSpPr>
            <p:cNvPr id="78865" name="Line 26"/>
            <p:cNvSpPr/>
            <p:nvPr/>
          </p:nvSpPr>
          <p:spPr>
            <a:xfrm>
              <a:off x="3477" y="3278"/>
              <a:ext cx="1425" cy="0"/>
            </a:xfrm>
            <a:prstGeom prst="line">
              <a:avLst/>
            </a:prstGeom>
            <a:ln w="9525" cap="flat" cmpd="sng">
              <a:solidFill>
                <a:srgbClr val="000000"/>
              </a:solidFill>
              <a:prstDash val="solid"/>
              <a:headEnd type="none" w="med" len="med"/>
              <a:tailEnd type="triangle" w="med" len="med"/>
            </a:ln>
          </p:spPr>
        </p:sp>
        <p:sp>
          <p:nvSpPr>
            <p:cNvPr id="78866" name="Line 27"/>
            <p:cNvSpPr/>
            <p:nvPr/>
          </p:nvSpPr>
          <p:spPr>
            <a:xfrm>
              <a:off x="5046" y="1866"/>
              <a:ext cx="0" cy="1324"/>
            </a:xfrm>
            <a:prstGeom prst="line">
              <a:avLst/>
            </a:prstGeom>
            <a:ln w="9525" cap="flat" cmpd="sng">
              <a:solidFill>
                <a:srgbClr val="000000"/>
              </a:solidFill>
              <a:prstDash val="solid"/>
              <a:headEnd type="none" w="med" len="med"/>
              <a:tailEnd type="triangle" w="med" len="med"/>
            </a:ln>
          </p:spPr>
        </p:sp>
        <p:sp>
          <p:nvSpPr>
            <p:cNvPr id="78867" name="Line 28"/>
            <p:cNvSpPr/>
            <p:nvPr/>
          </p:nvSpPr>
          <p:spPr>
            <a:xfrm>
              <a:off x="5046" y="3366"/>
              <a:ext cx="0" cy="265"/>
            </a:xfrm>
            <a:prstGeom prst="line">
              <a:avLst/>
            </a:prstGeom>
            <a:ln w="9525" cap="flat" cmpd="sng">
              <a:solidFill>
                <a:srgbClr val="000000"/>
              </a:solidFill>
              <a:prstDash val="solid"/>
              <a:headEnd type="none" w="med" len="med"/>
              <a:tailEnd type="triangle" w="med" len="med"/>
            </a:ln>
          </p:spPr>
        </p:sp>
        <p:sp>
          <p:nvSpPr>
            <p:cNvPr id="78868" name="Text Box 29"/>
            <p:cNvSpPr txBox="1"/>
            <p:nvPr/>
          </p:nvSpPr>
          <p:spPr>
            <a:xfrm>
              <a:off x="4475" y="3623"/>
              <a:ext cx="1141" cy="265"/>
            </a:xfrm>
            <a:prstGeom prst="rect">
              <a:avLst/>
            </a:prstGeom>
            <a:solidFill>
              <a:srgbClr val="FFFFFF"/>
            </a:solidFill>
            <a:ln w="9525" cap="flat" cmpd="sng">
              <a:solidFill>
                <a:srgbClr val="000000"/>
              </a:solidFill>
              <a:prstDash val="solid"/>
              <a:miter/>
              <a:headEnd type="none" w="med" len="med"/>
              <a:tailEnd type="none" w="med" len="med"/>
            </a:ln>
          </p:spPr>
          <p:txBody>
            <a:bodyPr lIns="0" tIns="36000" rIns="0" bIns="0"/>
            <a:p>
              <a:pPr algn="just" eaLnBrk="0" hangingPunct="0"/>
              <a:r>
                <a:rPr lang="zh-CN" altLang="en-US" sz="1800" dirty="0">
                  <a:solidFill>
                    <a:srgbClr val="FF0000"/>
                  </a:solidFill>
                  <a:latin typeface="黑体" panose="02010609060101010101" pitchFamily="49" charset="-122"/>
                </a:rPr>
                <a:t>    </a:t>
              </a:r>
              <a:r>
                <a:rPr lang="zh-CN" altLang="en-US" sz="1800" dirty="0">
                  <a:solidFill>
                    <a:schemeClr val="hlink"/>
                  </a:solidFill>
                  <a:latin typeface="黑体" panose="02010609060101010101" pitchFamily="49" charset="-122"/>
                </a:rPr>
                <a:t>物理地址</a:t>
              </a:r>
              <a:endParaRPr lang="zh-CN" altLang="en-US" sz="1800" dirty="0">
                <a:solidFill>
                  <a:schemeClr val="hlink"/>
                </a:solidFill>
                <a:latin typeface="黑体" panose="02010609060101010101" pitchFamily="49" charset="-122"/>
              </a:endParaRPr>
            </a:p>
          </p:txBody>
        </p:sp>
        <p:sp>
          <p:nvSpPr>
            <p:cNvPr id="78869" name="AutoShape 30"/>
            <p:cNvSpPr/>
            <p:nvPr/>
          </p:nvSpPr>
          <p:spPr>
            <a:xfrm>
              <a:off x="2763" y="1513"/>
              <a:ext cx="428" cy="265"/>
            </a:xfrm>
            <a:prstGeom prst="upArrowCallout">
              <a:avLst>
                <a:gd name="adj1" fmla="val 40377"/>
                <a:gd name="adj2" fmla="val 40377"/>
                <a:gd name="adj3" fmla="val 16666"/>
                <a:gd name="adj4" fmla="val 66667"/>
              </a:avLst>
            </a:prstGeom>
            <a:solidFill>
              <a:srgbClr val="FFFFFF"/>
            </a:solidFill>
            <a:ln w="9525" cap="flat" cmpd="sng">
              <a:solidFill>
                <a:srgbClr val="000000"/>
              </a:solidFill>
              <a:prstDash val="solid"/>
              <a:miter/>
              <a:headEnd type="none" w="med" len="med"/>
              <a:tailEnd type="none" w="med" len="med"/>
            </a:ln>
          </p:spPr>
          <p:txBody>
            <a:bodyPr lIns="0" tIns="36000" rIns="0" bIns="0"/>
            <a:p>
              <a:endParaRPr lang="zh-CN" altLang="en-US" dirty="0">
                <a:latin typeface="Times New Roman" panose="02020603050405020304" pitchFamily="18" charset="0"/>
              </a:endParaRPr>
            </a:p>
          </p:txBody>
        </p:sp>
        <p:sp>
          <p:nvSpPr>
            <p:cNvPr id="78870" name="Line 31"/>
            <p:cNvSpPr/>
            <p:nvPr/>
          </p:nvSpPr>
          <p:spPr>
            <a:xfrm flipV="1">
              <a:off x="2907" y="1778"/>
              <a:ext cx="0" cy="353"/>
            </a:xfrm>
            <a:prstGeom prst="line">
              <a:avLst/>
            </a:prstGeom>
            <a:ln w="9525" cap="flat" cmpd="sng">
              <a:solidFill>
                <a:srgbClr val="000000"/>
              </a:solidFill>
              <a:prstDash val="solid"/>
              <a:headEnd type="none" w="med" len="med"/>
              <a:tailEnd type="triangle" w="med" len="med"/>
            </a:ln>
          </p:spPr>
        </p:sp>
        <p:sp>
          <p:nvSpPr>
            <p:cNvPr id="78871" name="Line 32"/>
            <p:cNvSpPr/>
            <p:nvPr/>
          </p:nvSpPr>
          <p:spPr>
            <a:xfrm>
              <a:off x="2193" y="1689"/>
              <a:ext cx="570" cy="0"/>
            </a:xfrm>
            <a:prstGeom prst="line">
              <a:avLst/>
            </a:prstGeom>
            <a:ln w="9525" cap="flat" cmpd="sng">
              <a:solidFill>
                <a:srgbClr val="000000"/>
              </a:solidFill>
              <a:prstDash val="solid"/>
              <a:headEnd type="none" w="med" len="med"/>
              <a:tailEnd type="triangle" w="med" len="med"/>
            </a:ln>
          </p:spPr>
        </p:sp>
        <p:sp>
          <p:nvSpPr>
            <p:cNvPr id="78872" name="Text Box 33"/>
            <p:cNvSpPr txBox="1"/>
            <p:nvPr/>
          </p:nvSpPr>
          <p:spPr>
            <a:xfrm>
              <a:off x="2763" y="1248"/>
              <a:ext cx="714" cy="177"/>
            </a:xfrm>
            <a:prstGeom prst="rect">
              <a:avLst/>
            </a:prstGeom>
            <a:solidFill>
              <a:srgbClr val="FFFFFF"/>
            </a:solidFill>
            <a:ln w="9525">
              <a:noFill/>
            </a:ln>
          </p:spPr>
          <p:txBody>
            <a:bodyPr lIns="0" tIns="36000" rIns="0" bIns="0"/>
            <a:p>
              <a:pPr algn="just" eaLnBrk="0" hangingPunct="0"/>
              <a:r>
                <a:rPr lang="zh-CN" altLang="en-US" sz="1800" dirty="0">
                  <a:solidFill>
                    <a:srgbClr val="CC00CC"/>
                  </a:solidFill>
                  <a:latin typeface="黑体" panose="02010609060101010101" pitchFamily="49" charset="-122"/>
                </a:rPr>
                <a:t>越界</a:t>
              </a:r>
              <a:r>
                <a:rPr lang="en-US" altLang="zh-CN" sz="1800" dirty="0">
                  <a:solidFill>
                    <a:srgbClr val="CC00CC"/>
                  </a:solidFill>
                  <a:latin typeface="黑体" panose="02010609060101010101" pitchFamily="49" charset="-122"/>
                </a:rPr>
                <a:t>?</a:t>
              </a:r>
              <a:endParaRPr lang="en-US" altLang="zh-CN" sz="1800" dirty="0">
                <a:solidFill>
                  <a:srgbClr val="CC00CC"/>
                </a:solidFill>
                <a:latin typeface="黑体" panose="02010609060101010101" pitchFamily="49" charset="-122"/>
              </a:endParaRPr>
            </a:p>
          </p:txBody>
        </p:sp>
        <p:sp>
          <p:nvSpPr>
            <p:cNvPr id="78873" name="Text Box 34"/>
            <p:cNvSpPr txBox="1"/>
            <p:nvPr/>
          </p:nvSpPr>
          <p:spPr>
            <a:xfrm>
              <a:off x="2479" y="3807"/>
              <a:ext cx="712" cy="177"/>
            </a:xfrm>
            <a:prstGeom prst="rect">
              <a:avLst/>
            </a:prstGeom>
            <a:solidFill>
              <a:srgbClr val="FFFFFF"/>
            </a:solidFill>
            <a:ln w="9525">
              <a:noFill/>
            </a:ln>
          </p:spPr>
          <p:txBody>
            <a:bodyPr lIns="0" tIns="36000" rIns="0" bIns="0"/>
            <a:p>
              <a:pPr algn="just" eaLnBrk="0" hangingPunct="0"/>
              <a:r>
                <a:rPr lang="zh-CN" altLang="en-US" sz="1800" dirty="0">
                  <a:latin typeface="黑体" panose="02010609060101010101" pitchFamily="49" charset="-122"/>
                </a:rPr>
                <a:t>  段表</a:t>
              </a:r>
              <a:endParaRPr lang="zh-CN" altLang="en-US" sz="1800" dirty="0">
                <a:latin typeface="黑体" panose="02010609060101010101" pitchFamily="49" charset="-122"/>
              </a:endParaRPr>
            </a:p>
          </p:txBody>
        </p:sp>
        <p:sp>
          <p:nvSpPr>
            <p:cNvPr id="78874" name="Line 35"/>
            <p:cNvSpPr/>
            <p:nvPr/>
          </p:nvSpPr>
          <p:spPr>
            <a:xfrm flipV="1">
              <a:off x="624" y="2688"/>
              <a:ext cx="1680" cy="0"/>
            </a:xfrm>
            <a:prstGeom prst="line">
              <a:avLst/>
            </a:prstGeom>
            <a:ln w="9525" cap="flat" cmpd="sng">
              <a:solidFill>
                <a:schemeClr val="tx1"/>
              </a:solidFill>
              <a:prstDash val="solid"/>
              <a:headEnd type="none" w="med" len="med"/>
              <a:tailEnd type="triangle" w="med" len="med"/>
            </a:ln>
          </p:spPr>
        </p:sp>
        <p:sp>
          <p:nvSpPr>
            <p:cNvPr id="78875" name="Text Box 36"/>
            <p:cNvSpPr txBox="1"/>
            <p:nvPr/>
          </p:nvSpPr>
          <p:spPr>
            <a:xfrm>
              <a:off x="4388" y="1353"/>
              <a:ext cx="702" cy="233"/>
            </a:xfrm>
            <a:prstGeom prst="rect">
              <a:avLst/>
            </a:prstGeom>
            <a:noFill/>
            <a:ln w="9525">
              <a:noFill/>
            </a:ln>
          </p:spPr>
          <p:txBody>
            <a:bodyPr wrap="none">
              <a:spAutoFit/>
            </a:bodyPr>
            <a:p>
              <a:r>
                <a:rPr lang="zh-CN" altLang="en-US" sz="1800" dirty="0">
                  <a:solidFill>
                    <a:schemeClr val="hlink"/>
                  </a:solidFill>
                  <a:latin typeface="Times New Roman" panose="02020603050405020304" pitchFamily="18" charset="0"/>
                </a:rPr>
                <a:t>逻辑地址</a:t>
              </a:r>
              <a:endParaRPr lang="zh-CN" altLang="en-US" sz="1800" dirty="0">
                <a:solidFill>
                  <a:schemeClr val="hlink"/>
                </a:solidFill>
                <a:latin typeface="Times New Roman" panose="02020603050405020304" pitchFamily="18" charset="0"/>
              </a:endParaRPr>
            </a:p>
          </p:txBody>
        </p:sp>
        <p:sp>
          <p:nvSpPr>
            <p:cNvPr id="78876" name="Line 37"/>
            <p:cNvSpPr/>
            <p:nvPr/>
          </p:nvSpPr>
          <p:spPr>
            <a:xfrm>
              <a:off x="624" y="1872"/>
              <a:ext cx="0" cy="816"/>
            </a:xfrm>
            <a:prstGeom prst="line">
              <a:avLst/>
            </a:prstGeom>
            <a:ln w="9525" cap="flat" cmpd="sng">
              <a:solidFill>
                <a:schemeClr val="tx1"/>
              </a:solidFill>
              <a:prstDash val="solid"/>
              <a:headEnd type="none" w="med" len="med"/>
              <a:tailEnd type="none" w="med" len="med"/>
            </a:ln>
          </p:spPr>
        </p:sp>
        <p:sp>
          <p:nvSpPr>
            <p:cNvPr id="78877" name="Line 38"/>
            <p:cNvSpPr/>
            <p:nvPr/>
          </p:nvSpPr>
          <p:spPr>
            <a:xfrm flipV="1">
              <a:off x="5184" y="3024"/>
              <a:ext cx="192" cy="192"/>
            </a:xfrm>
            <a:prstGeom prst="line">
              <a:avLst/>
            </a:prstGeom>
            <a:ln w="9525" cap="flat" cmpd="sng">
              <a:solidFill>
                <a:schemeClr val="tx1"/>
              </a:solidFill>
              <a:prstDash val="solid"/>
              <a:headEnd type="none" w="med" len="med"/>
              <a:tailEnd type="triangle" w="med" len="med"/>
            </a:ln>
          </p:spPr>
        </p:sp>
        <p:sp>
          <p:nvSpPr>
            <p:cNvPr id="78878" name="Text Box 39"/>
            <p:cNvSpPr txBox="1"/>
            <p:nvPr/>
          </p:nvSpPr>
          <p:spPr>
            <a:xfrm>
              <a:off x="5222" y="2841"/>
              <a:ext cx="409" cy="233"/>
            </a:xfrm>
            <a:prstGeom prst="rect">
              <a:avLst/>
            </a:prstGeom>
            <a:noFill/>
            <a:ln w="9525">
              <a:noFill/>
            </a:ln>
          </p:spPr>
          <p:txBody>
            <a:bodyPr wrap="none">
              <a:spAutoFit/>
            </a:bodyPr>
            <a:p>
              <a:r>
                <a:rPr lang="zh-CN" altLang="en-US" sz="1800" dirty="0">
                  <a:solidFill>
                    <a:schemeClr val="hlink"/>
                  </a:solidFill>
                  <a:latin typeface="Times New Roman" panose="02020603050405020304" pitchFamily="18" charset="0"/>
                </a:rPr>
                <a:t>越界</a:t>
              </a:r>
              <a:endParaRPr lang="zh-CN" altLang="en-US" sz="1800" dirty="0">
                <a:solidFill>
                  <a:schemeClr val="hlink"/>
                </a:solidFill>
                <a:latin typeface="Times New Roman" panose="02020603050405020304" pitchFamily="18" charset="0"/>
              </a:endParaRPr>
            </a:p>
          </p:txBody>
        </p:sp>
        <p:sp>
          <p:nvSpPr>
            <p:cNvPr id="78879" name="Text Box 40"/>
            <p:cNvSpPr txBox="1"/>
            <p:nvPr/>
          </p:nvSpPr>
          <p:spPr>
            <a:xfrm>
              <a:off x="2238" y="2395"/>
              <a:ext cx="1890" cy="197"/>
            </a:xfrm>
            <a:prstGeom prst="rect">
              <a:avLst/>
            </a:prstGeom>
            <a:solidFill>
              <a:srgbClr val="FFFFFF"/>
            </a:solidFill>
            <a:ln w="9525">
              <a:noFill/>
            </a:ln>
          </p:spPr>
          <p:txBody>
            <a:bodyPr lIns="0" tIns="36000" rIns="0" bIns="0"/>
            <a:p>
              <a:pPr algn="just" eaLnBrk="0" hangingPunct="0"/>
              <a:r>
                <a:rPr lang="zh-CN" altLang="en-US" sz="1800" dirty="0">
                  <a:latin typeface="黑体" panose="02010609060101010101" pitchFamily="49" charset="-122"/>
                </a:rPr>
                <a:t>  段号    段基址     </a:t>
              </a:r>
              <a:r>
                <a:rPr lang="zh-CN" altLang="en-US" sz="1800" dirty="0">
                  <a:latin typeface="Times New Roman" panose="02020603050405020304" pitchFamily="18" charset="0"/>
                </a:rPr>
                <a:t>段长 </a:t>
              </a:r>
              <a:endParaRPr lang="zh-CN" altLang="en-US" sz="1800" dirty="0">
                <a:latin typeface="Times New Roman" panose="02020603050405020304" pitchFamily="18" charset="0"/>
              </a:endParaRPr>
            </a:p>
          </p:txBody>
        </p:sp>
        <p:sp>
          <p:nvSpPr>
            <p:cNvPr id="78880" name="Rectangle 41"/>
            <p:cNvSpPr/>
            <p:nvPr/>
          </p:nvSpPr>
          <p:spPr>
            <a:xfrm>
              <a:off x="2335" y="2660"/>
              <a:ext cx="1793" cy="1059"/>
            </a:xfrm>
            <a:prstGeom prst="rect">
              <a:avLst/>
            </a:prstGeom>
            <a:solidFill>
              <a:srgbClr val="FFFFFF"/>
            </a:solidFill>
            <a:ln w="9525" cap="flat" cmpd="sng">
              <a:solidFill>
                <a:srgbClr val="000000"/>
              </a:solidFill>
              <a:prstDash val="solid"/>
              <a:miter/>
              <a:headEnd type="none" w="med" len="med"/>
              <a:tailEnd type="none" w="med" len="med"/>
            </a:ln>
          </p:spPr>
          <p:txBody>
            <a:bodyPr lIns="0" tIns="36000" rIns="0" bIns="0"/>
            <a:p>
              <a:endParaRPr lang="zh-CN" altLang="en-US" dirty="0">
                <a:latin typeface="Times New Roman" panose="02020603050405020304" pitchFamily="18" charset="0"/>
              </a:endParaRPr>
            </a:p>
          </p:txBody>
        </p:sp>
        <p:sp>
          <p:nvSpPr>
            <p:cNvPr id="78881" name="Rectangle 42"/>
            <p:cNvSpPr/>
            <p:nvPr/>
          </p:nvSpPr>
          <p:spPr>
            <a:xfrm>
              <a:off x="2335" y="2660"/>
              <a:ext cx="1793" cy="1059"/>
            </a:xfrm>
            <a:prstGeom prst="rect">
              <a:avLst/>
            </a:prstGeom>
            <a:solidFill>
              <a:srgbClr val="FFFFFF"/>
            </a:solidFill>
            <a:ln w="9525" cap="flat" cmpd="sng">
              <a:solidFill>
                <a:srgbClr val="000000"/>
              </a:solidFill>
              <a:prstDash val="solid"/>
              <a:miter/>
              <a:headEnd type="none" w="med" len="med"/>
              <a:tailEnd type="none" w="med" len="med"/>
            </a:ln>
          </p:spPr>
          <p:txBody>
            <a:bodyPr lIns="0" tIns="36000" rIns="0" bIns="0"/>
            <a:p>
              <a:endParaRPr lang="zh-CN" altLang="en-US" dirty="0">
                <a:latin typeface="Times New Roman" panose="02020603050405020304" pitchFamily="18" charset="0"/>
              </a:endParaRPr>
            </a:p>
          </p:txBody>
        </p:sp>
        <p:sp>
          <p:nvSpPr>
            <p:cNvPr id="78882" name="Line 43"/>
            <p:cNvSpPr/>
            <p:nvPr/>
          </p:nvSpPr>
          <p:spPr>
            <a:xfrm>
              <a:off x="2335" y="2837"/>
              <a:ext cx="1793" cy="0"/>
            </a:xfrm>
            <a:prstGeom prst="line">
              <a:avLst/>
            </a:prstGeom>
            <a:ln w="9525" cap="flat" cmpd="sng">
              <a:solidFill>
                <a:srgbClr val="000000"/>
              </a:solidFill>
              <a:prstDash val="solid"/>
              <a:headEnd type="none" w="med" len="med"/>
              <a:tailEnd type="none" w="med" len="med"/>
            </a:ln>
          </p:spPr>
        </p:sp>
        <p:sp>
          <p:nvSpPr>
            <p:cNvPr id="78883" name="Line 44"/>
            <p:cNvSpPr/>
            <p:nvPr/>
          </p:nvSpPr>
          <p:spPr>
            <a:xfrm>
              <a:off x="2335" y="3013"/>
              <a:ext cx="1793" cy="0"/>
            </a:xfrm>
            <a:prstGeom prst="line">
              <a:avLst/>
            </a:prstGeom>
            <a:ln w="9525" cap="flat" cmpd="sng">
              <a:solidFill>
                <a:srgbClr val="000000"/>
              </a:solidFill>
              <a:prstDash val="solid"/>
              <a:headEnd type="none" w="med" len="med"/>
              <a:tailEnd type="none" w="med" len="med"/>
            </a:ln>
          </p:spPr>
        </p:sp>
        <p:sp>
          <p:nvSpPr>
            <p:cNvPr id="78884" name="Line 45"/>
            <p:cNvSpPr/>
            <p:nvPr/>
          </p:nvSpPr>
          <p:spPr>
            <a:xfrm>
              <a:off x="2335" y="3190"/>
              <a:ext cx="1793" cy="0"/>
            </a:xfrm>
            <a:prstGeom prst="line">
              <a:avLst/>
            </a:prstGeom>
            <a:ln w="9525" cap="flat" cmpd="sng">
              <a:solidFill>
                <a:srgbClr val="000000"/>
              </a:solidFill>
              <a:prstDash val="solid"/>
              <a:headEnd type="none" w="med" len="med"/>
              <a:tailEnd type="none" w="med" len="med"/>
            </a:ln>
          </p:spPr>
        </p:sp>
        <p:sp>
          <p:nvSpPr>
            <p:cNvPr id="78885" name="Line 46"/>
            <p:cNvSpPr/>
            <p:nvPr/>
          </p:nvSpPr>
          <p:spPr>
            <a:xfrm>
              <a:off x="2335" y="3366"/>
              <a:ext cx="1793" cy="0"/>
            </a:xfrm>
            <a:prstGeom prst="line">
              <a:avLst/>
            </a:prstGeom>
            <a:ln w="9525" cap="flat" cmpd="sng">
              <a:solidFill>
                <a:srgbClr val="000000"/>
              </a:solidFill>
              <a:prstDash val="solid"/>
              <a:headEnd type="none" w="med" len="med"/>
              <a:tailEnd type="none" w="med" len="med"/>
            </a:ln>
          </p:spPr>
        </p:sp>
        <p:sp>
          <p:nvSpPr>
            <p:cNvPr id="78886" name="Line 47"/>
            <p:cNvSpPr/>
            <p:nvPr/>
          </p:nvSpPr>
          <p:spPr>
            <a:xfrm>
              <a:off x="2335" y="3543"/>
              <a:ext cx="1793" cy="0"/>
            </a:xfrm>
            <a:prstGeom prst="line">
              <a:avLst/>
            </a:prstGeom>
            <a:ln w="9525" cap="flat" cmpd="sng">
              <a:solidFill>
                <a:srgbClr val="000000"/>
              </a:solidFill>
              <a:prstDash val="solid"/>
              <a:headEnd type="none" w="med" len="med"/>
              <a:tailEnd type="none" w="med" len="med"/>
            </a:ln>
          </p:spPr>
        </p:sp>
        <p:sp>
          <p:nvSpPr>
            <p:cNvPr id="78887" name="Line 48"/>
            <p:cNvSpPr/>
            <p:nvPr/>
          </p:nvSpPr>
          <p:spPr>
            <a:xfrm>
              <a:off x="3648" y="2660"/>
              <a:ext cx="0" cy="1059"/>
            </a:xfrm>
            <a:prstGeom prst="line">
              <a:avLst/>
            </a:prstGeom>
            <a:ln w="9525" cap="flat" cmpd="sng">
              <a:solidFill>
                <a:srgbClr val="000000"/>
              </a:solidFill>
              <a:prstDash val="solid"/>
              <a:headEnd type="none" w="med" len="med"/>
              <a:tailEnd type="none" w="med" len="med"/>
            </a:ln>
          </p:spPr>
        </p:sp>
        <p:sp>
          <p:nvSpPr>
            <p:cNvPr id="78888" name="Line 49"/>
            <p:cNvSpPr/>
            <p:nvPr/>
          </p:nvSpPr>
          <p:spPr>
            <a:xfrm>
              <a:off x="2832" y="2640"/>
              <a:ext cx="0" cy="1056"/>
            </a:xfrm>
            <a:prstGeom prst="line">
              <a:avLst/>
            </a:prstGeom>
            <a:ln w="9525" cap="flat" cmpd="sng">
              <a:solidFill>
                <a:schemeClr val="tx1"/>
              </a:solidFill>
              <a:prstDash val="solid"/>
              <a:headEnd type="none" w="med" len="med"/>
              <a:tailEnd type="none" w="med" len="med"/>
            </a:ln>
          </p:spPr>
        </p:sp>
      </p:grpSp>
    </p:spTree>
  </p:cSld>
  <p:clrMapOvr>
    <a:masterClrMapping/>
  </p:clrMapOvr>
  <p:transition>
    <p:split orient="vert" dir="in"/>
  </p:transition>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9874" name="Rectangle 2"/>
          <p:cNvSpPr>
            <a:spLocks noGrp="1"/>
          </p:cNvSpPr>
          <p:nvPr>
            <p:ph type="title"/>
          </p:nvPr>
        </p:nvSpPr>
        <p:spPr>
          <a:xfrm>
            <a:off x="1295400" y="228600"/>
            <a:ext cx="7773988" cy="1066800"/>
          </a:xfrm>
          <a:ln/>
        </p:spPr>
        <p:txBody>
          <a:bodyPr vert="horz" wrap="square" lIns="91440" tIns="45720" rIns="91440" bIns="45720" anchor="ctr" anchorCtr="0"/>
          <a:p>
            <a:r>
              <a:rPr lang="en-US" altLang="zh-CN" dirty="0"/>
              <a:t>4.4.3 </a:t>
            </a:r>
            <a:r>
              <a:rPr lang="zh-CN" altLang="en-US" dirty="0"/>
              <a:t>段的共享</a:t>
            </a:r>
            <a:endParaRPr lang="zh-CN" altLang="en-US" dirty="0"/>
          </a:p>
        </p:txBody>
      </p:sp>
      <p:sp>
        <p:nvSpPr>
          <p:cNvPr id="79875" name="Rectangle 3"/>
          <p:cNvSpPr>
            <a:spLocks noGrp="1"/>
          </p:cNvSpPr>
          <p:nvPr>
            <p:ph idx="1"/>
          </p:nvPr>
        </p:nvSpPr>
        <p:spPr>
          <a:xfrm>
            <a:off x="687388" y="1979613"/>
            <a:ext cx="7999412" cy="3352800"/>
          </a:xfrm>
          <a:ln/>
        </p:spPr>
        <p:txBody>
          <a:bodyPr vert="horz" wrap="square" lIns="91440" tIns="45720" rIns="91440" bIns="45720" anchor="t" anchorCtr="0"/>
          <a:p>
            <a:pPr>
              <a:lnSpc>
                <a:spcPct val="150000"/>
              </a:lnSpc>
              <a:spcAft>
                <a:spcPct val="20000"/>
              </a:spcAft>
            </a:pPr>
            <a:r>
              <a:rPr lang="zh-CN" altLang="en-US" sz="2800" dirty="0">
                <a:solidFill>
                  <a:schemeClr val="tx1"/>
                </a:solidFill>
                <a:latin typeface="黑体" panose="02010609060101010101" pitchFamily="49" charset="-122"/>
              </a:rPr>
              <a:t>不同作业段表中的项指向</a:t>
            </a:r>
            <a:r>
              <a:rPr lang="zh-CN" altLang="en-US" sz="2800" dirty="0">
                <a:latin typeface="黑体" panose="02010609060101010101" pitchFamily="49" charset="-122"/>
              </a:rPr>
              <a:t>同一个段基址</a:t>
            </a:r>
            <a:r>
              <a:rPr lang="zh-CN" altLang="en-US" sz="2800" dirty="0">
                <a:solidFill>
                  <a:schemeClr val="tx1"/>
                </a:solidFill>
                <a:latin typeface="黑体" panose="02010609060101010101" pitchFamily="49" charset="-122"/>
              </a:rPr>
              <a:t>；</a:t>
            </a:r>
            <a:endParaRPr lang="zh-CN" altLang="en-US" sz="2800" dirty="0">
              <a:solidFill>
                <a:schemeClr val="tx1"/>
              </a:solidFill>
              <a:latin typeface="黑体" panose="02010609060101010101" pitchFamily="49" charset="-122"/>
            </a:endParaRPr>
          </a:p>
          <a:p>
            <a:pPr>
              <a:lnSpc>
                <a:spcPct val="150000"/>
              </a:lnSpc>
              <a:spcAft>
                <a:spcPct val="20000"/>
              </a:spcAft>
            </a:pPr>
            <a:r>
              <a:rPr lang="zh-CN" altLang="en-US" sz="2800" dirty="0">
                <a:solidFill>
                  <a:schemeClr val="tx1"/>
                </a:solidFill>
                <a:latin typeface="黑体" panose="02010609060101010101" pitchFamily="49" charset="-122"/>
              </a:rPr>
              <a:t>几道作业共享的例行程序可放在一个段中，各道作业的共享部分有</a:t>
            </a:r>
            <a:r>
              <a:rPr lang="zh-CN" altLang="en-US" sz="2800" dirty="0">
                <a:latin typeface="黑体" panose="02010609060101010101" pitchFamily="49" charset="-122"/>
              </a:rPr>
              <a:t>相同的基址</a:t>
            </a:r>
            <a:r>
              <a:rPr lang="en-US" altLang="zh-CN" sz="2800" dirty="0">
                <a:latin typeface="黑体" panose="02010609060101010101" pitchFamily="49" charset="-122"/>
              </a:rPr>
              <a:t>/</a:t>
            </a:r>
            <a:r>
              <a:rPr lang="zh-CN" altLang="en-US" sz="2800" dirty="0">
                <a:latin typeface="黑体" panose="02010609060101010101" pitchFamily="49" charset="-122"/>
              </a:rPr>
              <a:t>限长值</a:t>
            </a:r>
            <a:r>
              <a:rPr lang="zh-CN" altLang="en-US" sz="2800" dirty="0">
                <a:solidFill>
                  <a:schemeClr val="tx1"/>
                </a:solidFill>
                <a:latin typeface="黑体" panose="02010609060101010101" pitchFamily="49" charset="-122"/>
              </a:rPr>
              <a:t>；</a:t>
            </a:r>
            <a:endParaRPr lang="zh-CN" altLang="en-US" sz="2800" dirty="0">
              <a:solidFill>
                <a:schemeClr val="tx1"/>
              </a:solidFill>
              <a:latin typeface="黑体" panose="02010609060101010101" pitchFamily="49" charset="-122"/>
            </a:endParaRPr>
          </a:p>
          <a:p>
            <a:pPr>
              <a:lnSpc>
                <a:spcPct val="150000"/>
              </a:lnSpc>
              <a:spcAft>
                <a:spcPct val="20000"/>
              </a:spcAft>
            </a:pPr>
            <a:r>
              <a:rPr lang="zh-CN" altLang="en-US" sz="2800" dirty="0">
                <a:solidFill>
                  <a:schemeClr val="tx1"/>
                </a:solidFill>
                <a:latin typeface="黑体" panose="02010609060101010101" pitchFamily="49" charset="-122"/>
              </a:rPr>
              <a:t>对共享段的信息必须进行保护；</a:t>
            </a:r>
            <a:endParaRPr lang="zh-CN" altLang="en-US" sz="2800" dirty="0">
              <a:solidFill>
                <a:schemeClr val="tx1"/>
              </a:solidFill>
              <a:latin typeface="黑体" panose="02010609060101010101" pitchFamily="49" charset="-122"/>
            </a:endParaRPr>
          </a:p>
        </p:txBody>
      </p:sp>
    </p:spTree>
  </p:cSld>
  <p:clrMapOvr>
    <a:masterClrMapping/>
  </p:clrMapOvr>
  <p:transition>
    <p:split orient="vert" dir="in"/>
  </p:transition>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0898" name="Rectangle 2"/>
          <p:cNvSpPr>
            <a:spLocks noGrp="1"/>
          </p:cNvSpPr>
          <p:nvPr>
            <p:ph type="title"/>
          </p:nvPr>
        </p:nvSpPr>
        <p:spPr>
          <a:xfrm>
            <a:off x="1295400" y="228600"/>
            <a:ext cx="7773988" cy="1143000"/>
          </a:xfrm>
          <a:ln/>
        </p:spPr>
        <p:txBody>
          <a:bodyPr vert="horz" wrap="square" lIns="91440" tIns="45720" rIns="91440" bIns="45720" anchor="ctr" anchorCtr="0"/>
          <a:p>
            <a:r>
              <a:rPr lang="zh-CN" altLang="en-US" sz="2800" dirty="0"/>
              <a:t>分段和分页的比较</a:t>
            </a:r>
            <a:endParaRPr lang="en-US" altLang="zh-CN" sz="2800" dirty="0"/>
          </a:p>
        </p:txBody>
      </p:sp>
      <p:sp>
        <p:nvSpPr>
          <p:cNvPr id="80899" name="Rectangle 3"/>
          <p:cNvSpPr>
            <a:spLocks noGrp="1"/>
          </p:cNvSpPr>
          <p:nvPr>
            <p:ph idx="1"/>
          </p:nvPr>
        </p:nvSpPr>
        <p:spPr>
          <a:xfrm>
            <a:off x="534988" y="1446213"/>
            <a:ext cx="8151812" cy="4189412"/>
          </a:xfrm>
          <a:ln/>
        </p:spPr>
        <p:txBody>
          <a:bodyPr vert="horz" wrap="square" lIns="91440" tIns="45720" rIns="91440" bIns="45720" anchor="t" anchorCtr="0"/>
          <a:p>
            <a:pPr algn="just">
              <a:lnSpc>
                <a:spcPct val="140000"/>
              </a:lnSpc>
              <a:spcAft>
                <a:spcPct val="20000"/>
              </a:spcAft>
            </a:pPr>
            <a:r>
              <a:rPr lang="zh-CN" altLang="en-US" sz="2800" dirty="0">
                <a:solidFill>
                  <a:schemeClr val="tx1"/>
                </a:solidFill>
                <a:latin typeface="黑体" panose="02010609060101010101" pitchFamily="49" charset="-122"/>
              </a:rPr>
              <a:t>分段是信息的</a:t>
            </a:r>
            <a:r>
              <a:rPr lang="zh-CN" altLang="en-US" sz="2800" dirty="0">
                <a:solidFill>
                  <a:srgbClr val="FF0000"/>
                </a:solidFill>
                <a:latin typeface="黑体" panose="02010609060101010101" pitchFamily="49" charset="-122"/>
              </a:rPr>
              <a:t>逻辑单位</a:t>
            </a:r>
            <a:r>
              <a:rPr lang="zh-CN" altLang="en-US" sz="2800" dirty="0">
                <a:solidFill>
                  <a:schemeClr val="tx1"/>
                </a:solidFill>
                <a:latin typeface="黑体" panose="02010609060101010101" pitchFamily="49" charset="-122"/>
              </a:rPr>
              <a:t>，由源程序的逻辑结构所决定，</a:t>
            </a:r>
            <a:r>
              <a:rPr lang="zh-CN" altLang="en-US" sz="2800" dirty="0">
                <a:latin typeface="黑体" panose="02010609060101010101" pitchFamily="49" charset="-122"/>
              </a:rPr>
              <a:t>用户可见</a:t>
            </a:r>
            <a:r>
              <a:rPr lang="zh-CN" altLang="en-US" sz="2800" dirty="0">
                <a:solidFill>
                  <a:schemeClr val="tx1"/>
                </a:solidFill>
                <a:latin typeface="黑体" panose="02010609060101010101" pitchFamily="49" charset="-122"/>
              </a:rPr>
              <a:t>；</a:t>
            </a:r>
            <a:endParaRPr lang="zh-CN" altLang="en-US" sz="2800" dirty="0">
              <a:solidFill>
                <a:schemeClr val="tx1"/>
              </a:solidFill>
              <a:latin typeface="黑体" panose="02010609060101010101" pitchFamily="49" charset="-122"/>
            </a:endParaRPr>
          </a:p>
          <a:p>
            <a:pPr algn="just">
              <a:lnSpc>
                <a:spcPct val="140000"/>
              </a:lnSpc>
              <a:spcAft>
                <a:spcPct val="20000"/>
              </a:spcAft>
            </a:pPr>
            <a:r>
              <a:rPr lang="zh-CN" altLang="en-US" sz="2800" dirty="0">
                <a:solidFill>
                  <a:schemeClr val="tx1"/>
                </a:solidFill>
                <a:latin typeface="黑体" panose="02010609060101010101" pitchFamily="49" charset="-122"/>
              </a:rPr>
              <a:t>段长可根据</a:t>
            </a:r>
            <a:r>
              <a:rPr lang="zh-CN" altLang="en-US" sz="2800" dirty="0">
                <a:solidFill>
                  <a:srgbClr val="FF0000"/>
                </a:solidFill>
                <a:latin typeface="黑体" panose="02010609060101010101" pitchFamily="49" charset="-122"/>
              </a:rPr>
              <a:t>用户需要</a:t>
            </a:r>
            <a:r>
              <a:rPr lang="zh-CN" altLang="en-US" sz="2800" dirty="0">
                <a:solidFill>
                  <a:schemeClr val="tx1"/>
                </a:solidFill>
                <a:latin typeface="黑体" panose="02010609060101010101" pitchFamily="49" charset="-122"/>
              </a:rPr>
              <a:t>来规定，段起始地址可从任何主存地址开始；</a:t>
            </a:r>
            <a:endParaRPr lang="zh-CN" altLang="en-US" sz="2800" dirty="0">
              <a:solidFill>
                <a:schemeClr val="tx1"/>
              </a:solidFill>
              <a:latin typeface="黑体" panose="02010609060101010101" pitchFamily="49" charset="-122"/>
            </a:endParaRPr>
          </a:p>
          <a:p>
            <a:pPr algn="just">
              <a:lnSpc>
                <a:spcPct val="140000"/>
              </a:lnSpc>
              <a:spcAft>
                <a:spcPct val="20000"/>
              </a:spcAft>
            </a:pPr>
            <a:r>
              <a:rPr lang="zh-CN" altLang="en-US" sz="2800" dirty="0">
                <a:solidFill>
                  <a:schemeClr val="tx1"/>
                </a:solidFill>
                <a:latin typeface="黑体" panose="02010609060101010101" pitchFamily="49" charset="-122"/>
              </a:rPr>
              <a:t>分段方式中，源程序</a:t>
            </a:r>
            <a:r>
              <a:rPr lang="en-US" altLang="zh-CN" sz="2800" dirty="0">
                <a:solidFill>
                  <a:schemeClr val="tx1"/>
                </a:solidFill>
                <a:latin typeface="黑体" panose="02010609060101010101" pitchFamily="49" charset="-122"/>
              </a:rPr>
              <a:t>(</a:t>
            </a:r>
            <a:r>
              <a:rPr lang="zh-CN" altLang="en-US" sz="2800" dirty="0">
                <a:solidFill>
                  <a:schemeClr val="tx1"/>
                </a:solidFill>
                <a:latin typeface="黑体" panose="02010609060101010101" pitchFamily="49" charset="-122"/>
              </a:rPr>
              <a:t>段号，段内位移</a:t>
            </a:r>
            <a:r>
              <a:rPr lang="en-US" altLang="zh-CN" sz="2800" dirty="0">
                <a:solidFill>
                  <a:schemeClr val="tx1"/>
                </a:solidFill>
                <a:latin typeface="黑体" panose="02010609060101010101" pitchFamily="49" charset="-122"/>
              </a:rPr>
              <a:t>)</a:t>
            </a:r>
            <a:r>
              <a:rPr lang="zh-CN" altLang="en-US" sz="2800" dirty="0">
                <a:solidFill>
                  <a:schemeClr val="tx1"/>
                </a:solidFill>
                <a:latin typeface="黑体" panose="02010609060101010101" pitchFamily="49" charset="-122"/>
              </a:rPr>
              <a:t>经连结装配后地址仍保持</a:t>
            </a:r>
            <a:r>
              <a:rPr lang="zh-CN" altLang="en-US" sz="2800" dirty="0">
                <a:solidFill>
                  <a:srgbClr val="FF0000"/>
                </a:solidFill>
                <a:latin typeface="黑体" panose="02010609060101010101" pitchFamily="49" charset="-122"/>
              </a:rPr>
              <a:t>二维地址结构</a:t>
            </a:r>
            <a:r>
              <a:rPr lang="zh-CN" altLang="en-US" sz="2800" dirty="0">
                <a:solidFill>
                  <a:schemeClr val="tx1"/>
                </a:solidFill>
                <a:latin typeface="黑体" panose="02010609060101010101" pitchFamily="49" charset="-122"/>
              </a:rPr>
              <a:t>。</a:t>
            </a:r>
            <a:endParaRPr lang="zh-CN" altLang="en-US" sz="2800" dirty="0">
              <a:solidFill>
                <a:schemeClr val="tx1"/>
              </a:solidFill>
              <a:latin typeface="黑体" panose="02010609060101010101" pitchFamily="49" charset="-122"/>
            </a:endParaRPr>
          </a:p>
        </p:txBody>
      </p:sp>
    </p:spTree>
  </p:cSld>
  <p:clrMapOvr>
    <a:masterClrMapping/>
  </p:clrMapOvr>
  <p:transition>
    <p:split orient="vert" dir="in"/>
  </p:transition>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1922" name="Rectangle 2"/>
          <p:cNvSpPr>
            <a:spLocks noGrp="1"/>
          </p:cNvSpPr>
          <p:nvPr>
            <p:ph type="title"/>
          </p:nvPr>
        </p:nvSpPr>
        <p:spPr>
          <a:xfrm>
            <a:off x="1295400" y="228600"/>
            <a:ext cx="7773988" cy="1143000"/>
          </a:xfrm>
          <a:ln/>
        </p:spPr>
        <p:txBody>
          <a:bodyPr vert="horz" wrap="square" lIns="91440" tIns="45720" rIns="91440" bIns="45720" anchor="ctr" anchorCtr="0"/>
          <a:p>
            <a:r>
              <a:rPr lang="zh-CN" altLang="en-US" sz="2800" dirty="0"/>
              <a:t>分段和分页的比较</a:t>
            </a:r>
            <a:endParaRPr lang="en-US" altLang="zh-CN" sz="2800" dirty="0"/>
          </a:p>
        </p:txBody>
      </p:sp>
      <p:sp>
        <p:nvSpPr>
          <p:cNvPr id="81923" name="Rectangle 3"/>
          <p:cNvSpPr>
            <a:spLocks noGrp="1"/>
          </p:cNvSpPr>
          <p:nvPr>
            <p:ph idx="1"/>
          </p:nvPr>
        </p:nvSpPr>
        <p:spPr>
          <a:xfrm>
            <a:off x="534988" y="1522413"/>
            <a:ext cx="8151812" cy="3884612"/>
          </a:xfrm>
          <a:ln/>
        </p:spPr>
        <p:txBody>
          <a:bodyPr vert="horz" wrap="square" lIns="91440" tIns="45720" rIns="91440" bIns="45720" anchor="t" anchorCtr="0"/>
          <a:p>
            <a:pPr algn="just">
              <a:lnSpc>
                <a:spcPct val="110000"/>
              </a:lnSpc>
              <a:spcAft>
                <a:spcPct val="20000"/>
              </a:spcAft>
            </a:pPr>
            <a:r>
              <a:rPr lang="zh-CN" altLang="en-US" sz="2800" dirty="0">
                <a:solidFill>
                  <a:schemeClr val="tx1"/>
                </a:solidFill>
                <a:latin typeface="黑体" panose="02010609060101010101" pitchFamily="49" charset="-122"/>
              </a:rPr>
              <a:t>分页是信息的</a:t>
            </a:r>
            <a:r>
              <a:rPr lang="zh-CN" altLang="en-US" sz="2800" dirty="0">
                <a:solidFill>
                  <a:srgbClr val="FF0000"/>
                </a:solidFill>
                <a:latin typeface="黑体" panose="02010609060101010101" pitchFamily="49" charset="-122"/>
              </a:rPr>
              <a:t>物理单位</a:t>
            </a:r>
            <a:r>
              <a:rPr lang="zh-CN" altLang="en-US" sz="2800" dirty="0">
                <a:solidFill>
                  <a:schemeClr val="tx1"/>
                </a:solidFill>
                <a:latin typeface="黑体" panose="02010609060101010101" pitchFamily="49" charset="-122"/>
              </a:rPr>
              <a:t>，与源程序的逻辑结构无关，</a:t>
            </a:r>
            <a:r>
              <a:rPr lang="zh-CN" altLang="en-US" sz="2800" dirty="0">
                <a:latin typeface="黑体" panose="02010609060101010101" pitchFamily="49" charset="-122"/>
              </a:rPr>
              <a:t>用户不可见</a:t>
            </a:r>
            <a:r>
              <a:rPr lang="zh-CN" altLang="en-US" sz="2800" dirty="0">
                <a:solidFill>
                  <a:schemeClr val="tx1"/>
                </a:solidFill>
                <a:latin typeface="黑体" panose="02010609060101010101" pitchFamily="49" charset="-122"/>
              </a:rPr>
              <a:t>；</a:t>
            </a:r>
            <a:endParaRPr lang="zh-CN" altLang="en-US" sz="2800" dirty="0">
              <a:solidFill>
                <a:schemeClr val="tx1"/>
              </a:solidFill>
              <a:latin typeface="黑体" panose="02010609060101010101" pitchFamily="49" charset="-122"/>
            </a:endParaRPr>
          </a:p>
          <a:p>
            <a:pPr algn="just">
              <a:lnSpc>
                <a:spcPct val="110000"/>
              </a:lnSpc>
              <a:spcAft>
                <a:spcPct val="20000"/>
              </a:spcAft>
            </a:pPr>
            <a:r>
              <a:rPr lang="zh-CN" altLang="en-US" sz="2800" dirty="0">
                <a:solidFill>
                  <a:schemeClr val="tx1"/>
                </a:solidFill>
                <a:latin typeface="黑体" panose="02010609060101010101" pitchFamily="49" charset="-122"/>
              </a:rPr>
              <a:t>页长由</a:t>
            </a:r>
            <a:r>
              <a:rPr lang="zh-CN" altLang="en-US" sz="2800" dirty="0">
                <a:solidFill>
                  <a:srgbClr val="FF0000"/>
                </a:solidFill>
                <a:latin typeface="黑体" panose="02010609060101010101" pitchFamily="49" charset="-122"/>
              </a:rPr>
              <a:t>系统确定</a:t>
            </a:r>
            <a:r>
              <a:rPr lang="zh-CN" altLang="en-US" sz="2800" dirty="0">
                <a:solidFill>
                  <a:schemeClr val="tx1"/>
                </a:solidFill>
                <a:latin typeface="黑体" panose="02010609060101010101" pitchFamily="49" charset="-122"/>
              </a:rPr>
              <a:t>，页面只能以页大小的整倍数地址开始；</a:t>
            </a:r>
            <a:endParaRPr lang="zh-CN" altLang="en-US" sz="2800" dirty="0">
              <a:solidFill>
                <a:schemeClr val="tx1"/>
              </a:solidFill>
              <a:latin typeface="黑体" panose="02010609060101010101" pitchFamily="49" charset="-122"/>
            </a:endParaRPr>
          </a:p>
          <a:p>
            <a:pPr algn="just">
              <a:lnSpc>
                <a:spcPct val="110000"/>
              </a:lnSpc>
              <a:spcAft>
                <a:spcPct val="20000"/>
              </a:spcAft>
            </a:pPr>
            <a:r>
              <a:rPr lang="zh-CN" altLang="en-US" sz="2800" dirty="0">
                <a:solidFill>
                  <a:schemeClr val="tx1"/>
                </a:solidFill>
                <a:latin typeface="黑体" panose="02010609060101010101" pitchFamily="49" charset="-122"/>
              </a:rPr>
              <a:t>分页方式中，源程序</a:t>
            </a:r>
            <a:r>
              <a:rPr lang="en-US" altLang="zh-CN" sz="2800" dirty="0">
                <a:solidFill>
                  <a:schemeClr val="tx1"/>
                </a:solidFill>
                <a:latin typeface="黑体" panose="02010609060101010101" pitchFamily="49" charset="-122"/>
              </a:rPr>
              <a:t>(</a:t>
            </a:r>
            <a:r>
              <a:rPr lang="zh-CN" altLang="en-US" sz="2800" dirty="0">
                <a:solidFill>
                  <a:schemeClr val="tx1"/>
                </a:solidFill>
                <a:latin typeface="黑体" panose="02010609060101010101" pitchFamily="49" charset="-122"/>
              </a:rPr>
              <a:t>页号，页内位移</a:t>
            </a:r>
            <a:r>
              <a:rPr lang="en-US" altLang="zh-CN" sz="2800" dirty="0">
                <a:solidFill>
                  <a:schemeClr val="tx1"/>
                </a:solidFill>
                <a:latin typeface="黑体" panose="02010609060101010101" pitchFamily="49" charset="-122"/>
              </a:rPr>
              <a:t>)</a:t>
            </a:r>
            <a:r>
              <a:rPr lang="zh-CN" altLang="en-US" sz="2800" dirty="0">
                <a:solidFill>
                  <a:schemeClr val="tx1"/>
                </a:solidFill>
                <a:latin typeface="黑体" panose="02010609060101010101" pitchFamily="49" charset="-122"/>
              </a:rPr>
              <a:t>经连结装配后地址变成了</a:t>
            </a:r>
            <a:r>
              <a:rPr lang="zh-CN" altLang="en-US" sz="2800" dirty="0">
                <a:solidFill>
                  <a:srgbClr val="FF0000"/>
                </a:solidFill>
                <a:latin typeface="黑体" panose="02010609060101010101" pitchFamily="49" charset="-122"/>
              </a:rPr>
              <a:t>一维地址结构。</a:t>
            </a:r>
            <a:endParaRPr lang="zh-CN" altLang="en-US" sz="2800" dirty="0">
              <a:solidFill>
                <a:schemeClr val="tx1"/>
              </a:solidFill>
              <a:latin typeface="黑体" panose="02010609060101010101" pitchFamily="49" charset="-122"/>
            </a:endParaRPr>
          </a:p>
        </p:txBody>
      </p:sp>
    </p:spTree>
  </p:cSld>
  <p:clrMapOvr>
    <a:masterClrMapping/>
  </p:clrMapOvr>
  <p:transition>
    <p:split orient="vert" dir="in"/>
  </p:transition>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2946" name="Rectangle 2"/>
          <p:cNvSpPr>
            <a:spLocks noGrp="1"/>
          </p:cNvSpPr>
          <p:nvPr>
            <p:ph type="title"/>
          </p:nvPr>
        </p:nvSpPr>
        <p:spPr>
          <a:ln/>
        </p:spPr>
        <p:txBody>
          <a:bodyPr vert="horz" wrap="square" lIns="91440" tIns="45720" rIns="91440" bIns="45720" anchor="ctr" anchorCtr="0"/>
          <a:p>
            <a:r>
              <a:rPr lang="zh-CN" altLang="en-US" sz="2800" dirty="0"/>
              <a:t>分段的优点和缺点</a:t>
            </a:r>
            <a:endParaRPr lang="zh-CN" altLang="en-US" sz="2800" dirty="0"/>
          </a:p>
        </p:txBody>
      </p:sp>
      <p:sp>
        <p:nvSpPr>
          <p:cNvPr id="82947" name="Rectangle 3"/>
          <p:cNvSpPr>
            <a:spLocks noGrp="1"/>
          </p:cNvSpPr>
          <p:nvPr>
            <p:ph idx="1"/>
          </p:nvPr>
        </p:nvSpPr>
        <p:spPr>
          <a:xfrm>
            <a:off x="382588" y="1268413"/>
            <a:ext cx="8431212" cy="4900612"/>
          </a:xfrm>
          <a:ln/>
        </p:spPr>
        <p:txBody>
          <a:bodyPr vert="horz" wrap="square" lIns="91440" tIns="45720" rIns="91440" bIns="45720" anchor="t" anchorCtr="0"/>
          <a:p>
            <a:pPr>
              <a:lnSpc>
                <a:spcPct val="130000"/>
              </a:lnSpc>
            </a:pPr>
            <a:r>
              <a:rPr lang="zh-CN" altLang="en-US" sz="2800" dirty="0"/>
              <a:t>逻辑分段的优点</a:t>
            </a:r>
            <a:endParaRPr lang="zh-CN" altLang="en-US" sz="2800" dirty="0"/>
          </a:p>
          <a:p>
            <a:pPr lvl="1">
              <a:lnSpc>
                <a:spcPct val="130000"/>
              </a:lnSpc>
            </a:pPr>
            <a:r>
              <a:rPr lang="zh-CN" altLang="en-US" sz="2400" dirty="0"/>
              <a:t>每个逻辑单元可以单独占一个虚拟地址空间，使得编写程序的空间大为增长</a:t>
            </a:r>
            <a:endParaRPr lang="zh-CN" altLang="en-US" sz="2400" dirty="0"/>
          </a:p>
          <a:p>
            <a:pPr lvl="1">
              <a:lnSpc>
                <a:spcPct val="130000"/>
              </a:lnSpc>
            </a:pPr>
            <a:r>
              <a:rPr lang="zh-CN" altLang="en-US" sz="2400" dirty="0"/>
              <a:t>对于空间稀疏的程序，分段管理将节省大量的空间。因为空闲的部分不用分配任何虚拟空间；而在分页下，空闲的空间仍然分配虚拟页面，只不过页面非法而已</a:t>
            </a:r>
            <a:endParaRPr lang="zh-CN" altLang="en-US" sz="2400" dirty="0"/>
          </a:p>
          <a:p>
            <a:pPr>
              <a:lnSpc>
                <a:spcPct val="130000"/>
              </a:lnSpc>
            </a:pPr>
            <a:r>
              <a:rPr lang="zh-CN" altLang="en-US" sz="2800" dirty="0"/>
              <a:t>缺点</a:t>
            </a:r>
            <a:endParaRPr lang="zh-CN" altLang="en-US" sz="2800" dirty="0"/>
          </a:p>
          <a:p>
            <a:pPr lvl="1">
              <a:lnSpc>
                <a:spcPct val="130000"/>
              </a:lnSpc>
            </a:pPr>
            <a:r>
              <a:rPr lang="zh-CN" altLang="en-US" sz="2400" dirty="0"/>
              <a:t>外部碎片</a:t>
            </a:r>
            <a:endParaRPr lang="zh-CN" altLang="en-US" sz="2400" dirty="0"/>
          </a:p>
          <a:p>
            <a:pPr lvl="1">
              <a:lnSpc>
                <a:spcPct val="130000"/>
              </a:lnSpc>
            </a:pPr>
            <a:r>
              <a:rPr lang="zh-CN" altLang="en-US" sz="2400" dirty="0"/>
              <a:t>一个段必须全部加载到内存</a:t>
            </a:r>
            <a:endParaRPr lang="zh-CN" altLang="en-US" sz="2400" dirty="0"/>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3970" name="Rectangle 2"/>
          <p:cNvSpPr>
            <a:spLocks noGrp="1"/>
          </p:cNvSpPr>
          <p:nvPr>
            <p:ph type="title"/>
          </p:nvPr>
        </p:nvSpPr>
        <p:spPr>
          <a:xfrm>
            <a:off x="1828800" y="476250"/>
            <a:ext cx="7240588" cy="563563"/>
          </a:xfrm>
          <a:ln/>
        </p:spPr>
        <p:txBody>
          <a:bodyPr vert="horz" wrap="square" lIns="91440" tIns="45720" rIns="91440" bIns="45720" anchor="ctr" anchorCtr="0"/>
          <a:p>
            <a:r>
              <a:rPr lang="zh-CN" altLang="en-US" sz="2800" dirty="0"/>
              <a:t>补充：段页式存储管理</a:t>
            </a:r>
            <a:endParaRPr lang="zh-CN" altLang="en-US" sz="2800" dirty="0"/>
          </a:p>
        </p:txBody>
      </p:sp>
      <p:sp>
        <p:nvSpPr>
          <p:cNvPr id="83971" name="Rectangle 3"/>
          <p:cNvSpPr>
            <a:spLocks noGrp="1"/>
          </p:cNvSpPr>
          <p:nvPr>
            <p:ph idx="1"/>
          </p:nvPr>
        </p:nvSpPr>
        <p:spPr>
          <a:xfrm>
            <a:off x="687388" y="1371600"/>
            <a:ext cx="8151812" cy="3806825"/>
          </a:xfrm>
          <a:ln/>
        </p:spPr>
        <p:txBody>
          <a:bodyPr vert="horz" wrap="square" lIns="91440" tIns="45720" rIns="91440" bIns="45720" anchor="t" anchorCtr="0"/>
          <a:p>
            <a:pPr>
              <a:lnSpc>
                <a:spcPct val="130000"/>
              </a:lnSpc>
            </a:pPr>
            <a:r>
              <a:rPr lang="zh-CN" altLang="en-US" sz="2800" dirty="0">
                <a:solidFill>
                  <a:schemeClr val="tx1"/>
                </a:solidFill>
              </a:rPr>
              <a:t>逻辑段，地址空间较大，主存中找不到连续的空间存放；</a:t>
            </a:r>
            <a:endParaRPr lang="zh-CN" altLang="en-US" sz="2800" dirty="0">
              <a:solidFill>
                <a:schemeClr val="tx1"/>
              </a:solidFill>
            </a:endParaRPr>
          </a:p>
          <a:p>
            <a:pPr>
              <a:lnSpc>
                <a:spcPct val="130000"/>
              </a:lnSpc>
            </a:pPr>
            <a:r>
              <a:rPr lang="zh-CN" altLang="en-US" sz="2800" dirty="0">
                <a:solidFill>
                  <a:srgbClr val="FF0000"/>
                </a:solidFill>
              </a:rPr>
              <a:t>段中分页</a:t>
            </a:r>
            <a:r>
              <a:rPr lang="zh-CN" altLang="en-US" sz="2800" dirty="0">
                <a:solidFill>
                  <a:schemeClr val="tx1"/>
                </a:solidFill>
              </a:rPr>
              <a:t>，按页分散存放；</a:t>
            </a:r>
            <a:endParaRPr lang="zh-CN" altLang="en-US" sz="2800" dirty="0">
              <a:solidFill>
                <a:schemeClr val="tx1"/>
              </a:solidFill>
            </a:endParaRPr>
          </a:p>
          <a:p>
            <a:pPr>
              <a:lnSpc>
                <a:spcPct val="130000"/>
              </a:lnSpc>
            </a:pPr>
            <a:r>
              <a:rPr lang="zh-CN" altLang="en-US" sz="2800" dirty="0">
                <a:solidFill>
                  <a:schemeClr val="tx1"/>
                </a:solidFill>
              </a:rPr>
              <a:t>建立</a:t>
            </a:r>
            <a:r>
              <a:rPr lang="zh-CN" altLang="en-US" sz="2800" dirty="0">
                <a:solidFill>
                  <a:srgbClr val="FF0000"/>
                </a:solidFill>
              </a:rPr>
              <a:t>两级映射表</a:t>
            </a:r>
            <a:r>
              <a:rPr lang="zh-CN" altLang="en-US" sz="2800" dirty="0">
                <a:solidFill>
                  <a:schemeClr val="tx1"/>
                </a:solidFill>
              </a:rPr>
              <a:t>，</a:t>
            </a:r>
            <a:br>
              <a:rPr lang="zh-CN" altLang="en-US" sz="2800" dirty="0">
                <a:solidFill>
                  <a:schemeClr val="tx1"/>
                </a:solidFill>
              </a:rPr>
            </a:br>
            <a:r>
              <a:rPr lang="zh-CN" altLang="en-US" sz="2800" dirty="0">
                <a:solidFill>
                  <a:schemeClr val="tx1"/>
                </a:solidFill>
              </a:rPr>
              <a:t>一级映射</a:t>
            </a:r>
            <a:r>
              <a:rPr lang="en-US" altLang="zh-CN" sz="2800" dirty="0">
                <a:solidFill>
                  <a:schemeClr val="tx1"/>
                </a:solidFill>
              </a:rPr>
              <a:t>——</a:t>
            </a:r>
            <a:r>
              <a:rPr lang="zh-CN" altLang="en-US" sz="2800" dirty="0"/>
              <a:t>段表</a:t>
            </a:r>
            <a:r>
              <a:rPr lang="zh-CN" altLang="en-US" sz="2800" dirty="0">
                <a:solidFill>
                  <a:schemeClr val="tx1"/>
                </a:solidFill>
              </a:rPr>
              <a:t>，二级映射</a:t>
            </a:r>
            <a:r>
              <a:rPr lang="en-US" altLang="zh-CN" sz="2800" dirty="0">
                <a:solidFill>
                  <a:schemeClr val="tx1"/>
                </a:solidFill>
              </a:rPr>
              <a:t>——</a:t>
            </a:r>
            <a:r>
              <a:rPr lang="zh-CN" altLang="en-US" sz="2800" dirty="0"/>
              <a:t>页表</a:t>
            </a:r>
            <a:r>
              <a:rPr lang="zh-CN" altLang="en-US" sz="2800" dirty="0">
                <a:solidFill>
                  <a:schemeClr val="tx1"/>
                </a:solidFill>
              </a:rPr>
              <a:t>；</a:t>
            </a:r>
            <a:endParaRPr lang="zh-CN" altLang="en-US" sz="2800" dirty="0">
              <a:solidFill>
                <a:schemeClr val="tx1"/>
              </a:solidFill>
            </a:endParaRPr>
          </a:p>
          <a:p>
            <a:pPr>
              <a:lnSpc>
                <a:spcPct val="130000"/>
              </a:lnSpc>
            </a:pPr>
            <a:r>
              <a:rPr lang="zh-CN" altLang="en-US" sz="2800" dirty="0">
                <a:solidFill>
                  <a:schemeClr val="tx1"/>
                </a:solidFill>
              </a:rPr>
              <a:t>段大小不同，故所分的</a:t>
            </a:r>
            <a:r>
              <a:rPr lang="zh-CN" altLang="en-US" sz="2800" dirty="0">
                <a:solidFill>
                  <a:srgbClr val="FF0000"/>
                </a:solidFill>
              </a:rPr>
              <a:t>页数也不同</a:t>
            </a:r>
            <a:r>
              <a:rPr lang="zh-CN" altLang="en-US" sz="2800" dirty="0">
                <a:solidFill>
                  <a:schemeClr val="tx1"/>
                </a:solidFill>
              </a:rPr>
              <a:t>；</a:t>
            </a:r>
            <a:endParaRPr lang="zh-CN" altLang="en-US" sz="2800" dirty="0">
              <a:solidFill>
                <a:schemeClr val="tx1"/>
              </a:solidFill>
            </a:endParaRPr>
          </a:p>
        </p:txBody>
      </p:sp>
      <p:grpSp>
        <p:nvGrpSpPr>
          <p:cNvPr id="83972" name="Group 4"/>
          <p:cNvGrpSpPr/>
          <p:nvPr/>
        </p:nvGrpSpPr>
        <p:grpSpPr>
          <a:xfrm>
            <a:off x="3810000" y="5103813"/>
            <a:ext cx="2135188" cy="1293812"/>
            <a:chOff x="3984" y="3120"/>
            <a:chExt cx="1344" cy="816"/>
          </a:xfrm>
        </p:grpSpPr>
        <p:grpSp>
          <p:nvGrpSpPr>
            <p:cNvPr id="83973" name="Group 5"/>
            <p:cNvGrpSpPr/>
            <p:nvPr/>
          </p:nvGrpSpPr>
          <p:grpSpPr>
            <a:xfrm>
              <a:off x="4752" y="3168"/>
              <a:ext cx="576" cy="288"/>
              <a:chOff x="4176" y="3456"/>
              <a:chExt cx="720" cy="384"/>
            </a:xfrm>
          </p:grpSpPr>
          <p:sp>
            <p:nvSpPr>
              <p:cNvPr id="83985" name="AutoShape 6"/>
              <p:cNvSpPr/>
              <p:nvPr/>
            </p:nvSpPr>
            <p:spPr>
              <a:xfrm>
                <a:off x="4320" y="3456"/>
                <a:ext cx="576" cy="384"/>
              </a:xfrm>
              <a:prstGeom prst="flowChartDocument">
                <a:avLst/>
              </a:prstGeom>
              <a:solidFill>
                <a:srgbClr val="FFFF99"/>
              </a:solidFill>
              <a:ln w="9525" cap="flat" cmpd="sng">
                <a:solidFill>
                  <a:schemeClr val="tx1"/>
                </a:solidFill>
                <a:prstDash val="solid"/>
                <a:miter/>
                <a:headEnd type="none" w="med" len="med"/>
                <a:tailEnd type="none" w="med" len="med"/>
              </a:ln>
            </p:spPr>
            <p:txBody>
              <a:bodyPr wrap="none" anchor="ctr" anchorCtr="0"/>
              <a:p>
                <a:endParaRPr lang="zh-CN" altLang="en-US" dirty="0">
                  <a:latin typeface="Times New Roman" panose="02020603050405020304" pitchFamily="18" charset="0"/>
                </a:endParaRPr>
              </a:p>
            </p:txBody>
          </p:sp>
          <p:grpSp>
            <p:nvGrpSpPr>
              <p:cNvPr id="83986" name="Group 7"/>
              <p:cNvGrpSpPr/>
              <p:nvPr/>
            </p:nvGrpSpPr>
            <p:grpSpPr>
              <a:xfrm>
                <a:off x="4176" y="3552"/>
                <a:ext cx="720" cy="164"/>
                <a:chOff x="4293" y="2901"/>
                <a:chExt cx="576" cy="164"/>
              </a:xfrm>
            </p:grpSpPr>
            <p:sp>
              <p:nvSpPr>
                <p:cNvPr id="83987" name="Line 8"/>
                <p:cNvSpPr/>
                <p:nvPr/>
              </p:nvSpPr>
              <p:spPr>
                <a:xfrm>
                  <a:off x="4293" y="2901"/>
                  <a:ext cx="576" cy="0"/>
                </a:xfrm>
                <a:prstGeom prst="line">
                  <a:avLst/>
                </a:prstGeom>
                <a:ln w="28575" cap="flat" cmpd="sng">
                  <a:solidFill>
                    <a:schemeClr val="hlink"/>
                  </a:solidFill>
                  <a:prstDash val="dash"/>
                  <a:headEnd type="none" w="med" len="med"/>
                  <a:tailEnd type="none" w="med" len="med"/>
                </a:ln>
              </p:spPr>
            </p:sp>
            <p:sp>
              <p:nvSpPr>
                <p:cNvPr id="83988" name="Line 9"/>
                <p:cNvSpPr/>
                <p:nvPr/>
              </p:nvSpPr>
              <p:spPr>
                <a:xfrm>
                  <a:off x="4293" y="3065"/>
                  <a:ext cx="576" cy="0"/>
                </a:xfrm>
                <a:prstGeom prst="line">
                  <a:avLst/>
                </a:prstGeom>
                <a:ln w="28575" cap="flat" cmpd="sng">
                  <a:solidFill>
                    <a:schemeClr val="hlink"/>
                  </a:solidFill>
                  <a:prstDash val="dash"/>
                  <a:headEnd type="none" w="med" len="med"/>
                  <a:tailEnd type="none" w="med" len="med"/>
                </a:ln>
              </p:spPr>
            </p:sp>
          </p:grpSp>
        </p:grpSp>
        <p:grpSp>
          <p:nvGrpSpPr>
            <p:cNvPr id="83974" name="Group 10"/>
            <p:cNvGrpSpPr/>
            <p:nvPr/>
          </p:nvGrpSpPr>
          <p:grpSpPr>
            <a:xfrm>
              <a:off x="3984" y="3120"/>
              <a:ext cx="480" cy="816"/>
              <a:chOff x="3840" y="2784"/>
              <a:chExt cx="576" cy="1152"/>
            </a:xfrm>
          </p:grpSpPr>
          <p:sp>
            <p:nvSpPr>
              <p:cNvPr id="83980" name="AutoShape 11"/>
              <p:cNvSpPr/>
              <p:nvPr/>
            </p:nvSpPr>
            <p:spPr>
              <a:xfrm>
                <a:off x="3964" y="2784"/>
                <a:ext cx="452" cy="1152"/>
              </a:xfrm>
              <a:prstGeom prst="foldedCorner">
                <a:avLst>
                  <a:gd name="adj" fmla="val 12500"/>
                </a:avLst>
              </a:prstGeom>
              <a:solidFill>
                <a:schemeClr val="bg2"/>
              </a:solidFill>
              <a:ln w="9525" cap="flat" cmpd="sng">
                <a:solidFill>
                  <a:schemeClr val="tx1"/>
                </a:solidFill>
                <a:prstDash val="solid"/>
                <a:headEnd type="none" w="med" len="med"/>
                <a:tailEnd type="none" w="med" len="med"/>
              </a:ln>
            </p:spPr>
            <p:txBody>
              <a:bodyPr wrap="none" anchor="ctr" anchorCtr="0"/>
              <a:p>
                <a:endParaRPr lang="zh-CN" altLang="en-US" dirty="0">
                  <a:latin typeface="Times New Roman" panose="02020603050405020304" pitchFamily="18" charset="0"/>
                </a:endParaRPr>
              </a:p>
            </p:txBody>
          </p:sp>
          <p:grpSp>
            <p:nvGrpSpPr>
              <p:cNvPr id="83981" name="Group 12"/>
              <p:cNvGrpSpPr/>
              <p:nvPr/>
            </p:nvGrpSpPr>
            <p:grpSpPr>
              <a:xfrm>
                <a:off x="3840" y="3209"/>
                <a:ext cx="576" cy="535"/>
                <a:chOff x="2928" y="3065"/>
                <a:chExt cx="960" cy="535"/>
              </a:xfrm>
            </p:grpSpPr>
            <p:sp>
              <p:nvSpPr>
                <p:cNvPr id="83982" name="Line 13"/>
                <p:cNvSpPr/>
                <p:nvPr/>
              </p:nvSpPr>
              <p:spPr>
                <a:xfrm>
                  <a:off x="2928" y="3264"/>
                  <a:ext cx="960" cy="0"/>
                </a:xfrm>
                <a:prstGeom prst="line">
                  <a:avLst/>
                </a:prstGeom>
                <a:ln w="28575" cap="flat" cmpd="sng">
                  <a:solidFill>
                    <a:schemeClr val="tx1"/>
                  </a:solidFill>
                  <a:prstDash val="dash"/>
                  <a:headEnd type="none" w="med" len="med"/>
                  <a:tailEnd type="none" w="med" len="med"/>
                </a:ln>
              </p:spPr>
            </p:sp>
            <p:sp>
              <p:nvSpPr>
                <p:cNvPr id="83983" name="Line 14"/>
                <p:cNvSpPr/>
                <p:nvPr/>
              </p:nvSpPr>
              <p:spPr>
                <a:xfrm>
                  <a:off x="2928" y="3600"/>
                  <a:ext cx="960" cy="0"/>
                </a:xfrm>
                <a:prstGeom prst="line">
                  <a:avLst/>
                </a:prstGeom>
                <a:ln w="28575" cap="flat" cmpd="sng">
                  <a:solidFill>
                    <a:schemeClr val="tx1"/>
                  </a:solidFill>
                  <a:prstDash val="dash"/>
                  <a:headEnd type="none" w="med" len="med"/>
                  <a:tailEnd type="none" w="med" len="med"/>
                </a:ln>
              </p:spPr>
            </p:sp>
            <p:sp>
              <p:nvSpPr>
                <p:cNvPr id="83984" name="Line 15"/>
                <p:cNvSpPr/>
                <p:nvPr/>
              </p:nvSpPr>
              <p:spPr>
                <a:xfrm>
                  <a:off x="2928" y="3065"/>
                  <a:ext cx="960" cy="0"/>
                </a:xfrm>
                <a:prstGeom prst="line">
                  <a:avLst/>
                </a:prstGeom>
                <a:ln w="28575" cap="flat" cmpd="sng">
                  <a:solidFill>
                    <a:schemeClr val="tx1"/>
                  </a:solidFill>
                  <a:prstDash val="dash"/>
                  <a:headEnd type="none" w="med" len="med"/>
                  <a:tailEnd type="none" w="med" len="med"/>
                </a:ln>
              </p:spPr>
            </p:sp>
          </p:grpSp>
        </p:grpSp>
        <p:sp>
          <p:nvSpPr>
            <p:cNvPr id="83975" name="Line 16"/>
            <p:cNvSpPr/>
            <p:nvPr/>
          </p:nvSpPr>
          <p:spPr>
            <a:xfrm flipV="1">
              <a:off x="4368" y="3264"/>
              <a:ext cx="384" cy="1"/>
            </a:xfrm>
            <a:prstGeom prst="line">
              <a:avLst/>
            </a:prstGeom>
            <a:ln w="9525" cap="flat" cmpd="sng">
              <a:solidFill>
                <a:schemeClr val="tx1"/>
              </a:solidFill>
              <a:prstDash val="solid"/>
              <a:headEnd type="none" w="med" len="med"/>
              <a:tailEnd type="triangle" w="med" len="med"/>
            </a:ln>
          </p:spPr>
        </p:sp>
        <p:sp>
          <p:nvSpPr>
            <p:cNvPr id="83976" name="Line 17"/>
            <p:cNvSpPr/>
            <p:nvPr/>
          </p:nvSpPr>
          <p:spPr>
            <a:xfrm>
              <a:off x="4320" y="3696"/>
              <a:ext cx="432" cy="1"/>
            </a:xfrm>
            <a:prstGeom prst="line">
              <a:avLst/>
            </a:prstGeom>
            <a:ln w="9525" cap="flat" cmpd="sng">
              <a:solidFill>
                <a:schemeClr val="tx1"/>
              </a:solidFill>
              <a:prstDash val="solid"/>
              <a:headEnd type="none" w="med" len="med"/>
              <a:tailEnd type="triangle" w="med" len="med"/>
            </a:ln>
          </p:spPr>
        </p:sp>
        <p:grpSp>
          <p:nvGrpSpPr>
            <p:cNvPr id="83977" name="Group 18"/>
            <p:cNvGrpSpPr/>
            <p:nvPr/>
          </p:nvGrpSpPr>
          <p:grpSpPr>
            <a:xfrm>
              <a:off x="4752" y="3600"/>
              <a:ext cx="576" cy="240"/>
              <a:chOff x="4656" y="3504"/>
              <a:chExt cx="720" cy="288"/>
            </a:xfrm>
          </p:grpSpPr>
          <p:sp>
            <p:nvSpPr>
              <p:cNvPr id="83978" name="AutoShape 19"/>
              <p:cNvSpPr/>
              <p:nvPr/>
            </p:nvSpPr>
            <p:spPr>
              <a:xfrm>
                <a:off x="4800" y="3504"/>
                <a:ext cx="576" cy="288"/>
              </a:xfrm>
              <a:prstGeom prst="flowChartDocument">
                <a:avLst/>
              </a:prstGeom>
              <a:solidFill>
                <a:srgbClr val="FFFF99"/>
              </a:solidFill>
              <a:ln w="9525" cap="flat" cmpd="sng">
                <a:solidFill>
                  <a:schemeClr val="tx1"/>
                </a:solidFill>
                <a:prstDash val="solid"/>
                <a:miter/>
                <a:headEnd type="none" w="med" len="med"/>
                <a:tailEnd type="none" w="med" len="med"/>
              </a:ln>
            </p:spPr>
            <p:txBody>
              <a:bodyPr wrap="none" anchor="ctr" anchorCtr="0"/>
              <a:p>
                <a:endParaRPr lang="zh-CN" altLang="en-US" dirty="0">
                  <a:latin typeface="Times New Roman" panose="02020603050405020304" pitchFamily="18" charset="0"/>
                </a:endParaRPr>
              </a:p>
            </p:txBody>
          </p:sp>
          <p:sp>
            <p:nvSpPr>
              <p:cNvPr id="83979" name="Line 20"/>
              <p:cNvSpPr/>
              <p:nvPr/>
            </p:nvSpPr>
            <p:spPr>
              <a:xfrm>
                <a:off x="4656" y="3648"/>
                <a:ext cx="720" cy="1"/>
              </a:xfrm>
              <a:prstGeom prst="line">
                <a:avLst/>
              </a:prstGeom>
              <a:ln w="28575" cap="flat" cmpd="sng">
                <a:solidFill>
                  <a:schemeClr val="hlink"/>
                </a:solidFill>
                <a:prstDash val="dash"/>
                <a:headEnd type="none" w="med" len="med"/>
                <a:tailEnd type="none" w="med" len="med"/>
              </a:ln>
            </p:spPr>
          </p:sp>
        </p:grpSp>
      </p:gr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4994" name="Rectangle 2"/>
          <p:cNvSpPr>
            <a:spLocks noGrp="1"/>
          </p:cNvSpPr>
          <p:nvPr>
            <p:ph type="title"/>
          </p:nvPr>
        </p:nvSpPr>
        <p:spPr>
          <a:xfrm>
            <a:off x="1371600" y="476250"/>
            <a:ext cx="7697788" cy="563563"/>
          </a:xfrm>
          <a:ln/>
        </p:spPr>
        <p:txBody>
          <a:bodyPr vert="horz" wrap="square" lIns="91440" tIns="45720" rIns="91440" bIns="45720" anchor="ctr" anchorCtr="0"/>
          <a:p>
            <a:r>
              <a:rPr lang="zh-CN" altLang="en-US" dirty="0"/>
              <a:t>补充：段页式存储管理</a:t>
            </a:r>
            <a:endParaRPr lang="zh-CN" altLang="en-US" dirty="0"/>
          </a:p>
        </p:txBody>
      </p:sp>
      <p:sp>
        <p:nvSpPr>
          <p:cNvPr id="84995" name="Rectangle 3"/>
          <p:cNvSpPr>
            <a:spLocks noGrp="1"/>
          </p:cNvSpPr>
          <p:nvPr>
            <p:ph idx="1"/>
          </p:nvPr>
        </p:nvSpPr>
        <p:spPr>
          <a:ln/>
        </p:spPr>
        <p:txBody>
          <a:bodyPr vert="horz" wrap="square" lIns="91440" tIns="45720" rIns="91440" bIns="45720" anchor="t" anchorCtr="0"/>
          <a:p>
            <a:endParaRPr lang="zh-CN" altLang="en-US" dirty="0"/>
          </a:p>
        </p:txBody>
      </p:sp>
      <p:pic>
        <p:nvPicPr>
          <p:cNvPr id="84996" name="Picture 5"/>
          <p:cNvPicPr>
            <a:picLocks noChangeAspect="1"/>
          </p:cNvPicPr>
          <p:nvPr/>
        </p:nvPicPr>
        <p:blipFill>
          <a:blip r:embed="rId1"/>
          <a:stretch>
            <a:fillRect/>
          </a:stretch>
        </p:blipFill>
        <p:spPr>
          <a:xfrm>
            <a:off x="93663" y="1295400"/>
            <a:ext cx="9051925" cy="4646613"/>
          </a:xfrm>
          <a:prstGeom prst="rect">
            <a:avLst/>
          </a:prstGeom>
          <a:noFill/>
          <a:ln w="9525">
            <a:noFill/>
          </a:ln>
        </p:spPr>
      </p:pic>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6018" name="Rectangle 3"/>
          <p:cNvSpPr>
            <a:spLocks noGrp="1"/>
          </p:cNvSpPr>
          <p:nvPr>
            <p:ph type="body" idx="4294967295"/>
          </p:nvPr>
        </p:nvSpPr>
        <p:spPr>
          <a:xfrm>
            <a:off x="1754188" y="1370013"/>
            <a:ext cx="5637212" cy="3883025"/>
          </a:xfrm>
          <a:ln/>
        </p:spPr>
        <p:txBody>
          <a:bodyPr vert="horz" wrap="square" lIns="100776" tIns="50388" rIns="100776" bIns="50388" anchor="t" anchorCtr="0"/>
          <a:p>
            <a:pPr>
              <a:lnSpc>
                <a:spcPct val="150000"/>
              </a:lnSpc>
            </a:pPr>
            <a:r>
              <a:rPr lang="zh-CN" altLang="en-US" sz="3600" dirty="0">
                <a:sym typeface="Arial" panose="020B0604020202020204" pitchFamily="34" charset="0"/>
              </a:rPr>
              <a:t>操作系统的安全问题</a:t>
            </a:r>
            <a:endParaRPr lang="zh-CN" altLang="en-US" sz="3600" dirty="0">
              <a:sym typeface="Arial" panose="020B0604020202020204" pitchFamily="34" charset="0"/>
            </a:endParaRPr>
          </a:p>
          <a:p>
            <a:pPr>
              <a:lnSpc>
                <a:spcPct val="150000"/>
              </a:lnSpc>
            </a:pPr>
            <a:r>
              <a:rPr lang="zh-CN" altLang="en-US" sz="3600" dirty="0"/>
              <a:t>操作系统基本概念</a:t>
            </a:r>
            <a:endParaRPr lang="zh-CN" altLang="en-US" sz="3600" dirty="0"/>
          </a:p>
          <a:p>
            <a:pPr>
              <a:lnSpc>
                <a:spcPct val="150000"/>
              </a:lnSpc>
            </a:pPr>
            <a:r>
              <a:rPr lang="zh-CN" altLang="en-US" sz="3600" dirty="0"/>
              <a:t>操作系统存储保护</a:t>
            </a:r>
            <a:endParaRPr lang="zh-CN" altLang="en-US" sz="3600" dirty="0"/>
          </a:p>
          <a:p>
            <a:pPr>
              <a:lnSpc>
                <a:spcPct val="150000"/>
              </a:lnSpc>
            </a:pPr>
            <a:r>
              <a:rPr lang="zh-CN" altLang="en-US" sz="3600" dirty="0">
                <a:solidFill>
                  <a:srgbClr val="FF0000"/>
                </a:solidFill>
                <a:sym typeface="Arial" panose="020B0604020202020204" pitchFamily="34" charset="0"/>
              </a:rPr>
              <a:t>安全操作其他安全机制</a:t>
            </a:r>
            <a:endParaRPr lang="zh-CN" altLang="en-US" sz="3600" dirty="0">
              <a:solidFill>
                <a:srgbClr val="FF0000"/>
              </a:solidFill>
              <a:sym typeface="Arial" panose="020B0604020202020204" pitchFamily="34" charset="0"/>
            </a:endParaRPr>
          </a:p>
          <a:p>
            <a:pPr>
              <a:lnSpc>
                <a:spcPct val="150000"/>
              </a:lnSpc>
            </a:pPr>
            <a:endParaRPr lang="zh-CN" altLang="en-US" sz="3600" dirty="0"/>
          </a:p>
        </p:txBody>
      </p:sp>
      <p:sp>
        <p:nvSpPr>
          <p:cNvPr id="86019" name="Rectangle 2"/>
          <p:cNvSpPr>
            <a:spLocks noGrp="1"/>
          </p:cNvSpPr>
          <p:nvPr/>
        </p:nvSpPr>
        <p:spPr>
          <a:xfrm>
            <a:off x="1828800" y="477838"/>
            <a:ext cx="7240588" cy="561975"/>
          </a:xfrm>
          <a:prstGeom prst="rect">
            <a:avLst/>
          </a:prstGeom>
          <a:noFill/>
          <a:ln w="9525">
            <a:noFill/>
          </a:ln>
        </p:spPr>
        <p:txBody>
          <a:bodyPr lIns="100776" tIns="50388" rIns="100776" bIns="50388" anchor="ctr" anchorCtr="0"/>
          <a:p>
            <a:pPr algn="r" defTabSz="1008380" eaLnBrk="0" hangingPunct="0"/>
            <a:r>
              <a:rPr lang="zh-CN" altLang="en-US" sz="3600" dirty="0">
                <a:solidFill>
                  <a:schemeClr val="bg1"/>
                </a:solidFill>
                <a:latin typeface="黑体" panose="02010609060101010101" pitchFamily="49" charset="-122"/>
                <a:ea typeface="黑体" panose="02010609060101010101" pitchFamily="49" charset="-122"/>
              </a:rPr>
              <a:t>主要内容</a:t>
            </a:r>
            <a:endParaRPr lang="zh-CN" altLang="en-US" sz="3600" dirty="0">
              <a:solidFill>
                <a:schemeClr val="bg1"/>
              </a:solidFill>
              <a:latin typeface="黑体" panose="02010609060101010101" pitchFamily="49" charset="-122"/>
              <a:ea typeface="黑体" panose="02010609060101010101" pitchFamily="49" charset="-122"/>
            </a:endParaRPr>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7042" name="Rectangle 3"/>
          <p:cNvSpPr/>
          <p:nvPr/>
        </p:nvSpPr>
        <p:spPr>
          <a:xfrm>
            <a:off x="2876550" y="1676400"/>
            <a:ext cx="4211638" cy="400050"/>
          </a:xfrm>
          <a:prstGeom prst="rect">
            <a:avLst/>
          </a:prstGeom>
          <a:noFill/>
          <a:ln w="9525">
            <a:noFill/>
          </a:ln>
        </p:spPr>
        <p:txBody>
          <a:bodyPr>
            <a:spAutoFit/>
          </a:bodyPr>
          <a:p>
            <a:pPr algn="ctr"/>
            <a:endParaRPr lang="zh-CN" altLang="en-US" dirty="0">
              <a:latin typeface="Times New Roman" panose="02020603050405020304" pitchFamily="18" charset="0"/>
            </a:endParaRPr>
          </a:p>
        </p:txBody>
      </p:sp>
      <p:sp>
        <p:nvSpPr>
          <p:cNvPr id="87043" name="Rectangle 2"/>
          <p:cNvSpPr>
            <a:spLocks noGrp="1"/>
          </p:cNvSpPr>
          <p:nvPr>
            <p:ph type="title" idx="4294967295"/>
          </p:nvPr>
        </p:nvSpPr>
        <p:spPr>
          <a:ln/>
        </p:spPr>
        <p:txBody>
          <a:bodyPr vert="horz" wrap="square" lIns="100776" tIns="50388" rIns="100776" bIns="50388" anchor="ctr" anchorCtr="0"/>
          <a:p>
            <a:pPr algn="r"/>
            <a:r>
              <a:rPr lang="zh-CN" altLang="en-US" sz="3600" dirty="0"/>
              <a:t>身份认证</a:t>
            </a:r>
            <a:endParaRPr lang="zh-CN" altLang="en-US" dirty="0"/>
          </a:p>
        </p:txBody>
      </p:sp>
      <p:sp>
        <p:nvSpPr>
          <p:cNvPr id="87044" name="内容占位符 4"/>
          <p:cNvSpPr>
            <a:spLocks noGrp="1"/>
          </p:cNvSpPr>
          <p:nvPr>
            <p:ph idx="1"/>
          </p:nvPr>
        </p:nvSpPr>
        <p:spPr>
          <a:xfrm>
            <a:off x="534988" y="1268413"/>
            <a:ext cx="8278812" cy="4900612"/>
          </a:xfrm>
          <a:ln/>
        </p:spPr>
        <p:txBody>
          <a:bodyPr vert="horz" wrap="square" lIns="100776" tIns="50388" rIns="100776" bIns="50388" anchor="t" anchorCtr="0"/>
          <a:p>
            <a:r>
              <a:rPr lang="zh-CN" altLang="en-US" dirty="0"/>
              <a:t>标识与鉴别</a:t>
            </a:r>
            <a:endParaRPr lang="zh-CN" altLang="en-US" dirty="0"/>
          </a:p>
          <a:p>
            <a:pPr lvl="1"/>
            <a:r>
              <a:rPr lang="zh-CN" altLang="en-US" dirty="0"/>
              <a:t>以一个身份来标识用户，并且此身份必须经过系统的认证与鉴别，即身份认证</a:t>
            </a:r>
            <a:endParaRPr lang="zh-CN" altLang="en-US" dirty="0"/>
          </a:p>
          <a:p>
            <a:pPr lvl="1"/>
            <a:r>
              <a:rPr lang="zh-CN" altLang="en-US" dirty="0"/>
              <a:t>身份认证信息分类</a:t>
            </a:r>
            <a:endParaRPr lang="zh-CN" altLang="en-US" dirty="0"/>
          </a:p>
          <a:p>
            <a:pPr lvl="2"/>
            <a:r>
              <a:rPr lang="zh-CN" altLang="en-US" dirty="0"/>
              <a:t>用户所知道的信息：如口令</a:t>
            </a:r>
            <a:endParaRPr lang="zh-CN" altLang="en-US" dirty="0"/>
          </a:p>
          <a:p>
            <a:pPr lvl="2"/>
            <a:r>
              <a:rPr lang="zh-CN" altLang="en-US" dirty="0"/>
              <a:t>用户所拥有的信息：智能卡</a:t>
            </a:r>
            <a:endParaRPr lang="zh-CN" altLang="en-US" dirty="0"/>
          </a:p>
          <a:p>
            <a:pPr lvl="2"/>
            <a:r>
              <a:rPr lang="zh-CN" altLang="en-US" dirty="0"/>
              <a:t>用户是谁：用户的生物学特征，如签名、指纹</a:t>
            </a:r>
            <a:endParaRPr lang="zh-CN" altLang="en-US" dirty="0"/>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8066" name="Rectangle 3"/>
          <p:cNvSpPr/>
          <p:nvPr/>
        </p:nvSpPr>
        <p:spPr>
          <a:xfrm>
            <a:off x="2876550" y="1676400"/>
            <a:ext cx="4211638" cy="400050"/>
          </a:xfrm>
          <a:prstGeom prst="rect">
            <a:avLst/>
          </a:prstGeom>
          <a:noFill/>
          <a:ln w="9525">
            <a:noFill/>
          </a:ln>
        </p:spPr>
        <p:txBody>
          <a:bodyPr>
            <a:spAutoFit/>
          </a:bodyPr>
          <a:p>
            <a:pPr algn="ctr"/>
            <a:endParaRPr lang="zh-CN" altLang="en-US" dirty="0">
              <a:latin typeface="Times New Roman" panose="02020603050405020304" pitchFamily="18" charset="0"/>
            </a:endParaRPr>
          </a:p>
        </p:txBody>
      </p:sp>
      <p:sp>
        <p:nvSpPr>
          <p:cNvPr id="88067" name="Rectangle 2"/>
          <p:cNvSpPr>
            <a:spLocks noGrp="1"/>
          </p:cNvSpPr>
          <p:nvPr>
            <p:ph type="title" idx="4294967295"/>
          </p:nvPr>
        </p:nvSpPr>
        <p:spPr>
          <a:ln/>
        </p:spPr>
        <p:txBody>
          <a:bodyPr vert="horz" wrap="square" lIns="100776" tIns="50388" rIns="100776" bIns="50388" anchor="ctr" anchorCtr="0"/>
          <a:p>
            <a:pPr algn="r"/>
            <a:r>
              <a:rPr lang="zh-CN" altLang="en-US" sz="3600" dirty="0"/>
              <a:t>访问控制</a:t>
            </a:r>
            <a:endParaRPr lang="zh-CN" altLang="en-US" dirty="0"/>
          </a:p>
        </p:txBody>
      </p:sp>
      <p:sp>
        <p:nvSpPr>
          <p:cNvPr id="88068" name="内容占位符 4"/>
          <p:cNvSpPr>
            <a:spLocks noGrp="1"/>
          </p:cNvSpPr>
          <p:nvPr>
            <p:ph idx="1"/>
          </p:nvPr>
        </p:nvSpPr>
        <p:spPr>
          <a:ln/>
        </p:spPr>
        <p:txBody>
          <a:bodyPr vert="horz" wrap="square" lIns="100776" tIns="50388" rIns="100776" bIns="50388" anchor="t" anchorCtr="0"/>
          <a:p>
            <a:r>
              <a:rPr lang="zh-CN" altLang="en-US" dirty="0"/>
              <a:t>自主访问控制</a:t>
            </a:r>
            <a:endParaRPr lang="zh-CN" altLang="en-US" dirty="0"/>
          </a:p>
          <a:p>
            <a:r>
              <a:rPr lang="zh-CN" altLang="en-US" dirty="0"/>
              <a:t>强制访问控制</a:t>
            </a:r>
            <a:endParaRPr lang="zh-CN" altLang="en-US" dirty="0"/>
          </a:p>
          <a:p>
            <a:r>
              <a:rPr lang="zh-CN" altLang="en-US" dirty="0"/>
              <a:t>基于角色的访问控制</a:t>
            </a:r>
            <a:endParaRPr lang="zh-CN" altLang="en-US" dirty="0"/>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9090" name="Rectangle 3"/>
          <p:cNvSpPr/>
          <p:nvPr/>
        </p:nvSpPr>
        <p:spPr>
          <a:xfrm>
            <a:off x="2876550" y="1676400"/>
            <a:ext cx="4211638" cy="400050"/>
          </a:xfrm>
          <a:prstGeom prst="rect">
            <a:avLst/>
          </a:prstGeom>
          <a:noFill/>
          <a:ln w="9525">
            <a:noFill/>
          </a:ln>
        </p:spPr>
        <p:txBody>
          <a:bodyPr>
            <a:spAutoFit/>
          </a:bodyPr>
          <a:p>
            <a:pPr algn="ctr"/>
            <a:endParaRPr lang="zh-CN" altLang="en-US" dirty="0">
              <a:latin typeface="Times New Roman" panose="02020603050405020304" pitchFamily="18" charset="0"/>
            </a:endParaRPr>
          </a:p>
        </p:txBody>
      </p:sp>
      <p:sp>
        <p:nvSpPr>
          <p:cNvPr id="89091" name="Rectangle 2"/>
          <p:cNvSpPr>
            <a:spLocks noGrp="1"/>
          </p:cNvSpPr>
          <p:nvPr>
            <p:ph type="title" idx="4294967295"/>
          </p:nvPr>
        </p:nvSpPr>
        <p:spPr>
          <a:ln/>
        </p:spPr>
        <p:txBody>
          <a:bodyPr vert="horz" wrap="square" lIns="100776" tIns="50388" rIns="100776" bIns="50388" anchor="ctr" anchorCtr="0"/>
          <a:p>
            <a:pPr algn="r"/>
            <a:r>
              <a:rPr lang="zh-CN" altLang="en-US" dirty="0"/>
              <a:t>审计</a:t>
            </a:r>
            <a:endParaRPr lang="zh-CN" altLang="en-US" dirty="0"/>
          </a:p>
        </p:txBody>
      </p:sp>
      <p:sp>
        <p:nvSpPr>
          <p:cNvPr id="89092" name="内容占位符 4"/>
          <p:cNvSpPr>
            <a:spLocks noGrp="1"/>
          </p:cNvSpPr>
          <p:nvPr>
            <p:ph idx="1"/>
          </p:nvPr>
        </p:nvSpPr>
        <p:spPr>
          <a:xfrm>
            <a:off x="763588" y="1270000"/>
            <a:ext cx="8050212" cy="4899025"/>
          </a:xfrm>
          <a:ln/>
        </p:spPr>
        <p:txBody>
          <a:bodyPr vert="horz" wrap="square" lIns="100776" tIns="50388" rIns="100776" bIns="50388" anchor="t" anchorCtr="0"/>
          <a:p>
            <a:pPr>
              <a:lnSpc>
                <a:spcPct val="140000"/>
              </a:lnSpc>
            </a:pPr>
            <a:r>
              <a:rPr lang="zh-CN" altLang="en-US" dirty="0"/>
              <a:t>审计的定义</a:t>
            </a:r>
            <a:endParaRPr lang="zh-CN" altLang="en-US" dirty="0"/>
          </a:p>
          <a:p>
            <a:pPr lvl="1">
              <a:lnSpc>
                <a:spcPct val="140000"/>
              </a:lnSpc>
            </a:pPr>
            <a:r>
              <a:rPr lang="zh-CN" altLang="en-US" dirty="0"/>
              <a:t>审计就是对系统中有关安全的活动进行记录、检查及审核</a:t>
            </a:r>
            <a:endParaRPr lang="zh-CN" altLang="en-US" dirty="0"/>
          </a:p>
          <a:p>
            <a:pPr lvl="1">
              <a:lnSpc>
                <a:spcPct val="140000"/>
              </a:lnSpc>
            </a:pPr>
            <a:r>
              <a:rPr lang="zh-CN" altLang="en-US" dirty="0"/>
              <a:t>它的主要目的就是检测和阻止非法用户对计算机系统的入侵，并显示合法用户的误操作</a:t>
            </a:r>
            <a:endParaRPr lang="zh-CN" altLang="en-US" dirty="0"/>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0114" name="Rectangle 3"/>
          <p:cNvSpPr/>
          <p:nvPr/>
        </p:nvSpPr>
        <p:spPr>
          <a:xfrm>
            <a:off x="2876550" y="1676400"/>
            <a:ext cx="4211638" cy="400050"/>
          </a:xfrm>
          <a:prstGeom prst="rect">
            <a:avLst/>
          </a:prstGeom>
          <a:noFill/>
          <a:ln w="9525">
            <a:noFill/>
          </a:ln>
        </p:spPr>
        <p:txBody>
          <a:bodyPr>
            <a:spAutoFit/>
          </a:bodyPr>
          <a:p>
            <a:pPr algn="ctr"/>
            <a:endParaRPr lang="zh-CN" altLang="en-US" dirty="0">
              <a:latin typeface="Times New Roman" panose="02020603050405020304" pitchFamily="18" charset="0"/>
            </a:endParaRPr>
          </a:p>
        </p:txBody>
      </p:sp>
      <p:sp>
        <p:nvSpPr>
          <p:cNvPr id="90115" name="Rectangle 2"/>
          <p:cNvSpPr>
            <a:spLocks noGrp="1"/>
          </p:cNvSpPr>
          <p:nvPr>
            <p:ph type="title" idx="4294967295"/>
          </p:nvPr>
        </p:nvSpPr>
        <p:spPr>
          <a:ln/>
        </p:spPr>
        <p:txBody>
          <a:bodyPr vert="horz" wrap="square" lIns="100776" tIns="50388" rIns="100776" bIns="50388" anchor="ctr" anchorCtr="0"/>
          <a:p>
            <a:pPr algn="r"/>
            <a:r>
              <a:rPr lang="zh-CN" altLang="en-US" dirty="0"/>
              <a:t>审计</a:t>
            </a:r>
            <a:endParaRPr lang="zh-CN" altLang="en-US" dirty="0"/>
          </a:p>
        </p:txBody>
      </p:sp>
      <p:sp>
        <p:nvSpPr>
          <p:cNvPr id="90116" name="内容占位符 4"/>
          <p:cNvSpPr>
            <a:spLocks noGrp="1"/>
          </p:cNvSpPr>
          <p:nvPr>
            <p:ph idx="1"/>
          </p:nvPr>
        </p:nvSpPr>
        <p:spPr>
          <a:xfrm>
            <a:off x="763588" y="1270000"/>
            <a:ext cx="8050212" cy="4899025"/>
          </a:xfrm>
          <a:ln/>
        </p:spPr>
        <p:txBody>
          <a:bodyPr vert="horz" wrap="square" lIns="100776" tIns="50388" rIns="100776" bIns="50388" anchor="t" anchorCtr="0"/>
          <a:p>
            <a:pPr>
              <a:lnSpc>
                <a:spcPct val="140000"/>
              </a:lnSpc>
            </a:pPr>
            <a:r>
              <a:rPr lang="zh-CN" altLang="en-US" dirty="0"/>
              <a:t>审计事件</a:t>
            </a:r>
            <a:endParaRPr lang="zh-CN" altLang="en-US" dirty="0"/>
          </a:p>
          <a:p>
            <a:pPr lvl="1">
              <a:lnSpc>
                <a:spcPct val="140000"/>
              </a:lnSpc>
            </a:pPr>
            <a:r>
              <a:rPr lang="zh-CN" altLang="en-US" dirty="0"/>
              <a:t>系统审计用户操作的最基本单位</a:t>
            </a:r>
            <a:endParaRPr lang="zh-CN" altLang="en-US" dirty="0"/>
          </a:p>
          <a:p>
            <a:pPr lvl="1">
              <a:lnSpc>
                <a:spcPct val="140000"/>
              </a:lnSpc>
            </a:pPr>
            <a:r>
              <a:rPr lang="zh-CN" altLang="en-US" dirty="0"/>
              <a:t>系统将所有要求审计或可以审计的用户动作都归纳成一个个可区分、可识别、可标志的审计单位，称为审计事件。</a:t>
            </a:r>
            <a:endParaRPr lang="zh-CN" altLang="en-US" dirty="0"/>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1138" name="Rectangle 3"/>
          <p:cNvSpPr/>
          <p:nvPr/>
        </p:nvSpPr>
        <p:spPr>
          <a:xfrm>
            <a:off x="2876550" y="1676400"/>
            <a:ext cx="4211638" cy="400050"/>
          </a:xfrm>
          <a:prstGeom prst="rect">
            <a:avLst/>
          </a:prstGeom>
          <a:noFill/>
          <a:ln w="9525">
            <a:noFill/>
          </a:ln>
        </p:spPr>
        <p:txBody>
          <a:bodyPr>
            <a:spAutoFit/>
          </a:bodyPr>
          <a:p>
            <a:pPr algn="ctr"/>
            <a:endParaRPr lang="zh-CN" altLang="en-US" dirty="0">
              <a:latin typeface="Times New Roman" panose="02020603050405020304" pitchFamily="18" charset="0"/>
            </a:endParaRPr>
          </a:p>
        </p:txBody>
      </p:sp>
      <p:sp>
        <p:nvSpPr>
          <p:cNvPr id="91139" name="Rectangle 2"/>
          <p:cNvSpPr>
            <a:spLocks noGrp="1"/>
          </p:cNvSpPr>
          <p:nvPr>
            <p:ph type="title" idx="4294967295"/>
          </p:nvPr>
        </p:nvSpPr>
        <p:spPr>
          <a:ln/>
        </p:spPr>
        <p:txBody>
          <a:bodyPr vert="horz" wrap="square" lIns="100776" tIns="50388" rIns="100776" bIns="50388" anchor="ctr" anchorCtr="0"/>
          <a:p>
            <a:pPr algn="r"/>
            <a:r>
              <a:rPr lang="zh-CN" altLang="en-US" dirty="0"/>
              <a:t>审计</a:t>
            </a:r>
            <a:endParaRPr lang="zh-CN" altLang="en-US" dirty="0"/>
          </a:p>
        </p:txBody>
      </p:sp>
      <p:sp>
        <p:nvSpPr>
          <p:cNvPr id="91140" name="内容占位符 4"/>
          <p:cNvSpPr>
            <a:spLocks noGrp="1"/>
          </p:cNvSpPr>
          <p:nvPr>
            <p:ph idx="1"/>
          </p:nvPr>
        </p:nvSpPr>
        <p:spPr>
          <a:xfrm>
            <a:off x="534988" y="1270000"/>
            <a:ext cx="8151812" cy="5281613"/>
          </a:xfrm>
          <a:ln/>
        </p:spPr>
        <p:txBody>
          <a:bodyPr vert="horz" wrap="square" lIns="100776" tIns="50388" rIns="100776" bIns="50388" anchor="t" anchorCtr="0"/>
          <a:p>
            <a:pPr>
              <a:lnSpc>
                <a:spcPct val="140000"/>
              </a:lnSpc>
            </a:pPr>
            <a:r>
              <a:rPr lang="zh-CN" altLang="en-US" dirty="0"/>
              <a:t>审计记录</a:t>
            </a:r>
            <a:endParaRPr lang="zh-CN" altLang="en-US" dirty="0"/>
          </a:p>
          <a:p>
            <a:pPr lvl="1">
              <a:lnSpc>
                <a:spcPct val="140000"/>
              </a:lnSpc>
            </a:pPr>
            <a:r>
              <a:rPr lang="zh-CN" altLang="en-US" sz="2800" dirty="0">
                <a:ea typeface="楷体_GB2312" pitchFamily="49" charset="-122"/>
              </a:rPr>
              <a:t>一般包括如下信息：事件的日期和时间、代表正在进行事件的主体的唯一标识符、事件类型、事件的成功与失败等</a:t>
            </a:r>
            <a:endParaRPr lang="zh-CN" altLang="en-US" sz="2800" dirty="0">
              <a:ea typeface="楷体_GB2312" pitchFamily="49" charset="-122"/>
            </a:endParaRPr>
          </a:p>
          <a:p>
            <a:pPr lvl="1">
              <a:lnSpc>
                <a:spcPct val="140000"/>
              </a:lnSpc>
            </a:pPr>
            <a:r>
              <a:rPr lang="zh-CN" altLang="en-US" sz="2800" dirty="0">
                <a:ea typeface="楷体_GB2312" pitchFamily="49" charset="-122"/>
              </a:rPr>
              <a:t>对于标志和鉴别事件，审计记录应该记录下事件发生的源地点（如终端标识符）</a:t>
            </a:r>
            <a:endParaRPr lang="zh-CN" altLang="en-US" sz="2800" dirty="0">
              <a:ea typeface="楷体_GB2312" pitchFamily="49" charset="-122"/>
            </a:endParaRPr>
          </a:p>
          <a:p>
            <a:pPr lvl="1">
              <a:lnSpc>
                <a:spcPct val="140000"/>
              </a:lnSpc>
            </a:pPr>
            <a:r>
              <a:rPr lang="zh-CN" altLang="en-US" sz="2800" dirty="0">
                <a:ea typeface="楷体_GB2312" pitchFamily="49" charset="-122"/>
              </a:rPr>
              <a:t>对于涉及客体操作的事件，审计记录应该包含客体名等信息</a:t>
            </a:r>
            <a:endParaRPr lang="zh-CN" altLang="en-US" sz="2800" dirty="0">
              <a:ea typeface="楷体_GB2312" pitchFamily="49" charset="-122"/>
            </a:endParaRPr>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2162" name="Rectangle 3"/>
          <p:cNvSpPr/>
          <p:nvPr/>
        </p:nvSpPr>
        <p:spPr>
          <a:xfrm>
            <a:off x="2876550" y="1676400"/>
            <a:ext cx="4211638" cy="400050"/>
          </a:xfrm>
          <a:prstGeom prst="rect">
            <a:avLst/>
          </a:prstGeom>
          <a:noFill/>
          <a:ln w="9525">
            <a:noFill/>
          </a:ln>
        </p:spPr>
        <p:txBody>
          <a:bodyPr>
            <a:spAutoFit/>
          </a:bodyPr>
          <a:p>
            <a:pPr algn="ctr"/>
            <a:endParaRPr lang="zh-CN" altLang="en-US" dirty="0">
              <a:latin typeface="Times New Roman" panose="02020603050405020304" pitchFamily="18" charset="0"/>
            </a:endParaRPr>
          </a:p>
        </p:txBody>
      </p:sp>
      <p:sp>
        <p:nvSpPr>
          <p:cNvPr id="92163" name="Rectangle 2"/>
          <p:cNvSpPr>
            <a:spLocks noGrp="1"/>
          </p:cNvSpPr>
          <p:nvPr>
            <p:ph type="title" idx="4294967295"/>
          </p:nvPr>
        </p:nvSpPr>
        <p:spPr>
          <a:ln/>
        </p:spPr>
        <p:txBody>
          <a:bodyPr vert="horz" wrap="square" lIns="100776" tIns="50388" rIns="100776" bIns="50388" anchor="ctr" anchorCtr="0"/>
          <a:p>
            <a:pPr algn="r">
              <a:buNone/>
            </a:pPr>
            <a:r>
              <a:rPr lang="zh-CN" altLang="en-US" dirty="0"/>
              <a:t>最小特权管理</a:t>
            </a:r>
            <a:endParaRPr lang="zh-CN" altLang="en-US" dirty="0"/>
          </a:p>
        </p:txBody>
      </p:sp>
      <p:sp>
        <p:nvSpPr>
          <p:cNvPr id="92164" name="内容占位符 4"/>
          <p:cNvSpPr>
            <a:spLocks noGrp="1"/>
          </p:cNvSpPr>
          <p:nvPr>
            <p:ph idx="1"/>
          </p:nvPr>
        </p:nvSpPr>
        <p:spPr>
          <a:xfrm>
            <a:off x="534988" y="1270000"/>
            <a:ext cx="8151812" cy="5281613"/>
          </a:xfrm>
          <a:ln/>
        </p:spPr>
        <p:txBody>
          <a:bodyPr vert="horz" wrap="square" lIns="100776" tIns="50388" rIns="100776" bIns="50388" anchor="t" anchorCtr="0"/>
          <a:p>
            <a:pPr>
              <a:lnSpc>
                <a:spcPct val="140000"/>
              </a:lnSpc>
            </a:pPr>
            <a:r>
              <a:rPr lang="zh-CN" altLang="en-US" dirty="0"/>
              <a:t>基本思想</a:t>
            </a:r>
            <a:endParaRPr lang="zh-CN" altLang="en-US" dirty="0"/>
          </a:p>
          <a:p>
            <a:pPr lvl="1">
              <a:lnSpc>
                <a:spcPct val="140000"/>
              </a:lnSpc>
            </a:pPr>
            <a:r>
              <a:rPr lang="zh-CN" altLang="en-US" sz="2800" dirty="0">
                <a:ea typeface="楷体_GB2312" pitchFamily="49" charset="-122"/>
              </a:rPr>
              <a:t>系统不赋予用户超过其执行任务所需特权以外的特权，或者说仅给用户赋予必不可少的特权</a:t>
            </a:r>
            <a:endParaRPr lang="en-US" altLang="zh-CN" sz="2800" dirty="0">
              <a:ea typeface="楷体_GB2312" pitchFamily="49" charset="-122"/>
            </a:endParaRPr>
          </a:p>
          <a:p>
            <a:pPr lvl="1">
              <a:lnSpc>
                <a:spcPct val="140000"/>
              </a:lnSpc>
            </a:pPr>
            <a:r>
              <a:rPr lang="zh-CN" altLang="en-US" sz="2800" dirty="0">
                <a:ea typeface="楷体_GB2312" pitchFamily="49" charset="-122"/>
              </a:rPr>
              <a:t>一方面赋予主体</a:t>
            </a:r>
            <a:r>
              <a:rPr lang="en-US" altLang="zh-CN" sz="2800" dirty="0">
                <a:ea typeface="楷体_GB2312" pitchFamily="49" charset="-122"/>
              </a:rPr>
              <a:t>“</a:t>
            </a:r>
            <a:r>
              <a:rPr lang="zh-CN" altLang="en-US" sz="2800" dirty="0">
                <a:ea typeface="楷体_GB2312" pitchFamily="49" charset="-122"/>
              </a:rPr>
              <a:t>必不可少</a:t>
            </a:r>
            <a:r>
              <a:rPr lang="en-US" altLang="zh-CN" sz="2800" dirty="0">
                <a:ea typeface="楷体_GB2312" pitchFamily="49" charset="-122"/>
              </a:rPr>
              <a:t>”</a:t>
            </a:r>
            <a:r>
              <a:rPr lang="zh-CN" altLang="en-US" sz="2800" dirty="0">
                <a:ea typeface="楷体_GB2312" pitchFamily="49" charset="-122"/>
              </a:rPr>
              <a:t>的特权以保证用户能完成承担的任务或操作</a:t>
            </a:r>
            <a:endParaRPr lang="en-US" altLang="zh-CN" sz="2800" dirty="0">
              <a:ea typeface="楷体_GB2312" pitchFamily="49" charset="-122"/>
            </a:endParaRPr>
          </a:p>
          <a:p>
            <a:pPr lvl="1">
              <a:lnSpc>
                <a:spcPct val="140000"/>
              </a:lnSpc>
            </a:pPr>
            <a:r>
              <a:rPr lang="zh-CN" altLang="en-US" sz="2800" dirty="0">
                <a:ea typeface="楷体_GB2312" pitchFamily="49" charset="-122"/>
              </a:rPr>
              <a:t>一方面仅给用户</a:t>
            </a:r>
            <a:r>
              <a:rPr lang="en-US" altLang="zh-CN" sz="2800" dirty="0">
                <a:ea typeface="楷体_GB2312" pitchFamily="49" charset="-122"/>
              </a:rPr>
              <a:t>“</a:t>
            </a:r>
            <a:r>
              <a:rPr lang="zh-CN" altLang="en-US" sz="2800" dirty="0">
                <a:ea typeface="楷体_GB2312" pitchFamily="49" charset="-122"/>
              </a:rPr>
              <a:t>必不可少</a:t>
            </a:r>
            <a:r>
              <a:rPr lang="en-US" altLang="zh-CN" sz="2800" dirty="0">
                <a:ea typeface="楷体_GB2312" pitchFamily="49" charset="-122"/>
              </a:rPr>
              <a:t>”</a:t>
            </a:r>
            <a:r>
              <a:rPr lang="zh-CN" altLang="en-US" sz="2800" dirty="0">
                <a:ea typeface="楷体_GB2312" pitchFamily="49" charset="-122"/>
              </a:rPr>
              <a:t>的特权从而能限制用户所能进行的操作。</a:t>
            </a:r>
            <a:endParaRPr lang="en-US" altLang="zh-CN" sz="2800" dirty="0">
              <a:ea typeface="楷体_GB2312" pitchFamily="49" charset="-122"/>
            </a:endParaRPr>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3186" name="Rectangle 3"/>
          <p:cNvSpPr/>
          <p:nvPr/>
        </p:nvSpPr>
        <p:spPr>
          <a:xfrm>
            <a:off x="2876550" y="1676400"/>
            <a:ext cx="4211638" cy="400050"/>
          </a:xfrm>
          <a:prstGeom prst="rect">
            <a:avLst/>
          </a:prstGeom>
          <a:noFill/>
          <a:ln w="9525">
            <a:noFill/>
          </a:ln>
        </p:spPr>
        <p:txBody>
          <a:bodyPr>
            <a:spAutoFit/>
          </a:bodyPr>
          <a:p>
            <a:pPr algn="ctr"/>
            <a:endParaRPr lang="zh-CN" altLang="en-US" dirty="0">
              <a:latin typeface="Times New Roman" panose="02020603050405020304" pitchFamily="18" charset="0"/>
            </a:endParaRPr>
          </a:p>
        </p:txBody>
      </p:sp>
      <p:sp>
        <p:nvSpPr>
          <p:cNvPr id="93187" name="Rectangle 2"/>
          <p:cNvSpPr>
            <a:spLocks noGrp="1"/>
          </p:cNvSpPr>
          <p:nvPr>
            <p:ph type="title" idx="4294967295"/>
          </p:nvPr>
        </p:nvSpPr>
        <p:spPr>
          <a:ln/>
        </p:spPr>
        <p:txBody>
          <a:bodyPr vert="horz" wrap="square" lIns="100776" tIns="50388" rIns="100776" bIns="50388" anchor="ctr" anchorCtr="0"/>
          <a:p>
            <a:pPr algn="r"/>
            <a:r>
              <a:rPr lang="en-US" altLang="zh-CN" dirty="0"/>
              <a:t>Windows</a:t>
            </a:r>
            <a:r>
              <a:rPr lang="zh-CN" altLang="en-US" dirty="0"/>
              <a:t>系统安全</a:t>
            </a:r>
            <a:endParaRPr lang="zh-CN" altLang="en-US" dirty="0"/>
          </a:p>
        </p:txBody>
      </p:sp>
      <p:sp>
        <p:nvSpPr>
          <p:cNvPr id="93188" name="内容占位符 4"/>
          <p:cNvSpPr>
            <a:spLocks noGrp="1"/>
          </p:cNvSpPr>
          <p:nvPr>
            <p:ph idx="1"/>
          </p:nvPr>
        </p:nvSpPr>
        <p:spPr>
          <a:xfrm>
            <a:off x="534988" y="1270000"/>
            <a:ext cx="8151812" cy="5281613"/>
          </a:xfrm>
          <a:ln/>
        </p:spPr>
        <p:txBody>
          <a:bodyPr vert="horz" wrap="square" lIns="100776" tIns="50388" rIns="100776" bIns="50388" anchor="t" anchorCtr="0"/>
          <a:p>
            <a:pPr>
              <a:lnSpc>
                <a:spcPct val="140000"/>
              </a:lnSpc>
            </a:pPr>
            <a:r>
              <a:rPr lang="en-US" altLang="zh-CN" dirty="0"/>
              <a:t>Windows</a:t>
            </a:r>
            <a:r>
              <a:rPr lang="zh-CN" altLang="en-US" dirty="0"/>
              <a:t>系统是目前市场上占统治地位的操作系统，被广泛作为企业、政府部门以及个人计算机的系统平台，现在常用的版本有</a:t>
            </a:r>
            <a:r>
              <a:rPr lang="en-US" altLang="zh-CN" dirty="0"/>
              <a:t>Windows7~ Windows10</a:t>
            </a:r>
            <a:r>
              <a:rPr lang="zh-CN" altLang="en-US" dirty="0"/>
              <a:t>等。</a:t>
            </a:r>
            <a:endParaRPr lang="en-US" altLang="zh-CN" dirty="0"/>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4210" name="Rectangle 3"/>
          <p:cNvSpPr/>
          <p:nvPr/>
        </p:nvSpPr>
        <p:spPr>
          <a:xfrm>
            <a:off x="2876550" y="1676400"/>
            <a:ext cx="4211638" cy="400050"/>
          </a:xfrm>
          <a:prstGeom prst="rect">
            <a:avLst/>
          </a:prstGeom>
          <a:noFill/>
          <a:ln w="9525">
            <a:noFill/>
          </a:ln>
        </p:spPr>
        <p:txBody>
          <a:bodyPr>
            <a:spAutoFit/>
          </a:bodyPr>
          <a:p>
            <a:pPr algn="ctr"/>
            <a:endParaRPr lang="zh-CN" altLang="en-US" dirty="0">
              <a:latin typeface="Times New Roman" panose="02020603050405020304" pitchFamily="18" charset="0"/>
            </a:endParaRPr>
          </a:p>
        </p:txBody>
      </p:sp>
      <p:sp>
        <p:nvSpPr>
          <p:cNvPr id="94211" name="Rectangle 2"/>
          <p:cNvSpPr>
            <a:spLocks noGrp="1"/>
          </p:cNvSpPr>
          <p:nvPr>
            <p:ph type="title" idx="4294967295"/>
          </p:nvPr>
        </p:nvSpPr>
        <p:spPr>
          <a:ln/>
        </p:spPr>
        <p:txBody>
          <a:bodyPr vert="horz" wrap="square" lIns="100776" tIns="50388" rIns="100776" bIns="50388" anchor="ctr" anchorCtr="0"/>
          <a:p>
            <a:pPr algn="r"/>
            <a:r>
              <a:rPr lang="en-US" altLang="zh-CN" dirty="0"/>
              <a:t>Windows</a:t>
            </a:r>
            <a:r>
              <a:rPr lang="zh-CN" altLang="en-US" dirty="0"/>
              <a:t>系统安全</a:t>
            </a:r>
            <a:endParaRPr lang="zh-CN" altLang="en-US" dirty="0"/>
          </a:p>
        </p:txBody>
      </p:sp>
      <p:sp>
        <p:nvSpPr>
          <p:cNvPr id="94212" name="内容占位符 4"/>
          <p:cNvSpPr>
            <a:spLocks noGrp="1"/>
          </p:cNvSpPr>
          <p:nvPr>
            <p:ph idx="1"/>
          </p:nvPr>
        </p:nvSpPr>
        <p:spPr>
          <a:xfrm>
            <a:off x="534988" y="1270000"/>
            <a:ext cx="8151812" cy="5281613"/>
          </a:xfrm>
          <a:ln/>
        </p:spPr>
        <p:txBody>
          <a:bodyPr vert="horz" wrap="square" lIns="100776" tIns="50388" rIns="100776" bIns="50388" anchor="t" anchorCtr="0"/>
          <a:p>
            <a:pPr>
              <a:lnSpc>
                <a:spcPct val="140000"/>
              </a:lnSpc>
            </a:pPr>
            <a:r>
              <a:rPr lang="en-US" altLang="zh-CN" dirty="0"/>
              <a:t>Windows</a:t>
            </a:r>
            <a:r>
              <a:rPr lang="zh-CN" altLang="en-US" dirty="0"/>
              <a:t>安全子系统的结构</a:t>
            </a:r>
            <a:endParaRPr lang="en-US" altLang="zh-CN" dirty="0"/>
          </a:p>
          <a:p>
            <a:pPr lvl="1">
              <a:lnSpc>
                <a:spcPct val="140000"/>
              </a:lnSpc>
            </a:pPr>
            <a:r>
              <a:rPr lang="zh-CN" altLang="en-US" sz="2800" dirty="0">
                <a:ea typeface="楷体_GB2312" pitchFamily="49" charset="-122"/>
              </a:rPr>
              <a:t>身份认证</a:t>
            </a:r>
            <a:endParaRPr lang="en-US" altLang="zh-CN" sz="2800" dirty="0">
              <a:ea typeface="楷体_GB2312" pitchFamily="49" charset="-122"/>
            </a:endParaRPr>
          </a:p>
          <a:p>
            <a:pPr lvl="1">
              <a:lnSpc>
                <a:spcPct val="140000"/>
              </a:lnSpc>
            </a:pPr>
            <a:r>
              <a:rPr lang="zh-CN" altLang="en-US" sz="2800" dirty="0">
                <a:ea typeface="楷体_GB2312" pitchFamily="49" charset="-122"/>
              </a:rPr>
              <a:t>访问控制</a:t>
            </a:r>
            <a:endParaRPr lang="en-US" altLang="zh-CN" sz="2800" dirty="0">
              <a:ea typeface="楷体_GB2312" pitchFamily="49" charset="-122"/>
            </a:endParaRPr>
          </a:p>
          <a:p>
            <a:pPr lvl="1">
              <a:lnSpc>
                <a:spcPct val="140000"/>
              </a:lnSpc>
            </a:pPr>
            <a:r>
              <a:rPr lang="zh-CN" altLang="en-US" sz="2800" dirty="0">
                <a:ea typeface="楷体_GB2312" pitchFamily="49" charset="-122"/>
              </a:rPr>
              <a:t>审计</a:t>
            </a:r>
            <a:endParaRPr lang="en-US" altLang="zh-CN" sz="2800" dirty="0">
              <a:ea typeface="楷体_GB2312" pitchFamily="49" charset="-122"/>
            </a:endParaRPr>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5234" name="Rectangle 3"/>
          <p:cNvSpPr/>
          <p:nvPr/>
        </p:nvSpPr>
        <p:spPr>
          <a:xfrm>
            <a:off x="2876550" y="1676400"/>
            <a:ext cx="4211638" cy="400050"/>
          </a:xfrm>
          <a:prstGeom prst="rect">
            <a:avLst/>
          </a:prstGeom>
          <a:noFill/>
          <a:ln w="9525">
            <a:noFill/>
          </a:ln>
        </p:spPr>
        <p:txBody>
          <a:bodyPr>
            <a:spAutoFit/>
          </a:bodyPr>
          <a:p>
            <a:pPr algn="ctr"/>
            <a:endParaRPr lang="zh-CN" altLang="en-US" dirty="0">
              <a:latin typeface="Times New Roman" panose="02020603050405020304" pitchFamily="18" charset="0"/>
            </a:endParaRPr>
          </a:p>
        </p:txBody>
      </p:sp>
      <p:sp>
        <p:nvSpPr>
          <p:cNvPr id="95235" name="Rectangle 2"/>
          <p:cNvSpPr>
            <a:spLocks noGrp="1"/>
          </p:cNvSpPr>
          <p:nvPr>
            <p:ph type="title" idx="4294967295"/>
          </p:nvPr>
        </p:nvSpPr>
        <p:spPr>
          <a:ln/>
        </p:spPr>
        <p:txBody>
          <a:bodyPr vert="horz" wrap="square" lIns="100776" tIns="50388" rIns="100776" bIns="50388" anchor="ctr" anchorCtr="0"/>
          <a:p>
            <a:pPr algn="r"/>
            <a:r>
              <a:rPr lang="en-US" altLang="zh-CN" dirty="0"/>
              <a:t>Windows</a:t>
            </a:r>
            <a:r>
              <a:rPr lang="zh-CN" altLang="en-US" dirty="0"/>
              <a:t>系统安全</a:t>
            </a:r>
            <a:endParaRPr lang="zh-CN" altLang="en-US" dirty="0"/>
          </a:p>
        </p:txBody>
      </p:sp>
      <p:sp>
        <p:nvSpPr>
          <p:cNvPr id="95236" name="内容占位符 4"/>
          <p:cNvSpPr>
            <a:spLocks noGrp="1"/>
          </p:cNvSpPr>
          <p:nvPr>
            <p:ph idx="1"/>
          </p:nvPr>
        </p:nvSpPr>
        <p:spPr>
          <a:xfrm>
            <a:off x="534988" y="1270000"/>
            <a:ext cx="8151812" cy="5281613"/>
          </a:xfrm>
          <a:ln/>
        </p:spPr>
        <p:txBody>
          <a:bodyPr vert="horz" wrap="square" lIns="100776" tIns="50388" rIns="100776" bIns="50388" anchor="t" anchorCtr="0"/>
          <a:p>
            <a:pPr>
              <a:lnSpc>
                <a:spcPct val="140000"/>
              </a:lnSpc>
            </a:pPr>
            <a:r>
              <a:rPr lang="en-US" altLang="zh-CN" dirty="0"/>
              <a:t>Windows</a:t>
            </a:r>
            <a:r>
              <a:rPr lang="zh-CN" altLang="en-US" dirty="0"/>
              <a:t>系统安全机制</a:t>
            </a:r>
            <a:endParaRPr lang="en-US" altLang="zh-CN" dirty="0"/>
          </a:p>
          <a:p>
            <a:pPr lvl="1">
              <a:lnSpc>
                <a:spcPct val="140000"/>
              </a:lnSpc>
            </a:pPr>
            <a:r>
              <a:rPr lang="en-US" altLang="zh-CN" sz="2800" dirty="0"/>
              <a:t>Windows</a:t>
            </a:r>
            <a:r>
              <a:rPr lang="zh-CN" altLang="en-US" sz="2800" dirty="0">
                <a:ea typeface="楷体_GB2312" pitchFamily="49" charset="-122"/>
              </a:rPr>
              <a:t>认证机制</a:t>
            </a:r>
            <a:endParaRPr lang="en-US" altLang="zh-CN" sz="2800" dirty="0">
              <a:ea typeface="楷体_GB2312" pitchFamily="49" charset="-122"/>
            </a:endParaRPr>
          </a:p>
          <a:p>
            <a:pPr lvl="1">
              <a:lnSpc>
                <a:spcPct val="140000"/>
              </a:lnSpc>
            </a:pPr>
            <a:r>
              <a:rPr lang="en-US" altLang="zh-CN" sz="2800" dirty="0"/>
              <a:t>Windows</a:t>
            </a:r>
            <a:r>
              <a:rPr lang="zh-CN" altLang="en-US" sz="2800" dirty="0">
                <a:ea typeface="楷体_GB2312" pitchFamily="49" charset="-122"/>
              </a:rPr>
              <a:t>访问控制机制</a:t>
            </a:r>
            <a:endParaRPr lang="en-US" altLang="zh-CN" sz="2800" dirty="0">
              <a:ea typeface="楷体_GB2312" pitchFamily="49" charset="-122"/>
            </a:endParaRPr>
          </a:p>
          <a:p>
            <a:pPr lvl="1">
              <a:lnSpc>
                <a:spcPct val="140000"/>
              </a:lnSpc>
            </a:pPr>
            <a:r>
              <a:rPr lang="zh-CN" altLang="en-US" sz="2800" dirty="0">
                <a:ea typeface="楷体_GB2312" pitchFamily="49" charset="-122"/>
              </a:rPr>
              <a:t>用户账户管理</a:t>
            </a:r>
            <a:endParaRPr lang="en-US" altLang="zh-CN" sz="2800" dirty="0">
              <a:ea typeface="楷体_GB2312" pitchFamily="49" charset="-122"/>
            </a:endParaRPr>
          </a:p>
          <a:p>
            <a:pPr lvl="1">
              <a:lnSpc>
                <a:spcPct val="140000"/>
              </a:lnSpc>
            </a:pPr>
            <a:r>
              <a:rPr lang="zh-CN" altLang="en-US" sz="2800" dirty="0">
                <a:ea typeface="楷体_GB2312" pitchFamily="49" charset="-122"/>
              </a:rPr>
              <a:t>加密文件系统</a:t>
            </a:r>
            <a:endParaRPr lang="en-US" altLang="zh-CN" sz="2800" dirty="0">
              <a:ea typeface="楷体_GB2312" pitchFamily="49" charset="-122"/>
            </a:endParaRPr>
          </a:p>
          <a:p>
            <a:pPr lvl="1">
              <a:lnSpc>
                <a:spcPct val="140000"/>
              </a:lnSpc>
            </a:pPr>
            <a:r>
              <a:rPr lang="en-US" altLang="zh-CN" sz="2800" dirty="0">
                <a:ea typeface="楷体_GB2312" pitchFamily="49" charset="-122"/>
              </a:rPr>
              <a:t>BitLocker</a:t>
            </a:r>
            <a:r>
              <a:rPr lang="zh-CN" altLang="en-US" sz="2800" dirty="0">
                <a:ea typeface="楷体_GB2312" pitchFamily="49" charset="-122"/>
              </a:rPr>
              <a:t>机制</a:t>
            </a:r>
            <a:endParaRPr lang="en-US" altLang="zh-CN" sz="2800" dirty="0">
              <a:ea typeface="楷体_GB2312" pitchFamily="49" charset="-122"/>
            </a:endParaRPr>
          </a:p>
          <a:p>
            <a:pPr lvl="1">
              <a:lnSpc>
                <a:spcPct val="140000"/>
              </a:lnSpc>
            </a:pPr>
            <a:r>
              <a:rPr lang="en-US" altLang="zh-CN" sz="2800" dirty="0"/>
              <a:t>Windows</a:t>
            </a:r>
            <a:r>
              <a:rPr lang="zh-CN" altLang="en-US" sz="2800" dirty="0"/>
              <a:t>审计</a:t>
            </a:r>
            <a:r>
              <a:rPr lang="en-US" altLang="zh-CN" sz="2800" dirty="0"/>
              <a:t>/</a:t>
            </a:r>
            <a:r>
              <a:rPr lang="zh-CN" altLang="en-US" sz="2800" dirty="0"/>
              <a:t>日志机制</a:t>
            </a:r>
            <a:endParaRPr lang="en-US" altLang="zh-CN" sz="2800" dirty="0">
              <a:ea typeface="楷体_GB2312" pitchFamily="49" charset="-122"/>
            </a:endParaRPr>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6258" name="Rectangle 3"/>
          <p:cNvSpPr/>
          <p:nvPr/>
        </p:nvSpPr>
        <p:spPr>
          <a:xfrm>
            <a:off x="2876550" y="1676400"/>
            <a:ext cx="4211638" cy="400050"/>
          </a:xfrm>
          <a:prstGeom prst="rect">
            <a:avLst/>
          </a:prstGeom>
          <a:noFill/>
          <a:ln w="9525">
            <a:noFill/>
          </a:ln>
        </p:spPr>
        <p:txBody>
          <a:bodyPr>
            <a:spAutoFit/>
          </a:bodyPr>
          <a:p>
            <a:pPr algn="ctr"/>
            <a:endParaRPr lang="zh-CN" altLang="en-US" dirty="0">
              <a:latin typeface="Times New Roman" panose="02020603050405020304" pitchFamily="18" charset="0"/>
            </a:endParaRPr>
          </a:p>
        </p:txBody>
      </p:sp>
      <p:sp>
        <p:nvSpPr>
          <p:cNvPr id="96259" name="Rectangle 2"/>
          <p:cNvSpPr>
            <a:spLocks noGrp="1"/>
          </p:cNvSpPr>
          <p:nvPr>
            <p:ph type="title" idx="4294967295"/>
          </p:nvPr>
        </p:nvSpPr>
        <p:spPr>
          <a:ln/>
        </p:spPr>
        <p:txBody>
          <a:bodyPr vert="horz" wrap="square" lIns="100776" tIns="50388" rIns="100776" bIns="50388" anchor="ctr" anchorCtr="0"/>
          <a:p>
            <a:pPr algn="r"/>
            <a:r>
              <a:rPr lang="en-US" altLang="zh-CN" dirty="0"/>
              <a:t>UNIX/Linux</a:t>
            </a:r>
            <a:r>
              <a:rPr lang="zh-CN" altLang="en-US" dirty="0"/>
              <a:t>的安全机制</a:t>
            </a:r>
            <a:endParaRPr lang="zh-CN" altLang="en-US" dirty="0"/>
          </a:p>
        </p:txBody>
      </p:sp>
      <p:sp>
        <p:nvSpPr>
          <p:cNvPr id="96260" name="内容占位符 4"/>
          <p:cNvSpPr>
            <a:spLocks noGrp="1"/>
          </p:cNvSpPr>
          <p:nvPr>
            <p:ph idx="1"/>
          </p:nvPr>
        </p:nvSpPr>
        <p:spPr>
          <a:xfrm>
            <a:off x="534988" y="1270000"/>
            <a:ext cx="8151812" cy="5281613"/>
          </a:xfrm>
          <a:ln/>
        </p:spPr>
        <p:txBody>
          <a:bodyPr vert="horz" wrap="square" lIns="100776" tIns="50388" rIns="100776" bIns="50388" anchor="t" anchorCtr="0"/>
          <a:p>
            <a:pPr>
              <a:lnSpc>
                <a:spcPct val="140000"/>
              </a:lnSpc>
            </a:pPr>
            <a:r>
              <a:rPr lang="en-US" altLang="zh-CN" dirty="0"/>
              <a:t>UNIX</a:t>
            </a:r>
            <a:r>
              <a:rPr lang="zh-CN" altLang="en-US" dirty="0"/>
              <a:t>是一种多用户、多任务的操作系统，这类操作系统的一个基本功能就是防止系统中不同用户之间的相互干扰，所以</a:t>
            </a:r>
            <a:r>
              <a:rPr lang="en-US" altLang="zh-CN" dirty="0"/>
              <a:t>UNIX</a:t>
            </a:r>
            <a:r>
              <a:rPr lang="zh-CN" altLang="en-US" dirty="0"/>
              <a:t>的设计宗旨是要考虑安全的。</a:t>
            </a:r>
            <a:endParaRPr lang="en-US" altLang="zh-CN" dirty="0"/>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7282" name="Rectangle 3"/>
          <p:cNvSpPr/>
          <p:nvPr/>
        </p:nvSpPr>
        <p:spPr>
          <a:xfrm>
            <a:off x="2876550" y="1676400"/>
            <a:ext cx="4211638" cy="400050"/>
          </a:xfrm>
          <a:prstGeom prst="rect">
            <a:avLst/>
          </a:prstGeom>
          <a:noFill/>
          <a:ln w="9525">
            <a:noFill/>
          </a:ln>
        </p:spPr>
        <p:txBody>
          <a:bodyPr>
            <a:spAutoFit/>
          </a:bodyPr>
          <a:p>
            <a:pPr algn="ctr"/>
            <a:endParaRPr lang="zh-CN" altLang="en-US" dirty="0">
              <a:latin typeface="Times New Roman" panose="02020603050405020304" pitchFamily="18" charset="0"/>
            </a:endParaRPr>
          </a:p>
        </p:txBody>
      </p:sp>
      <p:sp>
        <p:nvSpPr>
          <p:cNvPr id="97283" name="Rectangle 2"/>
          <p:cNvSpPr>
            <a:spLocks noGrp="1"/>
          </p:cNvSpPr>
          <p:nvPr>
            <p:ph type="title" idx="4294967295"/>
          </p:nvPr>
        </p:nvSpPr>
        <p:spPr>
          <a:ln/>
        </p:spPr>
        <p:txBody>
          <a:bodyPr vert="horz" wrap="square" lIns="100776" tIns="50388" rIns="100776" bIns="50388" anchor="ctr" anchorCtr="0"/>
          <a:p>
            <a:pPr algn="r"/>
            <a:r>
              <a:rPr lang="en-US" altLang="zh-CN" dirty="0"/>
              <a:t>UNIX/Linux</a:t>
            </a:r>
            <a:r>
              <a:rPr lang="zh-CN" altLang="en-US" dirty="0"/>
              <a:t>的安全机制</a:t>
            </a:r>
            <a:endParaRPr lang="zh-CN" altLang="en-US" dirty="0"/>
          </a:p>
        </p:txBody>
      </p:sp>
      <p:sp>
        <p:nvSpPr>
          <p:cNvPr id="97284" name="内容占位符 4"/>
          <p:cNvSpPr>
            <a:spLocks noGrp="1"/>
          </p:cNvSpPr>
          <p:nvPr>
            <p:ph idx="1"/>
          </p:nvPr>
        </p:nvSpPr>
        <p:spPr>
          <a:xfrm>
            <a:off x="534988" y="1270000"/>
            <a:ext cx="8151812" cy="5281613"/>
          </a:xfrm>
          <a:ln/>
        </p:spPr>
        <p:txBody>
          <a:bodyPr vert="horz" wrap="square" lIns="100776" tIns="50388" rIns="100776" bIns="50388" anchor="t" anchorCtr="0"/>
          <a:p>
            <a:pPr>
              <a:lnSpc>
                <a:spcPct val="140000"/>
              </a:lnSpc>
            </a:pPr>
            <a:r>
              <a:rPr lang="en-US" altLang="zh-CN" dirty="0"/>
              <a:t>Linux</a:t>
            </a:r>
            <a:r>
              <a:rPr lang="zh-CN" altLang="en-US" dirty="0"/>
              <a:t>是</a:t>
            </a:r>
            <a:r>
              <a:rPr lang="en-US" altLang="zh-CN" dirty="0"/>
              <a:t>UNIX</a:t>
            </a:r>
            <a:r>
              <a:rPr lang="zh-CN" altLang="en-US" dirty="0"/>
              <a:t>的一个克隆版本，在安全结构上，</a:t>
            </a:r>
            <a:r>
              <a:rPr lang="en-US" altLang="zh-CN" dirty="0"/>
              <a:t>Linux</a:t>
            </a:r>
            <a:r>
              <a:rPr lang="zh-CN" altLang="en-US" dirty="0"/>
              <a:t>与</a:t>
            </a:r>
            <a:r>
              <a:rPr lang="en-US" altLang="zh-CN" dirty="0"/>
              <a:t>UNIX</a:t>
            </a:r>
            <a:r>
              <a:rPr lang="zh-CN" altLang="en-US" dirty="0"/>
              <a:t>基本相似，如无特殊说明，对</a:t>
            </a:r>
            <a:r>
              <a:rPr lang="en-US" altLang="zh-CN" dirty="0"/>
              <a:t>UNIX</a:t>
            </a:r>
            <a:r>
              <a:rPr lang="zh-CN" altLang="en-US" dirty="0"/>
              <a:t>安全机制的描述同样也适用于</a:t>
            </a:r>
            <a:r>
              <a:rPr lang="en-US" altLang="zh-CN" dirty="0"/>
              <a:t>Linux</a:t>
            </a:r>
            <a:r>
              <a:rPr lang="zh-CN" altLang="en-US" dirty="0"/>
              <a:t>。</a:t>
            </a:r>
            <a:endParaRPr lang="en-US" altLang="zh-CN" dirty="0"/>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8306" name="Rectangle 3"/>
          <p:cNvSpPr/>
          <p:nvPr/>
        </p:nvSpPr>
        <p:spPr>
          <a:xfrm>
            <a:off x="2876550" y="1676400"/>
            <a:ext cx="4211638" cy="400050"/>
          </a:xfrm>
          <a:prstGeom prst="rect">
            <a:avLst/>
          </a:prstGeom>
          <a:noFill/>
          <a:ln w="9525">
            <a:noFill/>
          </a:ln>
        </p:spPr>
        <p:txBody>
          <a:bodyPr>
            <a:spAutoFit/>
          </a:bodyPr>
          <a:p>
            <a:pPr algn="ctr"/>
            <a:endParaRPr lang="zh-CN" altLang="en-US" dirty="0">
              <a:latin typeface="Times New Roman" panose="02020603050405020304" pitchFamily="18" charset="0"/>
            </a:endParaRPr>
          </a:p>
        </p:txBody>
      </p:sp>
      <p:sp>
        <p:nvSpPr>
          <p:cNvPr id="98307" name="Rectangle 2"/>
          <p:cNvSpPr>
            <a:spLocks noGrp="1"/>
          </p:cNvSpPr>
          <p:nvPr>
            <p:ph type="title" idx="4294967295"/>
          </p:nvPr>
        </p:nvSpPr>
        <p:spPr>
          <a:ln/>
        </p:spPr>
        <p:txBody>
          <a:bodyPr vert="horz" wrap="square" lIns="100776" tIns="50388" rIns="100776" bIns="50388" anchor="ctr" anchorCtr="0"/>
          <a:p>
            <a:pPr algn="r"/>
            <a:r>
              <a:rPr lang="en-US" altLang="zh-CN" dirty="0"/>
              <a:t>UNIX/Linux</a:t>
            </a:r>
            <a:r>
              <a:rPr lang="zh-CN" altLang="en-US" dirty="0"/>
              <a:t>的安全机制</a:t>
            </a:r>
            <a:endParaRPr lang="zh-CN" altLang="en-US" dirty="0"/>
          </a:p>
        </p:txBody>
      </p:sp>
      <p:sp>
        <p:nvSpPr>
          <p:cNvPr id="98308" name="内容占位符 4"/>
          <p:cNvSpPr>
            <a:spLocks noGrp="1"/>
          </p:cNvSpPr>
          <p:nvPr>
            <p:ph idx="1"/>
          </p:nvPr>
        </p:nvSpPr>
        <p:spPr>
          <a:xfrm>
            <a:off x="534988" y="1522413"/>
            <a:ext cx="8151812" cy="5029200"/>
          </a:xfrm>
          <a:ln/>
        </p:spPr>
        <p:txBody>
          <a:bodyPr vert="horz" wrap="square" lIns="100776" tIns="50388" rIns="100776" bIns="50388" anchor="t" anchorCtr="0"/>
          <a:p>
            <a:pPr lvl="1">
              <a:lnSpc>
                <a:spcPct val="140000"/>
              </a:lnSpc>
            </a:pPr>
            <a:r>
              <a:rPr lang="en-US" altLang="zh-CN" sz="2800" dirty="0"/>
              <a:t>UNIX/Linux</a:t>
            </a:r>
            <a:r>
              <a:rPr lang="zh-CN" altLang="en-US" sz="2800" dirty="0"/>
              <a:t>操作系统概述</a:t>
            </a:r>
            <a:r>
              <a:rPr lang="en-US" altLang="zh-CN" sz="2800" dirty="0"/>
              <a:t> </a:t>
            </a:r>
            <a:endParaRPr lang="en-US" altLang="zh-CN" sz="2800" dirty="0"/>
          </a:p>
          <a:p>
            <a:pPr lvl="1">
              <a:lnSpc>
                <a:spcPct val="140000"/>
              </a:lnSpc>
            </a:pPr>
            <a:r>
              <a:rPr lang="en-US" altLang="zh-CN" sz="2800" dirty="0"/>
              <a:t>UNIX/Linux</a:t>
            </a:r>
            <a:r>
              <a:rPr lang="zh-CN" altLang="en-US" sz="2800" dirty="0"/>
              <a:t>安全</a:t>
            </a:r>
            <a:r>
              <a:rPr lang="zh-CN" altLang="en-US" sz="2800" dirty="0">
                <a:ea typeface="楷体_GB2312" pitchFamily="49" charset="-122"/>
              </a:rPr>
              <a:t>机制</a:t>
            </a:r>
            <a:endParaRPr lang="en-US" altLang="zh-CN" sz="2800" dirty="0">
              <a:ea typeface="楷体_GB2312" pitchFamily="49" charset="-122"/>
            </a:endParaRPr>
          </a:p>
          <a:p>
            <a:pPr lvl="2">
              <a:lnSpc>
                <a:spcPct val="140000"/>
              </a:lnSpc>
            </a:pPr>
            <a:r>
              <a:rPr lang="zh-CN" altLang="en-US" sz="2400" dirty="0">
                <a:ea typeface="楷体_GB2312" pitchFamily="49" charset="-122"/>
              </a:rPr>
              <a:t>标识和鉴别</a:t>
            </a:r>
            <a:endParaRPr lang="en-US" altLang="zh-CN" sz="2400" dirty="0">
              <a:ea typeface="楷体_GB2312" pitchFamily="49" charset="-122"/>
            </a:endParaRPr>
          </a:p>
          <a:p>
            <a:pPr lvl="2">
              <a:lnSpc>
                <a:spcPct val="140000"/>
              </a:lnSpc>
            </a:pPr>
            <a:r>
              <a:rPr lang="zh-CN" altLang="en-US" sz="2400" dirty="0">
                <a:ea typeface="楷体_GB2312" pitchFamily="49" charset="-122"/>
              </a:rPr>
              <a:t>访问控制</a:t>
            </a:r>
            <a:endParaRPr lang="en-US" altLang="zh-CN" sz="2400" dirty="0">
              <a:ea typeface="楷体_GB2312" pitchFamily="49" charset="-122"/>
            </a:endParaRPr>
          </a:p>
          <a:p>
            <a:pPr lvl="2">
              <a:lnSpc>
                <a:spcPct val="140000"/>
              </a:lnSpc>
            </a:pPr>
            <a:r>
              <a:rPr lang="zh-CN" altLang="en-US" sz="2400" dirty="0"/>
              <a:t>审计</a:t>
            </a:r>
            <a:endParaRPr lang="en-US" altLang="zh-CN" sz="2400" dirty="0"/>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9330" name="Rectangle 3"/>
          <p:cNvSpPr/>
          <p:nvPr/>
        </p:nvSpPr>
        <p:spPr>
          <a:xfrm>
            <a:off x="2876550" y="1676400"/>
            <a:ext cx="4211638" cy="400050"/>
          </a:xfrm>
          <a:prstGeom prst="rect">
            <a:avLst/>
          </a:prstGeom>
          <a:noFill/>
          <a:ln w="9525">
            <a:noFill/>
          </a:ln>
        </p:spPr>
        <p:txBody>
          <a:bodyPr>
            <a:spAutoFit/>
          </a:bodyPr>
          <a:p>
            <a:pPr algn="ctr"/>
            <a:endParaRPr lang="zh-CN" altLang="en-US" dirty="0">
              <a:latin typeface="Times New Roman" panose="02020603050405020304" pitchFamily="18" charset="0"/>
            </a:endParaRPr>
          </a:p>
        </p:txBody>
      </p:sp>
      <p:sp>
        <p:nvSpPr>
          <p:cNvPr id="99331" name="Rectangle 2"/>
          <p:cNvSpPr>
            <a:spLocks noGrp="1"/>
          </p:cNvSpPr>
          <p:nvPr>
            <p:ph type="title" idx="4294967295"/>
          </p:nvPr>
        </p:nvSpPr>
        <p:spPr>
          <a:ln/>
        </p:spPr>
        <p:txBody>
          <a:bodyPr vert="horz" wrap="square" lIns="100776" tIns="50388" rIns="100776" bIns="50388" anchor="ctr" anchorCtr="0"/>
          <a:p>
            <a:pPr algn="r"/>
            <a:r>
              <a:rPr lang="zh-CN" altLang="en-US" dirty="0"/>
              <a:t>隐蔽信道</a:t>
            </a:r>
            <a:endParaRPr lang="zh-CN" altLang="en-US" dirty="0"/>
          </a:p>
        </p:txBody>
      </p:sp>
      <p:sp>
        <p:nvSpPr>
          <p:cNvPr id="99332" name="内容占位符 4"/>
          <p:cNvSpPr>
            <a:spLocks noGrp="1"/>
          </p:cNvSpPr>
          <p:nvPr>
            <p:ph idx="1"/>
          </p:nvPr>
        </p:nvSpPr>
        <p:spPr>
          <a:xfrm>
            <a:off x="153988" y="1370013"/>
            <a:ext cx="8609012" cy="5029200"/>
          </a:xfrm>
          <a:ln/>
        </p:spPr>
        <p:txBody>
          <a:bodyPr vert="horz" wrap="square" lIns="100776" tIns="50388" rIns="100776" bIns="50388" anchor="t" anchorCtr="0"/>
          <a:p>
            <a:pPr lvl="1">
              <a:lnSpc>
                <a:spcPct val="140000"/>
              </a:lnSpc>
            </a:pPr>
            <a:r>
              <a:rPr lang="zh-CN" altLang="en-US" sz="2800" dirty="0"/>
              <a:t>隐蔽信道的概念最早是由</a:t>
            </a:r>
            <a:r>
              <a:rPr lang="en-US" altLang="zh-CN" sz="2800" dirty="0"/>
              <a:t>Lampson</a:t>
            </a:r>
            <a:r>
              <a:rPr lang="zh-CN" altLang="en-US" sz="2800" dirty="0"/>
              <a:t>提出的</a:t>
            </a:r>
            <a:endParaRPr lang="en-US" altLang="zh-CN" sz="2800" dirty="0"/>
          </a:p>
          <a:p>
            <a:pPr lvl="1">
              <a:lnSpc>
                <a:spcPct val="140000"/>
              </a:lnSpc>
            </a:pPr>
            <a:r>
              <a:rPr lang="zh-CN" altLang="en-US" sz="2800" dirty="0"/>
              <a:t>如果一个通信信道不是被设计用来传输信息的，那么此信道是隐蔽的。</a:t>
            </a:r>
            <a:endParaRPr lang="en-US" altLang="zh-CN" sz="2800" dirty="0"/>
          </a:p>
          <a:p>
            <a:pPr lvl="1">
              <a:lnSpc>
                <a:spcPct val="140000"/>
              </a:lnSpc>
            </a:pPr>
            <a:r>
              <a:rPr lang="zh-CN" altLang="en-US" sz="2800" dirty="0"/>
              <a:t>任何在违背系统安全策略的情况下被用来传输信息的通信信道。</a:t>
            </a:r>
            <a:endParaRPr lang="en-US" altLang="zh-CN" sz="2800" dirty="0"/>
          </a:p>
          <a:p>
            <a:pPr lvl="1">
              <a:lnSpc>
                <a:spcPct val="140000"/>
              </a:lnSpc>
            </a:pPr>
            <a:r>
              <a:rPr lang="zh-CN" altLang="en-US" sz="2800" dirty="0"/>
              <a:t>允许进程以危害系统安全策略的方式传输信息的通信信道。</a:t>
            </a:r>
            <a:endParaRPr lang="en-US" altLang="zh-CN" sz="2800" dirty="0"/>
          </a:p>
        </p:txBody>
      </p:sp>
    </p:spTree>
  </p:cSld>
  <p:clrMapOvr>
    <a:masterClrMapping/>
  </p:clrMapOvr>
</p:sld>
</file>

<file path=ppt/tags/tag1.xml><?xml version="1.0" encoding="utf-8"?>
<p:tagLst xmlns:p="http://schemas.openxmlformats.org/presentationml/2006/main">
  <p:tag name="COMMONDATA" val="eyJoZGlkIjoiYzMzOGJhZDgxYTg4MzhkNzk5Yjk1OTVmYmVlYmNmYjAifQ=="/>
</p:tagLst>
</file>

<file path=ppt/theme/theme1.xml><?xml version="1.0" encoding="utf-8"?>
<a:theme xmlns:a="http://schemas.openxmlformats.org/drawingml/2006/main" name="linan">
  <a:themeElements>
    <a:clrScheme name="linan 3">
      <a:dk1>
        <a:srgbClr val="000000"/>
      </a:dk1>
      <a:lt1>
        <a:srgbClr val="FFFFFF"/>
      </a:lt1>
      <a:dk2>
        <a:srgbClr val="000000"/>
      </a:dk2>
      <a:lt2>
        <a:srgbClr val="DDDDDD"/>
      </a:lt2>
      <a:accent1>
        <a:srgbClr val="DDF1AB"/>
      </a:accent1>
      <a:accent2>
        <a:srgbClr val="69C012"/>
      </a:accent2>
      <a:accent3>
        <a:srgbClr val="FFFFFF"/>
      </a:accent3>
      <a:accent4>
        <a:srgbClr val="000000"/>
      </a:accent4>
      <a:accent5>
        <a:srgbClr val="EBF7D2"/>
      </a:accent5>
      <a:accent6>
        <a:srgbClr val="5EAE0F"/>
      </a:accent6>
      <a:hlink>
        <a:srgbClr val="008000"/>
      </a:hlink>
      <a:folHlink>
        <a:srgbClr val="969696"/>
      </a:folHlink>
    </a:clrScheme>
    <a:fontScheme name="linan">
      <a:majorFont>
        <a:latin typeface="黑体"/>
        <a:ea typeface="黑体"/>
        <a:cs typeface=""/>
      </a:majorFont>
      <a:minorFont>
        <a:latin typeface="Times New Roman"/>
        <a:ea typeface="黑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0" lang="zh-CN" sz="20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0" lang="zh-CN" sz="20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defRPr>
        </a:defPPr>
      </a:lstStyle>
    </a:lnDef>
  </a:objectDefaults>
  <a:extraClrSchemeLst>
    <a:extraClrScheme>
      <a:clrScheme name="linan 1">
        <a:dk1>
          <a:srgbClr val="000000"/>
        </a:dk1>
        <a:lt1>
          <a:srgbClr val="FFFFFF"/>
        </a:lt1>
        <a:dk2>
          <a:srgbClr val="000000"/>
        </a:dk2>
        <a:lt2>
          <a:srgbClr val="808080"/>
        </a:lt2>
        <a:accent1>
          <a:srgbClr val="F3E473"/>
        </a:accent1>
        <a:accent2>
          <a:srgbClr val="2FC1BE"/>
        </a:accent2>
        <a:accent3>
          <a:srgbClr val="FFFFFF"/>
        </a:accent3>
        <a:accent4>
          <a:srgbClr val="000000"/>
        </a:accent4>
        <a:accent5>
          <a:srgbClr val="F8EFBC"/>
        </a:accent5>
        <a:accent6>
          <a:srgbClr val="2AAFAC"/>
        </a:accent6>
        <a:hlink>
          <a:srgbClr val="98D45C"/>
        </a:hlink>
        <a:folHlink>
          <a:srgbClr val="B2B2B2"/>
        </a:folHlink>
      </a:clrScheme>
      <a:clrMap bg1="lt1" tx1="dk1" bg2="lt2" tx2="dk2" accent1="accent1" accent2="accent2" accent3="accent3" accent4="accent4" accent5="accent5" accent6="accent6" hlink="hlink" folHlink="folHlink"/>
    </a:extraClrScheme>
    <a:extraClrScheme>
      <a:clrScheme name="linan 2">
        <a:dk1>
          <a:srgbClr val="000000"/>
        </a:dk1>
        <a:lt1>
          <a:srgbClr val="FFFFFF"/>
        </a:lt1>
        <a:dk2>
          <a:srgbClr val="000000"/>
        </a:dk2>
        <a:lt2>
          <a:srgbClr val="DDDDDD"/>
        </a:lt2>
        <a:accent1>
          <a:srgbClr val="B4E064"/>
        </a:accent1>
        <a:accent2>
          <a:srgbClr val="0079CC"/>
        </a:accent2>
        <a:accent3>
          <a:srgbClr val="FFFFFF"/>
        </a:accent3>
        <a:accent4>
          <a:srgbClr val="000000"/>
        </a:accent4>
        <a:accent5>
          <a:srgbClr val="D6EDB8"/>
        </a:accent5>
        <a:accent6>
          <a:srgbClr val="006DB9"/>
        </a:accent6>
        <a:hlink>
          <a:srgbClr val="00CC99"/>
        </a:hlink>
        <a:folHlink>
          <a:srgbClr val="808080"/>
        </a:folHlink>
      </a:clrScheme>
      <a:clrMap bg1="lt1" tx1="dk1" bg2="lt2" tx2="dk2" accent1="accent1" accent2="accent2" accent3="accent3" accent4="accent4" accent5="accent5" accent6="accent6" hlink="hlink" folHlink="folHlink"/>
    </a:extraClrScheme>
    <a:extraClrScheme>
      <a:clrScheme name="linan 3">
        <a:dk1>
          <a:srgbClr val="000000"/>
        </a:dk1>
        <a:lt1>
          <a:srgbClr val="FFFFFF"/>
        </a:lt1>
        <a:dk2>
          <a:srgbClr val="000000"/>
        </a:dk2>
        <a:lt2>
          <a:srgbClr val="DDDDDD"/>
        </a:lt2>
        <a:accent1>
          <a:srgbClr val="DDF1AB"/>
        </a:accent1>
        <a:accent2>
          <a:srgbClr val="69C012"/>
        </a:accent2>
        <a:accent3>
          <a:srgbClr val="FFFFFF"/>
        </a:accent3>
        <a:accent4>
          <a:srgbClr val="000000"/>
        </a:accent4>
        <a:accent5>
          <a:srgbClr val="EBF7D2"/>
        </a:accent5>
        <a:accent6>
          <a:srgbClr val="5EAE0F"/>
        </a:accent6>
        <a:hlink>
          <a:srgbClr val="008000"/>
        </a:hlink>
        <a:folHlink>
          <a:srgbClr val="96969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linan">
  <a:themeElements>
    <a:clrScheme name="linan 3">
      <a:dk1>
        <a:srgbClr val="000000"/>
      </a:dk1>
      <a:lt1>
        <a:srgbClr val="FFFFFF"/>
      </a:lt1>
      <a:dk2>
        <a:srgbClr val="000000"/>
      </a:dk2>
      <a:lt2>
        <a:srgbClr val="DDDDDD"/>
      </a:lt2>
      <a:accent1>
        <a:srgbClr val="DDF1AB"/>
      </a:accent1>
      <a:accent2>
        <a:srgbClr val="69C012"/>
      </a:accent2>
      <a:accent3>
        <a:srgbClr val="FFFFFF"/>
      </a:accent3>
      <a:accent4>
        <a:srgbClr val="000000"/>
      </a:accent4>
      <a:accent5>
        <a:srgbClr val="EBF7D2"/>
      </a:accent5>
      <a:accent6>
        <a:srgbClr val="5EAE0F"/>
      </a:accent6>
      <a:hlink>
        <a:srgbClr val="008000"/>
      </a:hlink>
      <a:folHlink>
        <a:srgbClr val="969696"/>
      </a:folHlink>
    </a:clrScheme>
    <a:fontScheme name="linan">
      <a:majorFont>
        <a:latin typeface="黑体"/>
        <a:ea typeface="黑体"/>
        <a:cs typeface=""/>
      </a:majorFont>
      <a:minorFont>
        <a:latin typeface="Times New Roman"/>
        <a:ea typeface="黑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0" lang="zh-CN" sz="20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0" lang="zh-CN" sz="20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defRPr>
        </a:defPPr>
      </a:lstStyle>
    </a:lnDef>
  </a:objectDefaults>
  <a:extraClrSchemeLst>
    <a:extraClrScheme>
      <a:clrScheme name="linan 1">
        <a:dk1>
          <a:srgbClr val="000000"/>
        </a:dk1>
        <a:lt1>
          <a:srgbClr val="FFFFFF"/>
        </a:lt1>
        <a:dk2>
          <a:srgbClr val="000000"/>
        </a:dk2>
        <a:lt2>
          <a:srgbClr val="808080"/>
        </a:lt2>
        <a:accent1>
          <a:srgbClr val="F3E473"/>
        </a:accent1>
        <a:accent2>
          <a:srgbClr val="2FC1BE"/>
        </a:accent2>
        <a:accent3>
          <a:srgbClr val="FFFFFF"/>
        </a:accent3>
        <a:accent4>
          <a:srgbClr val="000000"/>
        </a:accent4>
        <a:accent5>
          <a:srgbClr val="F8EFBC"/>
        </a:accent5>
        <a:accent6>
          <a:srgbClr val="2AAFAC"/>
        </a:accent6>
        <a:hlink>
          <a:srgbClr val="98D45C"/>
        </a:hlink>
        <a:folHlink>
          <a:srgbClr val="B2B2B2"/>
        </a:folHlink>
      </a:clrScheme>
      <a:clrMap bg1="lt1" tx1="dk1" bg2="lt2" tx2="dk2" accent1="accent1" accent2="accent2" accent3="accent3" accent4="accent4" accent5="accent5" accent6="accent6" hlink="hlink" folHlink="folHlink"/>
    </a:extraClrScheme>
    <a:extraClrScheme>
      <a:clrScheme name="linan 2">
        <a:dk1>
          <a:srgbClr val="000000"/>
        </a:dk1>
        <a:lt1>
          <a:srgbClr val="FFFFFF"/>
        </a:lt1>
        <a:dk2>
          <a:srgbClr val="000000"/>
        </a:dk2>
        <a:lt2>
          <a:srgbClr val="DDDDDD"/>
        </a:lt2>
        <a:accent1>
          <a:srgbClr val="B4E064"/>
        </a:accent1>
        <a:accent2>
          <a:srgbClr val="0079CC"/>
        </a:accent2>
        <a:accent3>
          <a:srgbClr val="FFFFFF"/>
        </a:accent3>
        <a:accent4>
          <a:srgbClr val="000000"/>
        </a:accent4>
        <a:accent5>
          <a:srgbClr val="D6EDB8"/>
        </a:accent5>
        <a:accent6>
          <a:srgbClr val="006DB9"/>
        </a:accent6>
        <a:hlink>
          <a:srgbClr val="00CC99"/>
        </a:hlink>
        <a:folHlink>
          <a:srgbClr val="808080"/>
        </a:folHlink>
      </a:clrScheme>
      <a:clrMap bg1="lt1" tx1="dk1" bg2="lt2" tx2="dk2" accent1="accent1" accent2="accent2" accent3="accent3" accent4="accent4" accent5="accent5" accent6="accent6" hlink="hlink" folHlink="folHlink"/>
    </a:extraClrScheme>
    <a:extraClrScheme>
      <a:clrScheme name="linan 3">
        <a:dk1>
          <a:srgbClr val="000000"/>
        </a:dk1>
        <a:lt1>
          <a:srgbClr val="FFFFFF"/>
        </a:lt1>
        <a:dk2>
          <a:srgbClr val="000000"/>
        </a:dk2>
        <a:lt2>
          <a:srgbClr val="DDDDDD"/>
        </a:lt2>
        <a:accent1>
          <a:srgbClr val="DDF1AB"/>
        </a:accent1>
        <a:accent2>
          <a:srgbClr val="69C012"/>
        </a:accent2>
        <a:accent3>
          <a:srgbClr val="FFFFFF"/>
        </a:accent3>
        <a:accent4>
          <a:srgbClr val="000000"/>
        </a:accent4>
        <a:accent5>
          <a:srgbClr val="EBF7D2"/>
        </a:accent5>
        <a:accent6>
          <a:srgbClr val="5EAE0F"/>
        </a:accent6>
        <a:hlink>
          <a:srgbClr val="008000"/>
        </a:hlink>
        <a:folHlink>
          <a:srgbClr val="96969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2_linan">
  <a:themeElements>
    <a:clrScheme name="linan 3">
      <a:dk1>
        <a:srgbClr val="000000"/>
      </a:dk1>
      <a:lt1>
        <a:srgbClr val="FFFFFF"/>
      </a:lt1>
      <a:dk2>
        <a:srgbClr val="000000"/>
      </a:dk2>
      <a:lt2>
        <a:srgbClr val="DDDDDD"/>
      </a:lt2>
      <a:accent1>
        <a:srgbClr val="DDF1AB"/>
      </a:accent1>
      <a:accent2>
        <a:srgbClr val="69C012"/>
      </a:accent2>
      <a:accent3>
        <a:srgbClr val="FFFFFF"/>
      </a:accent3>
      <a:accent4>
        <a:srgbClr val="000000"/>
      </a:accent4>
      <a:accent5>
        <a:srgbClr val="EBF7D2"/>
      </a:accent5>
      <a:accent6>
        <a:srgbClr val="5EAE0F"/>
      </a:accent6>
      <a:hlink>
        <a:srgbClr val="008000"/>
      </a:hlink>
      <a:folHlink>
        <a:srgbClr val="969696"/>
      </a:folHlink>
    </a:clrScheme>
    <a:fontScheme name="linan">
      <a:majorFont>
        <a:latin typeface="黑体"/>
        <a:ea typeface="黑体"/>
        <a:cs typeface=""/>
      </a:majorFont>
      <a:minorFont>
        <a:latin typeface="Times New Roman"/>
        <a:ea typeface="黑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0" lang="zh-CN" sz="20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0" lang="zh-CN" sz="20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defRPr>
        </a:defPPr>
      </a:lstStyle>
    </a:lnDef>
  </a:objectDefaults>
  <a:extraClrSchemeLst>
    <a:extraClrScheme>
      <a:clrScheme name="linan 1">
        <a:dk1>
          <a:srgbClr val="000000"/>
        </a:dk1>
        <a:lt1>
          <a:srgbClr val="FFFFFF"/>
        </a:lt1>
        <a:dk2>
          <a:srgbClr val="000000"/>
        </a:dk2>
        <a:lt2>
          <a:srgbClr val="808080"/>
        </a:lt2>
        <a:accent1>
          <a:srgbClr val="F3E473"/>
        </a:accent1>
        <a:accent2>
          <a:srgbClr val="2FC1BE"/>
        </a:accent2>
        <a:accent3>
          <a:srgbClr val="FFFFFF"/>
        </a:accent3>
        <a:accent4>
          <a:srgbClr val="000000"/>
        </a:accent4>
        <a:accent5>
          <a:srgbClr val="F8EFBC"/>
        </a:accent5>
        <a:accent6>
          <a:srgbClr val="2AAFAC"/>
        </a:accent6>
        <a:hlink>
          <a:srgbClr val="98D45C"/>
        </a:hlink>
        <a:folHlink>
          <a:srgbClr val="B2B2B2"/>
        </a:folHlink>
      </a:clrScheme>
      <a:clrMap bg1="lt1" tx1="dk1" bg2="lt2" tx2="dk2" accent1="accent1" accent2="accent2" accent3="accent3" accent4="accent4" accent5="accent5" accent6="accent6" hlink="hlink" folHlink="folHlink"/>
    </a:extraClrScheme>
    <a:extraClrScheme>
      <a:clrScheme name="linan 2">
        <a:dk1>
          <a:srgbClr val="000000"/>
        </a:dk1>
        <a:lt1>
          <a:srgbClr val="FFFFFF"/>
        </a:lt1>
        <a:dk2>
          <a:srgbClr val="000000"/>
        </a:dk2>
        <a:lt2>
          <a:srgbClr val="DDDDDD"/>
        </a:lt2>
        <a:accent1>
          <a:srgbClr val="B4E064"/>
        </a:accent1>
        <a:accent2>
          <a:srgbClr val="0079CC"/>
        </a:accent2>
        <a:accent3>
          <a:srgbClr val="FFFFFF"/>
        </a:accent3>
        <a:accent4>
          <a:srgbClr val="000000"/>
        </a:accent4>
        <a:accent5>
          <a:srgbClr val="D6EDB8"/>
        </a:accent5>
        <a:accent6>
          <a:srgbClr val="006DB9"/>
        </a:accent6>
        <a:hlink>
          <a:srgbClr val="00CC99"/>
        </a:hlink>
        <a:folHlink>
          <a:srgbClr val="808080"/>
        </a:folHlink>
      </a:clrScheme>
      <a:clrMap bg1="lt1" tx1="dk1" bg2="lt2" tx2="dk2" accent1="accent1" accent2="accent2" accent3="accent3" accent4="accent4" accent5="accent5" accent6="accent6" hlink="hlink" folHlink="folHlink"/>
    </a:extraClrScheme>
    <a:extraClrScheme>
      <a:clrScheme name="linan 3">
        <a:dk1>
          <a:srgbClr val="000000"/>
        </a:dk1>
        <a:lt1>
          <a:srgbClr val="FFFFFF"/>
        </a:lt1>
        <a:dk2>
          <a:srgbClr val="000000"/>
        </a:dk2>
        <a:lt2>
          <a:srgbClr val="DDDDDD"/>
        </a:lt2>
        <a:accent1>
          <a:srgbClr val="DDF1AB"/>
        </a:accent1>
        <a:accent2>
          <a:srgbClr val="69C012"/>
        </a:accent2>
        <a:accent3>
          <a:srgbClr val="FFFFFF"/>
        </a:accent3>
        <a:accent4>
          <a:srgbClr val="000000"/>
        </a:accent4>
        <a:accent5>
          <a:srgbClr val="EBF7D2"/>
        </a:accent5>
        <a:accent6>
          <a:srgbClr val="5EAE0F"/>
        </a:accent6>
        <a:hlink>
          <a:srgbClr val="008000"/>
        </a:hlink>
        <a:folHlink>
          <a:srgbClr val="96969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fromtk">
  <a:themeElements>
    <a:clrScheme name="fromtk 3">
      <a:dk1>
        <a:srgbClr val="000000"/>
      </a:dk1>
      <a:lt1>
        <a:srgbClr val="FFFFFF"/>
      </a:lt1>
      <a:dk2>
        <a:srgbClr val="000000"/>
      </a:dk2>
      <a:lt2>
        <a:srgbClr val="DDDDDD"/>
      </a:lt2>
      <a:accent1>
        <a:srgbClr val="DDF1AB"/>
      </a:accent1>
      <a:accent2>
        <a:srgbClr val="69C012"/>
      </a:accent2>
      <a:accent3>
        <a:srgbClr val="FFFFFF"/>
      </a:accent3>
      <a:accent4>
        <a:srgbClr val="000000"/>
      </a:accent4>
      <a:accent5>
        <a:srgbClr val="EBF7D2"/>
      </a:accent5>
      <a:accent6>
        <a:srgbClr val="5EAE0F"/>
      </a:accent6>
      <a:hlink>
        <a:srgbClr val="008000"/>
      </a:hlink>
      <a:folHlink>
        <a:srgbClr val="969696"/>
      </a:folHlink>
    </a:clrScheme>
    <a:fontScheme name="fromtk">
      <a:majorFont>
        <a:latin typeface="Times New Roman"/>
        <a:ea typeface="黑体"/>
        <a:cs typeface=""/>
      </a:majorFont>
      <a:minorFont>
        <a:latin typeface="Times New Roman"/>
        <a:ea typeface="黑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0" lang="zh-CN" sz="20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0" lang="zh-CN" sz="20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defRPr>
        </a:defPPr>
      </a:lstStyle>
    </a:lnDef>
  </a:objectDefaults>
  <a:extraClrSchemeLst>
    <a:extraClrScheme>
      <a:clrScheme name="fromtk 1">
        <a:dk1>
          <a:srgbClr val="000000"/>
        </a:dk1>
        <a:lt1>
          <a:srgbClr val="FFFFFF"/>
        </a:lt1>
        <a:dk2>
          <a:srgbClr val="000000"/>
        </a:dk2>
        <a:lt2>
          <a:srgbClr val="808080"/>
        </a:lt2>
        <a:accent1>
          <a:srgbClr val="F3E473"/>
        </a:accent1>
        <a:accent2>
          <a:srgbClr val="2FC1BE"/>
        </a:accent2>
        <a:accent3>
          <a:srgbClr val="FFFFFF"/>
        </a:accent3>
        <a:accent4>
          <a:srgbClr val="000000"/>
        </a:accent4>
        <a:accent5>
          <a:srgbClr val="F8EFBC"/>
        </a:accent5>
        <a:accent6>
          <a:srgbClr val="2AAFAC"/>
        </a:accent6>
        <a:hlink>
          <a:srgbClr val="98D45C"/>
        </a:hlink>
        <a:folHlink>
          <a:srgbClr val="B2B2B2"/>
        </a:folHlink>
      </a:clrScheme>
      <a:clrMap bg1="lt1" tx1="dk1" bg2="lt2" tx2="dk2" accent1="accent1" accent2="accent2" accent3="accent3" accent4="accent4" accent5="accent5" accent6="accent6" hlink="hlink" folHlink="folHlink"/>
    </a:extraClrScheme>
    <a:extraClrScheme>
      <a:clrScheme name="fromtk 2">
        <a:dk1>
          <a:srgbClr val="000000"/>
        </a:dk1>
        <a:lt1>
          <a:srgbClr val="FFFFFF"/>
        </a:lt1>
        <a:dk2>
          <a:srgbClr val="000000"/>
        </a:dk2>
        <a:lt2>
          <a:srgbClr val="DDDDDD"/>
        </a:lt2>
        <a:accent1>
          <a:srgbClr val="B4E064"/>
        </a:accent1>
        <a:accent2>
          <a:srgbClr val="0079CC"/>
        </a:accent2>
        <a:accent3>
          <a:srgbClr val="FFFFFF"/>
        </a:accent3>
        <a:accent4>
          <a:srgbClr val="000000"/>
        </a:accent4>
        <a:accent5>
          <a:srgbClr val="D6EDB8"/>
        </a:accent5>
        <a:accent6>
          <a:srgbClr val="006DB9"/>
        </a:accent6>
        <a:hlink>
          <a:srgbClr val="00CC99"/>
        </a:hlink>
        <a:folHlink>
          <a:srgbClr val="808080"/>
        </a:folHlink>
      </a:clrScheme>
      <a:clrMap bg1="lt1" tx1="dk1" bg2="lt2" tx2="dk2" accent1="accent1" accent2="accent2" accent3="accent3" accent4="accent4" accent5="accent5" accent6="accent6" hlink="hlink" folHlink="folHlink"/>
    </a:extraClrScheme>
    <a:extraClrScheme>
      <a:clrScheme name="fromtk 3">
        <a:dk1>
          <a:srgbClr val="000000"/>
        </a:dk1>
        <a:lt1>
          <a:srgbClr val="FFFFFF"/>
        </a:lt1>
        <a:dk2>
          <a:srgbClr val="000000"/>
        </a:dk2>
        <a:lt2>
          <a:srgbClr val="DDDDDD"/>
        </a:lt2>
        <a:accent1>
          <a:srgbClr val="DDF1AB"/>
        </a:accent1>
        <a:accent2>
          <a:srgbClr val="69C012"/>
        </a:accent2>
        <a:accent3>
          <a:srgbClr val="FFFFFF"/>
        </a:accent3>
        <a:accent4>
          <a:srgbClr val="000000"/>
        </a:accent4>
        <a:accent5>
          <a:srgbClr val="EBF7D2"/>
        </a:accent5>
        <a:accent6>
          <a:srgbClr val="5EAE0F"/>
        </a:accent6>
        <a:hlink>
          <a:srgbClr val="008000"/>
        </a:hlink>
        <a:folHlink>
          <a:srgbClr val="96969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3_linan">
  <a:themeElements>
    <a:clrScheme name="linan 3">
      <a:dk1>
        <a:srgbClr val="000000"/>
      </a:dk1>
      <a:lt1>
        <a:srgbClr val="FFFFFF"/>
      </a:lt1>
      <a:dk2>
        <a:srgbClr val="000000"/>
      </a:dk2>
      <a:lt2>
        <a:srgbClr val="DDDDDD"/>
      </a:lt2>
      <a:accent1>
        <a:srgbClr val="DDF1AB"/>
      </a:accent1>
      <a:accent2>
        <a:srgbClr val="69C012"/>
      </a:accent2>
      <a:accent3>
        <a:srgbClr val="FFFFFF"/>
      </a:accent3>
      <a:accent4>
        <a:srgbClr val="000000"/>
      </a:accent4>
      <a:accent5>
        <a:srgbClr val="EBF7D2"/>
      </a:accent5>
      <a:accent6>
        <a:srgbClr val="5EAE0F"/>
      </a:accent6>
      <a:hlink>
        <a:srgbClr val="008000"/>
      </a:hlink>
      <a:folHlink>
        <a:srgbClr val="969696"/>
      </a:folHlink>
    </a:clrScheme>
    <a:fontScheme name="linan">
      <a:majorFont>
        <a:latin typeface="黑体"/>
        <a:ea typeface="黑体"/>
        <a:cs typeface=""/>
      </a:majorFont>
      <a:minorFont>
        <a:latin typeface="Times New Roman"/>
        <a:ea typeface="黑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0" lang="zh-CN" sz="20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0" lang="zh-CN" sz="20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defRPr>
        </a:defPPr>
      </a:lstStyle>
    </a:lnDef>
  </a:objectDefaults>
  <a:extraClrSchemeLst>
    <a:extraClrScheme>
      <a:clrScheme name="linan 1">
        <a:dk1>
          <a:srgbClr val="000000"/>
        </a:dk1>
        <a:lt1>
          <a:srgbClr val="FFFFFF"/>
        </a:lt1>
        <a:dk2>
          <a:srgbClr val="000000"/>
        </a:dk2>
        <a:lt2>
          <a:srgbClr val="808080"/>
        </a:lt2>
        <a:accent1>
          <a:srgbClr val="F3E473"/>
        </a:accent1>
        <a:accent2>
          <a:srgbClr val="2FC1BE"/>
        </a:accent2>
        <a:accent3>
          <a:srgbClr val="FFFFFF"/>
        </a:accent3>
        <a:accent4>
          <a:srgbClr val="000000"/>
        </a:accent4>
        <a:accent5>
          <a:srgbClr val="F8EFBC"/>
        </a:accent5>
        <a:accent6>
          <a:srgbClr val="2AAFAC"/>
        </a:accent6>
        <a:hlink>
          <a:srgbClr val="98D45C"/>
        </a:hlink>
        <a:folHlink>
          <a:srgbClr val="B2B2B2"/>
        </a:folHlink>
      </a:clrScheme>
      <a:clrMap bg1="lt1" tx1="dk1" bg2="lt2" tx2="dk2" accent1="accent1" accent2="accent2" accent3="accent3" accent4="accent4" accent5="accent5" accent6="accent6" hlink="hlink" folHlink="folHlink"/>
    </a:extraClrScheme>
    <a:extraClrScheme>
      <a:clrScheme name="linan 2">
        <a:dk1>
          <a:srgbClr val="000000"/>
        </a:dk1>
        <a:lt1>
          <a:srgbClr val="FFFFFF"/>
        </a:lt1>
        <a:dk2>
          <a:srgbClr val="000000"/>
        </a:dk2>
        <a:lt2>
          <a:srgbClr val="DDDDDD"/>
        </a:lt2>
        <a:accent1>
          <a:srgbClr val="B4E064"/>
        </a:accent1>
        <a:accent2>
          <a:srgbClr val="0079CC"/>
        </a:accent2>
        <a:accent3>
          <a:srgbClr val="FFFFFF"/>
        </a:accent3>
        <a:accent4>
          <a:srgbClr val="000000"/>
        </a:accent4>
        <a:accent5>
          <a:srgbClr val="D6EDB8"/>
        </a:accent5>
        <a:accent6>
          <a:srgbClr val="006DB9"/>
        </a:accent6>
        <a:hlink>
          <a:srgbClr val="00CC99"/>
        </a:hlink>
        <a:folHlink>
          <a:srgbClr val="808080"/>
        </a:folHlink>
      </a:clrScheme>
      <a:clrMap bg1="lt1" tx1="dk1" bg2="lt2" tx2="dk2" accent1="accent1" accent2="accent2" accent3="accent3" accent4="accent4" accent5="accent5" accent6="accent6" hlink="hlink" folHlink="folHlink"/>
    </a:extraClrScheme>
    <a:extraClrScheme>
      <a:clrScheme name="linan 3">
        <a:dk1>
          <a:srgbClr val="000000"/>
        </a:dk1>
        <a:lt1>
          <a:srgbClr val="FFFFFF"/>
        </a:lt1>
        <a:dk2>
          <a:srgbClr val="000000"/>
        </a:dk2>
        <a:lt2>
          <a:srgbClr val="DDDDDD"/>
        </a:lt2>
        <a:accent1>
          <a:srgbClr val="DDF1AB"/>
        </a:accent1>
        <a:accent2>
          <a:srgbClr val="69C012"/>
        </a:accent2>
        <a:accent3>
          <a:srgbClr val="FFFFFF"/>
        </a:accent3>
        <a:accent4>
          <a:srgbClr val="000000"/>
        </a:accent4>
        <a:accent5>
          <a:srgbClr val="EBF7D2"/>
        </a:accent5>
        <a:accent6>
          <a:srgbClr val="5EAE0F"/>
        </a:accent6>
        <a:hlink>
          <a:srgbClr val="008000"/>
        </a:hlink>
        <a:folHlink>
          <a:srgbClr val="96969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4_linan">
  <a:themeElements>
    <a:clrScheme name="linan 3">
      <a:dk1>
        <a:srgbClr val="000000"/>
      </a:dk1>
      <a:lt1>
        <a:srgbClr val="FFFFFF"/>
      </a:lt1>
      <a:dk2>
        <a:srgbClr val="000000"/>
      </a:dk2>
      <a:lt2>
        <a:srgbClr val="DDDDDD"/>
      </a:lt2>
      <a:accent1>
        <a:srgbClr val="DDF1AB"/>
      </a:accent1>
      <a:accent2>
        <a:srgbClr val="69C012"/>
      </a:accent2>
      <a:accent3>
        <a:srgbClr val="FFFFFF"/>
      </a:accent3>
      <a:accent4>
        <a:srgbClr val="000000"/>
      </a:accent4>
      <a:accent5>
        <a:srgbClr val="EBF7D2"/>
      </a:accent5>
      <a:accent6>
        <a:srgbClr val="5EAE0F"/>
      </a:accent6>
      <a:hlink>
        <a:srgbClr val="008000"/>
      </a:hlink>
      <a:folHlink>
        <a:srgbClr val="969696"/>
      </a:folHlink>
    </a:clrScheme>
    <a:fontScheme name="linan">
      <a:majorFont>
        <a:latin typeface="黑体"/>
        <a:ea typeface="黑体"/>
        <a:cs typeface=""/>
      </a:majorFont>
      <a:minorFont>
        <a:latin typeface="Times New Roman"/>
        <a:ea typeface="黑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0" lang="zh-CN" sz="20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0" lang="zh-CN" sz="20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defRPr>
        </a:defPPr>
      </a:lstStyle>
    </a:lnDef>
  </a:objectDefaults>
  <a:extraClrSchemeLst>
    <a:extraClrScheme>
      <a:clrScheme name="linan 1">
        <a:dk1>
          <a:srgbClr val="000000"/>
        </a:dk1>
        <a:lt1>
          <a:srgbClr val="FFFFFF"/>
        </a:lt1>
        <a:dk2>
          <a:srgbClr val="000000"/>
        </a:dk2>
        <a:lt2>
          <a:srgbClr val="808080"/>
        </a:lt2>
        <a:accent1>
          <a:srgbClr val="F3E473"/>
        </a:accent1>
        <a:accent2>
          <a:srgbClr val="2FC1BE"/>
        </a:accent2>
        <a:accent3>
          <a:srgbClr val="FFFFFF"/>
        </a:accent3>
        <a:accent4>
          <a:srgbClr val="000000"/>
        </a:accent4>
        <a:accent5>
          <a:srgbClr val="F8EFBC"/>
        </a:accent5>
        <a:accent6>
          <a:srgbClr val="2AAFAC"/>
        </a:accent6>
        <a:hlink>
          <a:srgbClr val="98D45C"/>
        </a:hlink>
        <a:folHlink>
          <a:srgbClr val="B2B2B2"/>
        </a:folHlink>
      </a:clrScheme>
      <a:clrMap bg1="lt1" tx1="dk1" bg2="lt2" tx2="dk2" accent1="accent1" accent2="accent2" accent3="accent3" accent4="accent4" accent5="accent5" accent6="accent6" hlink="hlink" folHlink="folHlink"/>
    </a:extraClrScheme>
    <a:extraClrScheme>
      <a:clrScheme name="linan 2">
        <a:dk1>
          <a:srgbClr val="000000"/>
        </a:dk1>
        <a:lt1>
          <a:srgbClr val="FFFFFF"/>
        </a:lt1>
        <a:dk2>
          <a:srgbClr val="000000"/>
        </a:dk2>
        <a:lt2>
          <a:srgbClr val="DDDDDD"/>
        </a:lt2>
        <a:accent1>
          <a:srgbClr val="B4E064"/>
        </a:accent1>
        <a:accent2>
          <a:srgbClr val="0079CC"/>
        </a:accent2>
        <a:accent3>
          <a:srgbClr val="FFFFFF"/>
        </a:accent3>
        <a:accent4>
          <a:srgbClr val="000000"/>
        </a:accent4>
        <a:accent5>
          <a:srgbClr val="D6EDB8"/>
        </a:accent5>
        <a:accent6>
          <a:srgbClr val="006DB9"/>
        </a:accent6>
        <a:hlink>
          <a:srgbClr val="00CC99"/>
        </a:hlink>
        <a:folHlink>
          <a:srgbClr val="808080"/>
        </a:folHlink>
      </a:clrScheme>
      <a:clrMap bg1="lt1" tx1="dk1" bg2="lt2" tx2="dk2" accent1="accent1" accent2="accent2" accent3="accent3" accent4="accent4" accent5="accent5" accent6="accent6" hlink="hlink" folHlink="folHlink"/>
    </a:extraClrScheme>
    <a:extraClrScheme>
      <a:clrScheme name="linan 3">
        <a:dk1>
          <a:srgbClr val="000000"/>
        </a:dk1>
        <a:lt1>
          <a:srgbClr val="FFFFFF"/>
        </a:lt1>
        <a:dk2>
          <a:srgbClr val="000000"/>
        </a:dk2>
        <a:lt2>
          <a:srgbClr val="DDDDDD"/>
        </a:lt2>
        <a:accent1>
          <a:srgbClr val="DDF1AB"/>
        </a:accent1>
        <a:accent2>
          <a:srgbClr val="69C012"/>
        </a:accent2>
        <a:accent3>
          <a:srgbClr val="FFFFFF"/>
        </a:accent3>
        <a:accent4>
          <a:srgbClr val="000000"/>
        </a:accent4>
        <a:accent5>
          <a:srgbClr val="EBF7D2"/>
        </a:accent5>
        <a:accent6>
          <a:srgbClr val="5EAE0F"/>
        </a:accent6>
        <a:hlink>
          <a:srgbClr val="008000"/>
        </a:hlink>
        <a:folHlink>
          <a:srgbClr val="96969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7.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8716</Words>
  <Application>WPS 演示</Application>
  <PresentationFormat/>
  <Paragraphs>1466</Paragraphs>
  <Slides>90</Slides>
  <Notes>91</Notes>
  <HiddenSlides>0</HiddenSlides>
  <MMClips>0</MMClips>
  <ScaleCrop>false</ScaleCrop>
  <HeadingPairs>
    <vt:vector size="8" baseType="variant">
      <vt:variant>
        <vt:lpstr>已用的字体</vt:lpstr>
      </vt:variant>
      <vt:variant>
        <vt:i4>19</vt:i4>
      </vt:variant>
      <vt:variant>
        <vt:lpstr>主题</vt:lpstr>
      </vt:variant>
      <vt:variant>
        <vt:i4>6</vt:i4>
      </vt:variant>
      <vt:variant>
        <vt:lpstr>嵌入 OLE 服务器</vt:lpstr>
      </vt:variant>
      <vt:variant>
        <vt:i4>4</vt:i4>
      </vt:variant>
      <vt:variant>
        <vt:lpstr>幻灯片标题</vt:lpstr>
      </vt:variant>
      <vt:variant>
        <vt:i4>90</vt:i4>
      </vt:variant>
    </vt:vector>
  </HeadingPairs>
  <TitlesOfParts>
    <vt:vector size="119" baseType="lpstr">
      <vt:lpstr>Arial</vt:lpstr>
      <vt:lpstr>宋体</vt:lpstr>
      <vt:lpstr>Wingdings</vt:lpstr>
      <vt:lpstr>Times New Roman</vt:lpstr>
      <vt:lpstr>黑体</vt:lpstr>
      <vt:lpstr>Verdana,Arial,</vt:lpstr>
      <vt:lpstr>Segoe Print</vt:lpstr>
      <vt:lpstr>楷体_GB2312</vt:lpstr>
      <vt:lpstr>新宋体</vt:lpstr>
      <vt:lpstr>仿宋_GB2312</vt:lpstr>
      <vt:lpstr>仿宋</vt:lpstr>
      <vt:lpstr>华文新魏</vt:lpstr>
      <vt:lpstr>微软雅黑</vt:lpstr>
      <vt:lpstr>Monotype Sorts</vt:lpstr>
      <vt:lpstr>Wingdings</vt:lpstr>
      <vt:lpstr>Tahoma</vt:lpstr>
      <vt:lpstr>隶书</vt:lpstr>
      <vt:lpstr>Monotype Corsiva</vt:lpstr>
      <vt:lpstr>Arial Unicode MS</vt:lpstr>
      <vt:lpstr>linan</vt:lpstr>
      <vt:lpstr>1_linan</vt:lpstr>
      <vt:lpstr>2_linan</vt:lpstr>
      <vt:lpstr>fromtk</vt:lpstr>
      <vt:lpstr>3_linan</vt:lpstr>
      <vt:lpstr>4_linan</vt:lpstr>
      <vt:lpstr>Photoshop.Image.6</vt:lpstr>
      <vt:lpstr>Photoshop.Image.6</vt:lpstr>
      <vt:lpstr>Photoshop.Image.6</vt:lpstr>
      <vt:lpstr>Visio.Drawing.11</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
  <cp:lastModifiedBy>陌烟儿</cp:lastModifiedBy>
  <cp:revision>5758</cp:revision>
  <dcterms:created xsi:type="dcterms:W3CDTF">2022-12-01T03:46:49Z</dcterms:created>
  <dcterms:modified xsi:type="dcterms:W3CDTF">2022-12-01T03:50:14Z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Version">
    <vt:r8>1</vt:r8>
  </property>
  <property fmtid="{D5CDD505-2E9C-101B-9397-08002B2CF9AE}" pid="3" name="KSOProductBuildVer">
    <vt:lpwstr>2052-11.1.0.12763</vt:lpwstr>
  </property>
  <property fmtid="{D5CDD505-2E9C-101B-9397-08002B2CF9AE}" pid="4" name="ICV">
    <vt:lpwstr>2B423BF07C804A098A159C8A715104C5</vt:lpwstr>
  </property>
</Properties>
</file>