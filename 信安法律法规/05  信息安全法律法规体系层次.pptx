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762" r:id="rId3"/>
    <p:sldId id="838" r:id="rId4"/>
    <p:sldId id="763" r:id="rId6"/>
    <p:sldId id="764" r:id="rId7"/>
    <p:sldId id="765" r:id="rId8"/>
    <p:sldId id="766" r:id="rId9"/>
    <p:sldId id="767" r:id="rId10"/>
    <p:sldId id="768" r:id="rId11"/>
    <p:sldId id="771" r:id="rId12"/>
    <p:sldId id="770" r:id="rId13"/>
    <p:sldId id="775" r:id="rId14"/>
    <p:sldId id="779" r:id="rId15"/>
    <p:sldId id="778" r:id="rId16"/>
    <p:sldId id="776" r:id="rId17"/>
    <p:sldId id="777" r:id="rId18"/>
    <p:sldId id="774" r:id="rId19"/>
    <p:sldId id="773" r:id="rId20"/>
    <p:sldId id="772" r:id="rId21"/>
    <p:sldId id="769" r:id="rId22"/>
    <p:sldId id="840" r:id="rId23"/>
    <p:sldId id="781" r:id="rId24"/>
    <p:sldId id="782" r:id="rId25"/>
    <p:sldId id="783" r:id="rId26"/>
    <p:sldId id="784" r:id="rId27"/>
    <p:sldId id="785" r:id="rId28"/>
    <p:sldId id="786" r:id="rId29"/>
    <p:sldId id="787" r:id="rId30"/>
    <p:sldId id="788" r:id="rId31"/>
    <p:sldId id="789" r:id="rId32"/>
    <p:sldId id="790" r:id="rId33"/>
    <p:sldId id="791" r:id="rId34"/>
    <p:sldId id="792" r:id="rId35"/>
    <p:sldId id="834" r:id="rId36"/>
    <p:sldId id="793" r:id="rId37"/>
    <p:sldId id="794" r:id="rId38"/>
    <p:sldId id="795" r:id="rId39"/>
    <p:sldId id="796" r:id="rId40"/>
    <p:sldId id="797" r:id="rId41"/>
    <p:sldId id="798" r:id="rId42"/>
    <p:sldId id="799" r:id="rId43"/>
    <p:sldId id="800" r:id="rId44"/>
    <p:sldId id="801" r:id="rId45"/>
    <p:sldId id="802" r:id="rId46"/>
    <p:sldId id="803" r:id="rId47"/>
    <p:sldId id="804" r:id="rId48"/>
    <p:sldId id="805" r:id="rId49"/>
    <p:sldId id="806" r:id="rId50"/>
    <p:sldId id="807" r:id="rId51"/>
    <p:sldId id="808" r:id="rId52"/>
    <p:sldId id="809" r:id="rId53"/>
    <p:sldId id="810" r:id="rId54"/>
    <p:sldId id="811" r:id="rId55"/>
    <p:sldId id="812" r:id="rId56"/>
    <p:sldId id="813" r:id="rId57"/>
    <p:sldId id="814" r:id="rId58"/>
    <p:sldId id="815" r:id="rId59"/>
    <p:sldId id="816" r:id="rId60"/>
    <p:sldId id="841" r:id="rId61"/>
    <p:sldId id="817" r:id="rId62"/>
    <p:sldId id="818" r:id="rId63"/>
    <p:sldId id="819" r:id="rId64"/>
    <p:sldId id="820" r:id="rId65"/>
    <p:sldId id="821" r:id="rId66"/>
    <p:sldId id="822" r:id="rId67"/>
    <p:sldId id="823" r:id="rId68"/>
    <p:sldId id="824" r:id="rId69"/>
    <p:sldId id="825" r:id="rId70"/>
    <p:sldId id="826" r:id="rId71"/>
    <p:sldId id="827" r:id="rId72"/>
    <p:sldId id="828" r:id="rId73"/>
    <p:sldId id="829" r:id="rId74"/>
    <p:sldId id="830" r:id="rId75"/>
    <p:sldId id="831" r:id="rId76"/>
    <p:sldId id="832" r:id="rId77"/>
    <p:sldId id="842" r:id="rId78"/>
    <p:sldId id="839" r:id="rId79"/>
    <p:sldId id="837" r:id="rId80"/>
    <p:sldId id="836" r:id="rId81"/>
  </p:sldIdLst>
  <p:sldSz cx="9144000" cy="6858000" type="screen4x3"/>
  <p:notesSz cx="6858000" cy="9144000"/>
  <p:custDataLst>
    <p:tags r:id="rId85"/>
  </p:custDataLst>
  <p:defaultTextStyle>
    <a:defPPr>
      <a:defRPr lang="en-US"/>
    </a:defPPr>
    <a:lvl1pPr marL="0" lvl="0"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7631"/>
    <p:restoredTop sz="71781"/>
  </p:normalViewPr>
  <p:slideViewPr>
    <p:cSldViewPr showGuides="1">
      <p:cViewPr>
        <p:scale>
          <a:sx n="64" d="100"/>
          <a:sy n="64" d="100"/>
        </p:scale>
        <p:origin x="-1572"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5" Type="http://schemas.openxmlformats.org/officeDocument/2006/relationships/tags" Target="tags/tag1.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p:cNvSpPr>
          <p:nvPr>
            <p:ph type="body" sz="quarter"/>
          </p:nvPr>
        </p:nvSpPr>
        <p:spPr>
          <a:xfrm>
            <a:off x="914400" y="4343400"/>
            <a:ext cx="5029200" cy="4114800"/>
          </a:xfrm>
          <a:prstGeom prst="rect">
            <a:avLst/>
          </a:prstGeom>
          <a:noFill/>
          <a:ln w="9525">
            <a:noFill/>
          </a:ln>
        </p:spPr>
        <p:txBody>
          <a:bodyPr vert="horz" wrap="square" lIns="91440" tIns="45720" rIns="91440" bIns="45720"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en-US" sz="1200" strike="noStrike" noProof="1" dirty="0">
                <a:solidFill>
                  <a:schemeClr val="tx1"/>
                </a:solidFill>
                <a:latin typeface="Arial" panose="020B0604020202020204" pitchFamily="34" charset="0"/>
                <a:ea typeface="宋体" panose="02010600030101010101" pitchFamily="2" charset="-122"/>
                <a:cs typeface="+mn-cs"/>
              </a:rPr>
            </a:fld>
            <a:endParaRPr lang="en-US" altLang="en-US" sz="1200" strike="noStrike" noProof="1"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幻灯片图像占位符 1"/>
          <p:cNvSpPr>
            <a:spLocks noGrp="1" noRot="1" noChangeAspect="1" noTextEdit="1"/>
          </p:cNvSpPr>
          <p:nvPr>
            <p:ph type="sldImg"/>
          </p:nvPr>
        </p:nvSpPr>
        <p:spPr/>
      </p:sp>
      <p:sp>
        <p:nvSpPr>
          <p:cNvPr id="7170" name="备注占位符 2"/>
          <p:cNvSpPr>
            <a:spLocks noGrp="1"/>
          </p:cNvSpPr>
          <p:nvPr>
            <p:ph type="body"/>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
        <p:nvSpPr>
          <p:cNvPr id="717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幻灯片图像占位符 1"/>
          <p:cNvSpPr>
            <a:spLocks noGrp="1" noRot="1" noChangeAspect="1" noTextEdit="1"/>
          </p:cNvSpPr>
          <p:nvPr>
            <p:ph type="sldImg"/>
          </p:nvPr>
        </p:nvSpPr>
        <p:spPr/>
      </p:sp>
      <p:sp>
        <p:nvSpPr>
          <p:cNvPr id="26626" name="备注占位符 2"/>
          <p:cNvSpPr>
            <a:spLocks noGrp="1"/>
          </p:cNvSpPr>
          <p:nvPr>
            <p:ph type="body"/>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
        <p:nvSpPr>
          <p:cNvPr id="266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幻灯片图像占位符 1"/>
          <p:cNvSpPr>
            <a:spLocks noGrp="1" noRot="1" noChangeAspect="1" noTextEdit="1"/>
          </p:cNvSpPr>
          <p:nvPr>
            <p:ph type="sldImg"/>
          </p:nvPr>
        </p:nvSpPr>
        <p:spPr/>
      </p:sp>
      <p:sp>
        <p:nvSpPr>
          <p:cNvPr id="38914" name="备注占位符 2"/>
          <p:cNvSpPr>
            <a:spLocks noGrp="1"/>
          </p:cNvSpPr>
          <p:nvPr>
            <p:ph type="body"/>
          </p:nvPr>
        </p:nvSpPr>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
        <p:nvSpPr>
          <p:cNvPr id="3891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solidFill>
                  <a:schemeClr val="tx1"/>
                </a:solidFill>
                <a:latin typeface="Arial" panose="020B0604020202020204" pitchFamily="34" charset="0"/>
                <a:ea typeface="宋体" panose="02010600030101010101" pitchFamily="2" charset="-122"/>
              </a:rPr>
            </a:fld>
            <a:endParaRPr lang="en-US" altLang="zh-CN" sz="120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p:nvPr>
        </p:nvSpPr>
        <p:spPr/>
        <p:txBody>
          <a:bodyPr wrap="square" lIns="91440" tIns="45720" rIns="91440" bIns="45720" anchor="t" anchorCtr="0"/>
          <a:p>
            <a:pPr lvl="0" eaLnBrk="1" hangingPunct="1">
              <a:spcBef>
                <a:spcPct val="0"/>
              </a:spcBef>
            </a:pPr>
            <a:endParaRPr lang="zh-CN" altLang="zh-CN" dirty="0">
              <a:ea typeface="宋体" panose="02010600030101010101" pitchFamily="2" charset="-122"/>
            </a:endParaRPr>
          </a:p>
        </p:txBody>
      </p:sp>
      <p:sp>
        <p:nvSpPr>
          <p:cNvPr id="512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solidFill>
                  <a:schemeClr val="tx1"/>
                </a:solidFill>
                <a:latin typeface="Arial" panose="020B0604020202020204" pitchFamily="34" charset="0"/>
                <a:ea typeface="宋体" panose="02010600030101010101" pitchFamily="2" charset="-122"/>
              </a:rPr>
            </a:fld>
            <a:endParaRPr lang="en-US" altLang="zh-CN" sz="120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幻灯片图像占位符 1"/>
          <p:cNvSpPr>
            <a:spLocks noGrp="1" noRot="1" noChangeAspect="1" noTextEdit="1"/>
          </p:cNvSpPr>
          <p:nvPr>
            <p:ph type="sldImg"/>
          </p:nvPr>
        </p:nvSpPr>
        <p:spPr/>
      </p:sp>
      <p:sp>
        <p:nvSpPr>
          <p:cNvPr id="60418" name="备注占位符 2"/>
          <p:cNvSpPr>
            <a:spLocks noGrp="1"/>
          </p:cNvSpPr>
          <p:nvPr>
            <p:ph type="body"/>
          </p:nvPr>
        </p:nvSpPr>
        <p:spPr/>
        <p:txBody>
          <a:bodyPr wrap="square" lIns="91440" tIns="45720" rIns="91440" bIns="45720" anchor="t" anchorCtr="0"/>
          <a:p>
            <a:pPr lvl="0"/>
            <a:endParaRPr lang="zh-CN" altLang="en-US" dirty="0">
              <a:ea typeface="宋体" panose="02010600030101010101" pitchFamily="2" charset="-122"/>
            </a:endParaRPr>
          </a:p>
        </p:txBody>
      </p:sp>
      <p:sp>
        <p:nvSpPr>
          <p:cNvPr id="6041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solidFill>
                  <a:schemeClr val="tx1"/>
                </a:solidFill>
                <a:latin typeface="Arial" panose="020B0604020202020204" pitchFamily="34" charset="0"/>
                <a:ea typeface="宋体" panose="02010600030101010101" pitchFamily="2" charset="-122"/>
              </a:rPr>
            </a:fld>
            <a:endParaRPr lang="en-US" altLang="zh-CN" sz="120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幻灯片图像占位符 1"/>
          <p:cNvSpPr>
            <a:spLocks noGrp="1" noRot="1" noChangeAspect="1" noTextEdit="1"/>
          </p:cNvSpPr>
          <p:nvPr>
            <p:ph type="sldImg"/>
          </p:nvPr>
        </p:nvSpPr>
        <p:spPr/>
      </p:sp>
      <p:sp>
        <p:nvSpPr>
          <p:cNvPr id="69634" name="备注占位符 2"/>
          <p:cNvSpPr>
            <a:spLocks noGrp="1"/>
          </p:cNvSpPr>
          <p:nvPr>
            <p:ph type="body"/>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
        <p:nvSpPr>
          <p:cNvPr id="6963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幻灯片图像占位符 1"/>
          <p:cNvSpPr>
            <a:spLocks noGrp="1" noRot="1" noChangeAspect="1" noTextEdit="1"/>
          </p:cNvSpPr>
          <p:nvPr>
            <p:ph type="sldImg"/>
          </p:nvPr>
        </p:nvSpPr>
        <p:spPr/>
      </p:sp>
      <p:sp>
        <p:nvSpPr>
          <p:cNvPr id="76802" name="备注占位符 2"/>
          <p:cNvSpPr>
            <a:spLocks noGrp="1"/>
          </p:cNvSpPr>
          <p:nvPr>
            <p:ph type="body"/>
          </p:nvPr>
        </p:nvSpPr>
        <p:spPr/>
        <p:txBody>
          <a:bodyPr wrap="square" lIns="91440" tIns="45720" rIns="91440" bIns="45720" anchor="t" anchorCtr="0"/>
          <a:p>
            <a:pPr lvl="0"/>
            <a:endParaRPr lang="zh-CN" altLang="en-US" dirty="0">
              <a:ea typeface="宋体" panose="02010600030101010101" pitchFamily="2" charset="-122"/>
            </a:endParaRPr>
          </a:p>
        </p:txBody>
      </p:sp>
      <p:sp>
        <p:nvSpPr>
          <p:cNvPr id="768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sz="1200" dirty="0">
                <a:solidFill>
                  <a:schemeClr val="tx1"/>
                </a:solidFill>
                <a:latin typeface="Arial" panose="020B0604020202020204" pitchFamily="34" charset="0"/>
                <a:ea typeface="宋体" panose="02010600030101010101" pitchFamily="2" charset="-122"/>
              </a:rPr>
            </a:fld>
            <a:endParaRPr lang="en-US" altLang="zh-CN" sz="120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幻灯片图像占位符 1"/>
          <p:cNvSpPr>
            <a:spLocks noGrp="1" noRot="1" noChangeAspect="1" noTextEdit="1"/>
          </p:cNvSpPr>
          <p:nvPr>
            <p:ph type="sldImg"/>
          </p:nvPr>
        </p:nvSpPr>
        <p:spPr/>
      </p:sp>
      <p:sp>
        <p:nvSpPr>
          <p:cNvPr id="89090" name="备注占位符 2"/>
          <p:cNvSpPr>
            <a:spLocks noGrp="1"/>
          </p:cNvSpPr>
          <p:nvPr>
            <p:ph type="body"/>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
        <p:nvSpPr>
          <p:cNvPr id="8909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3077" name="" r:id="rId2" imgW="13004800" imgH="4572000" progId="Photoshop.Image.7">
                  <p:embed/>
                </p:oleObj>
              </mc:Choice>
              <mc:Fallback>
                <p:oleObj name="" r:id="rId2" imgW="13004800" imgH="4572000" progId="Photoshop.Image.7">
                  <p:embed/>
                  <p:pic>
                    <p:nvPicPr>
                      <p:cNvPr id="0" name="图片 3076"/>
                      <p:cNvPicPr/>
                      <p:nvPr/>
                    </p:nvPicPr>
                    <p:blipFill>
                      <a:blip r:embed="rId3"/>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pPr fontAlgn="base"/>
            <a:r>
              <a:rPr lang="en-US" altLang="zh-CN" strike="noStrike" noProof="1"/>
              <a:t>Click to edit Master subtitle style</a:t>
            </a:r>
            <a:endParaRPr lang="en-US" altLang="zh-CN" strike="noStrike" noProof="1"/>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pPr fontAlgn="base"/>
            <a:r>
              <a:rPr lang="en-US" altLang="zh-CN" strike="noStrike" noProof="1"/>
              <a:t>Click to edit Master title style</a:t>
            </a:r>
            <a:endParaRPr lang="en-US" altLang="zh-CN" strike="noStrike" noProof="1"/>
          </a:p>
        </p:txBody>
      </p:sp>
      <p:sp>
        <p:nvSpPr>
          <p:cNvPr id="19" name="Rectangle 4"/>
          <p:cNvSpPr>
            <a:spLocks noGrp="1" noChangeArrowheads="1"/>
          </p:cNvSpPr>
          <p:nvPr>
            <p:ph type="dt" sz="half" idx="2"/>
          </p:nvPr>
        </p:nvSpPr>
        <p:spPr bwMode="auto">
          <a:xfrm>
            <a:off x="457200" y="6477000"/>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noFill/>
          <a:ln w="9525">
            <a:noFill/>
            <a:miter lim="800000"/>
          </a:ln>
          <a:effectLst/>
        </p:spPr>
        <p:txBody>
          <a:bodyPr vert="horz" wrap="square" lIns="91440" tIns="45720" rIns="91440" bIns="45720" numCol="1" anchor="t" anchorCtr="0" compatLnSpc="1"/>
          <a:p>
            <a:pPr algn="r" eaLnBrk="1" fontAlgn="base" hangingPunct="1">
              <a:buNone/>
            </a:pPr>
            <a:fld id="{9A0DB2DC-4C9A-4742-B13C-FB6460FD3503}" type="slidenum">
              <a:rPr lang="en-US" altLang="en-US" sz="1200" strike="noStrike" noProof="1" dirty="0">
                <a:latin typeface="Arial" panose="020B0604020202020204" pitchFamily="34" charset="0"/>
                <a:ea typeface="宋体" panose="02010600030101010101" pitchFamily="2" charset="-122"/>
                <a:cs typeface="+mn-cs"/>
              </a:rPr>
            </a:fld>
            <a:endParaRPr lang="en-US" altLang="en-US" sz="1200" strike="noStrike" noProof="1"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374650"/>
            <a:ext cx="6019800" cy="59499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自定义版式">
    <p:bg>
      <p:bgPr>
        <a:solidFill>
          <a:schemeClr val="bg1"/>
        </a:solidFill>
        <a:effectLst/>
      </p:bgPr>
    </p:bg>
    <p:spTree>
      <p:nvGrpSpPr>
        <p:cNvPr id="1" name=""/>
        <p:cNvGrpSpPr/>
        <p:nvPr/>
      </p:nvGrpSpPr>
      <p:grpSpPr>
        <a:xfrm>
          <a:off x="0" y="0"/>
          <a:ext cx="0" cy="0"/>
          <a:chOff x="0" y="0"/>
          <a:chExt cx="0" cy="0"/>
        </a:xfrm>
      </p:grpSpPr>
      <p:sp>
        <p:nvSpPr>
          <p:cNvPr id="12"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3076"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 name="" r:id="rId2" imgW="13004800" imgH="4572000" progId="Photoshop.Image.7">
                  <p:embed/>
                </p:oleObj>
              </mc:Choice>
              <mc:Fallback>
                <p:oleObj name="" r:id="rId2" imgW="13004800" imgH="4572000" progId="Photoshop.Image.7">
                  <p:embed/>
                  <p:pic>
                    <p:nvPicPr>
                      <p:cNvPr id="0" name="图片 2"/>
                      <p:cNvPicPr/>
                      <p:nvPr/>
                    </p:nvPicPr>
                    <p:blipFill>
                      <a:blip r:embed="rId3"/>
                      <a:stretch>
                        <a:fillRect/>
                      </a:stretch>
                    </p:blipFill>
                    <p:spPr>
                      <a:xfrm>
                        <a:off x="-11112" y="0"/>
                        <a:ext cx="9155112" cy="609600"/>
                      </a:xfrm>
                      <a:prstGeom prst="rect">
                        <a:avLst/>
                      </a:prstGeom>
                      <a:noFill/>
                      <a:ln w="38100">
                        <a:noFill/>
                        <a:miter/>
                      </a:ln>
                    </p:spPr>
                  </p:pic>
                </p:oleObj>
              </mc:Fallback>
            </mc:AlternateContent>
          </a:graphicData>
        </a:graphic>
      </p:graphicFrame>
      <p:sp>
        <p:nvSpPr>
          <p:cNvPr id="15"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pic>
        <p:nvPicPr>
          <p:cNvPr id="3078" name="图片 3"/>
          <p:cNvPicPr>
            <a:picLocks noChangeAspect="1"/>
          </p:cNvPicPr>
          <p:nvPr userDrawn="1"/>
        </p:nvPicPr>
        <p:blipFill>
          <a:blip r:embed="rId4"/>
          <a:stretch>
            <a:fillRect/>
          </a:stretch>
        </p:blipFill>
        <p:spPr>
          <a:xfrm>
            <a:off x="8077200" y="65088"/>
            <a:ext cx="979488" cy="979487"/>
          </a:xfrm>
          <a:prstGeom prst="rect">
            <a:avLst/>
          </a:prstGeom>
          <a:noFill/>
          <a:ln w="9525">
            <a:noFill/>
          </a:ln>
        </p:spPr>
      </p:pic>
      <p:sp>
        <p:nvSpPr>
          <p:cNvPr id="2" name="Rectangle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smtClean="0"/>
          </a:p>
        </p:txBody>
      </p:sp>
      <p:sp>
        <p:nvSpPr>
          <p:cNvPr id="7" name="Rectangle 6"/>
          <p:cNvSpPr>
            <a:spLocks noGrp="1"/>
          </p:cNvSpPr>
          <p:nvPr>
            <p:ph sz="quarter" idx="13"/>
          </p:nvPr>
        </p:nvSpPr>
        <p:spPr>
          <a:xfrm>
            <a:off x="609600" y="1803400"/>
            <a:ext cx="8153400" cy="4368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smtClean="0"/>
          </a:p>
        </p:txBody>
      </p:sp>
      <p:sp>
        <p:nvSpPr>
          <p:cNvPr id="17" name="Date Placeholder 13"/>
          <p:cNvSpPr>
            <a:spLocks noGrp="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8" name="Footer Placeholder 2"/>
          <p:cNvSpPr>
            <a:spLocks noGrp="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9" name="Slide Number Placeholder 22"/>
          <p:cNvSpPr>
            <a:spLocks noGrp="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med">
    <p:checker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vmlDrawing" Target="../drawings/vmlDrawing3.vml"/><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oleObject" Target="../embeddings/oleObject3.bin"/><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76" name="" r:id="rId13" imgW="13004800" imgH="4572000" progId="Photoshop.Image.7">
                  <p:embed/>
                </p:oleObj>
              </mc:Choice>
              <mc:Fallback>
                <p:oleObj name="" r:id="rId13" imgW="13004800" imgH="4572000" progId="Photoshop.Image.7">
                  <p:embed/>
                  <p:pic>
                    <p:nvPicPr>
                      <p:cNvPr id="0" name="图片 3075"/>
                      <p:cNvPicPr/>
                      <p:nvPr/>
                    </p:nvPicPr>
                    <p:blipFill>
                      <a:blip r:embed="rId14"/>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nchor="t" anchorCtr="0"/>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fontAlgn="base" hangingPunct="1">
              <a:buNone/>
            </a:pPr>
            <a:fld id="{9A0DB2DC-4C9A-4742-B13C-FB6460FD3503}" type="slidenum">
              <a:rPr lang="en-US" altLang="en-US" strike="noStrike" noProof="1" dirty="0">
                <a:latin typeface="Arial" panose="020B0604020202020204" pitchFamily="34" charset="0"/>
                <a:ea typeface="宋体" panose="02010600030101010101" pitchFamily="2" charset="-122"/>
                <a:cs typeface="+mn-cs"/>
              </a:rPr>
            </a:fld>
            <a:endParaRPr lang="en-US" altLang="en-US" strike="noStrike" noProof="1"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35" name="图片 3"/>
          <p:cNvPicPr>
            <a:picLocks noChangeAspect="1"/>
          </p:cNvPicPr>
          <p:nvPr userDrawn="1"/>
        </p:nvPicPr>
        <p:blipFill>
          <a:blip r:embed="rId15"/>
          <a:stretch>
            <a:fillRect/>
          </a:stretch>
        </p:blipFill>
        <p:spPr>
          <a:xfrm>
            <a:off x="8077200" y="65088"/>
            <a:ext cx="979488" cy="9794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ctrTitle"/>
          </p:nvPr>
        </p:nvSpPr>
        <p:spPr>
          <a:xfrm>
            <a:off x="762000" y="3429000"/>
            <a:ext cx="7620000" cy="682625"/>
          </a:xfrm>
        </p:spPr>
        <p:txBody>
          <a:bodyPr vert="horz" wrap="square" lIns="91440" tIns="45720" rIns="91440" bIns="45720" anchor="ctr" anchorCtr="0"/>
          <a:p>
            <a:pPr marL="342900" indent="-342900" eaLnBrk="1" hangingPunct="1">
              <a:spcAft>
                <a:spcPct val="20000"/>
              </a:spcAft>
              <a:buClrTx/>
              <a:buSzTx/>
              <a:buFontTx/>
            </a:pPr>
            <a:r>
              <a:rPr lang="zh-CN" altLang="zh-CN" sz="2800" dirty="0">
                <a:latin typeface="+mj-lt"/>
                <a:ea typeface="宋体" panose="02010600030101010101" pitchFamily="2" charset="-122"/>
                <a:cs typeface="+mj-cs"/>
              </a:rPr>
              <a:t>第</a:t>
            </a:r>
            <a:r>
              <a:rPr lang="zh-CN" altLang="en-US" sz="2800" dirty="0">
                <a:latin typeface="+mj-lt"/>
                <a:ea typeface="宋体" panose="02010600030101010101" pitchFamily="2" charset="-122"/>
                <a:cs typeface="+mj-cs"/>
              </a:rPr>
              <a:t>五</a:t>
            </a:r>
            <a:r>
              <a:rPr lang="zh-CN" altLang="zh-CN" sz="2800" dirty="0">
                <a:latin typeface="+mj-lt"/>
                <a:ea typeface="宋体" panose="02010600030101010101" pitchFamily="2" charset="-122"/>
                <a:cs typeface="+mj-cs"/>
              </a:rPr>
              <a:t>章</a:t>
            </a:r>
            <a:r>
              <a:rPr lang="en-US" altLang="zh-CN" sz="2800" dirty="0">
                <a:latin typeface="+mj-lt"/>
                <a:ea typeface="宋体" panose="02010600030101010101" pitchFamily="2" charset="-122"/>
                <a:cs typeface="+mj-cs"/>
              </a:rPr>
              <a:t> </a:t>
            </a:r>
            <a:r>
              <a:rPr lang="zh-CN" altLang="zh-CN" sz="2800" dirty="0">
                <a:latin typeface="+mj-lt"/>
                <a:ea typeface="宋体" panose="02010600030101010101" pitchFamily="2" charset="-122"/>
                <a:cs typeface="+mj-cs"/>
              </a:rPr>
              <a:t>信息安全法律法规</a:t>
            </a:r>
            <a:r>
              <a:rPr lang="zh-CN" altLang="en-US" sz="2800" dirty="0">
                <a:latin typeface="+mj-lt"/>
                <a:ea typeface="宋体" panose="02010600030101010101" pitchFamily="2" charset="-122"/>
                <a:cs typeface="+mj-cs"/>
              </a:rPr>
              <a:t>体系层次</a:t>
            </a:r>
            <a:endParaRPr lang="en-US" altLang="zh-CN" sz="2800" b="0" dirty="0">
              <a:solidFill>
                <a:schemeClr val="tx2"/>
              </a:solidFill>
              <a:latin typeface="+mj-lt"/>
              <a:ea typeface="宋体" panose="02010600030101010101" pitchFamily="2" charset="-122"/>
              <a:cs typeface="+mj-cs"/>
            </a:endParaRPr>
          </a:p>
        </p:txBody>
      </p:sp>
      <p:sp>
        <p:nvSpPr>
          <p:cNvPr id="4099" name="Rectangle 3"/>
          <p:cNvSpPr>
            <a:spLocks noGrp="1"/>
          </p:cNvSpPr>
          <p:nvPr>
            <p:ph type="subTitle" idx="1"/>
          </p:nvPr>
        </p:nvSpPr>
        <p:spPr>
          <a:xfrm>
            <a:off x="920750" y="2743200"/>
            <a:ext cx="7304088" cy="574675"/>
          </a:xfrm>
        </p:spPr>
        <p:txBody>
          <a:bodyPr vert="horz" wrap="square" lIns="91440" tIns="45720" rIns="91440" bIns="45720" anchor="t" anchorCtr="0"/>
          <a:p>
            <a:pPr marL="0" marR="0" indent="0" algn="ctr" defTabSz="914400" rtl="0" eaLnBrk="1" fontAlgn="base" latinLnBrk="0" hangingPunct="1">
              <a:lnSpc>
                <a:spcPct val="90000"/>
              </a:lnSpc>
              <a:spcBef>
                <a:spcPct val="20000"/>
              </a:spcBef>
              <a:spcAft>
                <a:spcPct val="0"/>
              </a:spcAft>
              <a:buClr>
                <a:schemeClr val="tx2"/>
              </a:buClr>
              <a:buSzTx/>
              <a:buFont typeface="Wingdings" panose="05000000000000000000" pitchFamily="2" charset="2"/>
              <a:buNone/>
            </a:pPr>
            <a:r>
              <a:rPr kumimoji="0" lang="zh-CN" altLang="en-US" sz="3600" b="0" i="0" u="none" strike="noStrike" kern="0" cap="none" spc="0" normalizeH="0" baseline="0" noProof="1" dirty="0">
                <a:solidFill>
                  <a:schemeClr val="bg1"/>
                </a:solidFill>
                <a:latin typeface="黑体" panose="02010609060101010101" pitchFamily="49" charset="-122"/>
                <a:ea typeface="黑体" panose="02010609060101010101" pitchFamily="49" charset="-122"/>
                <a:cs typeface="+mn-cs"/>
              </a:rPr>
              <a:t>信息安全法规及安全管理</a:t>
            </a:r>
            <a:endParaRPr kumimoji="0" lang="en-US" altLang="zh-CN" sz="3600" b="0" i="0" u="none" strike="noStrike" kern="0" cap="none" spc="0" normalizeH="0" baseline="0" noProof="1" dirty="0">
              <a:solidFill>
                <a:schemeClr val="bg1"/>
              </a:solidFill>
              <a:latin typeface="黑体" panose="02010609060101010101" pitchFamily="49" charset="-122"/>
              <a:ea typeface="黑体" panose="02010609060101010101" pitchFamily="49" charset="-122"/>
              <a:cs typeface="+mn-cs"/>
            </a:endParaRPr>
          </a:p>
        </p:txBody>
      </p:sp>
      <p:sp>
        <p:nvSpPr>
          <p:cNvPr id="5123" name="文本框 1"/>
          <p:cNvSpPr txBox="1"/>
          <p:nvPr/>
        </p:nvSpPr>
        <p:spPr>
          <a:xfrm>
            <a:off x="1609725" y="4648200"/>
            <a:ext cx="5924550" cy="523875"/>
          </a:xfrm>
          <a:prstGeom prst="rect">
            <a:avLst/>
          </a:prstGeom>
          <a:noFill/>
          <a:ln w="9525">
            <a:noFill/>
          </a:ln>
        </p:spPr>
        <p:txBody>
          <a:bodyPr anchor="t" anchorCtr="0">
            <a:spAutoFit/>
          </a:bodyPr>
          <a:p>
            <a:pPr algn="ctr" eaLnBrk="0" hangingPunct="0"/>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5124" name="图片 1"/>
          <p:cNvPicPr>
            <a:picLocks noChangeAspect="1"/>
          </p:cNvPicPr>
          <p:nvPr/>
        </p:nvPicPr>
        <p:blipFill>
          <a:blip r:embed="rId1"/>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6146"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6147"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6148"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6149" name="Rectangle 2"/>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6150" name="Group 3"/>
          <p:cNvGrpSpPr/>
          <p:nvPr/>
        </p:nvGrpSpPr>
        <p:grpSpPr>
          <a:xfrm>
            <a:off x="1524000" y="1524000"/>
            <a:ext cx="762000" cy="665163"/>
            <a:chOff x="1110" y="2656"/>
            <a:chExt cx="1549" cy="1351"/>
          </a:xfrm>
        </p:grpSpPr>
        <p:sp>
          <p:nvSpPr>
            <p:cNvPr id="615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5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6154" name="Group 7"/>
          <p:cNvGrpSpPr/>
          <p:nvPr/>
        </p:nvGrpSpPr>
        <p:grpSpPr>
          <a:xfrm>
            <a:off x="1524000" y="2374900"/>
            <a:ext cx="762000" cy="665163"/>
            <a:chOff x="3174" y="2656"/>
            <a:chExt cx="1549" cy="1351"/>
          </a:xfrm>
        </p:grpSpPr>
        <p:sp>
          <p:nvSpPr>
            <p:cNvPr id="615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5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6158" name="Text Box 12"/>
          <p:cNvSpPr txBox="1"/>
          <p:nvPr/>
        </p:nvSpPr>
        <p:spPr>
          <a:xfrm>
            <a:off x="2362200" y="1581150"/>
            <a:ext cx="5638800" cy="523875"/>
          </a:xfrm>
          <a:prstGeom prst="rect">
            <a:avLst/>
          </a:prstGeom>
          <a:noFill/>
          <a:ln w="9525">
            <a:noFill/>
          </a:ln>
        </p:spPr>
        <p:txBody>
          <a:bodyPr anchor="t" anchorCtr="0">
            <a:spAutoFit/>
          </a:bodyPr>
          <a:p>
            <a:pPr eaLnBrk="0" hangingPunct="0"/>
            <a:r>
              <a:rPr lang="zh-CN" altLang="en-US" sz="2800" b="1" dirty="0">
                <a:solidFill>
                  <a:srgbClr val="FF0000"/>
                </a:solidFill>
                <a:latin typeface="华文楷体" panose="02010600040101010101" pitchFamily="2" charset="-122"/>
                <a:ea typeface="华文楷体" panose="02010600040101010101" pitchFamily="2" charset="-122"/>
              </a:rPr>
              <a:t>信息安全相关国家法律法规</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6159" name="Text Box 13"/>
          <p:cNvSpPr txBox="1"/>
          <p:nvPr/>
        </p:nvSpPr>
        <p:spPr>
          <a:xfrm>
            <a:off x="1733550" y="16224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160" name="Text Box 16"/>
          <p:cNvSpPr txBox="1"/>
          <p:nvPr/>
        </p:nvSpPr>
        <p:spPr>
          <a:xfrm>
            <a:off x="1733550" y="25368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161" name="Text Box 21"/>
          <p:cNvSpPr txBox="1"/>
          <p:nvPr/>
        </p:nvSpPr>
        <p:spPr>
          <a:xfrm>
            <a:off x="1733550" y="34290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162" name="Text Box 22"/>
          <p:cNvSpPr txBox="1"/>
          <p:nvPr/>
        </p:nvSpPr>
        <p:spPr>
          <a:xfrm>
            <a:off x="1689100" y="50292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5</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163" name="Text Box 24"/>
          <p:cNvSpPr txBox="1"/>
          <p:nvPr/>
        </p:nvSpPr>
        <p:spPr>
          <a:xfrm>
            <a:off x="2286000" y="2490788"/>
            <a:ext cx="57150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信息安全相关行政法规与部门规范</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6164" name="Text Box 15"/>
          <p:cNvSpPr txBox="1"/>
          <p:nvPr/>
        </p:nvSpPr>
        <p:spPr>
          <a:xfrm>
            <a:off x="2292350" y="3416300"/>
            <a:ext cx="4953000" cy="522288"/>
          </a:xfrm>
          <a:prstGeom prst="rect">
            <a:avLst/>
          </a:prstGeom>
          <a:noFill/>
          <a:ln w="9525">
            <a:noFill/>
          </a:ln>
        </p:spPr>
        <p:txBody>
          <a:bodyPr anchor="t" anchorCtr="0">
            <a:spAutoFit/>
          </a:bodyPr>
          <a:p>
            <a:pPr eaLnBrk="0" hangingPunct="0"/>
            <a:r>
              <a:rPr lang="zh-CN" altLang="en-US" sz="2800" b="1" dirty="0">
                <a:solidFill>
                  <a:srgbClr val="0D1259"/>
                </a:solidFill>
                <a:latin typeface="华文楷体" panose="02010600040101010101" pitchFamily="2" charset="-122"/>
                <a:ea typeface="华文楷体" panose="02010600040101010101" pitchFamily="2" charset="-122"/>
              </a:rPr>
              <a:t>相关法律问题的司法解释</a:t>
            </a:r>
            <a:endParaRPr lang="zh-CN" altLang="en-US" sz="2800" b="1" dirty="0">
              <a:solidFill>
                <a:schemeClr val="tx1"/>
              </a:solidFill>
              <a:latin typeface="华文楷体" panose="02010600040101010101" pitchFamily="2" charset="-122"/>
              <a:ea typeface="华文楷体" panose="02010600040101010101" pitchFamily="2" charset="-122"/>
            </a:endParaRPr>
          </a:p>
        </p:txBody>
      </p:sp>
      <p:grpSp>
        <p:nvGrpSpPr>
          <p:cNvPr id="6165" name="Group 17"/>
          <p:cNvGrpSpPr/>
          <p:nvPr/>
        </p:nvGrpSpPr>
        <p:grpSpPr>
          <a:xfrm>
            <a:off x="1524000" y="3317875"/>
            <a:ext cx="762000" cy="665163"/>
            <a:chOff x="1110" y="2656"/>
            <a:chExt cx="1549" cy="1351"/>
          </a:xfrm>
        </p:grpSpPr>
        <p:sp>
          <p:nvSpPr>
            <p:cNvPr id="6166"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67"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6169" name="Text Box 15"/>
          <p:cNvSpPr txBox="1"/>
          <p:nvPr/>
        </p:nvSpPr>
        <p:spPr>
          <a:xfrm>
            <a:off x="2379663" y="4348163"/>
            <a:ext cx="49530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6170" name="Group 17"/>
          <p:cNvGrpSpPr/>
          <p:nvPr/>
        </p:nvGrpSpPr>
        <p:grpSpPr>
          <a:xfrm>
            <a:off x="1541463" y="4210050"/>
            <a:ext cx="762000" cy="665163"/>
            <a:chOff x="1110" y="2656"/>
            <a:chExt cx="1549" cy="1351"/>
          </a:xfrm>
        </p:grpSpPr>
        <p:sp>
          <p:nvSpPr>
            <p:cNvPr id="617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17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1"/>
          <p:cNvSpPr>
            <a:spLocks noGrp="1"/>
          </p:cNvSpPr>
          <p:nvPr>
            <p:ph type="title"/>
          </p:nvPr>
        </p:nvSpPr>
        <p:spPr/>
        <p:txBody>
          <a:bodyPr vert="horz" wrap="square" lIns="91440" tIns="45720" rIns="91440" bIns="45720" anchor="ctr" anchorCtr="0"/>
          <a:p>
            <a:r>
              <a:rPr lang="zh-CN" altLang="en-US" dirty="0">
                <a:latin typeface="华文楷体" panose="02010600040101010101" pitchFamily="2" charset="-122"/>
                <a:ea typeface="华文楷体" panose="02010600040101010101" pitchFamily="2" charset="-122"/>
              </a:rPr>
              <a:t>信息安全相关国家法律法规</a:t>
            </a:r>
            <a:endParaRPr lang="zh-CN" altLang="en-US" dirty="0">
              <a:latin typeface="华文楷体" panose="02010600040101010101" pitchFamily="2" charset="-122"/>
              <a:ea typeface="华文楷体" panose="02010600040101010101" pitchFamily="2" charset="-122"/>
            </a:endParaRPr>
          </a:p>
        </p:txBody>
      </p:sp>
      <p:sp>
        <p:nvSpPr>
          <p:cNvPr id="8194" name="内容占位符 2"/>
          <p:cNvSpPr>
            <a:spLocks noGrp="1"/>
          </p:cNvSpPr>
          <p:nvPr>
            <p:ph idx="1"/>
          </p:nvPr>
        </p:nvSpPr>
        <p:spPr>
          <a:xfrm>
            <a:off x="457200" y="1524000"/>
            <a:ext cx="8229600" cy="5105400"/>
          </a:xfrm>
        </p:spPr>
        <p:txBody>
          <a:bodyPr vert="horz" wrap="square" lIns="91440" tIns="45720" rIns="91440" bIns="45720" anchor="t" anchorCtr="0"/>
          <a:p>
            <a:pPr>
              <a:buFont typeface="Wingdings" panose="05000000000000000000" pitchFamily="2" charset="2"/>
              <a:buChar char="Ø"/>
            </a:pPr>
            <a:r>
              <a:rPr lang="zh-CN" altLang="en-US" sz="3600" b="1" dirty="0">
                <a:solidFill>
                  <a:srgbClr val="FF0000"/>
                </a:solidFill>
                <a:latin typeface="华文楷体" panose="02010600040101010101" pitchFamily="2" charset="-122"/>
                <a:ea typeface="华文楷体" panose="02010600040101010101" pitchFamily="2" charset="-122"/>
              </a:rPr>
              <a:t>全国人民代表大会会议通过</a:t>
            </a:r>
            <a:endParaRPr lang="en-US" altLang="zh-CN" sz="3600" b="1" dirty="0">
              <a:solidFill>
                <a:srgbClr val="FF0000"/>
              </a:solidFill>
              <a:latin typeface="华文楷体" panose="02010600040101010101" pitchFamily="2" charset="-122"/>
              <a:ea typeface="华文楷体" panose="02010600040101010101" pitchFamily="2" charset="-122"/>
            </a:endParaRPr>
          </a:p>
          <a:p>
            <a:pPr eaLnBrk="1" hangingPunct="1">
              <a:spcBef>
                <a:spcPts val="700"/>
              </a:spcBef>
              <a:buClr>
                <a:srgbClr val="2935E0"/>
              </a:buClr>
              <a:buSzPct val="60000"/>
              <a:buFont typeface="Wingdings" panose="05000000000000000000" pitchFamily="2" charset="2"/>
              <a:buChar char="ü"/>
            </a:pPr>
            <a:r>
              <a:rPr lang="zh-CN" altLang="en-US" sz="2900" b="1" dirty="0">
                <a:solidFill>
                  <a:srgbClr val="000000"/>
                </a:solidFill>
                <a:latin typeface="华文楷体" panose="02010600040101010101" pitchFamily="2" charset="-122"/>
                <a:ea typeface="华文楷体" panose="02010600040101010101" pitchFamily="2" charset="-122"/>
              </a:rPr>
              <a:t>中华人民共和国宪法（摘录）</a:t>
            </a:r>
            <a:endParaRPr lang="en-US" altLang="zh-CN" sz="2900" b="1" dirty="0">
              <a:solidFill>
                <a:srgbClr val="000000"/>
              </a:solidFill>
              <a:latin typeface="华文楷体" panose="02010600040101010101" pitchFamily="2" charset="-122"/>
              <a:ea typeface="华文楷体" panose="02010600040101010101" pitchFamily="2" charset="-122"/>
            </a:endParaRPr>
          </a:p>
          <a:p>
            <a:pPr eaLnBrk="1" hangingPunct="1">
              <a:spcBef>
                <a:spcPts val="700"/>
              </a:spcBef>
              <a:buClr>
                <a:srgbClr val="2935E0"/>
              </a:buClr>
              <a:buSzPct val="60000"/>
              <a:buFont typeface="Wingdings" panose="05000000000000000000" pitchFamily="2" charset="2"/>
              <a:buChar char="ü"/>
            </a:pPr>
            <a:r>
              <a:rPr lang="zh-CN" altLang="en-US" sz="2900" b="1" dirty="0">
                <a:solidFill>
                  <a:srgbClr val="000000"/>
                </a:solidFill>
                <a:latin typeface="华文楷体" panose="02010600040101010101" pitchFamily="2" charset="-122"/>
                <a:ea typeface="华文楷体" panose="02010600040101010101" pitchFamily="2" charset="-122"/>
              </a:rPr>
              <a:t>中华人民共和国刑法（摘录）</a:t>
            </a:r>
            <a:endParaRPr lang="zh-CN" altLang="en-US" sz="2900" b="1" dirty="0">
              <a:solidFill>
                <a:srgbClr val="000000"/>
              </a:solidFill>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zh-CN" altLang="en-US" sz="2800" dirty="0">
              <a:ea typeface="宋体" panose="02010600030101010101" pitchFamily="2" charset="-122"/>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p:txBody>
          <a:bodyPr vert="horz" wrap="square" lIns="91440" tIns="45720" rIns="91440" bIns="45720" anchor="ctr" anchorCtr="0"/>
          <a:p>
            <a:r>
              <a:rPr lang="zh-CN" altLang="en-US" dirty="0">
                <a:latin typeface="华文楷体" panose="02010600040101010101" pitchFamily="2" charset="-122"/>
                <a:ea typeface="华文楷体" panose="02010600040101010101" pitchFamily="2" charset="-122"/>
              </a:rPr>
              <a:t>信息安全相关国家法律法规</a:t>
            </a:r>
            <a:endParaRPr lang="zh-CN" altLang="en-US" dirty="0">
              <a:latin typeface="华文楷体" panose="02010600040101010101" pitchFamily="2" charset="-122"/>
              <a:ea typeface="华文楷体" panose="02010600040101010101" pitchFamily="2" charset="-122"/>
            </a:endParaRPr>
          </a:p>
        </p:txBody>
      </p:sp>
      <p:sp>
        <p:nvSpPr>
          <p:cNvPr id="7171"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中华人民共和国宪法（摘录）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1800" dirty="0">
                <a:solidFill>
                  <a:srgbClr val="000000"/>
                </a:solidFill>
                <a:latin typeface="华文楷体" panose="02010600040101010101" pitchFamily="2" charset="-122"/>
                <a:ea typeface="华文楷体" panose="02010600040101010101" pitchFamily="2" charset="-122"/>
              </a:rPr>
              <a:t>发文单位：全国人民代表大会</a:t>
            </a:r>
            <a:endParaRPr lang="zh-CN" altLang="en-US" sz="18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18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1800" dirty="0">
                <a:solidFill>
                  <a:srgbClr val="000000"/>
                </a:solidFill>
                <a:latin typeface="华文楷体" panose="02010600040101010101" pitchFamily="2" charset="-122"/>
                <a:ea typeface="华文楷体" panose="02010600040101010101" pitchFamily="2" charset="-122"/>
              </a:rPr>
              <a:t>21</a:t>
            </a:r>
            <a:r>
              <a:rPr lang="zh-CN" altLang="en-US" sz="1800" dirty="0">
                <a:solidFill>
                  <a:srgbClr val="000000"/>
                </a:solidFill>
                <a:latin typeface="华文楷体" panose="02010600040101010101" pitchFamily="2" charset="-122"/>
                <a:ea typeface="华文楷体" panose="02010600040101010101" pitchFamily="2" charset="-122"/>
              </a:rPr>
              <a:t>号</a:t>
            </a:r>
            <a:endParaRPr lang="zh-CN" altLang="en-US" sz="18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1800" dirty="0">
                <a:solidFill>
                  <a:srgbClr val="000000"/>
                </a:solidFill>
                <a:latin typeface="华文楷体" panose="02010600040101010101" pitchFamily="2" charset="-122"/>
                <a:ea typeface="华文楷体" panose="02010600040101010101" pitchFamily="2" charset="-122"/>
              </a:rPr>
              <a:t>发布日期：</a:t>
            </a:r>
            <a:r>
              <a:rPr lang="en-US" altLang="zh-CN" sz="1800" dirty="0">
                <a:solidFill>
                  <a:srgbClr val="000000"/>
                </a:solidFill>
                <a:latin typeface="华文楷体" panose="02010600040101010101" pitchFamily="2" charset="-122"/>
                <a:ea typeface="华文楷体" panose="02010600040101010101" pitchFamily="2" charset="-122"/>
              </a:rPr>
              <a:t>2004-03-14</a:t>
            </a:r>
            <a:r>
              <a:rPr lang="zh-CN" altLang="en-US" sz="1800" dirty="0">
                <a:solidFill>
                  <a:srgbClr val="000000"/>
                </a:solidFill>
                <a:latin typeface="华文楷体" panose="02010600040101010101" pitchFamily="2" charset="-122"/>
                <a:ea typeface="华文楷体" panose="02010600040101010101" pitchFamily="2" charset="-122"/>
              </a:rPr>
              <a:t>（第四次）</a:t>
            </a:r>
            <a:r>
              <a:rPr lang="en-US" altLang="zh-CN" sz="1800" dirty="0">
                <a:solidFill>
                  <a:srgbClr val="000000"/>
                </a:solidFill>
                <a:latin typeface="华文楷体" panose="02010600040101010101" pitchFamily="2" charset="-122"/>
                <a:ea typeface="华文楷体" panose="02010600040101010101" pitchFamily="2" charset="-122"/>
              </a:rPr>
              <a:t>/2018</a:t>
            </a:r>
            <a:r>
              <a:rPr lang="zh-CN" altLang="en-US" sz="1800" dirty="0">
                <a:solidFill>
                  <a:srgbClr val="000000"/>
                </a:solidFill>
                <a:latin typeface="华文楷体" panose="02010600040101010101" pitchFamily="2" charset="-122"/>
                <a:ea typeface="华文楷体" panose="02010600040101010101" pitchFamily="2" charset="-122"/>
              </a:rPr>
              <a:t>（第五次</a:t>
            </a:r>
            <a:r>
              <a:rPr lang="zh-CN" altLang="en-US" sz="1800" dirty="0">
                <a:solidFill>
                  <a:srgbClr val="000000"/>
                </a:solidFill>
                <a:latin typeface="华文楷体" panose="02010600040101010101" pitchFamily="2" charset="-122"/>
                <a:ea typeface="华文楷体" panose="02010600040101010101" pitchFamily="2" charset="-122"/>
              </a:rPr>
              <a:t>修订）</a:t>
            </a:r>
            <a:endParaRPr lang="zh-CN" altLang="en-US" sz="18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1800" dirty="0">
                <a:solidFill>
                  <a:srgbClr val="000000"/>
                </a:solidFill>
                <a:latin typeface="华文楷体" panose="02010600040101010101" pitchFamily="2" charset="-122"/>
                <a:ea typeface="华文楷体" panose="02010600040101010101" pitchFamily="2" charset="-122"/>
              </a:rPr>
              <a:t>执行日期：</a:t>
            </a:r>
            <a:r>
              <a:rPr lang="en-US" altLang="zh-CN" sz="1800" dirty="0">
                <a:solidFill>
                  <a:srgbClr val="000000"/>
                </a:solidFill>
                <a:latin typeface="华文楷体" panose="02010600040101010101" pitchFamily="2" charset="-122"/>
                <a:ea typeface="华文楷体" panose="02010600040101010101" pitchFamily="2" charset="-122"/>
              </a:rPr>
              <a:t>2004-03-14</a:t>
            </a:r>
            <a:r>
              <a:rPr lang="en-US" altLang="zh-CN" sz="1800" dirty="0">
                <a:solidFill>
                  <a:srgbClr val="000000"/>
                </a:solidFill>
                <a:latin typeface="华文楷体" panose="02010600040101010101" pitchFamily="2" charset="-122"/>
                <a:ea typeface="华文楷体" panose="02010600040101010101" pitchFamily="2" charset="-122"/>
                <a:sym typeface="+mn-ea"/>
              </a:rPr>
              <a:t>/2018</a:t>
            </a:r>
            <a:r>
              <a:rPr lang="zh-CN" altLang="en-US" sz="1800" dirty="0">
                <a:solidFill>
                  <a:srgbClr val="000000"/>
                </a:solidFill>
                <a:latin typeface="华文楷体" panose="02010600040101010101" pitchFamily="2" charset="-122"/>
                <a:ea typeface="华文楷体" panose="02010600040101010101" pitchFamily="2" charset="-122"/>
                <a:sym typeface="+mn-ea"/>
              </a:rPr>
              <a:t>（第五次修订）</a:t>
            </a:r>
            <a:endParaRPr lang="zh-CN" altLang="en-US" sz="18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1800" dirty="0">
                <a:solidFill>
                  <a:srgbClr val="000000"/>
                </a:solidFill>
                <a:latin typeface="华文楷体" panose="02010600040101010101" pitchFamily="2" charset="-122"/>
                <a:ea typeface="华文楷体" panose="02010600040101010101" pitchFamily="2" charset="-122"/>
              </a:rPr>
              <a:t>（</a:t>
            </a:r>
            <a:r>
              <a:rPr lang="en-US" altLang="zh-CN" sz="1800" dirty="0">
                <a:solidFill>
                  <a:srgbClr val="000000"/>
                </a:solidFill>
                <a:latin typeface="华文楷体" panose="02010600040101010101" pitchFamily="2" charset="-122"/>
                <a:ea typeface="华文楷体" panose="02010600040101010101" pitchFamily="2" charset="-122"/>
              </a:rPr>
              <a:t>1982</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12</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4</a:t>
            </a:r>
            <a:r>
              <a:rPr lang="zh-CN" altLang="en-US" sz="1800" dirty="0">
                <a:solidFill>
                  <a:srgbClr val="000000"/>
                </a:solidFill>
                <a:latin typeface="华文楷体" panose="02010600040101010101" pitchFamily="2" charset="-122"/>
                <a:ea typeface="华文楷体" panose="02010600040101010101" pitchFamily="2" charset="-122"/>
              </a:rPr>
              <a:t>日第五届全国人民代表大会第五次会议通过，</a:t>
            </a:r>
            <a:r>
              <a:rPr lang="en-US" altLang="zh-CN" sz="1800" dirty="0">
                <a:solidFill>
                  <a:srgbClr val="000000"/>
                </a:solidFill>
                <a:latin typeface="华文楷体" panose="02010600040101010101" pitchFamily="2" charset="-122"/>
                <a:ea typeface="华文楷体" panose="02010600040101010101" pitchFamily="2" charset="-122"/>
              </a:rPr>
              <a:t>1982</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12</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4</a:t>
            </a:r>
            <a:r>
              <a:rPr lang="zh-CN" altLang="en-US" sz="1800" dirty="0">
                <a:solidFill>
                  <a:srgbClr val="000000"/>
                </a:solidFill>
                <a:latin typeface="华文楷体" panose="02010600040101010101" pitchFamily="2" charset="-122"/>
                <a:ea typeface="华文楷体" panose="02010600040101010101" pitchFamily="2" charset="-122"/>
              </a:rPr>
              <a:t>日全国人民代表大会公告公布施行；根据</a:t>
            </a:r>
            <a:r>
              <a:rPr lang="en-US" altLang="zh-CN" sz="1800" dirty="0">
                <a:solidFill>
                  <a:srgbClr val="000000"/>
                </a:solidFill>
                <a:latin typeface="华文楷体" panose="02010600040101010101" pitchFamily="2" charset="-122"/>
                <a:ea typeface="华文楷体" panose="02010600040101010101" pitchFamily="2" charset="-122"/>
              </a:rPr>
              <a:t>1988</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4</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12</a:t>
            </a:r>
            <a:r>
              <a:rPr lang="zh-CN" altLang="en-US" sz="1800" dirty="0">
                <a:solidFill>
                  <a:srgbClr val="000000"/>
                </a:solidFill>
                <a:latin typeface="华文楷体" panose="02010600040101010101" pitchFamily="2" charset="-122"/>
                <a:ea typeface="华文楷体" panose="02010600040101010101" pitchFamily="2" charset="-122"/>
              </a:rPr>
              <a:t>日第七届全国人民代表大会第一次会议通过的</a:t>
            </a:r>
            <a:r>
              <a:rPr lang="en-US" altLang="zh-CN" sz="1800" dirty="0">
                <a:solidFill>
                  <a:srgbClr val="000000"/>
                </a:solidFill>
                <a:latin typeface="华文楷体" panose="02010600040101010101" pitchFamily="2" charset="-122"/>
                <a:ea typeface="华文楷体" panose="02010600040101010101" pitchFamily="2" charset="-122"/>
              </a:rPr>
              <a:t>《</a:t>
            </a:r>
            <a:r>
              <a:rPr lang="zh-CN" altLang="en-US" sz="1800" dirty="0">
                <a:solidFill>
                  <a:srgbClr val="000000"/>
                </a:solidFill>
                <a:latin typeface="华文楷体" panose="02010600040101010101" pitchFamily="2" charset="-122"/>
                <a:ea typeface="华文楷体" panose="02010600040101010101" pitchFamily="2" charset="-122"/>
              </a:rPr>
              <a:t>中华人民共和国宪法修正案</a:t>
            </a:r>
            <a:r>
              <a:rPr lang="en-US" altLang="zh-CN" sz="1800" dirty="0">
                <a:solidFill>
                  <a:srgbClr val="000000"/>
                </a:solidFill>
                <a:latin typeface="华文楷体" panose="02010600040101010101" pitchFamily="2" charset="-122"/>
                <a:ea typeface="华文楷体" panose="02010600040101010101" pitchFamily="2" charset="-122"/>
              </a:rPr>
              <a:t>》</a:t>
            </a:r>
            <a:r>
              <a:rPr lang="zh-CN" altLang="en-US" sz="1800" dirty="0">
                <a:solidFill>
                  <a:srgbClr val="000000"/>
                </a:solidFill>
                <a:latin typeface="华文楷体" panose="02010600040101010101" pitchFamily="2" charset="-122"/>
                <a:ea typeface="华文楷体" panose="02010600040101010101" pitchFamily="2" charset="-122"/>
              </a:rPr>
              <a:t>，</a:t>
            </a:r>
            <a:r>
              <a:rPr lang="en-US" altLang="zh-CN" sz="1800" dirty="0">
                <a:solidFill>
                  <a:srgbClr val="000000"/>
                </a:solidFill>
                <a:latin typeface="华文楷体" panose="02010600040101010101" pitchFamily="2" charset="-122"/>
                <a:ea typeface="华文楷体" panose="02010600040101010101" pitchFamily="2" charset="-122"/>
              </a:rPr>
              <a:t>1988</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4</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12</a:t>
            </a:r>
            <a:r>
              <a:rPr lang="zh-CN" altLang="en-US" sz="1800" dirty="0">
                <a:solidFill>
                  <a:srgbClr val="000000"/>
                </a:solidFill>
                <a:latin typeface="华文楷体" panose="02010600040101010101" pitchFamily="2" charset="-122"/>
                <a:ea typeface="华文楷体" panose="02010600040101010101" pitchFamily="2" charset="-122"/>
              </a:rPr>
              <a:t>日第七届全国人民代表大会第一次会议主席团公告公布施行；</a:t>
            </a:r>
            <a:r>
              <a:rPr lang="en-US" altLang="zh-CN" sz="1800" dirty="0">
                <a:solidFill>
                  <a:srgbClr val="000000"/>
                </a:solidFill>
                <a:latin typeface="华文楷体" panose="02010600040101010101" pitchFamily="2" charset="-122"/>
                <a:ea typeface="华文楷体" panose="02010600040101010101" pitchFamily="2" charset="-122"/>
              </a:rPr>
              <a:t>1993</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3</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29</a:t>
            </a:r>
            <a:r>
              <a:rPr lang="zh-CN" altLang="en-US" sz="1800" dirty="0">
                <a:solidFill>
                  <a:srgbClr val="000000"/>
                </a:solidFill>
                <a:latin typeface="华文楷体" panose="02010600040101010101" pitchFamily="2" charset="-122"/>
                <a:ea typeface="华文楷体" panose="02010600040101010101" pitchFamily="2" charset="-122"/>
              </a:rPr>
              <a:t>日第八届全国人民代表大会第一次会议通过的</a:t>
            </a:r>
            <a:r>
              <a:rPr lang="en-US" altLang="zh-CN" sz="1800" dirty="0">
                <a:solidFill>
                  <a:srgbClr val="000000"/>
                </a:solidFill>
                <a:latin typeface="华文楷体" panose="02010600040101010101" pitchFamily="2" charset="-122"/>
                <a:ea typeface="华文楷体" panose="02010600040101010101" pitchFamily="2" charset="-122"/>
              </a:rPr>
              <a:t>《</a:t>
            </a:r>
            <a:r>
              <a:rPr lang="zh-CN" altLang="en-US" sz="1800" dirty="0">
                <a:solidFill>
                  <a:srgbClr val="000000"/>
                </a:solidFill>
                <a:latin typeface="华文楷体" panose="02010600040101010101" pitchFamily="2" charset="-122"/>
                <a:ea typeface="华文楷体" panose="02010600040101010101" pitchFamily="2" charset="-122"/>
              </a:rPr>
              <a:t>中华人民共和国宪法修正案</a:t>
            </a:r>
            <a:r>
              <a:rPr lang="en-US" altLang="zh-CN" sz="1800" dirty="0">
                <a:solidFill>
                  <a:srgbClr val="000000"/>
                </a:solidFill>
                <a:latin typeface="华文楷体" panose="02010600040101010101" pitchFamily="2" charset="-122"/>
                <a:ea typeface="华文楷体" panose="02010600040101010101" pitchFamily="2" charset="-122"/>
              </a:rPr>
              <a:t>》</a:t>
            </a:r>
            <a:r>
              <a:rPr lang="zh-CN" altLang="en-US" sz="1800" dirty="0">
                <a:solidFill>
                  <a:srgbClr val="000000"/>
                </a:solidFill>
                <a:latin typeface="华文楷体" panose="02010600040101010101" pitchFamily="2" charset="-122"/>
                <a:ea typeface="华文楷体" panose="02010600040101010101" pitchFamily="2" charset="-122"/>
              </a:rPr>
              <a:t>，</a:t>
            </a:r>
            <a:r>
              <a:rPr lang="en-US" altLang="zh-CN" sz="1800" dirty="0">
                <a:solidFill>
                  <a:srgbClr val="000000"/>
                </a:solidFill>
                <a:latin typeface="华文楷体" panose="02010600040101010101" pitchFamily="2" charset="-122"/>
                <a:ea typeface="华文楷体" panose="02010600040101010101" pitchFamily="2" charset="-122"/>
              </a:rPr>
              <a:t>1993</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3</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29</a:t>
            </a:r>
            <a:r>
              <a:rPr lang="zh-CN" altLang="en-US" sz="1800" dirty="0">
                <a:solidFill>
                  <a:srgbClr val="000000"/>
                </a:solidFill>
                <a:latin typeface="华文楷体" panose="02010600040101010101" pitchFamily="2" charset="-122"/>
                <a:ea typeface="华文楷体" panose="02010600040101010101" pitchFamily="2" charset="-122"/>
              </a:rPr>
              <a:t>第八届全国人民代表大会第一次会议主席团公告公布施行；</a:t>
            </a:r>
            <a:r>
              <a:rPr lang="en-US" altLang="zh-CN" sz="1800" dirty="0">
                <a:solidFill>
                  <a:srgbClr val="000000"/>
                </a:solidFill>
                <a:latin typeface="华文楷体" panose="02010600040101010101" pitchFamily="2" charset="-122"/>
                <a:ea typeface="华文楷体" panose="02010600040101010101" pitchFamily="2" charset="-122"/>
              </a:rPr>
              <a:t>1999</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3</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15</a:t>
            </a:r>
            <a:r>
              <a:rPr lang="zh-CN" altLang="en-US" sz="1800" dirty="0">
                <a:solidFill>
                  <a:srgbClr val="000000"/>
                </a:solidFill>
                <a:latin typeface="华文楷体" panose="02010600040101010101" pitchFamily="2" charset="-122"/>
                <a:ea typeface="华文楷体" panose="02010600040101010101" pitchFamily="2" charset="-122"/>
              </a:rPr>
              <a:t>日第九届全国人民代表大会第二次会议通过的</a:t>
            </a:r>
            <a:r>
              <a:rPr lang="en-US" altLang="zh-CN" sz="1800" dirty="0">
                <a:solidFill>
                  <a:srgbClr val="000000"/>
                </a:solidFill>
                <a:latin typeface="华文楷体" panose="02010600040101010101" pitchFamily="2" charset="-122"/>
                <a:ea typeface="华文楷体" panose="02010600040101010101" pitchFamily="2" charset="-122"/>
              </a:rPr>
              <a:t>《</a:t>
            </a:r>
            <a:r>
              <a:rPr lang="zh-CN" altLang="en-US" sz="1800" dirty="0">
                <a:solidFill>
                  <a:srgbClr val="000000"/>
                </a:solidFill>
                <a:latin typeface="华文楷体" panose="02010600040101010101" pitchFamily="2" charset="-122"/>
                <a:ea typeface="华文楷体" panose="02010600040101010101" pitchFamily="2" charset="-122"/>
              </a:rPr>
              <a:t>中华人民共和国宪法修正案</a:t>
            </a:r>
            <a:r>
              <a:rPr lang="en-US" altLang="zh-CN" sz="1800" dirty="0">
                <a:solidFill>
                  <a:srgbClr val="000000"/>
                </a:solidFill>
                <a:latin typeface="华文楷体" panose="02010600040101010101" pitchFamily="2" charset="-122"/>
                <a:ea typeface="华文楷体" panose="02010600040101010101" pitchFamily="2" charset="-122"/>
              </a:rPr>
              <a:t>》</a:t>
            </a:r>
            <a:r>
              <a:rPr lang="zh-CN" altLang="en-US" sz="1800" dirty="0">
                <a:solidFill>
                  <a:srgbClr val="000000"/>
                </a:solidFill>
                <a:latin typeface="华文楷体" panose="02010600040101010101" pitchFamily="2" charset="-122"/>
                <a:ea typeface="华文楷体" panose="02010600040101010101" pitchFamily="2" charset="-122"/>
              </a:rPr>
              <a:t>，</a:t>
            </a:r>
            <a:r>
              <a:rPr lang="en-US" altLang="zh-CN" sz="1800" dirty="0">
                <a:solidFill>
                  <a:srgbClr val="000000"/>
                </a:solidFill>
                <a:latin typeface="华文楷体" panose="02010600040101010101" pitchFamily="2" charset="-122"/>
                <a:ea typeface="华文楷体" panose="02010600040101010101" pitchFamily="2" charset="-122"/>
              </a:rPr>
              <a:t>1999</a:t>
            </a:r>
            <a:r>
              <a:rPr lang="zh-CN" altLang="en-US" sz="1800" dirty="0">
                <a:solidFill>
                  <a:srgbClr val="000000"/>
                </a:solidFill>
                <a:latin typeface="华文楷体" panose="02010600040101010101" pitchFamily="2" charset="-122"/>
                <a:ea typeface="华文楷体" panose="02010600040101010101" pitchFamily="2" charset="-122"/>
              </a:rPr>
              <a:t>年</a:t>
            </a:r>
            <a:r>
              <a:rPr lang="en-US" altLang="zh-CN" sz="1800" dirty="0">
                <a:solidFill>
                  <a:srgbClr val="000000"/>
                </a:solidFill>
                <a:latin typeface="华文楷体" panose="02010600040101010101" pitchFamily="2" charset="-122"/>
                <a:ea typeface="华文楷体" panose="02010600040101010101" pitchFamily="2" charset="-122"/>
              </a:rPr>
              <a:t>3</a:t>
            </a:r>
            <a:r>
              <a:rPr lang="zh-CN" altLang="en-US" sz="1800" dirty="0">
                <a:solidFill>
                  <a:srgbClr val="000000"/>
                </a:solidFill>
                <a:latin typeface="华文楷体" panose="02010600040101010101" pitchFamily="2" charset="-122"/>
                <a:ea typeface="华文楷体" panose="02010600040101010101" pitchFamily="2" charset="-122"/>
              </a:rPr>
              <a:t>月</a:t>
            </a:r>
            <a:r>
              <a:rPr lang="en-US" altLang="zh-CN" sz="1800" dirty="0">
                <a:solidFill>
                  <a:srgbClr val="000000"/>
                </a:solidFill>
                <a:latin typeface="华文楷体" panose="02010600040101010101" pitchFamily="2" charset="-122"/>
                <a:ea typeface="华文楷体" panose="02010600040101010101" pitchFamily="2" charset="-122"/>
              </a:rPr>
              <a:t>15</a:t>
            </a:r>
            <a:r>
              <a:rPr lang="zh-CN" altLang="en-US" sz="1800" dirty="0">
                <a:solidFill>
                  <a:srgbClr val="000000"/>
                </a:solidFill>
                <a:latin typeface="华文楷体" panose="02010600040101010101" pitchFamily="2" charset="-122"/>
                <a:ea typeface="华文楷体" panose="02010600040101010101" pitchFamily="2" charset="-122"/>
              </a:rPr>
              <a:t>日第九届全国人民代表大会第二次会议公告公布施行</a:t>
            </a:r>
            <a:r>
              <a:rPr lang="en-US" altLang="zh-CN" sz="1800" dirty="0">
                <a:solidFill>
                  <a:srgbClr val="000000"/>
                </a:solidFill>
                <a:latin typeface="华文楷体" panose="02010600040101010101" pitchFamily="2" charset="-122"/>
                <a:ea typeface="华文楷体" panose="02010600040101010101" pitchFamily="2" charset="-122"/>
              </a:rPr>
              <a:t>;2004年3月14日第十届全国人民代表大会第二次会议通过的《中华人民共和国宪法修正案》，2004年3月14日第十届全国人民代表大会第二次会议公告公布施行；）</a:t>
            </a:r>
            <a:endParaRPr lang="zh-CN" altLang="en-US" sz="1800" dirty="0">
              <a:solidFill>
                <a:srgbClr val="000000"/>
              </a:solidFill>
              <a:latin typeface="华文楷体" panose="02010600040101010101" pitchFamily="2" charset="-122"/>
              <a:ea typeface="华文楷体" panose="02010600040101010101" pitchFamily="2" charset="-122"/>
            </a:endParaRPr>
          </a:p>
          <a:p>
            <a:pPr marL="0" indent="0"/>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171">
                                            <p:txEl>
                                              <p:charRg st="14" end="28"/>
                                            </p:txEl>
                                          </p:spTgt>
                                        </p:tgtEl>
                                        <p:attrNameLst>
                                          <p:attrName>style.visibility</p:attrName>
                                        </p:attrNameLst>
                                      </p:cBhvr>
                                      <p:to>
                                        <p:strVal val="visible"/>
                                      </p:to>
                                    </p:set>
                                    <p:animEffect transition="in" filter="circle(in)">
                                      <p:cBhvr>
                                        <p:cTn id="7" dur="2000"/>
                                        <p:tgtEl>
                                          <p:spTgt spid="7171">
                                            <p:txEl>
                                              <p:charRg st="14" end="28"/>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7171">
                                            <p:txEl>
                                              <p:charRg st="28" end="48"/>
                                            </p:txEl>
                                          </p:spTgt>
                                        </p:tgtEl>
                                        <p:attrNameLst>
                                          <p:attrName>style.visibility</p:attrName>
                                        </p:attrNameLst>
                                      </p:cBhvr>
                                      <p:to>
                                        <p:strVal val="visible"/>
                                      </p:to>
                                    </p:set>
                                    <p:animEffect transition="in" filter="circle(in)">
                                      <p:cBhvr>
                                        <p:cTn id="10" dur="2000"/>
                                        <p:tgtEl>
                                          <p:spTgt spid="7171">
                                            <p:txEl>
                                              <p:charRg st="28" end="48"/>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7171">
                                            <p:txEl>
                                              <p:charRg st="48" end="64"/>
                                            </p:txEl>
                                          </p:spTgt>
                                        </p:tgtEl>
                                        <p:attrNameLst>
                                          <p:attrName>style.visibility</p:attrName>
                                        </p:attrNameLst>
                                      </p:cBhvr>
                                      <p:to>
                                        <p:strVal val="visible"/>
                                      </p:to>
                                    </p:set>
                                    <p:animEffect transition="in" filter="circle(in)">
                                      <p:cBhvr>
                                        <p:cTn id="13" dur="2000"/>
                                        <p:tgtEl>
                                          <p:spTgt spid="7171">
                                            <p:txEl>
                                              <p:charRg st="48" end="64"/>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7171">
                                            <p:txEl>
                                              <p:charRg st="64" end="80"/>
                                            </p:txEl>
                                          </p:spTgt>
                                        </p:tgtEl>
                                        <p:attrNameLst>
                                          <p:attrName>style.visibility</p:attrName>
                                        </p:attrNameLst>
                                      </p:cBhvr>
                                      <p:to>
                                        <p:strVal val="visible"/>
                                      </p:to>
                                    </p:set>
                                    <p:animEffect transition="in" filter="circle(in)">
                                      <p:cBhvr>
                                        <p:cTn id="16" dur="2000"/>
                                        <p:tgtEl>
                                          <p:spTgt spid="7171">
                                            <p:txEl>
                                              <p:charRg st="64" end="80"/>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7171">
                                            <p:txEl>
                                              <p:charRg st="80" end="452"/>
                                            </p:txEl>
                                          </p:spTgt>
                                        </p:tgtEl>
                                        <p:attrNameLst>
                                          <p:attrName>style.visibility</p:attrName>
                                        </p:attrNameLst>
                                      </p:cBhvr>
                                      <p:to>
                                        <p:strVal val="visible"/>
                                      </p:to>
                                    </p:set>
                                    <p:animEffect transition="in" filter="circle(in)">
                                      <p:cBhvr>
                                        <p:cTn id="19" dur="2000"/>
                                        <p:tgtEl>
                                          <p:spTgt spid="7171">
                                            <p:txEl>
                                              <p:charRg st="80" end="4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标题 1"/>
          <p:cNvSpPr>
            <a:spLocks noGrp="1"/>
          </p:cNvSpPr>
          <p:nvPr>
            <p:ph type="title"/>
          </p:nvPr>
        </p:nvSpPr>
        <p:spPr/>
        <p:txBody>
          <a:bodyPr vert="horz" wrap="square" lIns="91440" tIns="45720" rIns="91440" bIns="45720" anchor="ctr" anchorCtr="0"/>
          <a:p>
            <a:r>
              <a:rPr lang="zh-CN" altLang="en-US" dirty="0">
                <a:latin typeface="华文楷体" panose="02010600040101010101" pitchFamily="2" charset="-122"/>
                <a:ea typeface="华文楷体" panose="02010600040101010101" pitchFamily="2" charset="-122"/>
              </a:rPr>
              <a:t>信息安全相关国家法律法规</a:t>
            </a:r>
            <a:endParaRPr lang="zh-CN" altLang="en-US" dirty="0">
              <a:latin typeface="华文楷体" panose="02010600040101010101" pitchFamily="2" charset="-122"/>
              <a:ea typeface="华文楷体" panose="02010600040101010101" pitchFamily="2" charset="-122"/>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1200" cap="none" spc="0" normalizeH="0" baseline="0" noProof="0" dirty="0" smtClean="0">
                <a:ln>
                  <a:noFill/>
                </a:ln>
                <a:solidFill>
                  <a:srgbClr val="464646"/>
                </a:solidFill>
                <a:effectLst/>
                <a:uLnTx/>
                <a:uFillTx/>
                <a:latin typeface="华文楷体" panose="02010600040101010101" pitchFamily="2" charset="-122"/>
                <a:ea typeface="华文楷体" panose="02010600040101010101" pitchFamily="2" charset="-122"/>
                <a:cs typeface="+mj-cs"/>
              </a:rPr>
              <a:t>中华人民共和国刑法（摘录）</a:t>
            </a:r>
            <a:endParaRPr kumimoji="0" lang="en-US" altLang="zh-CN" sz="2800" b="1" i="0" u="none" strike="noStrike" kern="1200" cap="none" spc="0" normalizeH="0" baseline="0" noProof="0" dirty="0" smtClean="0">
              <a:ln>
                <a:noFill/>
              </a:ln>
              <a:solidFill>
                <a:srgbClr val="464646"/>
              </a:solidFill>
              <a:effectLst/>
              <a:uLnTx/>
              <a:uFillTx/>
              <a:latin typeface="华文楷体" panose="02010600040101010101" pitchFamily="2" charset="-122"/>
              <a:ea typeface="华文楷体" panose="02010600040101010101" pitchFamily="2" charset="-122"/>
              <a:cs typeface="+mj-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panose="05000000000000000000"/>
              <a:buChar char=""/>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发文单位：全国人民代表大会</a:t>
            </a:r>
            <a:endPar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panose="05000000000000000000"/>
              <a:buChar char=""/>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发布文号：中华人民共和国主席令第</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83</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号</a:t>
            </a:r>
            <a:endPar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panose="05000000000000000000"/>
              <a:buChar char=""/>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发布日期：</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2011-02-25/2020-12-26</a:t>
            </a:r>
            <a:endPar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panose="05000000000000000000"/>
              <a:buChar char=""/>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执行日期：</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2011-02-25/2021-03-01</a:t>
            </a:r>
            <a:endPar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panose="05000000000000000000"/>
              <a:buChar char=""/>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1979</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7</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日第五届全国人民代表大会第二次会议通过，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1997</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14</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日由中华人民共和国第八届全国人民代表大会第五次会议修订，修订后的</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公布自</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1997</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7</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日起施行；</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1999</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12</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25</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日中华人民共和国第九届全国人民代表大会常务委员会第十三次会议通过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2000</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8</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31</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日第九届全国人大常委会第二十三次会议通过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二</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2001</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12</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29</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日第九届全国人大常委会第二十五次会议通过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三</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2002</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12</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28</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日第九届全国人大常委会第三十一次会议通过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四</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2005</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28</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日第十届全国人大常委会第十四次会议通过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五</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2006</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29</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日中华人民共和国第十届全国人民代表大会常务委员会第二十二次会议通过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（六），修正案自公布之日起施行；</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2009</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28</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日中华人民共和国第十一届全国人民代表大会常务委员会第七次会议通过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（七），修正案自公布之日起施行；</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2011</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25</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日中华人民共和国第十一届全国人民代表大会常务委员会第十九次会议通过</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中华人民共和国刑法修正案</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（八），修正案自公布之日起施行；</a:t>
            </a:r>
            <a:r>
              <a:rPr kumimoji="0" lang="zh-CN" altLang="en-US" sz="1600" b="0"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a:t>
            </a:r>
            <a:endPar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charRg st="14" end="28"/>
                                            </p:txEl>
                                          </p:spTgt>
                                        </p:tgtEl>
                                        <p:attrNameLst>
                                          <p:attrName>style.visibility</p:attrName>
                                        </p:attrNameLst>
                                      </p:cBhvr>
                                      <p:to>
                                        <p:strVal val="visible"/>
                                      </p:to>
                                    </p:set>
                                    <p:animEffect transition="in" filter="barn(inVertical)">
                                      <p:cBhvr>
                                        <p:cTn id="7" dur="500"/>
                                        <p:tgtEl>
                                          <p:spTgt spid="3">
                                            <p:txEl>
                                              <p:charRg st="14" end="28"/>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charRg st="28" end="48"/>
                                            </p:txEl>
                                          </p:spTgt>
                                        </p:tgtEl>
                                        <p:attrNameLst>
                                          <p:attrName>style.visibility</p:attrName>
                                        </p:attrNameLst>
                                      </p:cBhvr>
                                      <p:to>
                                        <p:strVal val="visible"/>
                                      </p:to>
                                    </p:set>
                                    <p:animEffect transition="in" filter="barn(inVertical)">
                                      <p:cBhvr>
                                        <p:cTn id="10" dur="500"/>
                                        <p:tgtEl>
                                          <p:spTgt spid="3">
                                            <p:txEl>
                                              <p:charRg st="28" end="48"/>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charRg st="48" end="64"/>
                                            </p:txEl>
                                          </p:spTgt>
                                        </p:tgtEl>
                                        <p:attrNameLst>
                                          <p:attrName>style.visibility</p:attrName>
                                        </p:attrNameLst>
                                      </p:cBhvr>
                                      <p:to>
                                        <p:strVal val="visible"/>
                                      </p:to>
                                    </p:set>
                                    <p:animEffect transition="in" filter="barn(inVertical)">
                                      <p:cBhvr>
                                        <p:cTn id="13" dur="500"/>
                                        <p:tgtEl>
                                          <p:spTgt spid="3">
                                            <p:txEl>
                                              <p:charRg st="48" end="6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charRg st="64" end="80"/>
                                            </p:txEl>
                                          </p:spTgt>
                                        </p:tgtEl>
                                        <p:attrNameLst>
                                          <p:attrName>style.visibility</p:attrName>
                                        </p:attrNameLst>
                                      </p:cBhvr>
                                      <p:to>
                                        <p:strVal val="visible"/>
                                      </p:to>
                                    </p:set>
                                    <p:animEffect transition="in" filter="barn(inVertical)">
                                      <p:cBhvr>
                                        <p:cTn id="16" dur="500"/>
                                        <p:tgtEl>
                                          <p:spTgt spid="3">
                                            <p:txEl>
                                              <p:charRg st="64" end="80"/>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charRg st="80" end="640"/>
                                            </p:txEl>
                                          </p:spTgt>
                                        </p:tgtEl>
                                        <p:attrNameLst>
                                          <p:attrName>style.visibility</p:attrName>
                                        </p:attrNameLst>
                                      </p:cBhvr>
                                      <p:to>
                                        <p:strVal val="visible"/>
                                      </p:to>
                                    </p:set>
                                    <p:animEffect transition="in" filter="barn(inVertical)">
                                      <p:cBhvr>
                                        <p:cTn id="19" dur="500"/>
                                        <p:tgtEl>
                                          <p:spTgt spid="3">
                                            <p:txEl>
                                              <p:charRg st="80" end="6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9219"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Ø"/>
              <a:defRPr/>
            </a:pPr>
            <a:r>
              <a:rPr kumimoji="0" lang="zh-CN" altLang="en-US" sz="28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全国人民代表大会常务委员会通过</a:t>
            </a:r>
            <a:endParaRPr kumimoji="0" lang="en-US" altLang="zh-CN" sz="28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1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中华人民共和国国家安全法（摘录）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2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中华人民共和国反不正当竞争法（摘录）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3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中华人民共和国警察法（摘录）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4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中华人民共和国预防未成年人犯罪法（摘录）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5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全国人大常委会关于维护互联网安全的决定（摘录）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6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中华人民共和国证券投资基金法（摘录）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7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中华人民共和国电子签名法（摘录）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8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中华人民共和国证券法（摘录）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9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中华人民共和国治安管理处罚法（摘录）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10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中华人民共和国突发事件应对法（摘录）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11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中华人民共和国侵权责任法（摘录）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12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中华人民共和国著作权法（摘录）</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ts val="700"/>
              </a:spcBef>
              <a:spcAft>
                <a:spcPct val="0"/>
              </a:spcAft>
              <a:buClr>
                <a:schemeClr val="tx1">
                  <a:lumMod val="60000"/>
                  <a:lumOff val="40000"/>
                </a:schemeClr>
              </a:buClr>
              <a:buSzPct val="60000"/>
              <a:buFont typeface="Wingdings" panose="05000000000000000000" pitchFamily="2" charset="2"/>
              <a:buChar char="ü"/>
              <a:defRPr/>
            </a:pP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13 </a:t>
            </a:r>
            <a:r>
              <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中华人民共和国保守国家秘密法（摘录）</a:t>
            </a:r>
            <a:r>
              <a:rPr kumimoji="0" lang="en-US" altLang="zh-CN"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rPr>
              <a:t> </a:t>
            </a:r>
            <a:endParaRPr kumimoji="0" lang="zh-CN" altLang="en-US" sz="1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9">
                                            <p:txEl>
                                              <p:charRg st="16" end="35"/>
                                            </p:txEl>
                                          </p:spTgt>
                                        </p:tgtEl>
                                        <p:attrNameLst>
                                          <p:attrName>style.visibility</p:attrName>
                                        </p:attrNameLst>
                                      </p:cBhvr>
                                      <p:to>
                                        <p:strVal val="visible"/>
                                      </p:to>
                                    </p:set>
                                    <p:animEffect transition="in" filter="barn(inVertical)">
                                      <p:cBhvr>
                                        <p:cTn id="7" dur="500"/>
                                        <p:tgtEl>
                                          <p:spTgt spid="9219">
                                            <p:txEl>
                                              <p:charRg st="16" end="35"/>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9219">
                                            <p:txEl>
                                              <p:charRg st="35" end="56"/>
                                            </p:txEl>
                                          </p:spTgt>
                                        </p:tgtEl>
                                        <p:attrNameLst>
                                          <p:attrName>style.visibility</p:attrName>
                                        </p:attrNameLst>
                                      </p:cBhvr>
                                      <p:to>
                                        <p:strVal val="visible"/>
                                      </p:to>
                                    </p:set>
                                    <p:animEffect transition="in" filter="barn(inVertical)">
                                      <p:cBhvr>
                                        <p:cTn id="10" dur="500"/>
                                        <p:tgtEl>
                                          <p:spTgt spid="9219">
                                            <p:txEl>
                                              <p:charRg st="35" end="56"/>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9219">
                                            <p:txEl>
                                              <p:charRg st="56" end="73"/>
                                            </p:txEl>
                                          </p:spTgt>
                                        </p:tgtEl>
                                        <p:attrNameLst>
                                          <p:attrName>style.visibility</p:attrName>
                                        </p:attrNameLst>
                                      </p:cBhvr>
                                      <p:to>
                                        <p:strVal val="visible"/>
                                      </p:to>
                                    </p:set>
                                    <p:animEffect transition="in" filter="barn(inVertical)">
                                      <p:cBhvr>
                                        <p:cTn id="13" dur="500"/>
                                        <p:tgtEl>
                                          <p:spTgt spid="9219">
                                            <p:txEl>
                                              <p:charRg st="56" end="7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9219">
                                            <p:txEl>
                                              <p:charRg st="73" end="96"/>
                                            </p:txEl>
                                          </p:spTgt>
                                        </p:tgtEl>
                                        <p:attrNameLst>
                                          <p:attrName>style.visibility</p:attrName>
                                        </p:attrNameLst>
                                      </p:cBhvr>
                                      <p:to>
                                        <p:strVal val="visible"/>
                                      </p:to>
                                    </p:set>
                                    <p:animEffect transition="in" filter="barn(inVertical)">
                                      <p:cBhvr>
                                        <p:cTn id="16" dur="500"/>
                                        <p:tgtEl>
                                          <p:spTgt spid="9219">
                                            <p:txEl>
                                              <p:charRg st="73" end="9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9219">
                                            <p:txEl>
                                              <p:charRg st="96" end="122"/>
                                            </p:txEl>
                                          </p:spTgt>
                                        </p:tgtEl>
                                        <p:attrNameLst>
                                          <p:attrName>style.visibility</p:attrName>
                                        </p:attrNameLst>
                                      </p:cBhvr>
                                      <p:to>
                                        <p:strVal val="visible"/>
                                      </p:to>
                                    </p:set>
                                    <p:animEffect transition="in" filter="barn(inVertical)">
                                      <p:cBhvr>
                                        <p:cTn id="19" dur="500"/>
                                        <p:tgtEl>
                                          <p:spTgt spid="9219">
                                            <p:txEl>
                                              <p:charRg st="96" end="122"/>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9219">
                                            <p:txEl>
                                              <p:charRg st="122" end="143"/>
                                            </p:txEl>
                                          </p:spTgt>
                                        </p:tgtEl>
                                        <p:attrNameLst>
                                          <p:attrName>style.visibility</p:attrName>
                                        </p:attrNameLst>
                                      </p:cBhvr>
                                      <p:to>
                                        <p:strVal val="visible"/>
                                      </p:to>
                                    </p:set>
                                    <p:animEffect transition="in" filter="barn(inVertical)">
                                      <p:cBhvr>
                                        <p:cTn id="22" dur="500"/>
                                        <p:tgtEl>
                                          <p:spTgt spid="9219">
                                            <p:txEl>
                                              <p:charRg st="122" end="143"/>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9219">
                                            <p:txEl>
                                              <p:charRg st="143" end="162"/>
                                            </p:txEl>
                                          </p:spTgt>
                                        </p:tgtEl>
                                        <p:attrNameLst>
                                          <p:attrName>style.visibility</p:attrName>
                                        </p:attrNameLst>
                                      </p:cBhvr>
                                      <p:to>
                                        <p:strVal val="visible"/>
                                      </p:to>
                                    </p:set>
                                    <p:animEffect transition="in" filter="barn(inVertical)">
                                      <p:cBhvr>
                                        <p:cTn id="25" dur="500"/>
                                        <p:tgtEl>
                                          <p:spTgt spid="9219">
                                            <p:txEl>
                                              <p:charRg st="143" end="162"/>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9219">
                                            <p:txEl>
                                              <p:charRg st="162" end="179"/>
                                            </p:txEl>
                                          </p:spTgt>
                                        </p:tgtEl>
                                        <p:attrNameLst>
                                          <p:attrName>style.visibility</p:attrName>
                                        </p:attrNameLst>
                                      </p:cBhvr>
                                      <p:to>
                                        <p:strVal val="visible"/>
                                      </p:to>
                                    </p:set>
                                    <p:animEffect transition="in" filter="barn(inVertical)">
                                      <p:cBhvr>
                                        <p:cTn id="28" dur="500"/>
                                        <p:tgtEl>
                                          <p:spTgt spid="9219">
                                            <p:txEl>
                                              <p:charRg st="162" end="179"/>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9219">
                                            <p:txEl>
                                              <p:charRg st="179" end="200"/>
                                            </p:txEl>
                                          </p:spTgt>
                                        </p:tgtEl>
                                        <p:attrNameLst>
                                          <p:attrName>style.visibility</p:attrName>
                                        </p:attrNameLst>
                                      </p:cBhvr>
                                      <p:to>
                                        <p:strVal val="visible"/>
                                      </p:to>
                                    </p:set>
                                    <p:animEffect transition="in" filter="barn(inVertical)">
                                      <p:cBhvr>
                                        <p:cTn id="31" dur="500"/>
                                        <p:tgtEl>
                                          <p:spTgt spid="9219">
                                            <p:txEl>
                                              <p:charRg st="179" end="200"/>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9219">
                                            <p:txEl>
                                              <p:charRg st="200" end="222"/>
                                            </p:txEl>
                                          </p:spTgt>
                                        </p:tgtEl>
                                        <p:attrNameLst>
                                          <p:attrName>style.visibility</p:attrName>
                                        </p:attrNameLst>
                                      </p:cBhvr>
                                      <p:to>
                                        <p:strVal val="visible"/>
                                      </p:to>
                                    </p:set>
                                    <p:animEffect transition="in" filter="barn(inVertical)">
                                      <p:cBhvr>
                                        <p:cTn id="34" dur="500"/>
                                        <p:tgtEl>
                                          <p:spTgt spid="9219">
                                            <p:txEl>
                                              <p:charRg st="200" end="222"/>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9219">
                                            <p:txEl>
                                              <p:charRg st="222" end="242"/>
                                            </p:txEl>
                                          </p:spTgt>
                                        </p:tgtEl>
                                        <p:attrNameLst>
                                          <p:attrName>style.visibility</p:attrName>
                                        </p:attrNameLst>
                                      </p:cBhvr>
                                      <p:to>
                                        <p:strVal val="visible"/>
                                      </p:to>
                                    </p:set>
                                    <p:animEffect transition="in" filter="barn(inVertical)">
                                      <p:cBhvr>
                                        <p:cTn id="37" dur="500"/>
                                        <p:tgtEl>
                                          <p:spTgt spid="9219">
                                            <p:txEl>
                                              <p:charRg st="222" end="242"/>
                                            </p:txEl>
                                          </p:spTgt>
                                        </p:tgtEl>
                                      </p:cBhvr>
                                    </p:animEffect>
                                  </p:childTnLst>
                                </p:cTn>
                              </p:par>
                              <p:par>
                                <p:cTn id="38" presetID="16" presetClass="entr" presetSubtype="21" fill="hold" nodeType="withEffect">
                                  <p:stCondLst>
                                    <p:cond delay="0"/>
                                  </p:stCondLst>
                                  <p:childTnLst>
                                    <p:set>
                                      <p:cBhvr>
                                        <p:cTn id="39" dur="1" fill="hold">
                                          <p:stCondLst>
                                            <p:cond delay="0"/>
                                          </p:stCondLst>
                                        </p:cTn>
                                        <p:tgtEl>
                                          <p:spTgt spid="9219">
                                            <p:txEl>
                                              <p:charRg st="242" end="261"/>
                                            </p:txEl>
                                          </p:spTgt>
                                        </p:tgtEl>
                                        <p:attrNameLst>
                                          <p:attrName>style.visibility</p:attrName>
                                        </p:attrNameLst>
                                      </p:cBhvr>
                                      <p:to>
                                        <p:strVal val="visible"/>
                                      </p:to>
                                    </p:set>
                                    <p:animEffect transition="in" filter="barn(inVertical)">
                                      <p:cBhvr>
                                        <p:cTn id="40" dur="500"/>
                                        <p:tgtEl>
                                          <p:spTgt spid="9219">
                                            <p:txEl>
                                              <p:charRg st="242" end="261"/>
                                            </p:txEl>
                                          </p:spTgt>
                                        </p:tgtEl>
                                      </p:cBhvr>
                                    </p:animEffect>
                                  </p:childTnLst>
                                </p:cTn>
                              </p:par>
                              <p:par>
                                <p:cTn id="41" presetID="16" presetClass="entr" presetSubtype="21" fill="hold" nodeType="withEffect">
                                  <p:stCondLst>
                                    <p:cond delay="0"/>
                                  </p:stCondLst>
                                  <p:childTnLst>
                                    <p:set>
                                      <p:cBhvr>
                                        <p:cTn id="42" dur="1" fill="hold">
                                          <p:stCondLst>
                                            <p:cond delay="0"/>
                                          </p:stCondLst>
                                        </p:cTn>
                                        <p:tgtEl>
                                          <p:spTgt spid="9219">
                                            <p:txEl>
                                              <p:charRg st="261" end="284"/>
                                            </p:txEl>
                                          </p:spTgt>
                                        </p:tgtEl>
                                        <p:attrNameLst>
                                          <p:attrName>style.visibility</p:attrName>
                                        </p:attrNameLst>
                                      </p:cBhvr>
                                      <p:to>
                                        <p:strVal val="visible"/>
                                      </p:to>
                                    </p:set>
                                    <p:animEffect transition="in" filter="barn(inVertical)">
                                      <p:cBhvr>
                                        <p:cTn id="43" dur="500"/>
                                        <p:tgtEl>
                                          <p:spTgt spid="9219">
                                            <p:txEl>
                                              <p:charRg st="261" end="2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0243"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中华人民共和国国家安全法（摘录）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700" dirty="0">
                <a:solidFill>
                  <a:srgbClr val="000000"/>
                </a:solidFill>
                <a:latin typeface="华文楷体" panose="02010600040101010101" pitchFamily="2" charset="-122"/>
                <a:ea typeface="华文楷体" panose="02010600040101010101" pitchFamily="2" charset="-122"/>
              </a:rPr>
              <a:t>68</a:t>
            </a:r>
            <a:r>
              <a:rPr lang="zh-CN" altLang="en-US" sz="2700" dirty="0">
                <a:solidFill>
                  <a:srgbClr val="000000"/>
                </a:solidFill>
                <a:latin typeface="华文楷体" panose="02010600040101010101" pitchFamily="2" charset="-122"/>
                <a:ea typeface="华文楷体" panose="02010600040101010101" pitchFamily="2" charset="-122"/>
              </a:rPr>
              <a:t>号</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发布日期：</a:t>
            </a:r>
            <a:r>
              <a:rPr lang="en-US" altLang="zh-CN" sz="2700" dirty="0">
                <a:solidFill>
                  <a:srgbClr val="000000"/>
                </a:solidFill>
                <a:latin typeface="华文楷体" panose="02010600040101010101" pitchFamily="2" charset="-122"/>
                <a:ea typeface="华文楷体" panose="02010600040101010101" pitchFamily="2" charset="-122"/>
              </a:rPr>
              <a:t>1993-2-22</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生效日期：</a:t>
            </a:r>
            <a:r>
              <a:rPr lang="en-US" altLang="zh-CN" sz="2700" dirty="0">
                <a:solidFill>
                  <a:srgbClr val="000000"/>
                </a:solidFill>
                <a:latin typeface="华文楷体" panose="02010600040101010101" pitchFamily="2" charset="-122"/>
                <a:ea typeface="华文楷体" panose="02010600040101010101" pitchFamily="2" charset="-122"/>
              </a:rPr>
              <a:t>1993-2-22</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a:t>
            </a:r>
            <a:r>
              <a:rPr lang="en-US" altLang="zh-CN" sz="2700" dirty="0">
                <a:solidFill>
                  <a:srgbClr val="000000"/>
                </a:solidFill>
                <a:latin typeface="华文楷体" panose="02010600040101010101" pitchFamily="2" charset="-122"/>
                <a:ea typeface="华文楷体" panose="02010600040101010101" pitchFamily="2" charset="-122"/>
              </a:rPr>
              <a:t>1993</a:t>
            </a:r>
            <a:r>
              <a:rPr lang="zh-CN" altLang="en-US" sz="2700" dirty="0">
                <a:solidFill>
                  <a:srgbClr val="000000"/>
                </a:solidFill>
                <a:latin typeface="华文楷体" panose="02010600040101010101" pitchFamily="2" charset="-122"/>
                <a:ea typeface="华文楷体" panose="02010600040101010101" pitchFamily="2" charset="-122"/>
              </a:rPr>
              <a:t>年</a:t>
            </a:r>
            <a:r>
              <a:rPr lang="en-US" altLang="zh-CN" sz="2700" dirty="0">
                <a:solidFill>
                  <a:srgbClr val="000000"/>
                </a:solidFill>
                <a:latin typeface="华文楷体" panose="02010600040101010101" pitchFamily="2" charset="-122"/>
                <a:ea typeface="华文楷体" panose="02010600040101010101" pitchFamily="2" charset="-122"/>
              </a:rPr>
              <a:t>2</a:t>
            </a:r>
            <a:r>
              <a:rPr lang="zh-CN" altLang="en-US" sz="2700" dirty="0">
                <a:solidFill>
                  <a:srgbClr val="000000"/>
                </a:solidFill>
                <a:latin typeface="华文楷体" panose="02010600040101010101" pitchFamily="2" charset="-122"/>
                <a:ea typeface="华文楷体" panose="02010600040101010101" pitchFamily="2" charset="-122"/>
              </a:rPr>
              <a:t>月</a:t>
            </a:r>
            <a:r>
              <a:rPr lang="en-US" altLang="zh-CN" sz="2700" dirty="0">
                <a:solidFill>
                  <a:srgbClr val="000000"/>
                </a:solidFill>
                <a:latin typeface="华文楷体" panose="02010600040101010101" pitchFamily="2" charset="-122"/>
                <a:ea typeface="华文楷体" panose="02010600040101010101" pitchFamily="2" charset="-122"/>
              </a:rPr>
              <a:t>22</a:t>
            </a:r>
            <a:r>
              <a:rPr lang="zh-CN" altLang="en-US" sz="2700" dirty="0">
                <a:solidFill>
                  <a:srgbClr val="000000"/>
                </a:solidFill>
                <a:latin typeface="华文楷体" panose="02010600040101010101" pitchFamily="2" charset="-122"/>
                <a:ea typeface="华文楷体" panose="02010600040101010101" pitchFamily="2" charset="-122"/>
              </a:rPr>
              <a:t>日第七届全国人民代表大会常务委员会第三十次会议通过，</a:t>
            </a:r>
            <a:r>
              <a:rPr lang="en-US" altLang="zh-CN" sz="2700" dirty="0">
                <a:solidFill>
                  <a:srgbClr val="000000"/>
                </a:solidFill>
                <a:latin typeface="华文楷体" panose="02010600040101010101" pitchFamily="2" charset="-122"/>
                <a:ea typeface="华文楷体" panose="02010600040101010101" pitchFamily="2" charset="-122"/>
              </a:rPr>
              <a:t>2009</a:t>
            </a:r>
            <a:r>
              <a:rPr lang="zh-CN" altLang="en-US" sz="2700" dirty="0">
                <a:solidFill>
                  <a:srgbClr val="000000"/>
                </a:solidFill>
                <a:latin typeface="华文楷体" panose="02010600040101010101" pitchFamily="2" charset="-122"/>
                <a:ea typeface="华文楷体" panose="02010600040101010101" pitchFamily="2" charset="-122"/>
              </a:rPr>
              <a:t>年</a:t>
            </a:r>
            <a:r>
              <a:rPr lang="en-US" altLang="zh-CN" sz="2700" dirty="0">
                <a:solidFill>
                  <a:srgbClr val="000000"/>
                </a:solidFill>
                <a:latin typeface="华文楷体" panose="02010600040101010101" pitchFamily="2" charset="-122"/>
                <a:ea typeface="华文楷体" panose="02010600040101010101" pitchFamily="2" charset="-122"/>
              </a:rPr>
              <a:t>08</a:t>
            </a:r>
            <a:r>
              <a:rPr lang="zh-CN" altLang="en-US" sz="2700" dirty="0">
                <a:solidFill>
                  <a:srgbClr val="000000"/>
                </a:solidFill>
                <a:latin typeface="华文楷体" panose="02010600040101010101" pitchFamily="2" charset="-122"/>
                <a:ea typeface="华文楷体" panose="02010600040101010101" pitchFamily="2" charset="-122"/>
              </a:rPr>
              <a:t>月</a:t>
            </a:r>
            <a:r>
              <a:rPr lang="en-US" altLang="zh-CN" sz="2700" dirty="0">
                <a:solidFill>
                  <a:srgbClr val="000000"/>
                </a:solidFill>
                <a:latin typeface="华文楷体" panose="02010600040101010101" pitchFamily="2" charset="-122"/>
                <a:ea typeface="华文楷体" panose="02010600040101010101" pitchFamily="2" charset="-122"/>
              </a:rPr>
              <a:t>27</a:t>
            </a:r>
            <a:r>
              <a:rPr lang="zh-CN" altLang="en-US" sz="2700" dirty="0">
                <a:solidFill>
                  <a:srgbClr val="000000"/>
                </a:solidFill>
                <a:latin typeface="华文楷体" panose="02010600040101010101" pitchFamily="2" charset="-122"/>
                <a:ea typeface="华文楷体" panose="02010600040101010101" pitchFamily="2" charset="-122"/>
              </a:rPr>
              <a:t>日根据</a:t>
            </a:r>
            <a:r>
              <a:rPr lang="en-US" altLang="zh-CN" sz="2700" dirty="0">
                <a:solidFill>
                  <a:srgbClr val="000000"/>
                </a:solidFill>
                <a:latin typeface="华文楷体" panose="02010600040101010101" pitchFamily="2" charset="-122"/>
                <a:ea typeface="华文楷体" panose="02010600040101010101" pitchFamily="2" charset="-122"/>
              </a:rPr>
              <a:t>《</a:t>
            </a:r>
            <a:r>
              <a:rPr lang="zh-CN" altLang="en-US" sz="2700" dirty="0">
                <a:solidFill>
                  <a:srgbClr val="000000"/>
                </a:solidFill>
                <a:latin typeface="华文楷体" panose="02010600040101010101" pitchFamily="2" charset="-122"/>
                <a:ea typeface="华文楷体" panose="02010600040101010101" pitchFamily="2" charset="-122"/>
              </a:rPr>
              <a:t>全国人民代表大会常务委员会关于修改部分法律的决定</a:t>
            </a:r>
            <a:r>
              <a:rPr lang="en-US" altLang="zh-CN" sz="2700" dirty="0">
                <a:solidFill>
                  <a:srgbClr val="000000"/>
                </a:solidFill>
                <a:latin typeface="华文楷体" panose="02010600040101010101" pitchFamily="2" charset="-122"/>
                <a:ea typeface="华文楷体" panose="02010600040101010101" pitchFamily="2" charset="-122"/>
              </a:rPr>
              <a:t>》</a:t>
            </a:r>
            <a:r>
              <a:rPr lang="zh-CN" altLang="en-US" sz="2700" dirty="0">
                <a:solidFill>
                  <a:srgbClr val="000000"/>
                </a:solidFill>
                <a:latin typeface="华文楷体" panose="02010600040101010101" pitchFamily="2" charset="-122"/>
                <a:ea typeface="华文楷体" panose="02010600040101010101" pitchFamily="2" charset="-122"/>
              </a:rPr>
              <a:t>修订）</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43">
                                            <p:txEl>
                                              <p:charRg st="17" end="36"/>
                                            </p:txEl>
                                          </p:spTgt>
                                        </p:tgtEl>
                                        <p:attrNameLst>
                                          <p:attrName>style.visibility</p:attrName>
                                        </p:attrNameLst>
                                      </p:cBhvr>
                                      <p:to>
                                        <p:strVal val="visible"/>
                                      </p:to>
                                    </p:set>
                                    <p:animEffect transition="in" filter="fade">
                                      <p:cBhvr>
                                        <p:cTn id="7" dur="1000"/>
                                        <p:tgtEl>
                                          <p:spTgt spid="10243">
                                            <p:txEl>
                                              <p:charRg st="17" end="36"/>
                                            </p:txEl>
                                          </p:spTgt>
                                        </p:tgtEl>
                                      </p:cBhvr>
                                    </p:animEffect>
                                    <p:anim calcmode="lin" valueType="num">
                                      <p:cBhvr>
                                        <p:cTn id="8" dur="1000" fill="hold"/>
                                        <p:tgtEl>
                                          <p:spTgt spid="10243">
                                            <p:txEl>
                                              <p:charRg st="17" end="36"/>
                                            </p:txEl>
                                          </p:spTgt>
                                        </p:tgtEl>
                                        <p:attrNameLst>
                                          <p:attrName>ppt_x</p:attrName>
                                        </p:attrNameLst>
                                      </p:cBhvr>
                                      <p:tavLst>
                                        <p:tav tm="0">
                                          <p:val>
                                            <p:strVal val="#ppt_x"/>
                                          </p:val>
                                        </p:tav>
                                        <p:tav tm="100000">
                                          <p:val>
                                            <p:strVal val="#ppt_x"/>
                                          </p:val>
                                        </p:tav>
                                      </p:tavLst>
                                    </p:anim>
                                    <p:anim calcmode="lin" valueType="num">
                                      <p:cBhvr>
                                        <p:cTn id="9" dur="1000" fill="hold"/>
                                        <p:tgtEl>
                                          <p:spTgt spid="10243">
                                            <p:txEl>
                                              <p:charRg st="17" end="3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243">
                                            <p:txEl>
                                              <p:charRg st="36" end="56"/>
                                            </p:txEl>
                                          </p:spTgt>
                                        </p:tgtEl>
                                        <p:attrNameLst>
                                          <p:attrName>style.visibility</p:attrName>
                                        </p:attrNameLst>
                                      </p:cBhvr>
                                      <p:to>
                                        <p:strVal val="visible"/>
                                      </p:to>
                                    </p:set>
                                    <p:animEffect transition="in" filter="fade">
                                      <p:cBhvr>
                                        <p:cTn id="12" dur="1000"/>
                                        <p:tgtEl>
                                          <p:spTgt spid="10243">
                                            <p:txEl>
                                              <p:charRg st="36" end="56"/>
                                            </p:txEl>
                                          </p:spTgt>
                                        </p:tgtEl>
                                      </p:cBhvr>
                                    </p:animEffect>
                                    <p:anim calcmode="lin" valueType="num">
                                      <p:cBhvr>
                                        <p:cTn id="13" dur="1000" fill="hold"/>
                                        <p:tgtEl>
                                          <p:spTgt spid="10243">
                                            <p:txEl>
                                              <p:charRg st="36" end="56"/>
                                            </p:txEl>
                                          </p:spTgt>
                                        </p:tgtEl>
                                        <p:attrNameLst>
                                          <p:attrName>ppt_x</p:attrName>
                                        </p:attrNameLst>
                                      </p:cBhvr>
                                      <p:tavLst>
                                        <p:tav tm="0">
                                          <p:val>
                                            <p:strVal val="#ppt_x"/>
                                          </p:val>
                                        </p:tav>
                                        <p:tav tm="100000">
                                          <p:val>
                                            <p:strVal val="#ppt_x"/>
                                          </p:val>
                                        </p:tav>
                                      </p:tavLst>
                                    </p:anim>
                                    <p:anim calcmode="lin" valueType="num">
                                      <p:cBhvr>
                                        <p:cTn id="14" dur="1000" fill="hold"/>
                                        <p:tgtEl>
                                          <p:spTgt spid="10243">
                                            <p:txEl>
                                              <p:charRg st="36" end="5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243">
                                            <p:txEl>
                                              <p:charRg st="56" end="71"/>
                                            </p:txEl>
                                          </p:spTgt>
                                        </p:tgtEl>
                                        <p:attrNameLst>
                                          <p:attrName>style.visibility</p:attrName>
                                        </p:attrNameLst>
                                      </p:cBhvr>
                                      <p:to>
                                        <p:strVal val="visible"/>
                                      </p:to>
                                    </p:set>
                                    <p:animEffect transition="in" filter="fade">
                                      <p:cBhvr>
                                        <p:cTn id="17" dur="1000"/>
                                        <p:tgtEl>
                                          <p:spTgt spid="10243">
                                            <p:txEl>
                                              <p:charRg st="56" end="71"/>
                                            </p:txEl>
                                          </p:spTgt>
                                        </p:tgtEl>
                                      </p:cBhvr>
                                    </p:animEffect>
                                    <p:anim calcmode="lin" valueType="num">
                                      <p:cBhvr>
                                        <p:cTn id="18" dur="1000" fill="hold"/>
                                        <p:tgtEl>
                                          <p:spTgt spid="10243">
                                            <p:txEl>
                                              <p:charRg st="56" end="71"/>
                                            </p:txEl>
                                          </p:spTgt>
                                        </p:tgtEl>
                                        <p:attrNameLst>
                                          <p:attrName>ppt_x</p:attrName>
                                        </p:attrNameLst>
                                      </p:cBhvr>
                                      <p:tavLst>
                                        <p:tav tm="0">
                                          <p:val>
                                            <p:strVal val="#ppt_x"/>
                                          </p:val>
                                        </p:tav>
                                        <p:tav tm="100000">
                                          <p:val>
                                            <p:strVal val="#ppt_x"/>
                                          </p:val>
                                        </p:tav>
                                      </p:tavLst>
                                    </p:anim>
                                    <p:anim calcmode="lin" valueType="num">
                                      <p:cBhvr>
                                        <p:cTn id="19" dur="1000" fill="hold"/>
                                        <p:tgtEl>
                                          <p:spTgt spid="10243">
                                            <p:txEl>
                                              <p:charRg st="56" end="7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243">
                                            <p:txEl>
                                              <p:charRg st="71" end="86"/>
                                            </p:txEl>
                                          </p:spTgt>
                                        </p:tgtEl>
                                        <p:attrNameLst>
                                          <p:attrName>style.visibility</p:attrName>
                                        </p:attrNameLst>
                                      </p:cBhvr>
                                      <p:to>
                                        <p:strVal val="visible"/>
                                      </p:to>
                                    </p:set>
                                    <p:animEffect transition="in" filter="fade">
                                      <p:cBhvr>
                                        <p:cTn id="22" dur="1000"/>
                                        <p:tgtEl>
                                          <p:spTgt spid="10243">
                                            <p:txEl>
                                              <p:charRg st="71" end="86"/>
                                            </p:txEl>
                                          </p:spTgt>
                                        </p:tgtEl>
                                      </p:cBhvr>
                                    </p:animEffect>
                                    <p:anim calcmode="lin" valueType="num">
                                      <p:cBhvr>
                                        <p:cTn id="23" dur="1000" fill="hold"/>
                                        <p:tgtEl>
                                          <p:spTgt spid="10243">
                                            <p:txEl>
                                              <p:charRg st="71" end="86"/>
                                            </p:txEl>
                                          </p:spTgt>
                                        </p:tgtEl>
                                        <p:attrNameLst>
                                          <p:attrName>ppt_x</p:attrName>
                                        </p:attrNameLst>
                                      </p:cBhvr>
                                      <p:tavLst>
                                        <p:tav tm="0">
                                          <p:val>
                                            <p:strVal val="#ppt_x"/>
                                          </p:val>
                                        </p:tav>
                                        <p:tav tm="100000">
                                          <p:val>
                                            <p:strVal val="#ppt_x"/>
                                          </p:val>
                                        </p:tav>
                                      </p:tavLst>
                                    </p:anim>
                                    <p:anim calcmode="lin" valueType="num">
                                      <p:cBhvr>
                                        <p:cTn id="24" dur="1000" fill="hold"/>
                                        <p:tgtEl>
                                          <p:spTgt spid="10243">
                                            <p:txEl>
                                              <p:charRg st="71" end="8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243">
                                            <p:txEl>
                                              <p:charRg st="86" end="165"/>
                                            </p:txEl>
                                          </p:spTgt>
                                        </p:tgtEl>
                                        <p:attrNameLst>
                                          <p:attrName>style.visibility</p:attrName>
                                        </p:attrNameLst>
                                      </p:cBhvr>
                                      <p:to>
                                        <p:strVal val="visible"/>
                                      </p:to>
                                    </p:set>
                                    <p:animEffect transition="in" filter="fade">
                                      <p:cBhvr>
                                        <p:cTn id="27" dur="1000"/>
                                        <p:tgtEl>
                                          <p:spTgt spid="10243">
                                            <p:txEl>
                                              <p:charRg st="86" end="165"/>
                                            </p:txEl>
                                          </p:spTgt>
                                        </p:tgtEl>
                                      </p:cBhvr>
                                    </p:animEffect>
                                    <p:anim calcmode="lin" valueType="num">
                                      <p:cBhvr>
                                        <p:cTn id="28" dur="1000" fill="hold"/>
                                        <p:tgtEl>
                                          <p:spTgt spid="10243">
                                            <p:txEl>
                                              <p:charRg st="86" end="165"/>
                                            </p:txEl>
                                          </p:spTgt>
                                        </p:tgtEl>
                                        <p:attrNameLst>
                                          <p:attrName>ppt_x</p:attrName>
                                        </p:attrNameLst>
                                      </p:cBhvr>
                                      <p:tavLst>
                                        <p:tav tm="0">
                                          <p:val>
                                            <p:strVal val="#ppt_x"/>
                                          </p:val>
                                        </p:tav>
                                        <p:tav tm="100000">
                                          <p:val>
                                            <p:strVal val="#ppt_x"/>
                                          </p:val>
                                        </p:tav>
                                      </p:tavLst>
                                    </p:anim>
                                    <p:anim calcmode="lin" valueType="num">
                                      <p:cBhvr>
                                        <p:cTn id="29" dur="1000" fill="hold"/>
                                        <p:tgtEl>
                                          <p:spTgt spid="10243">
                                            <p:txEl>
                                              <p:charRg st="86" end="16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1267" name="内容占位符 2"/>
          <p:cNvSpPr>
            <a:spLocks noGrp="1"/>
          </p:cNvSpPr>
          <p:nvPr>
            <p:ph idx="1"/>
          </p:nvPr>
        </p:nvSpPr>
        <p:spPr>
          <a:xfrm>
            <a:off x="457200" y="1371600"/>
            <a:ext cx="8229600" cy="5105400"/>
          </a:xfrm>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中华人民共和国反不正当竞争法（摘录）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4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4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4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400" dirty="0">
                <a:solidFill>
                  <a:srgbClr val="000000"/>
                </a:solidFill>
                <a:latin typeface="华文楷体" panose="02010600040101010101" pitchFamily="2" charset="-122"/>
                <a:ea typeface="华文楷体" panose="02010600040101010101" pitchFamily="2" charset="-122"/>
              </a:rPr>
              <a:t>10</a:t>
            </a:r>
            <a:r>
              <a:rPr lang="zh-CN" altLang="en-US" sz="2400" dirty="0">
                <a:solidFill>
                  <a:srgbClr val="000000"/>
                </a:solidFill>
                <a:latin typeface="华文楷体" panose="02010600040101010101" pitchFamily="2" charset="-122"/>
                <a:ea typeface="华文楷体" panose="02010600040101010101" pitchFamily="2" charset="-122"/>
              </a:rPr>
              <a:t>号</a:t>
            </a:r>
            <a:endParaRPr lang="zh-CN" altLang="en-US" sz="24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400" dirty="0">
                <a:solidFill>
                  <a:srgbClr val="000000"/>
                </a:solidFill>
                <a:latin typeface="华文楷体" panose="02010600040101010101" pitchFamily="2" charset="-122"/>
                <a:ea typeface="华文楷体" panose="02010600040101010101" pitchFamily="2" charset="-122"/>
              </a:rPr>
              <a:t>发布日期：</a:t>
            </a:r>
            <a:r>
              <a:rPr lang="en-US" altLang="zh-CN" sz="2400" dirty="0">
                <a:solidFill>
                  <a:srgbClr val="000000"/>
                </a:solidFill>
                <a:latin typeface="华文楷体" panose="02010600040101010101" pitchFamily="2" charset="-122"/>
                <a:ea typeface="华文楷体" panose="02010600040101010101" pitchFamily="2" charset="-122"/>
              </a:rPr>
              <a:t>1993-03-02</a:t>
            </a:r>
            <a:endParaRPr lang="zh-CN" altLang="en-US" sz="24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400" dirty="0">
                <a:solidFill>
                  <a:srgbClr val="000000"/>
                </a:solidFill>
                <a:latin typeface="华文楷体" panose="02010600040101010101" pitchFamily="2" charset="-122"/>
                <a:ea typeface="华文楷体" panose="02010600040101010101" pitchFamily="2" charset="-122"/>
              </a:rPr>
              <a:t>生效日期：</a:t>
            </a:r>
            <a:r>
              <a:rPr lang="en-US" altLang="zh-CN" sz="2400" dirty="0">
                <a:solidFill>
                  <a:srgbClr val="000000"/>
                </a:solidFill>
                <a:latin typeface="华文楷体" panose="02010600040101010101" pitchFamily="2" charset="-122"/>
                <a:ea typeface="华文楷体" panose="02010600040101010101" pitchFamily="2" charset="-122"/>
              </a:rPr>
              <a:t>1993-12-01</a:t>
            </a:r>
            <a:endParaRPr lang="zh-CN" altLang="en-US" sz="24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400" dirty="0">
                <a:solidFill>
                  <a:srgbClr val="000000"/>
                </a:solidFill>
                <a:latin typeface="华文楷体" panose="02010600040101010101" pitchFamily="2" charset="-122"/>
                <a:ea typeface="华文楷体" panose="02010600040101010101" pitchFamily="2" charset="-122"/>
              </a:rPr>
              <a:t>（</a:t>
            </a:r>
            <a:r>
              <a:rPr lang="en-US" altLang="zh-CN" sz="2400" dirty="0">
                <a:solidFill>
                  <a:srgbClr val="000000"/>
                </a:solidFill>
                <a:latin typeface="华文楷体" panose="02010600040101010101" pitchFamily="2" charset="-122"/>
                <a:ea typeface="华文楷体" panose="02010600040101010101" pitchFamily="2" charset="-122"/>
              </a:rPr>
              <a:t>1993</a:t>
            </a:r>
            <a:r>
              <a:rPr lang="zh-CN" altLang="en-US" sz="2400" dirty="0">
                <a:solidFill>
                  <a:srgbClr val="000000"/>
                </a:solidFill>
                <a:latin typeface="华文楷体" panose="02010600040101010101" pitchFamily="2" charset="-122"/>
                <a:ea typeface="华文楷体" panose="02010600040101010101" pitchFamily="2" charset="-122"/>
              </a:rPr>
              <a:t>年</a:t>
            </a:r>
            <a:r>
              <a:rPr lang="en-US" altLang="zh-CN" sz="2400" dirty="0">
                <a:solidFill>
                  <a:srgbClr val="000000"/>
                </a:solidFill>
                <a:latin typeface="华文楷体" panose="02010600040101010101" pitchFamily="2" charset="-122"/>
                <a:ea typeface="华文楷体" panose="02010600040101010101" pitchFamily="2" charset="-122"/>
              </a:rPr>
              <a:t>9</a:t>
            </a:r>
            <a:r>
              <a:rPr lang="zh-CN" altLang="en-US" sz="2400" dirty="0">
                <a:solidFill>
                  <a:srgbClr val="000000"/>
                </a:solidFill>
                <a:latin typeface="华文楷体" panose="02010600040101010101" pitchFamily="2" charset="-122"/>
                <a:ea typeface="华文楷体" panose="02010600040101010101" pitchFamily="2" charset="-122"/>
              </a:rPr>
              <a:t>月</a:t>
            </a:r>
            <a:r>
              <a:rPr lang="en-US" altLang="zh-CN" sz="2400" dirty="0">
                <a:solidFill>
                  <a:srgbClr val="000000"/>
                </a:solidFill>
                <a:latin typeface="华文楷体" panose="02010600040101010101" pitchFamily="2" charset="-122"/>
                <a:ea typeface="华文楷体" panose="02010600040101010101" pitchFamily="2" charset="-122"/>
              </a:rPr>
              <a:t>2</a:t>
            </a:r>
            <a:r>
              <a:rPr lang="zh-CN" altLang="en-US" sz="2400" dirty="0">
                <a:solidFill>
                  <a:srgbClr val="000000"/>
                </a:solidFill>
                <a:latin typeface="华文楷体" panose="02010600040101010101" pitchFamily="2" charset="-122"/>
                <a:ea typeface="华文楷体" panose="02010600040101010101" pitchFamily="2" charset="-122"/>
              </a:rPr>
              <a:t>日第八届全国人民代表大会常务委员会第三次会议通过）</a:t>
            </a:r>
            <a:endParaRPr lang="zh-CN" altLang="en-US" sz="24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267">
                                            <p:txEl>
                                              <p:charRg st="19" end="38"/>
                                            </p:txEl>
                                          </p:spTgt>
                                        </p:tgtEl>
                                        <p:attrNameLst>
                                          <p:attrName>style.visibility</p:attrName>
                                        </p:attrNameLst>
                                      </p:cBhvr>
                                      <p:to>
                                        <p:strVal val="visible"/>
                                      </p:to>
                                    </p:set>
                                    <p:animEffect transition="in" filter="wipe(down)">
                                      <p:cBhvr>
                                        <p:cTn id="7" dur="500"/>
                                        <p:tgtEl>
                                          <p:spTgt spid="11267">
                                            <p:txEl>
                                              <p:charRg st="19" end="38"/>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1267">
                                            <p:txEl>
                                              <p:charRg st="38" end="58"/>
                                            </p:txEl>
                                          </p:spTgt>
                                        </p:tgtEl>
                                        <p:attrNameLst>
                                          <p:attrName>style.visibility</p:attrName>
                                        </p:attrNameLst>
                                      </p:cBhvr>
                                      <p:to>
                                        <p:strVal val="visible"/>
                                      </p:to>
                                    </p:set>
                                    <p:animEffect transition="in" filter="wipe(down)">
                                      <p:cBhvr>
                                        <p:cTn id="10" dur="500"/>
                                        <p:tgtEl>
                                          <p:spTgt spid="11267">
                                            <p:txEl>
                                              <p:charRg st="38" end="58"/>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1267">
                                            <p:txEl>
                                              <p:charRg st="58" end="74"/>
                                            </p:txEl>
                                          </p:spTgt>
                                        </p:tgtEl>
                                        <p:attrNameLst>
                                          <p:attrName>style.visibility</p:attrName>
                                        </p:attrNameLst>
                                      </p:cBhvr>
                                      <p:to>
                                        <p:strVal val="visible"/>
                                      </p:to>
                                    </p:set>
                                    <p:animEffect transition="in" filter="wipe(down)">
                                      <p:cBhvr>
                                        <p:cTn id="13" dur="500"/>
                                        <p:tgtEl>
                                          <p:spTgt spid="11267">
                                            <p:txEl>
                                              <p:charRg st="58" end="7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1267">
                                            <p:txEl>
                                              <p:charRg st="74" end="90"/>
                                            </p:txEl>
                                          </p:spTgt>
                                        </p:tgtEl>
                                        <p:attrNameLst>
                                          <p:attrName>style.visibility</p:attrName>
                                        </p:attrNameLst>
                                      </p:cBhvr>
                                      <p:to>
                                        <p:strVal val="visible"/>
                                      </p:to>
                                    </p:set>
                                    <p:animEffect transition="in" filter="wipe(down)">
                                      <p:cBhvr>
                                        <p:cTn id="16" dur="500"/>
                                        <p:tgtEl>
                                          <p:spTgt spid="11267">
                                            <p:txEl>
                                              <p:charRg st="74" end="90"/>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1267">
                                            <p:txEl>
                                              <p:charRg st="90" end="125"/>
                                            </p:txEl>
                                          </p:spTgt>
                                        </p:tgtEl>
                                        <p:attrNameLst>
                                          <p:attrName>style.visibility</p:attrName>
                                        </p:attrNameLst>
                                      </p:cBhvr>
                                      <p:to>
                                        <p:strVal val="visible"/>
                                      </p:to>
                                    </p:set>
                                    <p:animEffect transition="in" filter="wipe(down)">
                                      <p:cBhvr>
                                        <p:cTn id="19" dur="500"/>
                                        <p:tgtEl>
                                          <p:spTgt spid="11267">
                                            <p:txEl>
                                              <p:charRg st="90"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2291"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中华人民共和国警察法（摘录）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900" dirty="0">
                <a:solidFill>
                  <a:srgbClr val="000000"/>
                </a:solidFill>
                <a:latin typeface="华文楷体" panose="02010600040101010101" pitchFamily="2" charset="-122"/>
                <a:ea typeface="华文楷体" panose="02010600040101010101" pitchFamily="2" charset="-122"/>
              </a:rPr>
              <a:t>40</a:t>
            </a:r>
            <a:r>
              <a:rPr lang="zh-CN" altLang="en-US" sz="2900" dirty="0">
                <a:solidFill>
                  <a:srgbClr val="000000"/>
                </a:solidFill>
                <a:latin typeface="华文楷体" panose="02010600040101010101" pitchFamily="2" charset="-122"/>
                <a:ea typeface="华文楷体" panose="02010600040101010101" pitchFamily="2" charset="-122"/>
              </a:rPr>
              <a:t>号</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发布日期：</a:t>
            </a:r>
            <a:r>
              <a:rPr lang="en-US" altLang="zh-CN" sz="2900" dirty="0">
                <a:solidFill>
                  <a:srgbClr val="000000"/>
                </a:solidFill>
                <a:latin typeface="华文楷体" panose="02010600040101010101" pitchFamily="2" charset="-122"/>
                <a:ea typeface="华文楷体" panose="02010600040101010101" pitchFamily="2" charset="-122"/>
              </a:rPr>
              <a:t>1995-02-28</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生效日期：</a:t>
            </a:r>
            <a:r>
              <a:rPr lang="en-US" altLang="zh-CN" sz="2900" dirty="0">
                <a:solidFill>
                  <a:srgbClr val="000000"/>
                </a:solidFill>
                <a:latin typeface="华文楷体" panose="02010600040101010101" pitchFamily="2" charset="-122"/>
                <a:ea typeface="华文楷体" panose="02010600040101010101" pitchFamily="2" charset="-122"/>
              </a:rPr>
              <a:t>1995-02-28</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a:t>
            </a:r>
            <a:r>
              <a:rPr lang="en-US" altLang="zh-CN" sz="2900" dirty="0">
                <a:solidFill>
                  <a:srgbClr val="000000"/>
                </a:solidFill>
                <a:latin typeface="华文楷体" panose="02010600040101010101" pitchFamily="2" charset="-122"/>
                <a:ea typeface="华文楷体" panose="02010600040101010101" pitchFamily="2" charset="-122"/>
              </a:rPr>
              <a:t>1995</a:t>
            </a:r>
            <a:r>
              <a:rPr lang="zh-CN" altLang="en-US" sz="2900" dirty="0">
                <a:solidFill>
                  <a:srgbClr val="000000"/>
                </a:solidFill>
                <a:latin typeface="华文楷体" panose="02010600040101010101" pitchFamily="2" charset="-122"/>
                <a:ea typeface="华文楷体" panose="02010600040101010101" pitchFamily="2" charset="-122"/>
              </a:rPr>
              <a:t>年</a:t>
            </a:r>
            <a:r>
              <a:rPr lang="en-US" altLang="zh-CN" sz="2900" dirty="0">
                <a:solidFill>
                  <a:srgbClr val="000000"/>
                </a:solidFill>
                <a:latin typeface="华文楷体" panose="02010600040101010101" pitchFamily="2" charset="-122"/>
                <a:ea typeface="华文楷体" panose="02010600040101010101" pitchFamily="2" charset="-122"/>
              </a:rPr>
              <a:t>2</a:t>
            </a:r>
            <a:r>
              <a:rPr lang="zh-CN" altLang="en-US" sz="2900" dirty="0">
                <a:solidFill>
                  <a:srgbClr val="000000"/>
                </a:solidFill>
                <a:latin typeface="华文楷体" panose="02010600040101010101" pitchFamily="2" charset="-122"/>
                <a:ea typeface="华文楷体" panose="02010600040101010101" pitchFamily="2" charset="-122"/>
              </a:rPr>
              <a:t>月</a:t>
            </a:r>
            <a:r>
              <a:rPr lang="en-US" altLang="zh-CN" sz="2900" dirty="0">
                <a:solidFill>
                  <a:srgbClr val="000000"/>
                </a:solidFill>
                <a:latin typeface="华文楷体" panose="02010600040101010101" pitchFamily="2" charset="-122"/>
                <a:ea typeface="华文楷体" panose="02010600040101010101" pitchFamily="2" charset="-122"/>
              </a:rPr>
              <a:t>28</a:t>
            </a:r>
            <a:r>
              <a:rPr lang="zh-CN" altLang="en-US" sz="2900" dirty="0">
                <a:solidFill>
                  <a:srgbClr val="000000"/>
                </a:solidFill>
                <a:latin typeface="华文楷体" panose="02010600040101010101" pitchFamily="2" charset="-122"/>
                <a:ea typeface="华文楷体" panose="02010600040101010101" pitchFamily="2" charset="-122"/>
              </a:rPr>
              <a:t>第八届全国人民代表大会常务委员会第十二次会议通过</a:t>
            </a:r>
            <a:r>
              <a:rPr lang="en-US" altLang="zh-CN" sz="2900" dirty="0">
                <a:solidFill>
                  <a:srgbClr val="000000"/>
                </a:solidFill>
                <a:latin typeface="华文楷体" panose="02010600040101010101" pitchFamily="2" charset="-122"/>
                <a:ea typeface="华文楷体" panose="02010600040101010101" pitchFamily="2" charset="-122"/>
              </a:rPr>
              <a:t>)</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1">
                                            <p:txEl>
                                              <p:charRg st="15" end="34"/>
                                            </p:txEl>
                                          </p:spTgt>
                                        </p:tgtEl>
                                        <p:attrNameLst>
                                          <p:attrName>style.visibility</p:attrName>
                                        </p:attrNameLst>
                                      </p:cBhvr>
                                      <p:to>
                                        <p:strVal val="visible"/>
                                      </p:to>
                                    </p:set>
                                    <p:anim calcmode="lin" valueType="num">
                                      <p:cBhvr additive="base">
                                        <p:cTn id="7" dur="500" fill="hold"/>
                                        <p:tgtEl>
                                          <p:spTgt spid="12291">
                                            <p:txEl>
                                              <p:charRg st="15" end="3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charRg st="15" end="3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291">
                                            <p:txEl>
                                              <p:charRg st="34" end="54"/>
                                            </p:txEl>
                                          </p:spTgt>
                                        </p:tgtEl>
                                        <p:attrNameLst>
                                          <p:attrName>style.visibility</p:attrName>
                                        </p:attrNameLst>
                                      </p:cBhvr>
                                      <p:to>
                                        <p:strVal val="visible"/>
                                      </p:to>
                                    </p:set>
                                    <p:anim calcmode="lin" valueType="num">
                                      <p:cBhvr additive="base">
                                        <p:cTn id="11" dur="500" fill="hold"/>
                                        <p:tgtEl>
                                          <p:spTgt spid="12291">
                                            <p:txEl>
                                              <p:charRg st="34" end="5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291">
                                            <p:txEl>
                                              <p:charRg st="34" end="5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291">
                                            <p:txEl>
                                              <p:charRg st="54" end="70"/>
                                            </p:txEl>
                                          </p:spTgt>
                                        </p:tgtEl>
                                        <p:attrNameLst>
                                          <p:attrName>style.visibility</p:attrName>
                                        </p:attrNameLst>
                                      </p:cBhvr>
                                      <p:to>
                                        <p:strVal val="visible"/>
                                      </p:to>
                                    </p:set>
                                    <p:anim calcmode="lin" valueType="num">
                                      <p:cBhvr additive="base">
                                        <p:cTn id="15" dur="500" fill="hold"/>
                                        <p:tgtEl>
                                          <p:spTgt spid="12291">
                                            <p:txEl>
                                              <p:charRg st="54" end="7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291">
                                            <p:txEl>
                                              <p:charRg st="54" end="7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291">
                                            <p:txEl>
                                              <p:charRg st="70" end="86"/>
                                            </p:txEl>
                                          </p:spTgt>
                                        </p:tgtEl>
                                        <p:attrNameLst>
                                          <p:attrName>style.visibility</p:attrName>
                                        </p:attrNameLst>
                                      </p:cBhvr>
                                      <p:to>
                                        <p:strVal val="visible"/>
                                      </p:to>
                                    </p:set>
                                    <p:anim calcmode="lin" valueType="num">
                                      <p:cBhvr additive="base">
                                        <p:cTn id="19" dur="500" fill="hold"/>
                                        <p:tgtEl>
                                          <p:spTgt spid="12291">
                                            <p:txEl>
                                              <p:charRg st="70" end="8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charRg st="70" end="8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291">
                                            <p:txEl>
                                              <p:charRg st="86" end="122"/>
                                            </p:txEl>
                                          </p:spTgt>
                                        </p:tgtEl>
                                        <p:attrNameLst>
                                          <p:attrName>style.visibility</p:attrName>
                                        </p:attrNameLst>
                                      </p:cBhvr>
                                      <p:to>
                                        <p:strVal val="visible"/>
                                      </p:to>
                                    </p:set>
                                    <p:anim calcmode="lin" valueType="num">
                                      <p:cBhvr additive="base">
                                        <p:cTn id="23" dur="500" fill="hold"/>
                                        <p:tgtEl>
                                          <p:spTgt spid="12291">
                                            <p:txEl>
                                              <p:charRg st="86" end="12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291">
                                            <p:txEl>
                                              <p:charRg st="86" end="12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3315"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中华人民共和国预防未成年人犯罪法（摘录）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900" dirty="0">
                <a:solidFill>
                  <a:srgbClr val="000000"/>
                </a:solidFill>
                <a:latin typeface="华文楷体" panose="02010600040101010101" pitchFamily="2" charset="-122"/>
                <a:ea typeface="华文楷体" panose="02010600040101010101" pitchFamily="2" charset="-122"/>
              </a:rPr>
              <a:t>17</a:t>
            </a:r>
            <a:r>
              <a:rPr lang="zh-CN" altLang="en-US" sz="2900" dirty="0">
                <a:solidFill>
                  <a:srgbClr val="000000"/>
                </a:solidFill>
                <a:latin typeface="华文楷体" panose="02010600040101010101" pitchFamily="2" charset="-122"/>
                <a:ea typeface="华文楷体" panose="02010600040101010101" pitchFamily="2" charset="-122"/>
              </a:rPr>
              <a:t>号</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发布日期：</a:t>
            </a:r>
            <a:r>
              <a:rPr lang="en-US" altLang="zh-CN" sz="2900" dirty="0">
                <a:solidFill>
                  <a:srgbClr val="000000"/>
                </a:solidFill>
                <a:latin typeface="华文楷体" panose="02010600040101010101" pitchFamily="2" charset="-122"/>
                <a:ea typeface="华文楷体" panose="02010600040101010101" pitchFamily="2" charset="-122"/>
              </a:rPr>
              <a:t>1999-06-28</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生效日期：</a:t>
            </a:r>
            <a:r>
              <a:rPr lang="en-US" altLang="zh-CN" sz="2900" dirty="0">
                <a:solidFill>
                  <a:srgbClr val="000000"/>
                </a:solidFill>
                <a:latin typeface="华文楷体" panose="02010600040101010101" pitchFamily="2" charset="-122"/>
                <a:ea typeface="华文楷体" panose="02010600040101010101" pitchFamily="2" charset="-122"/>
              </a:rPr>
              <a:t>1999-11-01</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en-US" altLang="zh-CN" sz="2900" dirty="0">
                <a:solidFill>
                  <a:srgbClr val="000000"/>
                </a:solidFill>
                <a:latin typeface="华文楷体" panose="02010600040101010101" pitchFamily="2" charset="-122"/>
                <a:ea typeface="华文楷体" panose="02010600040101010101" pitchFamily="2" charset="-122"/>
              </a:rPr>
              <a:t>(1999年6月28日中华人民共和国第九届全国人民代表大会常务委员会第十次会议通过)</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5">
                                            <p:txEl>
                                              <p:charRg st="21" end="40"/>
                                            </p:txEl>
                                          </p:spTgt>
                                        </p:tgtEl>
                                        <p:attrNameLst>
                                          <p:attrName>style.visibility</p:attrName>
                                        </p:attrNameLst>
                                      </p:cBhvr>
                                      <p:to>
                                        <p:strVal val="visible"/>
                                      </p:to>
                                    </p:set>
                                    <p:animEffect transition="in" filter="fade">
                                      <p:cBhvr>
                                        <p:cTn id="7" dur="500"/>
                                        <p:tgtEl>
                                          <p:spTgt spid="13315">
                                            <p:txEl>
                                              <p:charRg st="21" end="4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315">
                                            <p:txEl>
                                              <p:charRg st="40" end="60"/>
                                            </p:txEl>
                                          </p:spTgt>
                                        </p:tgtEl>
                                        <p:attrNameLst>
                                          <p:attrName>style.visibility</p:attrName>
                                        </p:attrNameLst>
                                      </p:cBhvr>
                                      <p:to>
                                        <p:strVal val="visible"/>
                                      </p:to>
                                    </p:set>
                                    <p:animEffect transition="in" filter="fade">
                                      <p:cBhvr>
                                        <p:cTn id="10" dur="500"/>
                                        <p:tgtEl>
                                          <p:spTgt spid="13315">
                                            <p:txEl>
                                              <p:charRg st="40" end="6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315">
                                            <p:txEl>
                                              <p:charRg st="60" end="76"/>
                                            </p:txEl>
                                          </p:spTgt>
                                        </p:tgtEl>
                                        <p:attrNameLst>
                                          <p:attrName>style.visibility</p:attrName>
                                        </p:attrNameLst>
                                      </p:cBhvr>
                                      <p:to>
                                        <p:strVal val="visible"/>
                                      </p:to>
                                    </p:set>
                                    <p:animEffect transition="in" filter="fade">
                                      <p:cBhvr>
                                        <p:cTn id="13" dur="500"/>
                                        <p:tgtEl>
                                          <p:spTgt spid="13315">
                                            <p:txEl>
                                              <p:charRg st="60" end="7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3315">
                                            <p:txEl>
                                              <p:charRg st="76" end="92"/>
                                            </p:txEl>
                                          </p:spTgt>
                                        </p:tgtEl>
                                        <p:attrNameLst>
                                          <p:attrName>style.visibility</p:attrName>
                                        </p:attrNameLst>
                                      </p:cBhvr>
                                      <p:to>
                                        <p:strVal val="visible"/>
                                      </p:to>
                                    </p:set>
                                    <p:animEffect transition="in" filter="fade">
                                      <p:cBhvr>
                                        <p:cTn id="16" dur="500"/>
                                        <p:tgtEl>
                                          <p:spTgt spid="13315">
                                            <p:txEl>
                                              <p:charRg st="76" end="9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3315">
                                            <p:txEl>
                                              <p:charRg st="92" end="135"/>
                                            </p:txEl>
                                          </p:spTgt>
                                        </p:tgtEl>
                                        <p:attrNameLst>
                                          <p:attrName>style.visibility</p:attrName>
                                        </p:attrNameLst>
                                      </p:cBhvr>
                                      <p:to>
                                        <p:strVal val="visible"/>
                                      </p:to>
                                    </p:set>
                                    <p:animEffect transition="in" filter="fade">
                                      <p:cBhvr>
                                        <p:cTn id="19" dur="500"/>
                                        <p:tgtEl>
                                          <p:spTgt spid="13315">
                                            <p:txEl>
                                              <p:charRg st="92"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4339" name="内容占位符 2"/>
          <p:cNvSpPr>
            <a:spLocks noGrp="1"/>
          </p:cNvSpPr>
          <p:nvPr>
            <p:ph idx="1"/>
          </p:nvPr>
        </p:nvSpPr>
        <p:spPr>
          <a:xfrm>
            <a:off x="457200" y="1219200"/>
            <a:ext cx="8458200" cy="5105400"/>
          </a:xfrm>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全国人大常委会关于维护互联网安全的决定（摘录）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0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0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000" dirty="0">
                <a:solidFill>
                  <a:srgbClr val="000000"/>
                </a:solidFill>
                <a:latin typeface="华文楷体" panose="02010600040101010101" pitchFamily="2" charset="-122"/>
                <a:ea typeface="华文楷体" panose="02010600040101010101" pitchFamily="2" charset="-122"/>
              </a:rPr>
              <a:t>发布文号：</a:t>
            </a:r>
            <a:r>
              <a:rPr lang="en-US" altLang="zh-CN" sz="2000" dirty="0">
                <a:solidFill>
                  <a:srgbClr val="000000"/>
                </a:solidFill>
                <a:latin typeface="华文楷体" panose="02010600040101010101" pitchFamily="2" charset="-122"/>
                <a:ea typeface="华文楷体" panose="02010600040101010101" pitchFamily="2" charset="-122"/>
              </a:rPr>
              <a:t>----------</a:t>
            </a:r>
            <a:endParaRPr lang="zh-CN" altLang="en-US" sz="20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000" dirty="0">
                <a:solidFill>
                  <a:srgbClr val="000000"/>
                </a:solidFill>
                <a:latin typeface="华文楷体" panose="02010600040101010101" pitchFamily="2" charset="-122"/>
                <a:ea typeface="华文楷体" panose="02010600040101010101" pitchFamily="2" charset="-122"/>
              </a:rPr>
              <a:t>发布日期：</a:t>
            </a:r>
            <a:r>
              <a:rPr lang="en-US" altLang="zh-CN" sz="2000" dirty="0">
                <a:solidFill>
                  <a:srgbClr val="000000"/>
                </a:solidFill>
                <a:latin typeface="华文楷体" panose="02010600040101010101" pitchFamily="2" charset="-122"/>
                <a:ea typeface="华文楷体" panose="02010600040101010101" pitchFamily="2" charset="-122"/>
              </a:rPr>
              <a:t>2000-12-28</a:t>
            </a:r>
            <a:endParaRPr lang="zh-CN" altLang="en-US" sz="20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000" dirty="0">
                <a:solidFill>
                  <a:srgbClr val="000000"/>
                </a:solidFill>
                <a:latin typeface="华文楷体" panose="02010600040101010101" pitchFamily="2" charset="-122"/>
                <a:ea typeface="华文楷体" panose="02010600040101010101" pitchFamily="2" charset="-122"/>
              </a:rPr>
              <a:t>生效日期：</a:t>
            </a:r>
            <a:r>
              <a:rPr lang="en-US" altLang="zh-CN" sz="2000" dirty="0">
                <a:solidFill>
                  <a:srgbClr val="000000"/>
                </a:solidFill>
                <a:latin typeface="华文楷体" panose="02010600040101010101" pitchFamily="2" charset="-122"/>
                <a:ea typeface="华文楷体" panose="02010600040101010101" pitchFamily="2" charset="-122"/>
              </a:rPr>
              <a:t>2000-12-28</a:t>
            </a:r>
            <a:endParaRPr lang="zh-CN" altLang="en-US" sz="20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000" dirty="0">
                <a:solidFill>
                  <a:srgbClr val="000000"/>
                </a:solidFill>
                <a:latin typeface="华文楷体" panose="02010600040101010101" pitchFamily="2" charset="-122"/>
                <a:ea typeface="华文楷体" panose="02010600040101010101" pitchFamily="2" charset="-122"/>
              </a:rPr>
              <a:t>（</a:t>
            </a:r>
            <a:r>
              <a:rPr lang="en-US" altLang="zh-CN" sz="2000" dirty="0">
                <a:solidFill>
                  <a:srgbClr val="000000"/>
                </a:solidFill>
                <a:latin typeface="华文楷体" panose="02010600040101010101" pitchFamily="2" charset="-122"/>
                <a:ea typeface="华文楷体" panose="02010600040101010101" pitchFamily="2" charset="-122"/>
              </a:rPr>
              <a:t>2000</a:t>
            </a:r>
            <a:r>
              <a:rPr lang="zh-CN" altLang="en-US" sz="2000" dirty="0">
                <a:solidFill>
                  <a:srgbClr val="000000"/>
                </a:solidFill>
                <a:latin typeface="华文楷体" panose="02010600040101010101" pitchFamily="2" charset="-122"/>
                <a:ea typeface="华文楷体" panose="02010600040101010101" pitchFamily="2" charset="-122"/>
              </a:rPr>
              <a:t>年</a:t>
            </a:r>
            <a:r>
              <a:rPr lang="en-US" altLang="zh-CN" sz="2000" dirty="0">
                <a:solidFill>
                  <a:srgbClr val="000000"/>
                </a:solidFill>
                <a:latin typeface="华文楷体" panose="02010600040101010101" pitchFamily="2" charset="-122"/>
                <a:ea typeface="华文楷体" panose="02010600040101010101" pitchFamily="2" charset="-122"/>
              </a:rPr>
              <a:t>12</a:t>
            </a:r>
            <a:r>
              <a:rPr lang="zh-CN" altLang="en-US" sz="2000" dirty="0">
                <a:solidFill>
                  <a:srgbClr val="000000"/>
                </a:solidFill>
                <a:latin typeface="华文楷体" panose="02010600040101010101" pitchFamily="2" charset="-122"/>
                <a:ea typeface="华文楷体" panose="02010600040101010101" pitchFamily="2" charset="-122"/>
              </a:rPr>
              <a:t>月</a:t>
            </a:r>
            <a:r>
              <a:rPr lang="en-US" altLang="zh-CN" sz="2000" dirty="0">
                <a:solidFill>
                  <a:srgbClr val="000000"/>
                </a:solidFill>
                <a:latin typeface="华文楷体" panose="02010600040101010101" pitchFamily="2" charset="-122"/>
                <a:ea typeface="华文楷体" panose="02010600040101010101" pitchFamily="2" charset="-122"/>
              </a:rPr>
              <a:t>28</a:t>
            </a:r>
            <a:r>
              <a:rPr lang="zh-CN" altLang="en-US" sz="2000" dirty="0">
                <a:solidFill>
                  <a:srgbClr val="000000"/>
                </a:solidFill>
                <a:latin typeface="华文楷体" panose="02010600040101010101" pitchFamily="2" charset="-122"/>
                <a:ea typeface="华文楷体" panose="02010600040101010101" pitchFamily="2" charset="-122"/>
              </a:rPr>
              <a:t>日第九届全国人民代表大会常务委员会第十九次会议通过）</a:t>
            </a:r>
            <a:endParaRPr lang="zh-CN" altLang="en-US" sz="20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000" dirty="0">
                <a:solidFill>
                  <a:srgbClr val="000000"/>
                </a:solidFill>
                <a:latin typeface="华文楷体" panose="02010600040101010101" pitchFamily="2" charset="-122"/>
                <a:ea typeface="华文楷体" panose="02010600040101010101" pitchFamily="2" charset="-122"/>
              </a:rPr>
              <a:t>我国的互联网，在国家大力倡导和积极推动下，在经济建设和各项事业中得到日益广泛的应用，使人们的生产、工作、学习和生活方式已经开始并将继续发生深刻的变化，对于加快我国国民经济、科学技术的发展和社会服务信息化进程具有重要作用。同时，如何保障互联网的运行安全和信息安全问题已经引起全社会的普遍关注。</a:t>
            </a:r>
            <a:endParaRPr lang="zh-CN" altLang="en-US" sz="20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339">
                                            <p:txEl>
                                              <p:charRg st="24" end="43"/>
                                            </p:txEl>
                                          </p:spTgt>
                                        </p:tgtEl>
                                        <p:attrNameLst>
                                          <p:attrName>style.visibility</p:attrName>
                                        </p:attrNameLst>
                                      </p:cBhvr>
                                      <p:to>
                                        <p:strVal val="visible"/>
                                      </p:to>
                                    </p:set>
                                    <p:animEffect transition="in" filter="wipe(down)">
                                      <p:cBhvr>
                                        <p:cTn id="7" dur="500"/>
                                        <p:tgtEl>
                                          <p:spTgt spid="14339">
                                            <p:txEl>
                                              <p:charRg st="24" end="4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4339">
                                            <p:txEl>
                                              <p:charRg st="43" end="59"/>
                                            </p:txEl>
                                          </p:spTgt>
                                        </p:tgtEl>
                                        <p:attrNameLst>
                                          <p:attrName>style.visibility</p:attrName>
                                        </p:attrNameLst>
                                      </p:cBhvr>
                                      <p:to>
                                        <p:strVal val="visible"/>
                                      </p:to>
                                    </p:set>
                                    <p:animEffect transition="in" filter="wipe(down)">
                                      <p:cBhvr>
                                        <p:cTn id="10" dur="500"/>
                                        <p:tgtEl>
                                          <p:spTgt spid="14339">
                                            <p:txEl>
                                              <p:charRg st="43" end="59"/>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4339">
                                            <p:txEl>
                                              <p:charRg st="59" end="75"/>
                                            </p:txEl>
                                          </p:spTgt>
                                        </p:tgtEl>
                                        <p:attrNameLst>
                                          <p:attrName>style.visibility</p:attrName>
                                        </p:attrNameLst>
                                      </p:cBhvr>
                                      <p:to>
                                        <p:strVal val="visible"/>
                                      </p:to>
                                    </p:set>
                                    <p:animEffect transition="in" filter="wipe(down)">
                                      <p:cBhvr>
                                        <p:cTn id="13" dur="500"/>
                                        <p:tgtEl>
                                          <p:spTgt spid="14339">
                                            <p:txEl>
                                              <p:charRg st="59" end="7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4339">
                                            <p:txEl>
                                              <p:charRg st="75" end="91"/>
                                            </p:txEl>
                                          </p:spTgt>
                                        </p:tgtEl>
                                        <p:attrNameLst>
                                          <p:attrName>style.visibility</p:attrName>
                                        </p:attrNameLst>
                                      </p:cBhvr>
                                      <p:to>
                                        <p:strVal val="visible"/>
                                      </p:to>
                                    </p:set>
                                    <p:animEffect transition="in" filter="wipe(down)">
                                      <p:cBhvr>
                                        <p:cTn id="16" dur="500"/>
                                        <p:tgtEl>
                                          <p:spTgt spid="14339">
                                            <p:txEl>
                                              <p:charRg st="75" end="91"/>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4339">
                                            <p:txEl>
                                              <p:charRg st="91" end="129"/>
                                            </p:txEl>
                                          </p:spTgt>
                                        </p:tgtEl>
                                        <p:attrNameLst>
                                          <p:attrName>style.visibility</p:attrName>
                                        </p:attrNameLst>
                                      </p:cBhvr>
                                      <p:to>
                                        <p:strVal val="visible"/>
                                      </p:to>
                                    </p:set>
                                    <p:animEffect transition="in" filter="wipe(down)">
                                      <p:cBhvr>
                                        <p:cTn id="19" dur="500"/>
                                        <p:tgtEl>
                                          <p:spTgt spid="14339">
                                            <p:txEl>
                                              <p:charRg st="91" end="129"/>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4339">
                                            <p:txEl>
                                              <p:charRg st="129" end="275"/>
                                            </p:txEl>
                                          </p:spTgt>
                                        </p:tgtEl>
                                        <p:attrNameLst>
                                          <p:attrName>style.visibility</p:attrName>
                                        </p:attrNameLst>
                                      </p:cBhvr>
                                      <p:to>
                                        <p:strVal val="visible"/>
                                      </p:to>
                                    </p:set>
                                    <p:animEffect transition="in" filter="wipe(down)">
                                      <p:cBhvr>
                                        <p:cTn id="22" dur="500"/>
                                        <p:tgtEl>
                                          <p:spTgt spid="14339">
                                            <p:txEl>
                                              <p:charRg st="129" end="2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5363"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中华人民共和国证券投资基金法（摘录）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900" dirty="0">
                <a:solidFill>
                  <a:srgbClr val="000000"/>
                </a:solidFill>
                <a:latin typeface="华文楷体" panose="02010600040101010101" pitchFamily="2" charset="-122"/>
                <a:ea typeface="华文楷体" panose="02010600040101010101" pitchFamily="2" charset="-122"/>
              </a:rPr>
              <a:t>9</a:t>
            </a:r>
            <a:r>
              <a:rPr lang="zh-CN" altLang="en-US" sz="2900" dirty="0">
                <a:solidFill>
                  <a:srgbClr val="000000"/>
                </a:solidFill>
                <a:latin typeface="华文楷体" panose="02010600040101010101" pitchFamily="2" charset="-122"/>
                <a:ea typeface="华文楷体" panose="02010600040101010101" pitchFamily="2" charset="-122"/>
              </a:rPr>
              <a:t>号</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发布日期：</a:t>
            </a:r>
            <a:r>
              <a:rPr lang="en-US" altLang="zh-CN" sz="2900" dirty="0">
                <a:solidFill>
                  <a:srgbClr val="000000"/>
                </a:solidFill>
                <a:latin typeface="华文楷体" panose="02010600040101010101" pitchFamily="2" charset="-122"/>
                <a:ea typeface="华文楷体" panose="02010600040101010101" pitchFamily="2" charset="-122"/>
              </a:rPr>
              <a:t>2003-10-28</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生效日期：</a:t>
            </a:r>
            <a:r>
              <a:rPr lang="en-US" altLang="zh-CN" sz="2900" dirty="0">
                <a:solidFill>
                  <a:srgbClr val="000000"/>
                </a:solidFill>
                <a:latin typeface="华文楷体" panose="02010600040101010101" pitchFamily="2" charset="-122"/>
                <a:ea typeface="华文楷体" panose="02010600040101010101" pitchFamily="2" charset="-122"/>
              </a:rPr>
              <a:t>2005-06-01</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a:t>
            </a:r>
            <a:r>
              <a:rPr lang="en-US" altLang="zh-CN" sz="2900" dirty="0">
                <a:solidFill>
                  <a:srgbClr val="000000"/>
                </a:solidFill>
                <a:latin typeface="华文楷体" panose="02010600040101010101" pitchFamily="2" charset="-122"/>
                <a:ea typeface="华文楷体" panose="02010600040101010101" pitchFamily="2" charset="-122"/>
              </a:rPr>
              <a:t>2003</a:t>
            </a:r>
            <a:r>
              <a:rPr lang="zh-CN" altLang="en-US" sz="2900" dirty="0">
                <a:solidFill>
                  <a:srgbClr val="000000"/>
                </a:solidFill>
                <a:latin typeface="华文楷体" panose="02010600040101010101" pitchFamily="2" charset="-122"/>
                <a:ea typeface="华文楷体" panose="02010600040101010101" pitchFamily="2" charset="-122"/>
              </a:rPr>
              <a:t>年</a:t>
            </a:r>
            <a:r>
              <a:rPr lang="en-US" altLang="zh-CN" sz="2900" dirty="0">
                <a:solidFill>
                  <a:srgbClr val="000000"/>
                </a:solidFill>
                <a:latin typeface="华文楷体" panose="02010600040101010101" pitchFamily="2" charset="-122"/>
                <a:ea typeface="华文楷体" panose="02010600040101010101" pitchFamily="2" charset="-122"/>
              </a:rPr>
              <a:t>10</a:t>
            </a:r>
            <a:r>
              <a:rPr lang="zh-CN" altLang="en-US" sz="2900" dirty="0">
                <a:solidFill>
                  <a:srgbClr val="000000"/>
                </a:solidFill>
                <a:latin typeface="华文楷体" panose="02010600040101010101" pitchFamily="2" charset="-122"/>
                <a:ea typeface="华文楷体" panose="02010600040101010101" pitchFamily="2" charset="-122"/>
              </a:rPr>
              <a:t>月</a:t>
            </a:r>
            <a:r>
              <a:rPr lang="en-US" altLang="zh-CN" sz="2900" dirty="0">
                <a:solidFill>
                  <a:srgbClr val="000000"/>
                </a:solidFill>
                <a:latin typeface="华文楷体" panose="02010600040101010101" pitchFamily="2" charset="-122"/>
                <a:ea typeface="华文楷体" panose="02010600040101010101" pitchFamily="2" charset="-122"/>
              </a:rPr>
              <a:t>28</a:t>
            </a:r>
            <a:r>
              <a:rPr lang="zh-CN" altLang="en-US" sz="2900" dirty="0">
                <a:solidFill>
                  <a:srgbClr val="000000"/>
                </a:solidFill>
                <a:latin typeface="华文楷体" panose="02010600040101010101" pitchFamily="2" charset="-122"/>
                <a:ea typeface="华文楷体" panose="02010600040101010101" pitchFamily="2" charset="-122"/>
              </a:rPr>
              <a:t>日第十届全国人民代表大会常务委员会第五次会议通过）</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5363">
                                            <p:txEl>
                                              <p:charRg st="19" end="38"/>
                                            </p:txEl>
                                          </p:spTgt>
                                        </p:tgtEl>
                                        <p:attrNameLst>
                                          <p:attrName>style.visibility</p:attrName>
                                        </p:attrNameLst>
                                      </p:cBhvr>
                                      <p:to>
                                        <p:strVal val="visible"/>
                                      </p:to>
                                    </p:set>
                                    <p:animEffect transition="in" filter="circle(in)">
                                      <p:cBhvr>
                                        <p:cTn id="7" dur="2000"/>
                                        <p:tgtEl>
                                          <p:spTgt spid="15363">
                                            <p:txEl>
                                              <p:charRg st="19" end="38"/>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15363">
                                            <p:txEl>
                                              <p:charRg st="38" end="57"/>
                                            </p:txEl>
                                          </p:spTgt>
                                        </p:tgtEl>
                                        <p:attrNameLst>
                                          <p:attrName>style.visibility</p:attrName>
                                        </p:attrNameLst>
                                      </p:cBhvr>
                                      <p:to>
                                        <p:strVal val="visible"/>
                                      </p:to>
                                    </p:set>
                                    <p:animEffect transition="in" filter="circle(in)">
                                      <p:cBhvr>
                                        <p:cTn id="10" dur="2000"/>
                                        <p:tgtEl>
                                          <p:spTgt spid="15363">
                                            <p:txEl>
                                              <p:charRg st="38" end="57"/>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15363">
                                            <p:txEl>
                                              <p:charRg st="57" end="73"/>
                                            </p:txEl>
                                          </p:spTgt>
                                        </p:tgtEl>
                                        <p:attrNameLst>
                                          <p:attrName>style.visibility</p:attrName>
                                        </p:attrNameLst>
                                      </p:cBhvr>
                                      <p:to>
                                        <p:strVal val="visible"/>
                                      </p:to>
                                    </p:set>
                                    <p:animEffect transition="in" filter="circle(in)">
                                      <p:cBhvr>
                                        <p:cTn id="13" dur="2000"/>
                                        <p:tgtEl>
                                          <p:spTgt spid="15363">
                                            <p:txEl>
                                              <p:charRg st="57" end="73"/>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15363">
                                            <p:txEl>
                                              <p:charRg st="73" end="89"/>
                                            </p:txEl>
                                          </p:spTgt>
                                        </p:tgtEl>
                                        <p:attrNameLst>
                                          <p:attrName>style.visibility</p:attrName>
                                        </p:attrNameLst>
                                      </p:cBhvr>
                                      <p:to>
                                        <p:strVal val="visible"/>
                                      </p:to>
                                    </p:set>
                                    <p:animEffect transition="in" filter="circle(in)">
                                      <p:cBhvr>
                                        <p:cTn id="16" dur="2000"/>
                                        <p:tgtEl>
                                          <p:spTgt spid="15363">
                                            <p:txEl>
                                              <p:charRg st="73" end="89"/>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15363">
                                            <p:txEl>
                                              <p:charRg st="89" end="126"/>
                                            </p:txEl>
                                          </p:spTgt>
                                        </p:tgtEl>
                                        <p:attrNameLst>
                                          <p:attrName>style.visibility</p:attrName>
                                        </p:attrNameLst>
                                      </p:cBhvr>
                                      <p:to>
                                        <p:strVal val="visible"/>
                                      </p:to>
                                    </p:set>
                                    <p:animEffect transition="in" filter="circle(in)">
                                      <p:cBhvr>
                                        <p:cTn id="19" dur="2000"/>
                                        <p:tgtEl>
                                          <p:spTgt spid="15363">
                                            <p:txEl>
                                              <p:charRg st="89"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6387" name="内容占位符 2"/>
          <p:cNvSpPr>
            <a:spLocks noGrp="1"/>
          </p:cNvSpPr>
          <p:nvPr>
            <p:ph idx="1"/>
          </p:nvPr>
        </p:nvSpPr>
        <p:spPr/>
        <p:txBody>
          <a:bodyPr vert="horz" wrap="square" lIns="91440" tIns="45720" rIns="91440" bIns="45720" anchor="t" anchorCtr="0"/>
          <a:p>
            <a:pPr marL="0" indent="0">
              <a:buNone/>
            </a:pPr>
            <a:r>
              <a:rPr lang="zh-CN" altLang="en-US" sz="2800" b="1" dirty="0">
                <a:latin typeface="华文楷体" panose="02010600040101010101" pitchFamily="2" charset="-122"/>
                <a:ea typeface="华文楷体" panose="02010600040101010101" pitchFamily="2" charset="-122"/>
              </a:rPr>
              <a:t>中华人民共和国电子签名法（摘录）</a:t>
            </a:r>
            <a:endParaRPr lang="en-US" altLang="zh-CN" sz="2800" b="1" dirty="0">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900" dirty="0">
                <a:solidFill>
                  <a:srgbClr val="000000"/>
                </a:solidFill>
                <a:latin typeface="华文楷体" panose="02010600040101010101" pitchFamily="2" charset="-122"/>
                <a:ea typeface="华文楷体" panose="02010600040101010101" pitchFamily="2" charset="-122"/>
              </a:rPr>
              <a:t>18</a:t>
            </a:r>
            <a:r>
              <a:rPr lang="zh-CN" altLang="en-US" sz="2900" dirty="0">
                <a:solidFill>
                  <a:srgbClr val="000000"/>
                </a:solidFill>
                <a:latin typeface="华文楷体" panose="02010600040101010101" pitchFamily="2" charset="-122"/>
                <a:ea typeface="华文楷体" panose="02010600040101010101" pitchFamily="2" charset="-122"/>
              </a:rPr>
              <a:t>号</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发布日期：</a:t>
            </a:r>
            <a:r>
              <a:rPr lang="en-US" altLang="zh-CN" sz="2900" dirty="0">
                <a:solidFill>
                  <a:srgbClr val="000000"/>
                </a:solidFill>
                <a:latin typeface="华文楷体" panose="02010600040101010101" pitchFamily="2" charset="-122"/>
                <a:ea typeface="华文楷体" panose="02010600040101010101" pitchFamily="2" charset="-122"/>
              </a:rPr>
              <a:t>2004-08-28</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生效日期：</a:t>
            </a:r>
            <a:r>
              <a:rPr lang="en-US" altLang="zh-CN" sz="2900" dirty="0">
                <a:solidFill>
                  <a:srgbClr val="000000"/>
                </a:solidFill>
                <a:latin typeface="华文楷体" panose="02010600040101010101" pitchFamily="2" charset="-122"/>
                <a:ea typeface="华文楷体" panose="02010600040101010101" pitchFamily="2" charset="-122"/>
              </a:rPr>
              <a:t>2005-04-01</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a:t>
            </a:r>
            <a:r>
              <a:rPr lang="en-US" altLang="zh-CN" sz="2900" dirty="0">
                <a:solidFill>
                  <a:srgbClr val="000000"/>
                </a:solidFill>
                <a:latin typeface="华文楷体" panose="02010600040101010101" pitchFamily="2" charset="-122"/>
                <a:ea typeface="华文楷体" panose="02010600040101010101" pitchFamily="2" charset="-122"/>
              </a:rPr>
              <a:t>2004</a:t>
            </a:r>
            <a:r>
              <a:rPr lang="zh-CN" altLang="en-US" sz="2900" dirty="0">
                <a:solidFill>
                  <a:srgbClr val="000000"/>
                </a:solidFill>
                <a:latin typeface="华文楷体" panose="02010600040101010101" pitchFamily="2" charset="-122"/>
                <a:ea typeface="华文楷体" panose="02010600040101010101" pitchFamily="2" charset="-122"/>
              </a:rPr>
              <a:t>年</a:t>
            </a:r>
            <a:r>
              <a:rPr lang="en-US" altLang="zh-CN" sz="2900" dirty="0">
                <a:solidFill>
                  <a:srgbClr val="000000"/>
                </a:solidFill>
                <a:latin typeface="华文楷体" panose="02010600040101010101" pitchFamily="2" charset="-122"/>
                <a:ea typeface="华文楷体" panose="02010600040101010101" pitchFamily="2" charset="-122"/>
              </a:rPr>
              <a:t>8</a:t>
            </a:r>
            <a:r>
              <a:rPr lang="zh-CN" altLang="en-US" sz="2900" dirty="0">
                <a:solidFill>
                  <a:srgbClr val="000000"/>
                </a:solidFill>
                <a:latin typeface="华文楷体" panose="02010600040101010101" pitchFamily="2" charset="-122"/>
                <a:ea typeface="华文楷体" panose="02010600040101010101" pitchFamily="2" charset="-122"/>
              </a:rPr>
              <a:t>月</a:t>
            </a:r>
            <a:r>
              <a:rPr lang="en-US" altLang="zh-CN" sz="2900" dirty="0">
                <a:solidFill>
                  <a:srgbClr val="000000"/>
                </a:solidFill>
                <a:latin typeface="华文楷体" panose="02010600040101010101" pitchFamily="2" charset="-122"/>
                <a:ea typeface="华文楷体" panose="02010600040101010101" pitchFamily="2" charset="-122"/>
              </a:rPr>
              <a:t>28</a:t>
            </a:r>
            <a:r>
              <a:rPr lang="zh-CN" altLang="en-US" sz="2900" dirty="0">
                <a:solidFill>
                  <a:srgbClr val="000000"/>
                </a:solidFill>
                <a:latin typeface="华文楷体" panose="02010600040101010101" pitchFamily="2" charset="-122"/>
                <a:ea typeface="华文楷体" panose="02010600040101010101" pitchFamily="2" charset="-122"/>
              </a:rPr>
              <a:t>日第十届全国人民代表大会常务委员会第十一次会议通过）</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6387">
                                            <p:txEl>
                                              <p:charRg st="17" end="36"/>
                                            </p:txEl>
                                          </p:spTgt>
                                        </p:tgtEl>
                                        <p:attrNameLst>
                                          <p:attrName>style.visibility</p:attrName>
                                        </p:attrNameLst>
                                      </p:cBhvr>
                                      <p:to>
                                        <p:strVal val="visible"/>
                                      </p:to>
                                    </p:set>
                                    <p:animEffect transition="in" filter="wheel(1)">
                                      <p:cBhvr>
                                        <p:cTn id="7" dur="2000"/>
                                        <p:tgtEl>
                                          <p:spTgt spid="16387">
                                            <p:txEl>
                                              <p:charRg st="17" end="36"/>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16387">
                                            <p:txEl>
                                              <p:charRg st="36" end="56"/>
                                            </p:txEl>
                                          </p:spTgt>
                                        </p:tgtEl>
                                        <p:attrNameLst>
                                          <p:attrName>style.visibility</p:attrName>
                                        </p:attrNameLst>
                                      </p:cBhvr>
                                      <p:to>
                                        <p:strVal val="visible"/>
                                      </p:to>
                                    </p:set>
                                    <p:animEffect transition="in" filter="wheel(1)">
                                      <p:cBhvr>
                                        <p:cTn id="10" dur="2000"/>
                                        <p:tgtEl>
                                          <p:spTgt spid="16387">
                                            <p:txEl>
                                              <p:charRg st="36" end="56"/>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16387">
                                            <p:txEl>
                                              <p:charRg st="56" end="72"/>
                                            </p:txEl>
                                          </p:spTgt>
                                        </p:tgtEl>
                                        <p:attrNameLst>
                                          <p:attrName>style.visibility</p:attrName>
                                        </p:attrNameLst>
                                      </p:cBhvr>
                                      <p:to>
                                        <p:strVal val="visible"/>
                                      </p:to>
                                    </p:set>
                                    <p:animEffect transition="in" filter="wheel(1)">
                                      <p:cBhvr>
                                        <p:cTn id="13" dur="2000"/>
                                        <p:tgtEl>
                                          <p:spTgt spid="16387">
                                            <p:txEl>
                                              <p:charRg st="56" end="72"/>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16387">
                                            <p:txEl>
                                              <p:charRg st="72" end="88"/>
                                            </p:txEl>
                                          </p:spTgt>
                                        </p:tgtEl>
                                        <p:attrNameLst>
                                          <p:attrName>style.visibility</p:attrName>
                                        </p:attrNameLst>
                                      </p:cBhvr>
                                      <p:to>
                                        <p:strVal val="visible"/>
                                      </p:to>
                                    </p:set>
                                    <p:animEffect transition="in" filter="wheel(1)">
                                      <p:cBhvr>
                                        <p:cTn id="16" dur="2000"/>
                                        <p:tgtEl>
                                          <p:spTgt spid="16387">
                                            <p:txEl>
                                              <p:charRg st="72" end="88"/>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16387">
                                            <p:txEl>
                                              <p:charRg st="88" end="125"/>
                                            </p:txEl>
                                          </p:spTgt>
                                        </p:tgtEl>
                                        <p:attrNameLst>
                                          <p:attrName>style.visibility</p:attrName>
                                        </p:attrNameLst>
                                      </p:cBhvr>
                                      <p:to>
                                        <p:strVal val="visible"/>
                                      </p:to>
                                    </p:set>
                                    <p:animEffect transition="in" filter="wheel(1)">
                                      <p:cBhvr>
                                        <p:cTn id="19" dur="2000"/>
                                        <p:tgtEl>
                                          <p:spTgt spid="16387">
                                            <p:txEl>
                                              <p:charRg st="88"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7411"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中华人民共和国证券法（摘录）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5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5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5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500" dirty="0">
                <a:solidFill>
                  <a:srgbClr val="000000"/>
                </a:solidFill>
                <a:latin typeface="华文楷体" panose="02010600040101010101" pitchFamily="2" charset="-122"/>
                <a:ea typeface="华文楷体" panose="02010600040101010101" pitchFamily="2" charset="-122"/>
              </a:rPr>
              <a:t>43</a:t>
            </a:r>
            <a:r>
              <a:rPr lang="zh-CN" altLang="en-US" sz="2500" dirty="0">
                <a:solidFill>
                  <a:srgbClr val="000000"/>
                </a:solidFill>
                <a:latin typeface="华文楷体" panose="02010600040101010101" pitchFamily="2" charset="-122"/>
                <a:ea typeface="华文楷体" panose="02010600040101010101" pitchFamily="2" charset="-122"/>
              </a:rPr>
              <a:t>号</a:t>
            </a:r>
            <a:endParaRPr lang="zh-CN" altLang="en-US" sz="25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500" dirty="0">
                <a:solidFill>
                  <a:srgbClr val="000000"/>
                </a:solidFill>
                <a:latin typeface="华文楷体" panose="02010600040101010101" pitchFamily="2" charset="-122"/>
                <a:ea typeface="华文楷体" panose="02010600040101010101" pitchFamily="2" charset="-122"/>
              </a:rPr>
              <a:t>发布日期：</a:t>
            </a:r>
            <a:r>
              <a:rPr lang="en-US" altLang="zh-CN" sz="2500" dirty="0">
                <a:solidFill>
                  <a:srgbClr val="000000"/>
                </a:solidFill>
                <a:latin typeface="华文楷体" panose="02010600040101010101" pitchFamily="2" charset="-122"/>
                <a:ea typeface="华文楷体" panose="02010600040101010101" pitchFamily="2" charset="-122"/>
              </a:rPr>
              <a:t>2005-10-27</a:t>
            </a:r>
            <a:endParaRPr lang="zh-CN" altLang="en-US" sz="25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500" dirty="0">
                <a:solidFill>
                  <a:srgbClr val="000000"/>
                </a:solidFill>
                <a:latin typeface="华文楷体" panose="02010600040101010101" pitchFamily="2" charset="-122"/>
                <a:ea typeface="华文楷体" panose="02010600040101010101" pitchFamily="2" charset="-122"/>
              </a:rPr>
              <a:t>生效日期：</a:t>
            </a:r>
            <a:r>
              <a:rPr lang="en-US" altLang="zh-CN" sz="2500" dirty="0">
                <a:solidFill>
                  <a:srgbClr val="000000"/>
                </a:solidFill>
                <a:latin typeface="华文楷体" panose="02010600040101010101" pitchFamily="2" charset="-122"/>
                <a:ea typeface="华文楷体" panose="02010600040101010101" pitchFamily="2" charset="-122"/>
              </a:rPr>
              <a:t>2006-01-01</a:t>
            </a:r>
            <a:endParaRPr lang="zh-CN" altLang="en-US" sz="25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500" dirty="0">
                <a:solidFill>
                  <a:srgbClr val="000000"/>
                </a:solidFill>
                <a:latin typeface="华文楷体" panose="02010600040101010101" pitchFamily="2" charset="-122"/>
                <a:ea typeface="华文楷体" panose="02010600040101010101" pitchFamily="2" charset="-122"/>
              </a:rPr>
              <a:t>（</a:t>
            </a:r>
            <a:r>
              <a:rPr lang="en-US" altLang="zh-CN" sz="2500" dirty="0">
                <a:solidFill>
                  <a:srgbClr val="000000"/>
                </a:solidFill>
                <a:latin typeface="华文楷体" panose="02010600040101010101" pitchFamily="2" charset="-122"/>
                <a:ea typeface="华文楷体" panose="02010600040101010101" pitchFamily="2" charset="-122"/>
              </a:rPr>
              <a:t>1998</a:t>
            </a:r>
            <a:r>
              <a:rPr lang="zh-CN" altLang="en-US" sz="2500" dirty="0">
                <a:solidFill>
                  <a:srgbClr val="000000"/>
                </a:solidFill>
                <a:latin typeface="华文楷体" panose="02010600040101010101" pitchFamily="2" charset="-122"/>
                <a:ea typeface="华文楷体" panose="02010600040101010101" pitchFamily="2" charset="-122"/>
              </a:rPr>
              <a:t>年</a:t>
            </a:r>
            <a:r>
              <a:rPr lang="en-US" altLang="zh-CN" sz="2500" dirty="0">
                <a:solidFill>
                  <a:srgbClr val="000000"/>
                </a:solidFill>
                <a:latin typeface="华文楷体" panose="02010600040101010101" pitchFamily="2" charset="-122"/>
                <a:ea typeface="华文楷体" panose="02010600040101010101" pitchFamily="2" charset="-122"/>
              </a:rPr>
              <a:t>12</a:t>
            </a:r>
            <a:r>
              <a:rPr lang="zh-CN" altLang="en-US" sz="2500" dirty="0">
                <a:solidFill>
                  <a:srgbClr val="000000"/>
                </a:solidFill>
                <a:latin typeface="华文楷体" panose="02010600040101010101" pitchFamily="2" charset="-122"/>
                <a:ea typeface="华文楷体" panose="02010600040101010101" pitchFamily="2" charset="-122"/>
              </a:rPr>
              <a:t>月</a:t>
            </a:r>
            <a:r>
              <a:rPr lang="en-US" altLang="zh-CN" sz="2500" dirty="0">
                <a:solidFill>
                  <a:srgbClr val="000000"/>
                </a:solidFill>
                <a:latin typeface="华文楷体" panose="02010600040101010101" pitchFamily="2" charset="-122"/>
                <a:ea typeface="华文楷体" panose="02010600040101010101" pitchFamily="2" charset="-122"/>
              </a:rPr>
              <a:t>29</a:t>
            </a:r>
            <a:r>
              <a:rPr lang="zh-CN" altLang="en-US" sz="2500" dirty="0">
                <a:solidFill>
                  <a:srgbClr val="000000"/>
                </a:solidFill>
                <a:latin typeface="华文楷体" panose="02010600040101010101" pitchFamily="2" charset="-122"/>
                <a:ea typeface="华文楷体" panose="02010600040101010101" pitchFamily="2" charset="-122"/>
              </a:rPr>
              <a:t>日第九届全国人民代表大会常务委员会第六次会议通过　根据</a:t>
            </a:r>
            <a:r>
              <a:rPr lang="en-US" altLang="zh-CN" sz="2500" dirty="0">
                <a:solidFill>
                  <a:srgbClr val="000000"/>
                </a:solidFill>
                <a:latin typeface="华文楷体" panose="02010600040101010101" pitchFamily="2" charset="-122"/>
                <a:ea typeface="华文楷体" panose="02010600040101010101" pitchFamily="2" charset="-122"/>
              </a:rPr>
              <a:t>2004</a:t>
            </a:r>
            <a:r>
              <a:rPr lang="zh-CN" altLang="en-US" sz="2500" dirty="0">
                <a:solidFill>
                  <a:srgbClr val="000000"/>
                </a:solidFill>
                <a:latin typeface="华文楷体" panose="02010600040101010101" pitchFamily="2" charset="-122"/>
                <a:ea typeface="华文楷体" panose="02010600040101010101" pitchFamily="2" charset="-122"/>
              </a:rPr>
              <a:t>年</a:t>
            </a:r>
            <a:r>
              <a:rPr lang="en-US" altLang="zh-CN" sz="2500" dirty="0">
                <a:solidFill>
                  <a:srgbClr val="000000"/>
                </a:solidFill>
                <a:latin typeface="华文楷体" panose="02010600040101010101" pitchFamily="2" charset="-122"/>
                <a:ea typeface="华文楷体" panose="02010600040101010101" pitchFamily="2" charset="-122"/>
              </a:rPr>
              <a:t>8</a:t>
            </a:r>
            <a:r>
              <a:rPr lang="zh-CN" altLang="en-US" sz="2500" dirty="0">
                <a:solidFill>
                  <a:srgbClr val="000000"/>
                </a:solidFill>
                <a:latin typeface="华文楷体" panose="02010600040101010101" pitchFamily="2" charset="-122"/>
                <a:ea typeface="华文楷体" panose="02010600040101010101" pitchFamily="2" charset="-122"/>
              </a:rPr>
              <a:t>月</a:t>
            </a:r>
            <a:r>
              <a:rPr lang="en-US" altLang="zh-CN" sz="2500" dirty="0">
                <a:solidFill>
                  <a:srgbClr val="000000"/>
                </a:solidFill>
                <a:latin typeface="华文楷体" panose="02010600040101010101" pitchFamily="2" charset="-122"/>
                <a:ea typeface="华文楷体" panose="02010600040101010101" pitchFamily="2" charset="-122"/>
              </a:rPr>
              <a:t>28</a:t>
            </a:r>
            <a:r>
              <a:rPr lang="zh-CN" altLang="en-US" sz="2500" dirty="0">
                <a:solidFill>
                  <a:srgbClr val="000000"/>
                </a:solidFill>
                <a:latin typeface="华文楷体" panose="02010600040101010101" pitchFamily="2" charset="-122"/>
                <a:ea typeface="华文楷体" panose="02010600040101010101" pitchFamily="2" charset="-122"/>
              </a:rPr>
              <a:t>日第十届全国人民代表大会常务委员会第十一次会议</a:t>
            </a:r>
            <a:r>
              <a:rPr lang="en-US" altLang="zh-CN" sz="2500" dirty="0">
                <a:solidFill>
                  <a:srgbClr val="000000"/>
                </a:solidFill>
                <a:latin typeface="华文楷体" panose="02010600040101010101" pitchFamily="2" charset="-122"/>
                <a:ea typeface="华文楷体" panose="02010600040101010101" pitchFamily="2" charset="-122"/>
              </a:rPr>
              <a:t>《</a:t>
            </a:r>
            <a:r>
              <a:rPr lang="zh-CN" altLang="en-US" sz="2500" dirty="0">
                <a:solidFill>
                  <a:srgbClr val="000000"/>
                </a:solidFill>
                <a:latin typeface="华文楷体" panose="02010600040101010101" pitchFamily="2" charset="-122"/>
                <a:ea typeface="华文楷体" panose="02010600040101010101" pitchFamily="2" charset="-122"/>
              </a:rPr>
              <a:t>关于修改</a:t>
            </a:r>
            <a:r>
              <a:rPr lang="en-US" altLang="zh-CN" sz="2500" dirty="0">
                <a:solidFill>
                  <a:srgbClr val="000000"/>
                </a:solidFill>
                <a:latin typeface="华文楷体" panose="02010600040101010101" pitchFamily="2" charset="-122"/>
                <a:ea typeface="华文楷体" panose="02010600040101010101" pitchFamily="2" charset="-122"/>
              </a:rPr>
              <a:t>〈</a:t>
            </a:r>
            <a:r>
              <a:rPr lang="zh-CN" altLang="en-US" sz="2500" dirty="0">
                <a:solidFill>
                  <a:srgbClr val="000000"/>
                </a:solidFill>
                <a:latin typeface="华文楷体" panose="02010600040101010101" pitchFamily="2" charset="-122"/>
                <a:ea typeface="华文楷体" panose="02010600040101010101" pitchFamily="2" charset="-122"/>
              </a:rPr>
              <a:t>中华人民共和国证券法</a:t>
            </a:r>
            <a:r>
              <a:rPr lang="en-US" altLang="zh-CN" sz="2500" dirty="0">
                <a:solidFill>
                  <a:srgbClr val="000000"/>
                </a:solidFill>
                <a:latin typeface="华文楷体" panose="02010600040101010101" pitchFamily="2" charset="-122"/>
                <a:ea typeface="华文楷体" panose="02010600040101010101" pitchFamily="2" charset="-122"/>
              </a:rPr>
              <a:t>〉</a:t>
            </a:r>
            <a:r>
              <a:rPr lang="zh-CN" altLang="en-US" sz="2500" dirty="0">
                <a:solidFill>
                  <a:srgbClr val="000000"/>
                </a:solidFill>
                <a:latin typeface="华文楷体" panose="02010600040101010101" pitchFamily="2" charset="-122"/>
                <a:ea typeface="华文楷体" panose="02010600040101010101" pitchFamily="2" charset="-122"/>
              </a:rPr>
              <a:t>的决定</a:t>
            </a:r>
            <a:r>
              <a:rPr lang="en-US" altLang="zh-CN" sz="2500" dirty="0">
                <a:solidFill>
                  <a:srgbClr val="000000"/>
                </a:solidFill>
                <a:latin typeface="华文楷体" panose="02010600040101010101" pitchFamily="2" charset="-122"/>
                <a:ea typeface="华文楷体" panose="02010600040101010101" pitchFamily="2" charset="-122"/>
              </a:rPr>
              <a:t>》</a:t>
            </a:r>
            <a:r>
              <a:rPr lang="zh-CN" altLang="en-US" sz="2500" dirty="0">
                <a:solidFill>
                  <a:srgbClr val="000000"/>
                </a:solidFill>
                <a:latin typeface="华文楷体" panose="02010600040101010101" pitchFamily="2" charset="-122"/>
                <a:ea typeface="华文楷体" panose="02010600040101010101" pitchFamily="2" charset="-122"/>
              </a:rPr>
              <a:t>修正　</a:t>
            </a:r>
            <a:r>
              <a:rPr lang="en-US" altLang="zh-CN" sz="2500" dirty="0">
                <a:solidFill>
                  <a:srgbClr val="000000"/>
                </a:solidFill>
                <a:latin typeface="华文楷体" panose="02010600040101010101" pitchFamily="2" charset="-122"/>
                <a:ea typeface="华文楷体" panose="02010600040101010101" pitchFamily="2" charset="-122"/>
              </a:rPr>
              <a:t>2005</a:t>
            </a:r>
            <a:r>
              <a:rPr lang="zh-CN" altLang="en-US" sz="2500" dirty="0">
                <a:solidFill>
                  <a:srgbClr val="000000"/>
                </a:solidFill>
                <a:latin typeface="华文楷体" panose="02010600040101010101" pitchFamily="2" charset="-122"/>
                <a:ea typeface="华文楷体" panose="02010600040101010101" pitchFamily="2" charset="-122"/>
              </a:rPr>
              <a:t>年</a:t>
            </a:r>
            <a:r>
              <a:rPr lang="en-US" altLang="zh-CN" sz="2500" dirty="0">
                <a:solidFill>
                  <a:srgbClr val="000000"/>
                </a:solidFill>
                <a:latin typeface="华文楷体" panose="02010600040101010101" pitchFamily="2" charset="-122"/>
                <a:ea typeface="华文楷体" panose="02010600040101010101" pitchFamily="2" charset="-122"/>
              </a:rPr>
              <a:t>10</a:t>
            </a:r>
            <a:r>
              <a:rPr lang="zh-CN" altLang="en-US" sz="2500" dirty="0">
                <a:solidFill>
                  <a:srgbClr val="000000"/>
                </a:solidFill>
                <a:latin typeface="华文楷体" panose="02010600040101010101" pitchFamily="2" charset="-122"/>
                <a:ea typeface="华文楷体" panose="02010600040101010101" pitchFamily="2" charset="-122"/>
              </a:rPr>
              <a:t>月</a:t>
            </a:r>
            <a:r>
              <a:rPr lang="en-US" altLang="zh-CN" sz="2500" dirty="0">
                <a:solidFill>
                  <a:srgbClr val="000000"/>
                </a:solidFill>
                <a:latin typeface="华文楷体" panose="02010600040101010101" pitchFamily="2" charset="-122"/>
                <a:ea typeface="华文楷体" panose="02010600040101010101" pitchFamily="2" charset="-122"/>
              </a:rPr>
              <a:t>27</a:t>
            </a:r>
            <a:r>
              <a:rPr lang="zh-CN" altLang="en-US" sz="2500" dirty="0">
                <a:solidFill>
                  <a:srgbClr val="000000"/>
                </a:solidFill>
                <a:latin typeface="华文楷体" panose="02010600040101010101" pitchFamily="2" charset="-122"/>
                <a:ea typeface="华文楷体" panose="02010600040101010101" pitchFamily="2" charset="-122"/>
              </a:rPr>
              <a:t>日第十届全国人民代表大会常务委员会第十八次会议修订）</a:t>
            </a:r>
            <a:endParaRPr lang="zh-CN" altLang="en-US" sz="25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411">
                                            <p:txEl>
                                              <p:charRg st="15" end="34"/>
                                            </p:txEl>
                                          </p:spTgt>
                                        </p:tgtEl>
                                        <p:attrNameLst>
                                          <p:attrName>style.visibility</p:attrName>
                                        </p:attrNameLst>
                                      </p:cBhvr>
                                      <p:to>
                                        <p:strVal val="visible"/>
                                      </p:to>
                                    </p:set>
                                    <p:animEffect transition="in" filter="fade">
                                      <p:cBhvr>
                                        <p:cTn id="7" dur="1000"/>
                                        <p:tgtEl>
                                          <p:spTgt spid="17411">
                                            <p:txEl>
                                              <p:charRg st="15" end="34"/>
                                            </p:txEl>
                                          </p:spTgt>
                                        </p:tgtEl>
                                      </p:cBhvr>
                                    </p:animEffect>
                                    <p:anim calcmode="lin" valueType="num">
                                      <p:cBhvr>
                                        <p:cTn id="8" dur="1000" fill="hold"/>
                                        <p:tgtEl>
                                          <p:spTgt spid="17411">
                                            <p:txEl>
                                              <p:charRg st="15" end="34"/>
                                            </p:txEl>
                                          </p:spTgt>
                                        </p:tgtEl>
                                        <p:attrNameLst>
                                          <p:attrName>ppt_x</p:attrName>
                                        </p:attrNameLst>
                                      </p:cBhvr>
                                      <p:tavLst>
                                        <p:tav tm="0">
                                          <p:val>
                                            <p:strVal val="#ppt_x"/>
                                          </p:val>
                                        </p:tav>
                                        <p:tav tm="100000">
                                          <p:val>
                                            <p:strVal val="#ppt_x"/>
                                          </p:val>
                                        </p:tav>
                                      </p:tavLst>
                                    </p:anim>
                                    <p:anim calcmode="lin" valueType="num">
                                      <p:cBhvr>
                                        <p:cTn id="9" dur="1000" fill="hold"/>
                                        <p:tgtEl>
                                          <p:spTgt spid="17411">
                                            <p:txEl>
                                              <p:charRg st="15" end="3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411">
                                            <p:txEl>
                                              <p:charRg st="34" end="54"/>
                                            </p:txEl>
                                          </p:spTgt>
                                        </p:tgtEl>
                                        <p:attrNameLst>
                                          <p:attrName>style.visibility</p:attrName>
                                        </p:attrNameLst>
                                      </p:cBhvr>
                                      <p:to>
                                        <p:strVal val="visible"/>
                                      </p:to>
                                    </p:set>
                                    <p:animEffect transition="in" filter="fade">
                                      <p:cBhvr>
                                        <p:cTn id="12" dur="1000"/>
                                        <p:tgtEl>
                                          <p:spTgt spid="17411">
                                            <p:txEl>
                                              <p:charRg st="34" end="54"/>
                                            </p:txEl>
                                          </p:spTgt>
                                        </p:tgtEl>
                                      </p:cBhvr>
                                    </p:animEffect>
                                    <p:anim calcmode="lin" valueType="num">
                                      <p:cBhvr>
                                        <p:cTn id="13" dur="1000" fill="hold"/>
                                        <p:tgtEl>
                                          <p:spTgt spid="17411">
                                            <p:txEl>
                                              <p:charRg st="34" end="54"/>
                                            </p:txEl>
                                          </p:spTgt>
                                        </p:tgtEl>
                                        <p:attrNameLst>
                                          <p:attrName>ppt_x</p:attrName>
                                        </p:attrNameLst>
                                      </p:cBhvr>
                                      <p:tavLst>
                                        <p:tav tm="0">
                                          <p:val>
                                            <p:strVal val="#ppt_x"/>
                                          </p:val>
                                        </p:tav>
                                        <p:tav tm="100000">
                                          <p:val>
                                            <p:strVal val="#ppt_x"/>
                                          </p:val>
                                        </p:tav>
                                      </p:tavLst>
                                    </p:anim>
                                    <p:anim calcmode="lin" valueType="num">
                                      <p:cBhvr>
                                        <p:cTn id="14" dur="1000" fill="hold"/>
                                        <p:tgtEl>
                                          <p:spTgt spid="17411">
                                            <p:txEl>
                                              <p:charRg st="34" end="5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411">
                                            <p:txEl>
                                              <p:charRg st="54" end="70"/>
                                            </p:txEl>
                                          </p:spTgt>
                                        </p:tgtEl>
                                        <p:attrNameLst>
                                          <p:attrName>style.visibility</p:attrName>
                                        </p:attrNameLst>
                                      </p:cBhvr>
                                      <p:to>
                                        <p:strVal val="visible"/>
                                      </p:to>
                                    </p:set>
                                    <p:animEffect transition="in" filter="fade">
                                      <p:cBhvr>
                                        <p:cTn id="17" dur="1000"/>
                                        <p:tgtEl>
                                          <p:spTgt spid="17411">
                                            <p:txEl>
                                              <p:charRg st="54" end="70"/>
                                            </p:txEl>
                                          </p:spTgt>
                                        </p:tgtEl>
                                      </p:cBhvr>
                                    </p:animEffect>
                                    <p:anim calcmode="lin" valueType="num">
                                      <p:cBhvr>
                                        <p:cTn id="18" dur="1000" fill="hold"/>
                                        <p:tgtEl>
                                          <p:spTgt spid="17411">
                                            <p:txEl>
                                              <p:charRg st="54" end="70"/>
                                            </p:txEl>
                                          </p:spTgt>
                                        </p:tgtEl>
                                        <p:attrNameLst>
                                          <p:attrName>ppt_x</p:attrName>
                                        </p:attrNameLst>
                                      </p:cBhvr>
                                      <p:tavLst>
                                        <p:tav tm="0">
                                          <p:val>
                                            <p:strVal val="#ppt_x"/>
                                          </p:val>
                                        </p:tav>
                                        <p:tav tm="100000">
                                          <p:val>
                                            <p:strVal val="#ppt_x"/>
                                          </p:val>
                                        </p:tav>
                                      </p:tavLst>
                                    </p:anim>
                                    <p:anim calcmode="lin" valueType="num">
                                      <p:cBhvr>
                                        <p:cTn id="19" dur="1000" fill="hold"/>
                                        <p:tgtEl>
                                          <p:spTgt spid="17411">
                                            <p:txEl>
                                              <p:charRg st="54" end="7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7411">
                                            <p:txEl>
                                              <p:charRg st="70" end="86"/>
                                            </p:txEl>
                                          </p:spTgt>
                                        </p:tgtEl>
                                        <p:attrNameLst>
                                          <p:attrName>style.visibility</p:attrName>
                                        </p:attrNameLst>
                                      </p:cBhvr>
                                      <p:to>
                                        <p:strVal val="visible"/>
                                      </p:to>
                                    </p:set>
                                    <p:animEffect transition="in" filter="fade">
                                      <p:cBhvr>
                                        <p:cTn id="22" dur="1000"/>
                                        <p:tgtEl>
                                          <p:spTgt spid="17411">
                                            <p:txEl>
                                              <p:charRg st="70" end="86"/>
                                            </p:txEl>
                                          </p:spTgt>
                                        </p:tgtEl>
                                      </p:cBhvr>
                                    </p:animEffect>
                                    <p:anim calcmode="lin" valueType="num">
                                      <p:cBhvr>
                                        <p:cTn id="23" dur="1000" fill="hold"/>
                                        <p:tgtEl>
                                          <p:spTgt spid="17411">
                                            <p:txEl>
                                              <p:charRg st="70" end="86"/>
                                            </p:txEl>
                                          </p:spTgt>
                                        </p:tgtEl>
                                        <p:attrNameLst>
                                          <p:attrName>ppt_x</p:attrName>
                                        </p:attrNameLst>
                                      </p:cBhvr>
                                      <p:tavLst>
                                        <p:tav tm="0">
                                          <p:val>
                                            <p:strVal val="#ppt_x"/>
                                          </p:val>
                                        </p:tav>
                                        <p:tav tm="100000">
                                          <p:val>
                                            <p:strVal val="#ppt_x"/>
                                          </p:val>
                                        </p:tav>
                                      </p:tavLst>
                                    </p:anim>
                                    <p:anim calcmode="lin" valueType="num">
                                      <p:cBhvr>
                                        <p:cTn id="24" dur="1000" fill="hold"/>
                                        <p:tgtEl>
                                          <p:spTgt spid="17411">
                                            <p:txEl>
                                              <p:charRg st="70" end="8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7411">
                                            <p:txEl>
                                              <p:charRg st="86" end="217"/>
                                            </p:txEl>
                                          </p:spTgt>
                                        </p:tgtEl>
                                        <p:attrNameLst>
                                          <p:attrName>style.visibility</p:attrName>
                                        </p:attrNameLst>
                                      </p:cBhvr>
                                      <p:to>
                                        <p:strVal val="visible"/>
                                      </p:to>
                                    </p:set>
                                    <p:animEffect transition="in" filter="fade">
                                      <p:cBhvr>
                                        <p:cTn id="27" dur="1000"/>
                                        <p:tgtEl>
                                          <p:spTgt spid="17411">
                                            <p:txEl>
                                              <p:charRg st="86" end="217"/>
                                            </p:txEl>
                                          </p:spTgt>
                                        </p:tgtEl>
                                      </p:cBhvr>
                                    </p:animEffect>
                                    <p:anim calcmode="lin" valueType="num">
                                      <p:cBhvr>
                                        <p:cTn id="28" dur="1000" fill="hold"/>
                                        <p:tgtEl>
                                          <p:spTgt spid="17411">
                                            <p:txEl>
                                              <p:charRg st="86" end="217"/>
                                            </p:txEl>
                                          </p:spTgt>
                                        </p:tgtEl>
                                        <p:attrNameLst>
                                          <p:attrName>ppt_x</p:attrName>
                                        </p:attrNameLst>
                                      </p:cBhvr>
                                      <p:tavLst>
                                        <p:tav tm="0">
                                          <p:val>
                                            <p:strVal val="#ppt_x"/>
                                          </p:val>
                                        </p:tav>
                                        <p:tav tm="100000">
                                          <p:val>
                                            <p:strVal val="#ppt_x"/>
                                          </p:val>
                                        </p:tav>
                                      </p:tavLst>
                                    </p:anim>
                                    <p:anim calcmode="lin" valueType="num">
                                      <p:cBhvr>
                                        <p:cTn id="29" dur="1000" fill="hold"/>
                                        <p:tgtEl>
                                          <p:spTgt spid="17411">
                                            <p:txEl>
                                              <p:charRg st="86" end="21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8435"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中华人民共和国治安管理处罚法（摘录）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900" dirty="0">
                <a:solidFill>
                  <a:srgbClr val="000000"/>
                </a:solidFill>
                <a:latin typeface="华文楷体" panose="02010600040101010101" pitchFamily="2" charset="-122"/>
                <a:ea typeface="华文楷体" panose="02010600040101010101" pitchFamily="2" charset="-122"/>
              </a:rPr>
              <a:t>38</a:t>
            </a:r>
            <a:r>
              <a:rPr lang="zh-CN" altLang="en-US" sz="2900" dirty="0">
                <a:solidFill>
                  <a:srgbClr val="000000"/>
                </a:solidFill>
                <a:latin typeface="华文楷体" panose="02010600040101010101" pitchFamily="2" charset="-122"/>
                <a:ea typeface="华文楷体" panose="02010600040101010101" pitchFamily="2" charset="-122"/>
              </a:rPr>
              <a:t>号</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发布日期：</a:t>
            </a:r>
            <a:r>
              <a:rPr lang="en-US" altLang="zh-CN" sz="2900" dirty="0">
                <a:solidFill>
                  <a:srgbClr val="000000"/>
                </a:solidFill>
                <a:latin typeface="华文楷体" panose="02010600040101010101" pitchFamily="2" charset="-122"/>
                <a:ea typeface="华文楷体" panose="02010600040101010101" pitchFamily="2" charset="-122"/>
              </a:rPr>
              <a:t>2005-08-28</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生效日期：</a:t>
            </a:r>
            <a:r>
              <a:rPr lang="en-US" altLang="zh-CN" sz="2900" dirty="0">
                <a:solidFill>
                  <a:srgbClr val="000000"/>
                </a:solidFill>
                <a:latin typeface="华文楷体" panose="02010600040101010101" pitchFamily="2" charset="-122"/>
                <a:ea typeface="华文楷体" panose="02010600040101010101" pitchFamily="2" charset="-122"/>
              </a:rPr>
              <a:t>2006-03-01</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a:t>
            </a:r>
            <a:r>
              <a:rPr lang="en-US" altLang="zh-CN" sz="2900" dirty="0">
                <a:solidFill>
                  <a:srgbClr val="000000"/>
                </a:solidFill>
                <a:latin typeface="华文楷体" panose="02010600040101010101" pitchFamily="2" charset="-122"/>
                <a:ea typeface="华文楷体" panose="02010600040101010101" pitchFamily="2" charset="-122"/>
              </a:rPr>
              <a:t>2005</a:t>
            </a:r>
            <a:r>
              <a:rPr lang="zh-CN" altLang="en-US" sz="2900" dirty="0">
                <a:solidFill>
                  <a:srgbClr val="000000"/>
                </a:solidFill>
                <a:latin typeface="华文楷体" panose="02010600040101010101" pitchFamily="2" charset="-122"/>
                <a:ea typeface="华文楷体" panose="02010600040101010101" pitchFamily="2" charset="-122"/>
              </a:rPr>
              <a:t>年</a:t>
            </a:r>
            <a:r>
              <a:rPr lang="en-US" altLang="zh-CN" sz="2900" dirty="0">
                <a:solidFill>
                  <a:srgbClr val="000000"/>
                </a:solidFill>
                <a:latin typeface="华文楷体" panose="02010600040101010101" pitchFamily="2" charset="-122"/>
                <a:ea typeface="华文楷体" panose="02010600040101010101" pitchFamily="2" charset="-122"/>
              </a:rPr>
              <a:t>8</a:t>
            </a:r>
            <a:r>
              <a:rPr lang="zh-CN" altLang="en-US" sz="2900" dirty="0">
                <a:solidFill>
                  <a:srgbClr val="000000"/>
                </a:solidFill>
                <a:latin typeface="华文楷体" panose="02010600040101010101" pitchFamily="2" charset="-122"/>
                <a:ea typeface="华文楷体" panose="02010600040101010101" pitchFamily="2" charset="-122"/>
              </a:rPr>
              <a:t>月</a:t>
            </a:r>
            <a:r>
              <a:rPr lang="en-US" altLang="zh-CN" sz="2900" dirty="0">
                <a:solidFill>
                  <a:srgbClr val="000000"/>
                </a:solidFill>
                <a:latin typeface="华文楷体" panose="02010600040101010101" pitchFamily="2" charset="-122"/>
                <a:ea typeface="华文楷体" panose="02010600040101010101" pitchFamily="2" charset="-122"/>
              </a:rPr>
              <a:t>28</a:t>
            </a:r>
            <a:r>
              <a:rPr lang="zh-CN" altLang="en-US" sz="2900" dirty="0">
                <a:solidFill>
                  <a:srgbClr val="000000"/>
                </a:solidFill>
                <a:latin typeface="华文楷体" panose="02010600040101010101" pitchFamily="2" charset="-122"/>
                <a:ea typeface="华文楷体" panose="02010600040101010101" pitchFamily="2" charset="-122"/>
              </a:rPr>
              <a:t>日第十届全国人民代表大会常务委员会第十七次会议通过）</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charRg st="19" end="38"/>
                                            </p:txEl>
                                          </p:spTgt>
                                        </p:tgtEl>
                                        <p:attrNameLst>
                                          <p:attrName>style.visibility</p:attrName>
                                        </p:attrNameLst>
                                      </p:cBhvr>
                                      <p:to>
                                        <p:strVal val="visible"/>
                                      </p:to>
                                    </p:set>
                                    <p:anim calcmode="lin" valueType="num">
                                      <p:cBhvr additive="base">
                                        <p:cTn id="7" dur="500" fill="hold"/>
                                        <p:tgtEl>
                                          <p:spTgt spid="18435">
                                            <p:txEl>
                                              <p:charRg st="19" end="3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charRg st="19" end="3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35">
                                            <p:txEl>
                                              <p:charRg st="38" end="58"/>
                                            </p:txEl>
                                          </p:spTgt>
                                        </p:tgtEl>
                                        <p:attrNameLst>
                                          <p:attrName>style.visibility</p:attrName>
                                        </p:attrNameLst>
                                      </p:cBhvr>
                                      <p:to>
                                        <p:strVal val="visible"/>
                                      </p:to>
                                    </p:set>
                                    <p:anim calcmode="lin" valueType="num">
                                      <p:cBhvr additive="base">
                                        <p:cTn id="11" dur="500" fill="hold"/>
                                        <p:tgtEl>
                                          <p:spTgt spid="18435">
                                            <p:txEl>
                                              <p:charRg st="38" end="5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5">
                                            <p:txEl>
                                              <p:charRg st="38" end="5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435">
                                            <p:txEl>
                                              <p:charRg st="58" end="74"/>
                                            </p:txEl>
                                          </p:spTgt>
                                        </p:tgtEl>
                                        <p:attrNameLst>
                                          <p:attrName>style.visibility</p:attrName>
                                        </p:attrNameLst>
                                      </p:cBhvr>
                                      <p:to>
                                        <p:strVal val="visible"/>
                                      </p:to>
                                    </p:set>
                                    <p:anim calcmode="lin" valueType="num">
                                      <p:cBhvr additive="base">
                                        <p:cTn id="15" dur="500" fill="hold"/>
                                        <p:tgtEl>
                                          <p:spTgt spid="18435">
                                            <p:txEl>
                                              <p:charRg st="58" end="7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35">
                                            <p:txEl>
                                              <p:charRg st="58" end="7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435">
                                            <p:txEl>
                                              <p:charRg st="74" end="90"/>
                                            </p:txEl>
                                          </p:spTgt>
                                        </p:tgtEl>
                                        <p:attrNameLst>
                                          <p:attrName>style.visibility</p:attrName>
                                        </p:attrNameLst>
                                      </p:cBhvr>
                                      <p:to>
                                        <p:strVal val="visible"/>
                                      </p:to>
                                    </p:set>
                                    <p:anim calcmode="lin" valueType="num">
                                      <p:cBhvr additive="base">
                                        <p:cTn id="19" dur="500" fill="hold"/>
                                        <p:tgtEl>
                                          <p:spTgt spid="18435">
                                            <p:txEl>
                                              <p:charRg st="74" end="9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charRg st="74" end="9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435">
                                            <p:txEl>
                                              <p:charRg st="90" end="127"/>
                                            </p:txEl>
                                          </p:spTgt>
                                        </p:tgtEl>
                                        <p:attrNameLst>
                                          <p:attrName>style.visibility</p:attrName>
                                        </p:attrNameLst>
                                      </p:cBhvr>
                                      <p:to>
                                        <p:strVal val="visible"/>
                                      </p:to>
                                    </p:set>
                                    <p:anim calcmode="lin" valueType="num">
                                      <p:cBhvr additive="base">
                                        <p:cTn id="23" dur="500" fill="hold"/>
                                        <p:tgtEl>
                                          <p:spTgt spid="18435">
                                            <p:txEl>
                                              <p:charRg st="90" end="12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435">
                                            <p:txEl>
                                              <p:charRg st="90" end="12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19459"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中华人民共和国突发事件应对法（摘录）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900" dirty="0">
                <a:solidFill>
                  <a:srgbClr val="000000"/>
                </a:solidFill>
                <a:latin typeface="华文楷体" panose="02010600040101010101" pitchFamily="2" charset="-122"/>
                <a:ea typeface="华文楷体" panose="02010600040101010101" pitchFamily="2" charset="-122"/>
              </a:rPr>
              <a:t>69</a:t>
            </a:r>
            <a:r>
              <a:rPr lang="zh-CN" altLang="en-US" sz="2900" dirty="0">
                <a:solidFill>
                  <a:srgbClr val="000000"/>
                </a:solidFill>
                <a:latin typeface="华文楷体" panose="02010600040101010101" pitchFamily="2" charset="-122"/>
                <a:ea typeface="华文楷体" panose="02010600040101010101" pitchFamily="2" charset="-122"/>
              </a:rPr>
              <a:t>号</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发布日期：</a:t>
            </a:r>
            <a:r>
              <a:rPr lang="en-US" altLang="zh-CN" sz="2900" dirty="0">
                <a:solidFill>
                  <a:srgbClr val="000000"/>
                </a:solidFill>
                <a:latin typeface="华文楷体" panose="02010600040101010101" pitchFamily="2" charset="-122"/>
                <a:ea typeface="华文楷体" panose="02010600040101010101" pitchFamily="2" charset="-122"/>
              </a:rPr>
              <a:t>2007-08-30</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生效日期：</a:t>
            </a:r>
            <a:r>
              <a:rPr lang="en-US" altLang="zh-CN" sz="2900" dirty="0">
                <a:solidFill>
                  <a:srgbClr val="000000"/>
                </a:solidFill>
                <a:latin typeface="华文楷体" panose="02010600040101010101" pitchFamily="2" charset="-122"/>
                <a:ea typeface="华文楷体" panose="02010600040101010101" pitchFamily="2" charset="-122"/>
              </a:rPr>
              <a:t>2007-11-01</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a:t>
            </a:r>
            <a:r>
              <a:rPr lang="en-US" altLang="zh-CN" sz="2900" dirty="0">
                <a:solidFill>
                  <a:srgbClr val="000000"/>
                </a:solidFill>
                <a:latin typeface="华文楷体" panose="02010600040101010101" pitchFamily="2" charset="-122"/>
                <a:ea typeface="华文楷体" panose="02010600040101010101" pitchFamily="2" charset="-122"/>
              </a:rPr>
              <a:t>2007</a:t>
            </a:r>
            <a:r>
              <a:rPr lang="zh-CN" altLang="en-US" sz="2900" dirty="0">
                <a:solidFill>
                  <a:srgbClr val="000000"/>
                </a:solidFill>
                <a:latin typeface="华文楷体" panose="02010600040101010101" pitchFamily="2" charset="-122"/>
                <a:ea typeface="华文楷体" panose="02010600040101010101" pitchFamily="2" charset="-122"/>
              </a:rPr>
              <a:t>年</a:t>
            </a:r>
            <a:r>
              <a:rPr lang="en-US" altLang="zh-CN" sz="2900" dirty="0">
                <a:solidFill>
                  <a:srgbClr val="000000"/>
                </a:solidFill>
                <a:latin typeface="华文楷体" panose="02010600040101010101" pitchFamily="2" charset="-122"/>
                <a:ea typeface="华文楷体" panose="02010600040101010101" pitchFamily="2" charset="-122"/>
              </a:rPr>
              <a:t>8</a:t>
            </a:r>
            <a:r>
              <a:rPr lang="zh-CN" altLang="en-US" sz="2900" dirty="0">
                <a:solidFill>
                  <a:srgbClr val="000000"/>
                </a:solidFill>
                <a:latin typeface="华文楷体" panose="02010600040101010101" pitchFamily="2" charset="-122"/>
                <a:ea typeface="华文楷体" panose="02010600040101010101" pitchFamily="2" charset="-122"/>
              </a:rPr>
              <a:t>月</a:t>
            </a:r>
            <a:r>
              <a:rPr lang="en-US" altLang="zh-CN" sz="2900" dirty="0">
                <a:solidFill>
                  <a:srgbClr val="000000"/>
                </a:solidFill>
                <a:latin typeface="华文楷体" panose="02010600040101010101" pitchFamily="2" charset="-122"/>
                <a:ea typeface="华文楷体" panose="02010600040101010101" pitchFamily="2" charset="-122"/>
              </a:rPr>
              <a:t>30</a:t>
            </a:r>
            <a:r>
              <a:rPr lang="zh-CN" altLang="en-US" sz="2900" dirty="0">
                <a:solidFill>
                  <a:srgbClr val="000000"/>
                </a:solidFill>
                <a:latin typeface="华文楷体" panose="02010600040101010101" pitchFamily="2" charset="-122"/>
                <a:ea typeface="华文楷体" panose="02010600040101010101" pitchFamily="2" charset="-122"/>
              </a:rPr>
              <a:t>日中华人民共和国第十届全国人民代表大会常务委员会第二十九次会议于通过）</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xEl>
                                              <p:charRg st="19" end="38"/>
                                            </p:txEl>
                                          </p:spTgt>
                                        </p:tgtEl>
                                        <p:attrNameLst>
                                          <p:attrName>style.visibility</p:attrName>
                                        </p:attrNameLst>
                                      </p:cBhvr>
                                      <p:to>
                                        <p:strVal val="visible"/>
                                      </p:to>
                                    </p:set>
                                    <p:animEffect transition="in" filter="barn(inVertical)">
                                      <p:cBhvr>
                                        <p:cTn id="7" dur="500"/>
                                        <p:tgtEl>
                                          <p:spTgt spid="19459">
                                            <p:txEl>
                                              <p:charRg st="19" end="38"/>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9459">
                                            <p:txEl>
                                              <p:charRg st="38" end="58"/>
                                            </p:txEl>
                                          </p:spTgt>
                                        </p:tgtEl>
                                        <p:attrNameLst>
                                          <p:attrName>style.visibility</p:attrName>
                                        </p:attrNameLst>
                                      </p:cBhvr>
                                      <p:to>
                                        <p:strVal val="visible"/>
                                      </p:to>
                                    </p:set>
                                    <p:animEffect transition="in" filter="barn(inVertical)">
                                      <p:cBhvr>
                                        <p:cTn id="10" dur="500"/>
                                        <p:tgtEl>
                                          <p:spTgt spid="19459">
                                            <p:txEl>
                                              <p:charRg st="38" end="58"/>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9459">
                                            <p:txEl>
                                              <p:charRg st="58" end="74"/>
                                            </p:txEl>
                                          </p:spTgt>
                                        </p:tgtEl>
                                        <p:attrNameLst>
                                          <p:attrName>style.visibility</p:attrName>
                                        </p:attrNameLst>
                                      </p:cBhvr>
                                      <p:to>
                                        <p:strVal val="visible"/>
                                      </p:to>
                                    </p:set>
                                    <p:animEffect transition="in" filter="barn(inVertical)">
                                      <p:cBhvr>
                                        <p:cTn id="13" dur="500"/>
                                        <p:tgtEl>
                                          <p:spTgt spid="19459">
                                            <p:txEl>
                                              <p:charRg st="58" end="7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19459">
                                            <p:txEl>
                                              <p:charRg st="74" end="90"/>
                                            </p:txEl>
                                          </p:spTgt>
                                        </p:tgtEl>
                                        <p:attrNameLst>
                                          <p:attrName>style.visibility</p:attrName>
                                        </p:attrNameLst>
                                      </p:cBhvr>
                                      <p:to>
                                        <p:strVal val="visible"/>
                                      </p:to>
                                    </p:set>
                                    <p:animEffect transition="in" filter="barn(inVertical)">
                                      <p:cBhvr>
                                        <p:cTn id="16" dur="500"/>
                                        <p:tgtEl>
                                          <p:spTgt spid="19459">
                                            <p:txEl>
                                              <p:charRg st="74" end="90"/>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19459">
                                            <p:txEl>
                                              <p:charRg st="90" end="136"/>
                                            </p:txEl>
                                          </p:spTgt>
                                        </p:tgtEl>
                                        <p:attrNameLst>
                                          <p:attrName>style.visibility</p:attrName>
                                        </p:attrNameLst>
                                      </p:cBhvr>
                                      <p:to>
                                        <p:strVal val="visible"/>
                                      </p:to>
                                    </p:set>
                                    <p:animEffect transition="in" filter="barn(inVertical)">
                                      <p:cBhvr>
                                        <p:cTn id="19" dur="500"/>
                                        <p:tgtEl>
                                          <p:spTgt spid="19459">
                                            <p:txEl>
                                              <p:charRg st="90"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20483"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中华人民共和国侵权责任法（摘录）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900" dirty="0">
                <a:solidFill>
                  <a:srgbClr val="000000"/>
                </a:solidFill>
                <a:latin typeface="华文楷体" panose="02010600040101010101" pitchFamily="2" charset="-122"/>
                <a:ea typeface="华文楷体" panose="02010600040101010101" pitchFamily="2" charset="-122"/>
              </a:rPr>
              <a:t>21</a:t>
            </a:r>
            <a:r>
              <a:rPr lang="zh-CN" altLang="en-US" sz="2900" dirty="0">
                <a:solidFill>
                  <a:srgbClr val="000000"/>
                </a:solidFill>
                <a:latin typeface="华文楷体" panose="02010600040101010101" pitchFamily="2" charset="-122"/>
                <a:ea typeface="华文楷体" panose="02010600040101010101" pitchFamily="2" charset="-122"/>
              </a:rPr>
              <a:t>号</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发布日期：</a:t>
            </a:r>
            <a:r>
              <a:rPr lang="en-US" altLang="zh-CN" sz="2900" dirty="0">
                <a:solidFill>
                  <a:srgbClr val="000000"/>
                </a:solidFill>
                <a:latin typeface="华文楷体" panose="02010600040101010101" pitchFamily="2" charset="-122"/>
                <a:ea typeface="华文楷体" panose="02010600040101010101" pitchFamily="2" charset="-122"/>
              </a:rPr>
              <a:t>2009-12-26</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生效日期：</a:t>
            </a:r>
            <a:r>
              <a:rPr lang="en-US" altLang="zh-CN" sz="2900" dirty="0">
                <a:solidFill>
                  <a:srgbClr val="000000"/>
                </a:solidFill>
                <a:latin typeface="华文楷体" panose="02010600040101010101" pitchFamily="2" charset="-122"/>
                <a:ea typeface="华文楷体" panose="02010600040101010101" pitchFamily="2" charset="-122"/>
              </a:rPr>
              <a:t>2010-07-01</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900" dirty="0">
                <a:solidFill>
                  <a:srgbClr val="000000"/>
                </a:solidFill>
                <a:latin typeface="华文楷体" panose="02010600040101010101" pitchFamily="2" charset="-122"/>
                <a:ea typeface="华文楷体" panose="02010600040101010101" pitchFamily="2" charset="-122"/>
              </a:rPr>
              <a:t>（</a:t>
            </a:r>
            <a:r>
              <a:rPr lang="en-US" altLang="zh-CN" sz="2900" dirty="0">
                <a:solidFill>
                  <a:srgbClr val="000000"/>
                </a:solidFill>
                <a:latin typeface="华文楷体" panose="02010600040101010101" pitchFamily="2" charset="-122"/>
                <a:ea typeface="华文楷体" panose="02010600040101010101" pitchFamily="2" charset="-122"/>
              </a:rPr>
              <a:t>2005</a:t>
            </a:r>
            <a:r>
              <a:rPr lang="zh-CN" altLang="en-US" sz="2900" dirty="0">
                <a:solidFill>
                  <a:srgbClr val="000000"/>
                </a:solidFill>
                <a:latin typeface="华文楷体" panose="02010600040101010101" pitchFamily="2" charset="-122"/>
                <a:ea typeface="华文楷体" panose="02010600040101010101" pitchFamily="2" charset="-122"/>
              </a:rPr>
              <a:t>年</a:t>
            </a:r>
            <a:r>
              <a:rPr lang="en-US" altLang="zh-CN" sz="2900" dirty="0">
                <a:solidFill>
                  <a:srgbClr val="000000"/>
                </a:solidFill>
                <a:latin typeface="华文楷体" panose="02010600040101010101" pitchFamily="2" charset="-122"/>
                <a:ea typeface="华文楷体" panose="02010600040101010101" pitchFamily="2" charset="-122"/>
              </a:rPr>
              <a:t>12</a:t>
            </a:r>
            <a:r>
              <a:rPr lang="zh-CN" altLang="en-US" sz="2900" dirty="0">
                <a:solidFill>
                  <a:srgbClr val="000000"/>
                </a:solidFill>
                <a:latin typeface="华文楷体" panose="02010600040101010101" pitchFamily="2" charset="-122"/>
                <a:ea typeface="华文楷体" panose="02010600040101010101" pitchFamily="2" charset="-122"/>
              </a:rPr>
              <a:t>月</a:t>
            </a:r>
            <a:r>
              <a:rPr lang="en-US" altLang="zh-CN" sz="2900" dirty="0">
                <a:solidFill>
                  <a:srgbClr val="000000"/>
                </a:solidFill>
                <a:latin typeface="华文楷体" panose="02010600040101010101" pitchFamily="2" charset="-122"/>
                <a:ea typeface="华文楷体" panose="02010600040101010101" pitchFamily="2" charset="-122"/>
              </a:rPr>
              <a:t>26</a:t>
            </a:r>
            <a:r>
              <a:rPr lang="zh-CN" altLang="en-US" sz="2900" dirty="0">
                <a:solidFill>
                  <a:srgbClr val="000000"/>
                </a:solidFill>
                <a:latin typeface="华文楷体" panose="02010600040101010101" pitchFamily="2" charset="-122"/>
                <a:ea typeface="华文楷体" panose="02010600040101010101" pitchFamily="2" charset="-122"/>
              </a:rPr>
              <a:t>日中华人民共和国第十一届全国人民代表大会常务委员会第十二次会议通过）</a:t>
            </a:r>
            <a:endParaRPr lang="zh-CN" altLang="en-US" sz="29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483">
                                            <p:txEl>
                                              <p:charRg st="17" end="36"/>
                                            </p:txEl>
                                          </p:spTgt>
                                        </p:tgtEl>
                                        <p:attrNameLst>
                                          <p:attrName>style.visibility</p:attrName>
                                        </p:attrNameLst>
                                      </p:cBhvr>
                                      <p:to>
                                        <p:strVal val="visible"/>
                                      </p:to>
                                    </p:set>
                                    <p:animEffect transition="in" filter="wipe(down)">
                                      <p:cBhvr>
                                        <p:cTn id="7" dur="500"/>
                                        <p:tgtEl>
                                          <p:spTgt spid="20483">
                                            <p:txEl>
                                              <p:charRg st="17" end="3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0483">
                                            <p:txEl>
                                              <p:charRg st="36" end="56"/>
                                            </p:txEl>
                                          </p:spTgt>
                                        </p:tgtEl>
                                        <p:attrNameLst>
                                          <p:attrName>style.visibility</p:attrName>
                                        </p:attrNameLst>
                                      </p:cBhvr>
                                      <p:to>
                                        <p:strVal val="visible"/>
                                      </p:to>
                                    </p:set>
                                    <p:animEffect transition="in" filter="wipe(down)">
                                      <p:cBhvr>
                                        <p:cTn id="10" dur="500"/>
                                        <p:tgtEl>
                                          <p:spTgt spid="20483">
                                            <p:txEl>
                                              <p:charRg st="36" end="5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0483">
                                            <p:txEl>
                                              <p:charRg st="56" end="72"/>
                                            </p:txEl>
                                          </p:spTgt>
                                        </p:tgtEl>
                                        <p:attrNameLst>
                                          <p:attrName>style.visibility</p:attrName>
                                        </p:attrNameLst>
                                      </p:cBhvr>
                                      <p:to>
                                        <p:strVal val="visible"/>
                                      </p:to>
                                    </p:set>
                                    <p:animEffect transition="in" filter="wipe(down)">
                                      <p:cBhvr>
                                        <p:cTn id="13" dur="500"/>
                                        <p:tgtEl>
                                          <p:spTgt spid="20483">
                                            <p:txEl>
                                              <p:charRg st="56" end="7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0483">
                                            <p:txEl>
                                              <p:charRg st="72" end="88"/>
                                            </p:txEl>
                                          </p:spTgt>
                                        </p:tgtEl>
                                        <p:attrNameLst>
                                          <p:attrName>style.visibility</p:attrName>
                                        </p:attrNameLst>
                                      </p:cBhvr>
                                      <p:to>
                                        <p:strVal val="visible"/>
                                      </p:to>
                                    </p:set>
                                    <p:animEffect transition="in" filter="wipe(down)">
                                      <p:cBhvr>
                                        <p:cTn id="16" dur="500"/>
                                        <p:tgtEl>
                                          <p:spTgt spid="20483">
                                            <p:txEl>
                                              <p:charRg st="72" end="8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0483">
                                            <p:txEl>
                                              <p:charRg st="88" end="134"/>
                                            </p:txEl>
                                          </p:spTgt>
                                        </p:tgtEl>
                                        <p:attrNameLst>
                                          <p:attrName>style.visibility</p:attrName>
                                        </p:attrNameLst>
                                      </p:cBhvr>
                                      <p:to>
                                        <p:strVal val="visible"/>
                                      </p:to>
                                    </p:set>
                                    <p:animEffect transition="in" filter="wipe(down)">
                                      <p:cBhvr>
                                        <p:cTn id="19" dur="500"/>
                                        <p:tgtEl>
                                          <p:spTgt spid="20483">
                                            <p:txEl>
                                              <p:charRg st="88" end="1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21507"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中华人民共和国著作权法（摘录）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2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2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2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200" dirty="0">
                <a:solidFill>
                  <a:srgbClr val="000000"/>
                </a:solidFill>
                <a:latin typeface="华文楷体" panose="02010600040101010101" pitchFamily="2" charset="-122"/>
                <a:ea typeface="华文楷体" panose="02010600040101010101" pitchFamily="2" charset="-122"/>
              </a:rPr>
              <a:t>26</a:t>
            </a:r>
            <a:r>
              <a:rPr lang="zh-CN" altLang="en-US" sz="2200" dirty="0">
                <a:solidFill>
                  <a:srgbClr val="000000"/>
                </a:solidFill>
                <a:latin typeface="华文楷体" panose="02010600040101010101" pitchFamily="2" charset="-122"/>
                <a:ea typeface="华文楷体" panose="02010600040101010101" pitchFamily="2" charset="-122"/>
              </a:rPr>
              <a:t>号</a:t>
            </a:r>
            <a:endParaRPr lang="zh-CN" altLang="en-US" sz="22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200" dirty="0">
                <a:solidFill>
                  <a:srgbClr val="000000"/>
                </a:solidFill>
                <a:latin typeface="华文楷体" panose="02010600040101010101" pitchFamily="2" charset="-122"/>
                <a:ea typeface="华文楷体" panose="02010600040101010101" pitchFamily="2" charset="-122"/>
              </a:rPr>
              <a:t>发布日期：</a:t>
            </a:r>
            <a:r>
              <a:rPr lang="en-US" altLang="zh-CN" sz="2200" dirty="0">
                <a:solidFill>
                  <a:srgbClr val="000000"/>
                </a:solidFill>
                <a:latin typeface="华文楷体" panose="02010600040101010101" pitchFamily="2" charset="-122"/>
                <a:ea typeface="华文楷体" panose="02010600040101010101" pitchFamily="2" charset="-122"/>
              </a:rPr>
              <a:t>2010-02-26</a:t>
            </a:r>
            <a:endParaRPr lang="zh-CN" altLang="en-US" sz="22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200" dirty="0">
                <a:solidFill>
                  <a:srgbClr val="000000"/>
                </a:solidFill>
                <a:latin typeface="华文楷体" panose="02010600040101010101" pitchFamily="2" charset="-122"/>
                <a:ea typeface="华文楷体" panose="02010600040101010101" pitchFamily="2" charset="-122"/>
              </a:rPr>
              <a:t>生效日期：</a:t>
            </a:r>
            <a:r>
              <a:rPr lang="en-US" altLang="zh-CN" sz="2200" dirty="0">
                <a:solidFill>
                  <a:srgbClr val="000000"/>
                </a:solidFill>
                <a:latin typeface="华文楷体" panose="02010600040101010101" pitchFamily="2" charset="-122"/>
                <a:ea typeface="华文楷体" panose="02010600040101010101" pitchFamily="2" charset="-122"/>
              </a:rPr>
              <a:t>2010-04-01</a:t>
            </a:r>
            <a:endParaRPr lang="zh-CN" altLang="en-US" sz="22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200" dirty="0">
                <a:solidFill>
                  <a:srgbClr val="000000"/>
                </a:solidFill>
                <a:latin typeface="华文楷体" panose="02010600040101010101" pitchFamily="2" charset="-122"/>
                <a:ea typeface="华文楷体" panose="02010600040101010101" pitchFamily="2" charset="-122"/>
              </a:rPr>
              <a:t>（</a:t>
            </a:r>
            <a:r>
              <a:rPr lang="en-US" altLang="zh-CN" sz="2200" dirty="0">
                <a:solidFill>
                  <a:srgbClr val="000000"/>
                </a:solidFill>
                <a:latin typeface="华文楷体" panose="02010600040101010101" pitchFamily="2" charset="-122"/>
                <a:ea typeface="华文楷体" panose="02010600040101010101" pitchFamily="2" charset="-122"/>
              </a:rPr>
              <a:t>1990</a:t>
            </a:r>
            <a:r>
              <a:rPr lang="zh-CN" altLang="en-US" sz="2200" dirty="0">
                <a:solidFill>
                  <a:srgbClr val="000000"/>
                </a:solidFill>
                <a:latin typeface="华文楷体" panose="02010600040101010101" pitchFamily="2" charset="-122"/>
                <a:ea typeface="华文楷体" panose="02010600040101010101" pitchFamily="2" charset="-122"/>
              </a:rPr>
              <a:t>年</a:t>
            </a:r>
            <a:r>
              <a:rPr lang="en-US" altLang="zh-CN" sz="2200" dirty="0">
                <a:solidFill>
                  <a:srgbClr val="000000"/>
                </a:solidFill>
                <a:latin typeface="华文楷体" panose="02010600040101010101" pitchFamily="2" charset="-122"/>
                <a:ea typeface="华文楷体" panose="02010600040101010101" pitchFamily="2" charset="-122"/>
              </a:rPr>
              <a:t>9</a:t>
            </a:r>
            <a:r>
              <a:rPr lang="zh-CN" altLang="en-US" sz="2200" dirty="0">
                <a:solidFill>
                  <a:srgbClr val="000000"/>
                </a:solidFill>
                <a:latin typeface="华文楷体" panose="02010600040101010101" pitchFamily="2" charset="-122"/>
                <a:ea typeface="华文楷体" panose="02010600040101010101" pitchFamily="2" charset="-122"/>
              </a:rPr>
              <a:t>月</a:t>
            </a:r>
            <a:r>
              <a:rPr lang="en-US" altLang="zh-CN" sz="2200" dirty="0">
                <a:solidFill>
                  <a:srgbClr val="000000"/>
                </a:solidFill>
                <a:latin typeface="华文楷体" panose="02010600040101010101" pitchFamily="2" charset="-122"/>
                <a:ea typeface="华文楷体" panose="02010600040101010101" pitchFamily="2" charset="-122"/>
              </a:rPr>
              <a:t>7</a:t>
            </a:r>
            <a:r>
              <a:rPr lang="zh-CN" altLang="en-US" sz="2200" dirty="0">
                <a:solidFill>
                  <a:srgbClr val="000000"/>
                </a:solidFill>
                <a:latin typeface="华文楷体" panose="02010600040101010101" pitchFamily="2" charset="-122"/>
                <a:ea typeface="华文楷体" panose="02010600040101010101" pitchFamily="2" charset="-122"/>
              </a:rPr>
              <a:t>日第七届全国人民代表大会常务委员会第十五次会议通过，根据</a:t>
            </a:r>
            <a:r>
              <a:rPr lang="en-US" altLang="zh-CN" sz="2200" dirty="0">
                <a:solidFill>
                  <a:srgbClr val="000000"/>
                </a:solidFill>
                <a:latin typeface="华文楷体" panose="02010600040101010101" pitchFamily="2" charset="-122"/>
                <a:ea typeface="华文楷体" panose="02010600040101010101" pitchFamily="2" charset="-122"/>
              </a:rPr>
              <a:t>2001</a:t>
            </a:r>
            <a:r>
              <a:rPr lang="zh-CN" altLang="en-US" sz="2200" dirty="0">
                <a:solidFill>
                  <a:srgbClr val="000000"/>
                </a:solidFill>
                <a:latin typeface="华文楷体" panose="02010600040101010101" pitchFamily="2" charset="-122"/>
                <a:ea typeface="华文楷体" panose="02010600040101010101" pitchFamily="2" charset="-122"/>
              </a:rPr>
              <a:t>年</a:t>
            </a:r>
            <a:r>
              <a:rPr lang="en-US" altLang="zh-CN" sz="2200" dirty="0">
                <a:solidFill>
                  <a:srgbClr val="000000"/>
                </a:solidFill>
                <a:latin typeface="华文楷体" panose="02010600040101010101" pitchFamily="2" charset="-122"/>
                <a:ea typeface="华文楷体" panose="02010600040101010101" pitchFamily="2" charset="-122"/>
              </a:rPr>
              <a:t>10</a:t>
            </a:r>
            <a:r>
              <a:rPr lang="zh-CN" altLang="en-US" sz="2200" dirty="0">
                <a:solidFill>
                  <a:srgbClr val="000000"/>
                </a:solidFill>
                <a:latin typeface="华文楷体" panose="02010600040101010101" pitchFamily="2" charset="-122"/>
                <a:ea typeface="华文楷体" panose="02010600040101010101" pitchFamily="2" charset="-122"/>
              </a:rPr>
              <a:t>月</a:t>
            </a:r>
            <a:r>
              <a:rPr lang="en-US" altLang="zh-CN" sz="2200" dirty="0">
                <a:solidFill>
                  <a:srgbClr val="000000"/>
                </a:solidFill>
                <a:latin typeface="华文楷体" panose="02010600040101010101" pitchFamily="2" charset="-122"/>
                <a:ea typeface="华文楷体" panose="02010600040101010101" pitchFamily="2" charset="-122"/>
              </a:rPr>
              <a:t>27</a:t>
            </a:r>
            <a:r>
              <a:rPr lang="zh-CN" altLang="en-US" sz="2200" dirty="0">
                <a:solidFill>
                  <a:srgbClr val="000000"/>
                </a:solidFill>
                <a:latin typeface="华文楷体" panose="02010600040101010101" pitchFamily="2" charset="-122"/>
                <a:ea typeface="华文楷体" panose="02010600040101010101" pitchFamily="2" charset="-122"/>
              </a:rPr>
              <a:t>日第九届全国人民代表大会常务委员会第二十四次会议</a:t>
            </a:r>
            <a:r>
              <a:rPr lang="en-US" altLang="zh-CN" sz="2200" dirty="0">
                <a:solidFill>
                  <a:srgbClr val="000000"/>
                </a:solidFill>
                <a:latin typeface="华文楷体" panose="02010600040101010101" pitchFamily="2" charset="-122"/>
                <a:ea typeface="华文楷体" panose="02010600040101010101" pitchFamily="2" charset="-122"/>
              </a:rPr>
              <a:t>《</a:t>
            </a:r>
            <a:r>
              <a:rPr lang="zh-CN" altLang="en-US" sz="2200" dirty="0">
                <a:solidFill>
                  <a:srgbClr val="000000"/>
                </a:solidFill>
                <a:latin typeface="华文楷体" panose="02010600040101010101" pitchFamily="2" charset="-122"/>
                <a:ea typeface="华文楷体" panose="02010600040101010101" pitchFamily="2" charset="-122"/>
              </a:rPr>
              <a:t>关于修改</a:t>
            </a:r>
            <a:r>
              <a:rPr lang="en-US" altLang="zh-CN" sz="2200" dirty="0">
                <a:solidFill>
                  <a:srgbClr val="000000"/>
                </a:solidFill>
                <a:latin typeface="华文楷体" panose="02010600040101010101" pitchFamily="2" charset="-122"/>
                <a:ea typeface="华文楷体" panose="02010600040101010101" pitchFamily="2" charset="-122"/>
              </a:rPr>
              <a:t>〈</a:t>
            </a:r>
            <a:r>
              <a:rPr lang="zh-CN" altLang="en-US" sz="2200" dirty="0">
                <a:solidFill>
                  <a:srgbClr val="000000"/>
                </a:solidFill>
                <a:latin typeface="华文楷体" panose="02010600040101010101" pitchFamily="2" charset="-122"/>
                <a:ea typeface="华文楷体" panose="02010600040101010101" pitchFamily="2" charset="-122"/>
              </a:rPr>
              <a:t>中华人民共和国著作权法</a:t>
            </a:r>
            <a:r>
              <a:rPr lang="en-US" altLang="zh-CN" sz="2200" dirty="0">
                <a:solidFill>
                  <a:srgbClr val="000000"/>
                </a:solidFill>
                <a:latin typeface="华文楷体" panose="02010600040101010101" pitchFamily="2" charset="-122"/>
                <a:ea typeface="华文楷体" panose="02010600040101010101" pitchFamily="2" charset="-122"/>
              </a:rPr>
              <a:t>〉</a:t>
            </a:r>
            <a:r>
              <a:rPr lang="zh-CN" altLang="en-US" sz="2200" dirty="0">
                <a:solidFill>
                  <a:srgbClr val="000000"/>
                </a:solidFill>
                <a:latin typeface="华文楷体" panose="02010600040101010101" pitchFamily="2" charset="-122"/>
                <a:ea typeface="华文楷体" panose="02010600040101010101" pitchFamily="2" charset="-122"/>
              </a:rPr>
              <a:t>的决定</a:t>
            </a:r>
            <a:r>
              <a:rPr lang="en-US" altLang="zh-CN" sz="2200" dirty="0">
                <a:solidFill>
                  <a:srgbClr val="000000"/>
                </a:solidFill>
                <a:latin typeface="华文楷体" panose="02010600040101010101" pitchFamily="2" charset="-122"/>
                <a:ea typeface="华文楷体" panose="02010600040101010101" pitchFamily="2" charset="-122"/>
              </a:rPr>
              <a:t>》</a:t>
            </a:r>
            <a:r>
              <a:rPr lang="zh-CN" altLang="en-US" sz="2200" dirty="0">
                <a:solidFill>
                  <a:srgbClr val="000000"/>
                </a:solidFill>
                <a:latin typeface="华文楷体" panose="02010600040101010101" pitchFamily="2" charset="-122"/>
                <a:ea typeface="华文楷体" panose="02010600040101010101" pitchFamily="2" charset="-122"/>
              </a:rPr>
              <a:t>修正）。中华人民共和国著作权法（第二次修正）于</a:t>
            </a:r>
            <a:r>
              <a:rPr lang="en-US" altLang="zh-CN" sz="2200" dirty="0">
                <a:solidFill>
                  <a:srgbClr val="000000"/>
                </a:solidFill>
                <a:latin typeface="华文楷体" panose="02010600040101010101" pitchFamily="2" charset="-122"/>
                <a:ea typeface="华文楷体" panose="02010600040101010101" pitchFamily="2" charset="-122"/>
              </a:rPr>
              <a:t>2010</a:t>
            </a:r>
            <a:r>
              <a:rPr lang="zh-CN" altLang="en-US" sz="2200" dirty="0">
                <a:solidFill>
                  <a:srgbClr val="000000"/>
                </a:solidFill>
                <a:latin typeface="华文楷体" panose="02010600040101010101" pitchFamily="2" charset="-122"/>
                <a:ea typeface="华文楷体" panose="02010600040101010101" pitchFamily="2" charset="-122"/>
              </a:rPr>
              <a:t>年</a:t>
            </a:r>
            <a:r>
              <a:rPr lang="en-US" altLang="zh-CN" sz="2200" dirty="0">
                <a:solidFill>
                  <a:srgbClr val="000000"/>
                </a:solidFill>
                <a:latin typeface="华文楷体" panose="02010600040101010101" pitchFamily="2" charset="-122"/>
                <a:ea typeface="华文楷体" panose="02010600040101010101" pitchFamily="2" charset="-122"/>
              </a:rPr>
              <a:t>2</a:t>
            </a:r>
            <a:r>
              <a:rPr lang="zh-CN" altLang="en-US" sz="2200" dirty="0">
                <a:solidFill>
                  <a:srgbClr val="000000"/>
                </a:solidFill>
                <a:latin typeface="华文楷体" panose="02010600040101010101" pitchFamily="2" charset="-122"/>
                <a:ea typeface="华文楷体" panose="02010600040101010101" pitchFamily="2" charset="-122"/>
              </a:rPr>
              <a:t>月</a:t>
            </a:r>
            <a:r>
              <a:rPr lang="en-US" altLang="zh-CN" sz="2200" dirty="0">
                <a:solidFill>
                  <a:srgbClr val="000000"/>
                </a:solidFill>
                <a:latin typeface="华文楷体" panose="02010600040101010101" pitchFamily="2" charset="-122"/>
                <a:ea typeface="华文楷体" panose="02010600040101010101" pitchFamily="2" charset="-122"/>
              </a:rPr>
              <a:t>26</a:t>
            </a:r>
            <a:r>
              <a:rPr lang="zh-CN" altLang="en-US" sz="2200" dirty="0">
                <a:solidFill>
                  <a:srgbClr val="000000"/>
                </a:solidFill>
                <a:latin typeface="华文楷体" panose="02010600040101010101" pitchFamily="2" charset="-122"/>
                <a:ea typeface="华文楷体" panose="02010600040101010101" pitchFamily="2" charset="-122"/>
              </a:rPr>
              <a:t>日第十一届全国人民代表大会常务委员会第十三次会议获得通过）</a:t>
            </a:r>
            <a:endParaRPr lang="zh-CN" altLang="en-US" sz="22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507">
                                            <p:txEl>
                                              <p:charRg st="16" end="35"/>
                                            </p:txEl>
                                          </p:spTgt>
                                        </p:tgtEl>
                                        <p:attrNameLst>
                                          <p:attrName>style.visibility</p:attrName>
                                        </p:attrNameLst>
                                      </p:cBhvr>
                                      <p:to>
                                        <p:strVal val="visible"/>
                                      </p:to>
                                    </p:set>
                                    <p:animEffect transition="in" filter="fade">
                                      <p:cBhvr>
                                        <p:cTn id="7" dur="1000"/>
                                        <p:tgtEl>
                                          <p:spTgt spid="21507">
                                            <p:txEl>
                                              <p:charRg st="16" end="35"/>
                                            </p:txEl>
                                          </p:spTgt>
                                        </p:tgtEl>
                                      </p:cBhvr>
                                    </p:animEffect>
                                    <p:anim calcmode="lin" valueType="num">
                                      <p:cBhvr>
                                        <p:cTn id="8" dur="1000" fill="hold"/>
                                        <p:tgtEl>
                                          <p:spTgt spid="21507">
                                            <p:txEl>
                                              <p:charRg st="16" end="35"/>
                                            </p:txEl>
                                          </p:spTgt>
                                        </p:tgtEl>
                                        <p:attrNameLst>
                                          <p:attrName>ppt_x</p:attrName>
                                        </p:attrNameLst>
                                      </p:cBhvr>
                                      <p:tavLst>
                                        <p:tav tm="0">
                                          <p:val>
                                            <p:strVal val="#ppt_x"/>
                                          </p:val>
                                        </p:tav>
                                        <p:tav tm="100000">
                                          <p:val>
                                            <p:strVal val="#ppt_x"/>
                                          </p:val>
                                        </p:tav>
                                      </p:tavLst>
                                    </p:anim>
                                    <p:anim calcmode="lin" valueType="num">
                                      <p:cBhvr>
                                        <p:cTn id="9" dur="1000" fill="hold"/>
                                        <p:tgtEl>
                                          <p:spTgt spid="21507">
                                            <p:txEl>
                                              <p:charRg st="16" end="3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1507">
                                            <p:txEl>
                                              <p:charRg st="35" end="55"/>
                                            </p:txEl>
                                          </p:spTgt>
                                        </p:tgtEl>
                                        <p:attrNameLst>
                                          <p:attrName>style.visibility</p:attrName>
                                        </p:attrNameLst>
                                      </p:cBhvr>
                                      <p:to>
                                        <p:strVal val="visible"/>
                                      </p:to>
                                    </p:set>
                                    <p:animEffect transition="in" filter="fade">
                                      <p:cBhvr>
                                        <p:cTn id="12" dur="1000"/>
                                        <p:tgtEl>
                                          <p:spTgt spid="21507">
                                            <p:txEl>
                                              <p:charRg st="35" end="55"/>
                                            </p:txEl>
                                          </p:spTgt>
                                        </p:tgtEl>
                                      </p:cBhvr>
                                    </p:animEffect>
                                    <p:anim calcmode="lin" valueType="num">
                                      <p:cBhvr>
                                        <p:cTn id="13" dur="1000" fill="hold"/>
                                        <p:tgtEl>
                                          <p:spTgt spid="21507">
                                            <p:txEl>
                                              <p:charRg st="35" end="55"/>
                                            </p:txEl>
                                          </p:spTgt>
                                        </p:tgtEl>
                                        <p:attrNameLst>
                                          <p:attrName>ppt_x</p:attrName>
                                        </p:attrNameLst>
                                      </p:cBhvr>
                                      <p:tavLst>
                                        <p:tav tm="0">
                                          <p:val>
                                            <p:strVal val="#ppt_x"/>
                                          </p:val>
                                        </p:tav>
                                        <p:tav tm="100000">
                                          <p:val>
                                            <p:strVal val="#ppt_x"/>
                                          </p:val>
                                        </p:tav>
                                      </p:tavLst>
                                    </p:anim>
                                    <p:anim calcmode="lin" valueType="num">
                                      <p:cBhvr>
                                        <p:cTn id="14" dur="1000" fill="hold"/>
                                        <p:tgtEl>
                                          <p:spTgt spid="21507">
                                            <p:txEl>
                                              <p:charRg st="35" end="5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507">
                                            <p:txEl>
                                              <p:charRg st="55" end="71"/>
                                            </p:txEl>
                                          </p:spTgt>
                                        </p:tgtEl>
                                        <p:attrNameLst>
                                          <p:attrName>style.visibility</p:attrName>
                                        </p:attrNameLst>
                                      </p:cBhvr>
                                      <p:to>
                                        <p:strVal val="visible"/>
                                      </p:to>
                                    </p:set>
                                    <p:animEffect transition="in" filter="fade">
                                      <p:cBhvr>
                                        <p:cTn id="17" dur="1000"/>
                                        <p:tgtEl>
                                          <p:spTgt spid="21507">
                                            <p:txEl>
                                              <p:charRg st="55" end="71"/>
                                            </p:txEl>
                                          </p:spTgt>
                                        </p:tgtEl>
                                      </p:cBhvr>
                                    </p:animEffect>
                                    <p:anim calcmode="lin" valueType="num">
                                      <p:cBhvr>
                                        <p:cTn id="18" dur="1000" fill="hold"/>
                                        <p:tgtEl>
                                          <p:spTgt spid="21507">
                                            <p:txEl>
                                              <p:charRg st="55" end="71"/>
                                            </p:txEl>
                                          </p:spTgt>
                                        </p:tgtEl>
                                        <p:attrNameLst>
                                          <p:attrName>ppt_x</p:attrName>
                                        </p:attrNameLst>
                                      </p:cBhvr>
                                      <p:tavLst>
                                        <p:tav tm="0">
                                          <p:val>
                                            <p:strVal val="#ppt_x"/>
                                          </p:val>
                                        </p:tav>
                                        <p:tav tm="100000">
                                          <p:val>
                                            <p:strVal val="#ppt_x"/>
                                          </p:val>
                                        </p:tav>
                                      </p:tavLst>
                                    </p:anim>
                                    <p:anim calcmode="lin" valueType="num">
                                      <p:cBhvr>
                                        <p:cTn id="19" dur="1000" fill="hold"/>
                                        <p:tgtEl>
                                          <p:spTgt spid="21507">
                                            <p:txEl>
                                              <p:charRg st="55" end="7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1507">
                                            <p:txEl>
                                              <p:charRg st="71" end="87"/>
                                            </p:txEl>
                                          </p:spTgt>
                                        </p:tgtEl>
                                        <p:attrNameLst>
                                          <p:attrName>style.visibility</p:attrName>
                                        </p:attrNameLst>
                                      </p:cBhvr>
                                      <p:to>
                                        <p:strVal val="visible"/>
                                      </p:to>
                                    </p:set>
                                    <p:animEffect transition="in" filter="fade">
                                      <p:cBhvr>
                                        <p:cTn id="22" dur="1000"/>
                                        <p:tgtEl>
                                          <p:spTgt spid="21507">
                                            <p:txEl>
                                              <p:charRg st="71" end="87"/>
                                            </p:txEl>
                                          </p:spTgt>
                                        </p:tgtEl>
                                      </p:cBhvr>
                                    </p:animEffect>
                                    <p:anim calcmode="lin" valueType="num">
                                      <p:cBhvr>
                                        <p:cTn id="23" dur="1000" fill="hold"/>
                                        <p:tgtEl>
                                          <p:spTgt spid="21507">
                                            <p:txEl>
                                              <p:charRg st="71" end="87"/>
                                            </p:txEl>
                                          </p:spTgt>
                                        </p:tgtEl>
                                        <p:attrNameLst>
                                          <p:attrName>ppt_x</p:attrName>
                                        </p:attrNameLst>
                                      </p:cBhvr>
                                      <p:tavLst>
                                        <p:tav tm="0">
                                          <p:val>
                                            <p:strVal val="#ppt_x"/>
                                          </p:val>
                                        </p:tav>
                                        <p:tav tm="100000">
                                          <p:val>
                                            <p:strVal val="#ppt_x"/>
                                          </p:val>
                                        </p:tav>
                                      </p:tavLst>
                                    </p:anim>
                                    <p:anim calcmode="lin" valueType="num">
                                      <p:cBhvr>
                                        <p:cTn id="24" dur="1000" fill="hold"/>
                                        <p:tgtEl>
                                          <p:spTgt spid="21507">
                                            <p:txEl>
                                              <p:charRg st="71" end="8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507">
                                            <p:txEl>
                                              <p:charRg st="87" end="242"/>
                                            </p:txEl>
                                          </p:spTgt>
                                        </p:tgtEl>
                                        <p:attrNameLst>
                                          <p:attrName>style.visibility</p:attrName>
                                        </p:attrNameLst>
                                      </p:cBhvr>
                                      <p:to>
                                        <p:strVal val="visible"/>
                                      </p:to>
                                    </p:set>
                                    <p:animEffect transition="in" filter="fade">
                                      <p:cBhvr>
                                        <p:cTn id="27" dur="1000"/>
                                        <p:tgtEl>
                                          <p:spTgt spid="21507">
                                            <p:txEl>
                                              <p:charRg st="87" end="242"/>
                                            </p:txEl>
                                          </p:spTgt>
                                        </p:tgtEl>
                                      </p:cBhvr>
                                    </p:animEffect>
                                    <p:anim calcmode="lin" valueType="num">
                                      <p:cBhvr>
                                        <p:cTn id="28" dur="1000" fill="hold"/>
                                        <p:tgtEl>
                                          <p:spTgt spid="21507">
                                            <p:txEl>
                                              <p:charRg st="87" end="242"/>
                                            </p:txEl>
                                          </p:spTgt>
                                        </p:tgtEl>
                                        <p:attrNameLst>
                                          <p:attrName>ppt_x</p:attrName>
                                        </p:attrNameLst>
                                      </p:cBhvr>
                                      <p:tavLst>
                                        <p:tav tm="0">
                                          <p:val>
                                            <p:strVal val="#ppt_x"/>
                                          </p:val>
                                        </p:tav>
                                        <p:tav tm="100000">
                                          <p:val>
                                            <p:strVal val="#ppt_x"/>
                                          </p:val>
                                        </p:tav>
                                      </p:tavLst>
                                    </p:anim>
                                    <p:anim calcmode="lin" valueType="num">
                                      <p:cBhvr>
                                        <p:cTn id="29" dur="1000" fill="hold"/>
                                        <p:tgtEl>
                                          <p:spTgt spid="21507">
                                            <p:txEl>
                                              <p:charRg st="87" end="24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p:txBody>
          <a:bodyPr vert="horz" wrap="square" lIns="91440" tIns="45720" rIns="91440" bIns="45720" anchor="ctr" anchorCtr="0"/>
          <a:p>
            <a:r>
              <a:rPr lang="zh-CN" altLang="en-US" dirty="0">
                <a:solidFill>
                  <a:srgbClr val="FFFFFF"/>
                </a:solidFill>
                <a:latin typeface="华文楷体" panose="02010600040101010101" pitchFamily="2" charset="-122"/>
                <a:ea typeface="华文楷体" panose="02010600040101010101" pitchFamily="2" charset="-122"/>
              </a:rPr>
              <a:t>信息安全相关国家法律法规</a:t>
            </a:r>
            <a:endParaRPr lang="zh-CN" altLang="en-US" dirty="0">
              <a:ea typeface="宋体" panose="02010600030101010101" pitchFamily="2" charset="-122"/>
            </a:endParaRPr>
          </a:p>
        </p:txBody>
      </p:sp>
      <p:sp>
        <p:nvSpPr>
          <p:cNvPr id="22531" name="内容占位符 2"/>
          <p:cNvSpPr>
            <a:spLocks noGrp="1"/>
          </p:cNvSpPr>
          <p:nvPr>
            <p:ph idx="1"/>
          </p:nvPr>
        </p:nvSpPr>
        <p:spPr/>
        <p:txBody>
          <a:bodyPr vert="horz" wrap="square" lIns="91440" tIns="45720" rIns="91440" bIns="45720" anchor="t" anchorCtr="0"/>
          <a:p>
            <a:pPr marL="0" indent="0">
              <a:buNone/>
            </a:pPr>
            <a:r>
              <a:rPr lang="zh-CN" altLang="en-US" sz="2800" b="1" dirty="0">
                <a:solidFill>
                  <a:srgbClr val="464646"/>
                </a:solidFill>
                <a:latin typeface="华文楷体" panose="02010600040101010101" pitchFamily="2" charset="-122"/>
                <a:ea typeface="华文楷体" panose="02010600040101010101" pitchFamily="2" charset="-122"/>
              </a:rPr>
              <a:t>中华人民共和国保守国家秘密法（摘录）</a:t>
            </a:r>
            <a:endParaRPr lang="en-US" altLang="zh-CN" sz="2800" b="1" dirty="0">
              <a:solidFill>
                <a:srgbClr val="464646"/>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发布单位：全国人民代表大会常务委员会</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发布文号：中华人民共和国主席令第</a:t>
            </a:r>
            <a:r>
              <a:rPr lang="en-US" altLang="zh-CN" sz="2700" dirty="0">
                <a:solidFill>
                  <a:srgbClr val="000000"/>
                </a:solidFill>
                <a:latin typeface="华文楷体" panose="02010600040101010101" pitchFamily="2" charset="-122"/>
                <a:ea typeface="华文楷体" panose="02010600040101010101" pitchFamily="2" charset="-122"/>
              </a:rPr>
              <a:t>28</a:t>
            </a:r>
            <a:r>
              <a:rPr lang="zh-CN" altLang="en-US" sz="2700" dirty="0">
                <a:solidFill>
                  <a:srgbClr val="000000"/>
                </a:solidFill>
                <a:latin typeface="华文楷体" panose="02010600040101010101" pitchFamily="2" charset="-122"/>
                <a:ea typeface="华文楷体" panose="02010600040101010101" pitchFamily="2" charset="-122"/>
              </a:rPr>
              <a:t>号</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发布日期：</a:t>
            </a:r>
            <a:r>
              <a:rPr lang="en-US" altLang="zh-CN" sz="2700" dirty="0">
                <a:solidFill>
                  <a:srgbClr val="000000"/>
                </a:solidFill>
                <a:latin typeface="华文楷体" panose="02010600040101010101" pitchFamily="2" charset="-122"/>
                <a:ea typeface="华文楷体" panose="02010600040101010101" pitchFamily="2" charset="-122"/>
              </a:rPr>
              <a:t>2010-04-29</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生效日期：</a:t>
            </a:r>
            <a:r>
              <a:rPr lang="en-US" altLang="zh-CN" sz="2700" dirty="0">
                <a:solidFill>
                  <a:srgbClr val="000000"/>
                </a:solidFill>
                <a:latin typeface="华文楷体" panose="02010600040101010101" pitchFamily="2" charset="-122"/>
                <a:ea typeface="华文楷体" panose="02010600040101010101" pitchFamily="2" charset="-122"/>
              </a:rPr>
              <a:t>2010-10-01</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eaLnBrk="1" hangingPunct="1">
              <a:spcBef>
                <a:spcPts val="700"/>
              </a:spcBef>
              <a:buClr>
                <a:srgbClr val="DA1F28"/>
              </a:buClr>
              <a:buSzPct val="60000"/>
              <a:buFont typeface="Wingdings" panose="05000000000000000000" pitchFamily="2" charset="2"/>
              <a:buChar char=""/>
            </a:pPr>
            <a:r>
              <a:rPr lang="zh-CN" altLang="en-US" sz="2700" dirty="0">
                <a:solidFill>
                  <a:srgbClr val="000000"/>
                </a:solidFill>
                <a:latin typeface="华文楷体" panose="02010600040101010101" pitchFamily="2" charset="-122"/>
                <a:ea typeface="华文楷体" panose="02010600040101010101" pitchFamily="2" charset="-122"/>
              </a:rPr>
              <a:t>（</a:t>
            </a:r>
            <a:r>
              <a:rPr lang="en-US" altLang="zh-CN" sz="2700" dirty="0">
                <a:solidFill>
                  <a:srgbClr val="000000"/>
                </a:solidFill>
                <a:latin typeface="华文楷体" panose="02010600040101010101" pitchFamily="2" charset="-122"/>
                <a:ea typeface="华文楷体" panose="02010600040101010101" pitchFamily="2" charset="-122"/>
              </a:rPr>
              <a:t>1988</a:t>
            </a:r>
            <a:r>
              <a:rPr lang="zh-CN" altLang="en-US" sz="2700" dirty="0">
                <a:solidFill>
                  <a:srgbClr val="000000"/>
                </a:solidFill>
                <a:latin typeface="华文楷体" panose="02010600040101010101" pitchFamily="2" charset="-122"/>
                <a:ea typeface="华文楷体" panose="02010600040101010101" pitchFamily="2" charset="-122"/>
              </a:rPr>
              <a:t>年</a:t>
            </a:r>
            <a:r>
              <a:rPr lang="en-US" altLang="zh-CN" sz="2700" dirty="0">
                <a:solidFill>
                  <a:srgbClr val="000000"/>
                </a:solidFill>
                <a:latin typeface="华文楷体" panose="02010600040101010101" pitchFamily="2" charset="-122"/>
                <a:ea typeface="华文楷体" panose="02010600040101010101" pitchFamily="2" charset="-122"/>
              </a:rPr>
              <a:t>9</a:t>
            </a:r>
            <a:r>
              <a:rPr lang="zh-CN" altLang="en-US" sz="2700" dirty="0">
                <a:solidFill>
                  <a:srgbClr val="000000"/>
                </a:solidFill>
                <a:latin typeface="华文楷体" panose="02010600040101010101" pitchFamily="2" charset="-122"/>
                <a:ea typeface="华文楷体" panose="02010600040101010101" pitchFamily="2" charset="-122"/>
              </a:rPr>
              <a:t>月</a:t>
            </a:r>
            <a:r>
              <a:rPr lang="en-US" altLang="zh-CN" sz="2700" dirty="0">
                <a:solidFill>
                  <a:srgbClr val="000000"/>
                </a:solidFill>
                <a:latin typeface="华文楷体" panose="02010600040101010101" pitchFamily="2" charset="-122"/>
                <a:ea typeface="华文楷体" panose="02010600040101010101" pitchFamily="2" charset="-122"/>
              </a:rPr>
              <a:t>5</a:t>
            </a:r>
            <a:r>
              <a:rPr lang="zh-CN" altLang="en-US" sz="2700" dirty="0">
                <a:solidFill>
                  <a:srgbClr val="000000"/>
                </a:solidFill>
                <a:latin typeface="华文楷体" panose="02010600040101010101" pitchFamily="2" charset="-122"/>
                <a:ea typeface="华文楷体" panose="02010600040101010101" pitchFamily="2" charset="-122"/>
              </a:rPr>
              <a:t>日第七届全国人民代表大会常务委员会第三次会议通过，</a:t>
            </a:r>
            <a:r>
              <a:rPr lang="en-US" altLang="zh-CN" sz="2700" dirty="0">
                <a:solidFill>
                  <a:srgbClr val="000000"/>
                </a:solidFill>
                <a:latin typeface="华文楷体" panose="02010600040101010101" pitchFamily="2" charset="-122"/>
                <a:ea typeface="华文楷体" panose="02010600040101010101" pitchFamily="2" charset="-122"/>
              </a:rPr>
              <a:t>2010</a:t>
            </a:r>
            <a:r>
              <a:rPr lang="zh-CN" altLang="en-US" sz="2700" dirty="0">
                <a:solidFill>
                  <a:srgbClr val="000000"/>
                </a:solidFill>
                <a:latin typeface="华文楷体" panose="02010600040101010101" pitchFamily="2" charset="-122"/>
                <a:ea typeface="华文楷体" panose="02010600040101010101" pitchFamily="2" charset="-122"/>
              </a:rPr>
              <a:t>年</a:t>
            </a:r>
            <a:r>
              <a:rPr lang="en-US" altLang="zh-CN" sz="2700" dirty="0">
                <a:solidFill>
                  <a:srgbClr val="000000"/>
                </a:solidFill>
                <a:latin typeface="华文楷体" panose="02010600040101010101" pitchFamily="2" charset="-122"/>
                <a:ea typeface="华文楷体" panose="02010600040101010101" pitchFamily="2" charset="-122"/>
              </a:rPr>
              <a:t>4</a:t>
            </a:r>
            <a:r>
              <a:rPr lang="zh-CN" altLang="en-US" sz="2700" dirty="0">
                <a:solidFill>
                  <a:srgbClr val="000000"/>
                </a:solidFill>
                <a:latin typeface="华文楷体" panose="02010600040101010101" pitchFamily="2" charset="-122"/>
                <a:ea typeface="华文楷体" panose="02010600040101010101" pitchFamily="2" charset="-122"/>
              </a:rPr>
              <a:t>月</a:t>
            </a:r>
            <a:r>
              <a:rPr lang="en-US" altLang="zh-CN" sz="2700" dirty="0">
                <a:solidFill>
                  <a:srgbClr val="000000"/>
                </a:solidFill>
                <a:latin typeface="华文楷体" panose="02010600040101010101" pitchFamily="2" charset="-122"/>
                <a:ea typeface="华文楷体" panose="02010600040101010101" pitchFamily="2" charset="-122"/>
              </a:rPr>
              <a:t>29</a:t>
            </a:r>
            <a:r>
              <a:rPr lang="zh-CN" altLang="en-US" sz="2700" dirty="0">
                <a:solidFill>
                  <a:srgbClr val="000000"/>
                </a:solidFill>
                <a:latin typeface="华文楷体" panose="02010600040101010101" pitchFamily="2" charset="-122"/>
                <a:ea typeface="华文楷体" panose="02010600040101010101" pitchFamily="2" charset="-122"/>
              </a:rPr>
              <a:t>日第十一届全国人民代表大会常务委员会第十四次会议修订）</a:t>
            </a:r>
            <a:endParaRPr lang="zh-CN" altLang="en-US" sz="2700" dirty="0">
              <a:solidFill>
                <a:srgbClr val="000000"/>
              </a:solidFill>
              <a:latin typeface="华文楷体" panose="02010600040101010101" pitchFamily="2" charset="-122"/>
              <a:ea typeface="华文楷体" panose="02010600040101010101" pitchFamily="2" charset="-122"/>
            </a:endParaRPr>
          </a:p>
          <a:p>
            <a:pPr marL="0" indent="0">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2531">
                                            <p:txEl>
                                              <p:charRg st="19" end="38"/>
                                            </p:txEl>
                                          </p:spTgt>
                                        </p:tgtEl>
                                        <p:attrNameLst>
                                          <p:attrName>style.visibility</p:attrName>
                                        </p:attrNameLst>
                                      </p:cBhvr>
                                      <p:to>
                                        <p:strVal val="visible"/>
                                      </p:to>
                                    </p:set>
                                    <p:animEffect transition="in" filter="wheel(1)">
                                      <p:cBhvr>
                                        <p:cTn id="7" dur="2000"/>
                                        <p:tgtEl>
                                          <p:spTgt spid="22531">
                                            <p:txEl>
                                              <p:charRg st="19" end="38"/>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22531">
                                            <p:txEl>
                                              <p:charRg st="38" end="58"/>
                                            </p:txEl>
                                          </p:spTgt>
                                        </p:tgtEl>
                                        <p:attrNameLst>
                                          <p:attrName>style.visibility</p:attrName>
                                        </p:attrNameLst>
                                      </p:cBhvr>
                                      <p:to>
                                        <p:strVal val="visible"/>
                                      </p:to>
                                    </p:set>
                                    <p:animEffect transition="in" filter="wheel(1)">
                                      <p:cBhvr>
                                        <p:cTn id="10" dur="2000"/>
                                        <p:tgtEl>
                                          <p:spTgt spid="22531">
                                            <p:txEl>
                                              <p:charRg st="38" end="58"/>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22531">
                                            <p:txEl>
                                              <p:charRg st="58" end="74"/>
                                            </p:txEl>
                                          </p:spTgt>
                                        </p:tgtEl>
                                        <p:attrNameLst>
                                          <p:attrName>style.visibility</p:attrName>
                                        </p:attrNameLst>
                                      </p:cBhvr>
                                      <p:to>
                                        <p:strVal val="visible"/>
                                      </p:to>
                                    </p:set>
                                    <p:animEffect transition="in" filter="wheel(1)">
                                      <p:cBhvr>
                                        <p:cTn id="13" dur="2000"/>
                                        <p:tgtEl>
                                          <p:spTgt spid="22531">
                                            <p:txEl>
                                              <p:charRg st="58" end="74"/>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22531">
                                            <p:txEl>
                                              <p:charRg st="74" end="90"/>
                                            </p:txEl>
                                          </p:spTgt>
                                        </p:tgtEl>
                                        <p:attrNameLst>
                                          <p:attrName>style.visibility</p:attrName>
                                        </p:attrNameLst>
                                      </p:cBhvr>
                                      <p:to>
                                        <p:strVal val="visible"/>
                                      </p:to>
                                    </p:set>
                                    <p:animEffect transition="in" filter="wheel(1)">
                                      <p:cBhvr>
                                        <p:cTn id="16" dur="2000"/>
                                        <p:tgtEl>
                                          <p:spTgt spid="22531">
                                            <p:txEl>
                                              <p:charRg st="74" end="90"/>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22531">
                                            <p:txEl>
                                              <p:charRg st="90" end="161"/>
                                            </p:txEl>
                                          </p:spTgt>
                                        </p:tgtEl>
                                        <p:attrNameLst>
                                          <p:attrName>style.visibility</p:attrName>
                                        </p:attrNameLst>
                                      </p:cBhvr>
                                      <p:to>
                                        <p:strVal val="visible"/>
                                      </p:to>
                                    </p:set>
                                    <p:animEffect transition="in" filter="wheel(1)">
                                      <p:cBhvr>
                                        <p:cTn id="19" dur="2000"/>
                                        <p:tgtEl>
                                          <p:spTgt spid="22531">
                                            <p:txEl>
                                              <p:charRg st="90" end="1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25602"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25603"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25604"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25605" name="Rectangle 2"/>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25606" name="Group 3"/>
          <p:cNvGrpSpPr/>
          <p:nvPr/>
        </p:nvGrpSpPr>
        <p:grpSpPr>
          <a:xfrm>
            <a:off x="1524000" y="1524000"/>
            <a:ext cx="762000" cy="665163"/>
            <a:chOff x="1110" y="2656"/>
            <a:chExt cx="1549" cy="1351"/>
          </a:xfrm>
        </p:grpSpPr>
        <p:sp>
          <p:nvSpPr>
            <p:cNvPr id="25607"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5608"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25610" name="Group 7"/>
          <p:cNvGrpSpPr/>
          <p:nvPr/>
        </p:nvGrpSpPr>
        <p:grpSpPr>
          <a:xfrm>
            <a:off x="1524000" y="2374900"/>
            <a:ext cx="762000" cy="665163"/>
            <a:chOff x="3174" y="2656"/>
            <a:chExt cx="1549" cy="1351"/>
          </a:xfrm>
        </p:grpSpPr>
        <p:sp>
          <p:nvSpPr>
            <p:cNvPr id="25611"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5612"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25614" name="Text Box 12"/>
          <p:cNvSpPr txBox="1"/>
          <p:nvPr/>
        </p:nvSpPr>
        <p:spPr>
          <a:xfrm>
            <a:off x="2362200" y="1581150"/>
            <a:ext cx="56388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信息安全相关国家法律法规</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25615" name="Text Box 13"/>
          <p:cNvSpPr txBox="1"/>
          <p:nvPr/>
        </p:nvSpPr>
        <p:spPr>
          <a:xfrm>
            <a:off x="1733550" y="16224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5616" name="Text Box 16"/>
          <p:cNvSpPr txBox="1"/>
          <p:nvPr/>
        </p:nvSpPr>
        <p:spPr>
          <a:xfrm>
            <a:off x="1733550" y="25368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5617" name="Text Box 21"/>
          <p:cNvSpPr txBox="1"/>
          <p:nvPr/>
        </p:nvSpPr>
        <p:spPr>
          <a:xfrm>
            <a:off x="1733550" y="34290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5618" name="Text Box 22"/>
          <p:cNvSpPr txBox="1"/>
          <p:nvPr/>
        </p:nvSpPr>
        <p:spPr>
          <a:xfrm>
            <a:off x="1689100" y="50292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5</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25619" name="Text Box 24"/>
          <p:cNvSpPr txBox="1"/>
          <p:nvPr/>
        </p:nvSpPr>
        <p:spPr>
          <a:xfrm>
            <a:off x="2286000" y="2490788"/>
            <a:ext cx="5715000" cy="523875"/>
          </a:xfrm>
          <a:prstGeom prst="rect">
            <a:avLst/>
          </a:prstGeom>
          <a:noFill/>
          <a:ln w="9525">
            <a:noFill/>
          </a:ln>
        </p:spPr>
        <p:txBody>
          <a:bodyPr anchor="t" anchorCtr="0">
            <a:spAutoFit/>
          </a:bodyPr>
          <a:p>
            <a:pPr eaLnBrk="0" hangingPunct="0"/>
            <a:r>
              <a:rPr lang="zh-CN" altLang="en-US" sz="2800" b="1" dirty="0">
                <a:solidFill>
                  <a:srgbClr val="FF0000"/>
                </a:solidFill>
                <a:latin typeface="华文楷体" panose="02010600040101010101" pitchFamily="2" charset="-122"/>
                <a:ea typeface="华文楷体" panose="02010600040101010101" pitchFamily="2" charset="-122"/>
              </a:rPr>
              <a:t>信息安全相关行政法规与部门规范</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25620" name="Text Box 15"/>
          <p:cNvSpPr txBox="1"/>
          <p:nvPr/>
        </p:nvSpPr>
        <p:spPr>
          <a:xfrm>
            <a:off x="2292350" y="3416300"/>
            <a:ext cx="4953000" cy="522288"/>
          </a:xfrm>
          <a:prstGeom prst="rect">
            <a:avLst/>
          </a:prstGeom>
          <a:noFill/>
          <a:ln w="9525">
            <a:noFill/>
          </a:ln>
        </p:spPr>
        <p:txBody>
          <a:bodyPr anchor="t" anchorCtr="0">
            <a:spAutoFit/>
          </a:bodyPr>
          <a:p>
            <a:pPr eaLnBrk="0" hangingPunct="0"/>
            <a:r>
              <a:rPr lang="zh-CN" altLang="en-US" sz="2800" b="1" dirty="0">
                <a:solidFill>
                  <a:srgbClr val="0D1259"/>
                </a:solidFill>
                <a:latin typeface="华文楷体" panose="02010600040101010101" pitchFamily="2" charset="-122"/>
                <a:ea typeface="华文楷体" panose="02010600040101010101" pitchFamily="2" charset="-122"/>
              </a:rPr>
              <a:t>相关法律问题的司法解释</a:t>
            </a:r>
            <a:endParaRPr lang="zh-CN" altLang="en-US" sz="2800" b="1" dirty="0">
              <a:solidFill>
                <a:schemeClr val="tx1"/>
              </a:solidFill>
              <a:latin typeface="华文楷体" panose="02010600040101010101" pitchFamily="2" charset="-122"/>
              <a:ea typeface="华文楷体" panose="02010600040101010101" pitchFamily="2" charset="-122"/>
            </a:endParaRPr>
          </a:p>
        </p:txBody>
      </p:sp>
      <p:grpSp>
        <p:nvGrpSpPr>
          <p:cNvPr id="25621" name="Group 17"/>
          <p:cNvGrpSpPr/>
          <p:nvPr/>
        </p:nvGrpSpPr>
        <p:grpSpPr>
          <a:xfrm>
            <a:off x="1524000" y="3317875"/>
            <a:ext cx="762000" cy="665163"/>
            <a:chOff x="1110" y="2656"/>
            <a:chExt cx="1549" cy="1351"/>
          </a:xfrm>
        </p:grpSpPr>
        <p:sp>
          <p:nvSpPr>
            <p:cNvPr id="25622"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5623"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25625" name="Text Box 15"/>
          <p:cNvSpPr txBox="1"/>
          <p:nvPr/>
        </p:nvSpPr>
        <p:spPr>
          <a:xfrm>
            <a:off x="2379663" y="4348163"/>
            <a:ext cx="49530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25626" name="Group 17"/>
          <p:cNvGrpSpPr/>
          <p:nvPr/>
        </p:nvGrpSpPr>
        <p:grpSpPr>
          <a:xfrm>
            <a:off x="1541463" y="4210050"/>
            <a:ext cx="762000" cy="665163"/>
            <a:chOff x="1110" y="2656"/>
            <a:chExt cx="1549" cy="1351"/>
          </a:xfrm>
        </p:grpSpPr>
        <p:sp>
          <p:nvSpPr>
            <p:cNvPr id="25627"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25628"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xfrm>
            <a:off x="685800" y="381000"/>
            <a:ext cx="7010400" cy="563563"/>
          </a:xfrm>
        </p:spPr>
        <p:txBody>
          <a:bodyPr vert="horz" wrap="square" lIns="91440" tIns="45720" rIns="91440" bIns="45720" anchor="ctr" anchorCtr="0"/>
          <a:p>
            <a:r>
              <a:rPr lang="zh-CN" altLang="en-US" sz="3200" b="1" dirty="0">
                <a:latin typeface="华文楷体" panose="02010600040101010101" pitchFamily="2" charset="-122"/>
                <a:ea typeface="华文楷体" panose="02010600040101010101" pitchFamily="2" charset="-122"/>
              </a:rPr>
              <a:t>信息安全相关行政法规与部门规范</a:t>
            </a:r>
            <a:endParaRPr lang="zh-CN" altLang="en-US" sz="3200" b="1" dirty="0">
              <a:latin typeface="华文楷体" panose="02010600040101010101" pitchFamily="2" charset="-122"/>
              <a:ea typeface="华文楷体" panose="02010600040101010101" pitchFamily="2" charset="-122"/>
            </a:endParaRPr>
          </a:p>
        </p:txBody>
      </p:sp>
      <p:sp>
        <p:nvSpPr>
          <p:cNvPr id="23555" name="内容占位符 2"/>
          <p:cNvSpPr>
            <a:spLocks noGrp="1"/>
          </p:cNvSpPr>
          <p:nvPr>
            <p:ph sz="quarter" idx="13"/>
          </p:nvPr>
        </p:nvSpPr>
        <p:spPr>
          <a:xfrm>
            <a:off x="609600" y="1219200"/>
            <a:ext cx="8153400" cy="4368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Ø"/>
              <a:defRPr/>
            </a:pPr>
            <a:r>
              <a:rPr kumimoji="0" lang="zh-CN" altLang="en-US" sz="3600" b="1" i="0" u="none" strike="noStrike" kern="120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j-cs"/>
              </a:rPr>
              <a:t>中华人民共和国国务院发布</a:t>
            </a:r>
            <a:endParaRPr kumimoji="0" lang="en-US" altLang="zh-CN" sz="3600" b="1" i="0" u="none" strike="noStrike" kern="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4.1.1 </a:t>
            </a:r>
            <a:r>
              <a:rPr kumimoji="0" lang="zh-CN" altLang="en-US" sz="20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中华人民共和国计算机信息系统安全保护条例</a:t>
            </a:r>
            <a:endParaRPr kumimoji="0" lang="zh-CN" altLang="en-US" sz="20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4.1.2 </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中华人民共和国计算机信息网络国际联网管理暂行规定</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4.1.3 </a:t>
            </a:r>
            <a:r>
              <a:rPr kumimoji="0" lang="zh-CN" altLang="en-US" sz="20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商用密码管理条例</a:t>
            </a:r>
            <a:endParaRPr kumimoji="0" lang="zh-CN" altLang="en-US" sz="20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4.1.4 </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中华人民共和国电信条例</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4.1.5 </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互联网信息服务管理办法</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4.1.6 </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计算机软件保护条例</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4.1.7 </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中华人民共和国著作权法实施条例</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4.1.8 </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互联网上网服务营业场所管理条例</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4.1.9 </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信息网络传播权保护条例</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32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charRg st="13" end="40"/>
                                            </p:txEl>
                                          </p:spTgt>
                                        </p:tgtEl>
                                        <p:attrNameLst>
                                          <p:attrName>style.visibility</p:attrName>
                                        </p:attrNameLst>
                                      </p:cBhvr>
                                      <p:to>
                                        <p:strVal val="visible"/>
                                      </p:to>
                                    </p:set>
                                    <p:anim calcmode="lin" valueType="num">
                                      <p:cBhvr additive="base">
                                        <p:cTn id="7" dur="500" fill="hold"/>
                                        <p:tgtEl>
                                          <p:spTgt spid="23555">
                                            <p:txEl>
                                              <p:charRg st="13" end="4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charRg st="13" end="4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55">
                                            <p:txEl>
                                              <p:charRg st="40" end="71"/>
                                            </p:txEl>
                                          </p:spTgt>
                                        </p:tgtEl>
                                        <p:attrNameLst>
                                          <p:attrName>style.visibility</p:attrName>
                                        </p:attrNameLst>
                                      </p:cBhvr>
                                      <p:to>
                                        <p:strVal val="visible"/>
                                      </p:to>
                                    </p:set>
                                    <p:anim calcmode="lin" valueType="num">
                                      <p:cBhvr additive="base">
                                        <p:cTn id="11" dur="500" fill="hold"/>
                                        <p:tgtEl>
                                          <p:spTgt spid="23555">
                                            <p:txEl>
                                              <p:charRg st="40" end="7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555">
                                            <p:txEl>
                                              <p:charRg st="40" end="7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55">
                                            <p:txEl>
                                              <p:charRg st="71" end="86"/>
                                            </p:txEl>
                                          </p:spTgt>
                                        </p:tgtEl>
                                        <p:attrNameLst>
                                          <p:attrName>style.visibility</p:attrName>
                                        </p:attrNameLst>
                                      </p:cBhvr>
                                      <p:to>
                                        <p:strVal val="visible"/>
                                      </p:to>
                                    </p:set>
                                    <p:anim calcmode="lin" valueType="num">
                                      <p:cBhvr additive="base">
                                        <p:cTn id="15" dur="500" fill="hold"/>
                                        <p:tgtEl>
                                          <p:spTgt spid="23555">
                                            <p:txEl>
                                              <p:charRg st="71" end="8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555">
                                            <p:txEl>
                                              <p:charRg st="71" end="8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555">
                                            <p:txEl>
                                              <p:charRg st="86" end="104"/>
                                            </p:txEl>
                                          </p:spTgt>
                                        </p:tgtEl>
                                        <p:attrNameLst>
                                          <p:attrName>style.visibility</p:attrName>
                                        </p:attrNameLst>
                                      </p:cBhvr>
                                      <p:to>
                                        <p:strVal val="visible"/>
                                      </p:to>
                                    </p:set>
                                    <p:anim calcmode="lin" valueType="num">
                                      <p:cBhvr additive="base">
                                        <p:cTn id="19" dur="500" fill="hold"/>
                                        <p:tgtEl>
                                          <p:spTgt spid="23555">
                                            <p:txEl>
                                              <p:charRg st="86" end="10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charRg st="86" end="10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555">
                                            <p:txEl>
                                              <p:charRg st="104" end="122"/>
                                            </p:txEl>
                                          </p:spTgt>
                                        </p:tgtEl>
                                        <p:attrNameLst>
                                          <p:attrName>style.visibility</p:attrName>
                                        </p:attrNameLst>
                                      </p:cBhvr>
                                      <p:to>
                                        <p:strVal val="visible"/>
                                      </p:to>
                                    </p:set>
                                    <p:anim calcmode="lin" valueType="num">
                                      <p:cBhvr additive="base">
                                        <p:cTn id="23" dur="500" fill="hold"/>
                                        <p:tgtEl>
                                          <p:spTgt spid="23555">
                                            <p:txEl>
                                              <p:charRg st="104" end="12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555">
                                            <p:txEl>
                                              <p:charRg st="104" end="12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3555">
                                            <p:txEl>
                                              <p:charRg st="122" end="138"/>
                                            </p:txEl>
                                          </p:spTgt>
                                        </p:tgtEl>
                                        <p:attrNameLst>
                                          <p:attrName>style.visibility</p:attrName>
                                        </p:attrNameLst>
                                      </p:cBhvr>
                                      <p:to>
                                        <p:strVal val="visible"/>
                                      </p:to>
                                    </p:set>
                                    <p:anim calcmode="lin" valueType="num">
                                      <p:cBhvr additive="base">
                                        <p:cTn id="27" dur="500" fill="hold"/>
                                        <p:tgtEl>
                                          <p:spTgt spid="23555">
                                            <p:txEl>
                                              <p:charRg st="122" end="13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555">
                                            <p:txEl>
                                              <p:charRg st="122" end="13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3555">
                                            <p:txEl>
                                              <p:charRg st="138" end="160"/>
                                            </p:txEl>
                                          </p:spTgt>
                                        </p:tgtEl>
                                        <p:attrNameLst>
                                          <p:attrName>style.visibility</p:attrName>
                                        </p:attrNameLst>
                                      </p:cBhvr>
                                      <p:to>
                                        <p:strVal val="visible"/>
                                      </p:to>
                                    </p:set>
                                    <p:anim calcmode="lin" valueType="num">
                                      <p:cBhvr additive="base">
                                        <p:cTn id="31" dur="500" fill="hold"/>
                                        <p:tgtEl>
                                          <p:spTgt spid="23555">
                                            <p:txEl>
                                              <p:charRg st="138" end="16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5">
                                            <p:txEl>
                                              <p:charRg st="138" end="16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3555">
                                            <p:txEl>
                                              <p:charRg st="160" end="182"/>
                                            </p:txEl>
                                          </p:spTgt>
                                        </p:tgtEl>
                                        <p:attrNameLst>
                                          <p:attrName>style.visibility</p:attrName>
                                        </p:attrNameLst>
                                      </p:cBhvr>
                                      <p:to>
                                        <p:strVal val="visible"/>
                                      </p:to>
                                    </p:set>
                                    <p:anim calcmode="lin" valueType="num">
                                      <p:cBhvr additive="base">
                                        <p:cTn id="35" dur="500" fill="hold"/>
                                        <p:tgtEl>
                                          <p:spTgt spid="23555">
                                            <p:txEl>
                                              <p:charRg st="160" end="18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3555">
                                            <p:txEl>
                                              <p:charRg st="160" end="18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3555">
                                            <p:txEl>
                                              <p:charRg st="182" end="200"/>
                                            </p:txEl>
                                          </p:spTgt>
                                        </p:tgtEl>
                                        <p:attrNameLst>
                                          <p:attrName>style.visibility</p:attrName>
                                        </p:attrNameLst>
                                      </p:cBhvr>
                                      <p:to>
                                        <p:strVal val="visible"/>
                                      </p:to>
                                    </p:set>
                                    <p:anim calcmode="lin" valueType="num">
                                      <p:cBhvr additive="base">
                                        <p:cTn id="39" dur="500" fill="hold"/>
                                        <p:tgtEl>
                                          <p:spTgt spid="23555">
                                            <p:txEl>
                                              <p:charRg st="182" end="20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3555">
                                            <p:txEl>
                                              <p:charRg st="182" end="20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latin typeface="华文楷体" panose="02010600040101010101" pitchFamily="2" charset="-122"/>
              <a:ea typeface="华文楷体" panose="02010600040101010101" pitchFamily="2" charset="-122"/>
            </a:endParaRPr>
          </a:p>
        </p:txBody>
      </p:sp>
      <p:sp>
        <p:nvSpPr>
          <p:cNvPr id="24579" name="内容占位符 2"/>
          <p:cNvSpPr>
            <a:spLocks noGrp="1"/>
          </p:cNvSpPr>
          <p:nvPr>
            <p:ph sz="quarter" idx="13"/>
          </p:nvPr>
        </p:nvSpPr>
        <p:spPr>
          <a:xfrm>
            <a:off x="609600" y="13716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1200" cap="none" spc="0" normalizeH="0" baseline="0" noProof="0" dirty="0" smtClean="0">
                <a:ln>
                  <a:noFill/>
                </a:ln>
                <a:solidFill>
                  <a:srgbClr val="464646"/>
                </a:solidFill>
                <a:effectLst/>
                <a:uLnTx/>
                <a:uFillTx/>
                <a:latin typeface="华文楷体" panose="02010600040101010101" pitchFamily="2" charset="-122"/>
                <a:ea typeface="华文楷体" panose="02010600040101010101" pitchFamily="2" charset="-122"/>
                <a:cs typeface="+mj-cs"/>
              </a:rPr>
              <a:t>中华人民共和国计算机信息系统安全保护条例</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发布文号：中华人民共和国主席令第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147</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1994-02-18</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1994-02-18</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（根据</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日</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国务院关于废止和修改部分行政法规的决定</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修改）</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charRg st="21" end="37"/>
                                            </p:txEl>
                                          </p:spTgt>
                                        </p:tgtEl>
                                        <p:attrNameLst>
                                          <p:attrName>style.visibility</p:attrName>
                                        </p:attrNameLst>
                                      </p:cBhvr>
                                      <p:to>
                                        <p:strVal val="visible"/>
                                      </p:to>
                                    </p:set>
                                    <p:anim calcmode="lin" valueType="num">
                                      <p:cBhvr additive="base">
                                        <p:cTn id="7" dur="500" fill="hold"/>
                                        <p:tgtEl>
                                          <p:spTgt spid="24579">
                                            <p:txEl>
                                              <p:charRg st="21" end="3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charRg st="21" end="3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579">
                                            <p:txEl>
                                              <p:charRg st="37" end="58"/>
                                            </p:txEl>
                                          </p:spTgt>
                                        </p:tgtEl>
                                        <p:attrNameLst>
                                          <p:attrName>style.visibility</p:attrName>
                                        </p:attrNameLst>
                                      </p:cBhvr>
                                      <p:to>
                                        <p:strVal val="visible"/>
                                      </p:to>
                                    </p:set>
                                    <p:anim calcmode="lin" valueType="num">
                                      <p:cBhvr additive="base">
                                        <p:cTn id="11" dur="500" fill="hold"/>
                                        <p:tgtEl>
                                          <p:spTgt spid="24579">
                                            <p:txEl>
                                              <p:charRg st="37" end="5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579">
                                            <p:txEl>
                                              <p:charRg st="37" end="5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579">
                                            <p:txEl>
                                              <p:charRg st="58" end="74"/>
                                            </p:txEl>
                                          </p:spTgt>
                                        </p:tgtEl>
                                        <p:attrNameLst>
                                          <p:attrName>style.visibility</p:attrName>
                                        </p:attrNameLst>
                                      </p:cBhvr>
                                      <p:to>
                                        <p:strVal val="visible"/>
                                      </p:to>
                                    </p:set>
                                    <p:anim calcmode="lin" valueType="num">
                                      <p:cBhvr additive="base">
                                        <p:cTn id="15" dur="500" fill="hold"/>
                                        <p:tgtEl>
                                          <p:spTgt spid="24579">
                                            <p:txEl>
                                              <p:charRg st="58" end="7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579">
                                            <p:txEl>
                                              <p:charRg st="58" end="7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4579">
                                            <p:txEl>
                                              <p:charRg st="74" end="90"/>
                                            </p:txEl>
                                          </p:spTgt>
                                        </p:tgtEl>
                                        <p:attrNameLst>
                                          <p:attrName>style.visibility</p:attrName>
                                        </p:attrNameLst>
                                      </p:cBhvr>
                                      <p:to>
                                        <p:strVal val="visible"/>
                                      </p:to>
                                    </p:set>
                                    <p:anim calcmode="lin" valueType="num">
                                      <p:cBhvr additive="base">
                                        <p:cTn id="19" dur="500" fill="hold"/>
                                        <p:tgtEl>
                                          <p:spTgt spid="24579">
                                            <p:txEl>
                                              <p:charRg st="74" end="9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charRg st="74" end="9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4579">
                                            <p:txEl>
                                              <p:charRg st="90" end="127"/>
                                            </p:txEl>
                                          </p:spTgt>
                                        </p:tgtEl>
                                        <p:attrNameLst>
                                          <p:attrName>style.visibility</p:attrName>
                                        </p:attrNameLst>
                                      </p:cBhvr>
                                      <p:to>
                                        <p:strVal val="visible"/>
                                      </p:to>
                                    </p:set>
                                    <p:anim calcmode="lin" valueType="num">
                                      <p:cBhvr additive="base">
                                        <p:cTn id="23" dur="500" fill="hold"/>
                                        <p:tgtEl>
                                          <p:spTgt spid="24579">
                                            <p:txEl>
                                              <p:charRg st="90" end="12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579">
                                            <p:txEl>
                                              <p:charRg st="90" end="12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latin typeface="华文楷体" panose="02010600040101010101" pitchFamily="2" charset="-122"/>
              <a:ea typeface="华文楷体" panose="02010600040101010101" pitchFamily="2" charset="-122"/>
            </a:endParaRPr>
          </a:p>
        </p:txBody>
      </p:sp>
      <p:sp>
        <p:nvSpPr>
          <p:cNvPr id="25603" name="内容占位符 2"/>
          <p:cNvSpPr>
            <a:spLocks noGrp="1"/>
          </p:cNvSpPr>
          <p:nvPr>
            <p:ph sz="quarter" idx="13"/>
          </p:nvPr>
        </p:nvSpPr>
        <p:spPr>
          <a:xfrm>
            <a:off x="533400" y="13716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j-cs"/>
              </a:rPr>
              <a:t>中华人民共和国计算机信息网络国际联网管理暂行规定</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发布文号：中华人民共和国主席令第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218</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1997-05-20</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1997-05-20</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1996</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23</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日国务院第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42</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次全国人民代表大会常务委员会议通过，根据</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1997</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日</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国务院关于修改</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&lt;</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中华人民共和国计算机信息网络国际联网管理暂行规定</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&gt;</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的决定</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修正）</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5603">
                                            <p:txEl>
                                              <p:charRg st="25" end="41"/>
                                            </p:txEl>
                                          </p:spTgt>
                                        </p:tgtEl>
                                        <p:attrNameLst>
                                          <p:attrName>style.visibility</p:attrName>
                                        </p:attrNameLst>
                                      </p:cBhvr>
                                      <p:to>
                                        <p:strVal val="visible"/>
                                      </p:to>
                                    </p:set>
                                    <p:animEffect transition="in" filter="circle(in)">
                                      <p:cBhvr>
                                        <p:cTn id="7" dur="2000"/>
                                        <p:tgtEl>
                                          <p:spTgt spid="25603">
                                            <p:txEl>
                                              <p:charRg st="25" end="4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25603">
                                            <p:txEl>
                                              <p:charRg st="41" end="62"/>
                                            </p:txEl>
                                          </p:spTgt>
                                        </p:tgtEl>
                                        <p:attrNameLst>
                                          <p:attrName>style.visibility</p:attrName>
                                        </p:attrNameLst>
                                      </p:cBhvr>
                                      <p:to>
                                        <p:strVal val="visible"/>
                                      </p:to>
                                    </p:set>
                                    <p:animEffect transition="in" filter="circle(in)">
                                      <p:cBhvr>
                                        <p:cTn id="10" dur="2000"/>
                                        <p:tgtEl>
                                          <p:spTgt spid="25603">
                                            <p:txEl>
                                              <p:charRg st="41" end="62"/>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25603">
                                            <p:txEl>
                                              <p:charRg st="62" end="78"/>
                                            </p:txEl>
                                          </p:spTgt>
                                        </p:tgtEl>
                                        <p:attrNameLst>
                                          <p:attrName>style.visibility</p:attrName>
                                        </p:attrNameLst>
                                      </p:cBhvr>
                                      <p:to>
                                        <p:strVal val="visible"/>
                                      </p:to>
                                    </p:set>
                                    <p:animEffect transition="in" filter="circle(in)">
                                      <p:cBhvr>
                                        <p:cTn id="13" dur="2000"/>
                                        <p:tgtEl>
                                          <p:spTgt spid="25603">
                                            <p:txEl>
                                              <p:charRg st="62" end="78"/>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25603">
                                            <p:txEl>
                                              <p:charRg st="78" end="94"/>
                                            </p:txEl>
                                          </p:spTgt>
                                        </p:tgtEl>
                                        <p:attrNameLst>
                                          <p:attrName>style.visibility</p:attrName>
                                        </p:attrNameLst>
                                      </p:cBhvr>
                                      <p:to>
                                        <p:strVal val="visible"/>
                                      </p:to>
                                    </p:set>
                                    <p:animEffect transition="in" filter="circle(in)">
                                      <p:cBhvr>
                                        <p:cTn id="16" dur="2000"/>
                                        <p:tgtEl>
                                          <p:spTgt spid="25603">
                                            <p:txEl>
                                              <p:charRg st="78" end="94"/>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25603">
                                            <p:txEl>
                                              <p:charRg st="94" end="183"/>
                                            </p:txEl>
                                          </p:spTgt>
                                        </p:tgtEl>
                                        <p:attrNameLst>
                                          <p:attrName>style.visibility</p:attrName>
                                        </p:attrNameLst>
                                      </p:cBhvr>
                                      <p:to>
                                        <p:strVal val="visible"/>
                                      </p:to>
                                    </p:set>
                                    <p:animEffect transition="in" filter="circle(in)">
                                      <p:cBhvr>
                                        <p:cTn id="19" dur="2000"/>
                                        <p:tgtEl>
                                          <p:spTgt spid="25603">
                                            <p:txEl>
                                              <p:charRg st="94" end="1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xfrm>
            <a:off x="838200" y="228600"/>
            <a:ext cx="7010400" cy="563563"/>
          </a:xfrm>
        </p:spPr>
        <p:txBody>
          <a:bodyPr vert="horz" wrap="square" lIns="91440" tIns="45720" rIns="91440" bIns="45720" anchor="ctr" anchorCtr="0"/>
          <a:p>
            <a:br>
              <a:rPr lang="zh-CN" altLang="en-US" sz="2400" b="1" dirty="0">
                <a:ea typeface="宋体" panose="02010600030101010101" pitchFamily="2" charset="-122"/>
              </a:rPr>
            </a:br>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latin typeface="华文楷体" panose="02010600040101010101" pitchFamily="2" charset="-122"/>
              <a:ea typeface="华文楷体" panose="02010600040101010101" pitchFamily="2" charset="-122"/>
            </a:endParaRPr>
          </a:p>
        </p:txBody>
      </p:sp>
      <p:sp>
        <p:nvSpPr>
          <p:cNvPr id="26627" name="内容占位符 2"/>
          <p:cNvSpPr>
            <a:spLocks noGrp="1"/>
          </p:cNvSpPr>
          <p:nvPr>
            <p:ph sz="quarter" idx="13"/>
          </p:nvPr>
        </p:nvSpPr>
        <p:spPr>
          <a:xfrm>
            <a:off x="762000" y="15240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1200" cap="none" spc="0" normalizeH="0" baseline="0" noProof="0" dirty="0" smtClean="0">
                <a:ln>
                  <a:noFill/>
                </a:ln>
                <a:solidFill>
                  <a:srgbClr val="464646"/>
                </a:solidFill>
                <a:effectLst/>
                <a:uLnTx/>
                <a:uFillTx/>
                <a:latin typeface="华文楷体" panose="02010600040101010101" pitchFamily="2" charset="-122"/>
                <a:ea typeface="华文楷体" panose="02010600040101010101" pitchFamily="2" charset="-122"/>
                <a:cs typeface="+mj-cs"/>
              </a:rPr>
              <a:t>商用密码管理条例</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发布文号：中华人民共和国国务院令第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273</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1999-10-7</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1999-10-7</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6627">
                                            <p:txEl>
                                              <p:charRg st="9" end="25"/>
                                            </p:txEl>
                                          </p:spTgt>
                                        </p:tgtEl>
                                        <p:attrNameLst>
                                          <p:attrName>style.visibility</p:attrName>
                                        </p:attrNameLst>
                                      </p:cBhvr>
                                      <p:to>
                                        <p:strVal val="visible"/>
                                      </p:to>
                                    </p:set>
                                    <p:animEffect transition="in" filter="randombar(horizontal)">
                                      <p:cBhvr>
                                        <p:cTn id="7" dur="500"/>
                                        <p:tgtEl>
                                          <p:spTgt spid="26627">
                                            <p:txEl>
                                              <p:charRg st="9" end="2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6627">
                                            <p:txEl>
                                              <p:charRg st="25" end="47"/>
                                            </p:txEl>
                                          </p:spTgt>
                                        </p:tgtEl>
                                        <p:attrNameLst>
                                          <p:attrName>style.visibility</p:attrName>
                                        </p:attrNameLst>
                                      </p:cBhvr>
                                      <p:to>
                                        <p:strVal val="visible"/>
                                      </p:to>
                                    </p:set>
                                    <p:animEffect transition="in" filter="randombar(horizontal)">
                                      <p:cBhvr>
                                        <p:cTn id="10" dur="500"/>
                                        <p:tgtEl>
                                          <p:spTgt spid="26627">
                                            <p:txEl>
                                              <p:charRg st="25" end="47"/>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6627">
                                            <p:txEl>
                                              <p:charRg st="47" end="62"/>
                                            </p:txEl>
                                          </p:spTgt>
                                        </p:tgtEl>
                                        <p:attrNameLst>
                                          <p:attrName>style.visibility</p:attrName>
                                        </p:attrNameLst>
                                      </p:cBhvr>
                                      <p:to>
                                        <p:strVal val="visible"/>
                                      </p:to>
                                    </p:set>
                                    <p:animEffect transition="in" filter="randombar(horizontal)">
                                      <p:cBhvr>
                                        <p:cTn id="13" dur="500"/>
                                        <p:tgtEl>
                                          <p:spTgt spid="26627">
                                            <p:txEl>
                                              <p:charRg st="47" end="6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6627">
                                            <p:txEl>
                                              <p:charRg st="62" end="77"/>
                                            </p:txEl>
                                          </p:spTgt>
                                        </p:tgtEl>
                                        <p:attrNameLst>
                                          <p:attrName>style.visibility</p:attrName>
                                        </p:attrNameLst>
                                      </p:cBhvr>
                                      <p:to>
                                        <p:strVal val="visible"/>
                                      </p:to>
                                    </p:set>
                                    <p:animEffect transition="in" filter="randombar(horizontal)">
                                      <p:cBhvr>
                                        <p:cTn id="16" dur="500"/>
                                        <p:tgtEl>
                                          <p:spTgt spid="26627">
                                            <p:txEl>
                                              <p:charRg st="62" end="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27651" name="内容占位符 2"/>
          <p:cNvSpPr>
            <a:spLocks noGrp="1"/>
          </p:cNvSpPr>
          <p:nvPr>
            <p:ph sz="quarter" idx="13"/>
          </p:nvPr>
        </p:nvSpPr>
        <p:spPr>
          <a:xfrm>
            <a:off x="609600" y="16764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中华人民共和国电信条例</a:t>
            </a:r>
            <a:endPar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发布文号：中华人民共和国国务院令第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291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2000-09-25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2000-09-25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日国务院第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次常务会议通过）</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651">
                                            <p:txEl>
                                              <p:charRg st="12" end="28"/>
                                            </p:txEl>
                                          </p:spTgt>
                                        </p:tgtEl>
                                        <p:attrNameLst>
                                          <p:attrName>style.visibility</p:attrName>
                                        </p:attrNameLst>
                                      </p:cBhvr>
                                      <p:to>
                                        <p:strVal val="visible"/>
                                      </p:to>
                                    </p:set>
                                    <p:animEffect transition="in" filter="fade">
                                      <p:cBhvr>
                                        <p:cTn id="7" dur="1000"/>
                                        <p:tgtEl>
                                          <p:spTgt spid="27651">
                                            <p:txEl>
                                              <p:charRg st="12" end="28"/>
                                            </p:txEl>
                                          </p:spTgt>
                                        </p:tgtEl>
                                      </p:cBhvr>
                                    </p:animEffect>
                                    <p:anim calcmode="lin" valueType="num">
                                      <p:cBhvr>
                                        <p:cTn id="8" dur="1000" fill="hold"/>
                                        <p:tgtEl>
                                          <p:spTgt spid="27651">
                                            <p:txEl>
                                              <p:charRg st="12" end="28"/>
                                            </p:txEl>
                                          </p:spTgt>
                                        </p:tgtEl>
                                        <p:attrNameLst>
                                          <p:attrName>ppt_x</p:attrName>
                                        </p:attrNameLst>
                                      </p:cBhvr>
                                      <p:tavLst>
                                        <p:tav tm="0">
                                          <p:val>
                                            <p:strVal val="#ppt_x"/>
                                          </p:val>
                                        </p:tav>
                                        <p:tav tm="100000">
                                          <p:val>
                                            <p:strVal val="#ppt_x"/>
                                          </p:val>
                                        </p:tav>
                                      </p:tavLst>
                                    </p:anim>
                                    <p:anim calcmode="lin" valueType="num">
                                      <p:cBhvr>
                                        <p:cTn id="9" dur="1000" fill="hold"/>
                                        <p:tgtEl>
                                          <p:spTgt spid="27651">
                                            <p:txEl>
                                              <p:charRg st="12" end="28"/>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7651">
                                            <p:txEl>
                                              <p:charRg st="28" end="50"/>
                                            </p:txEl>
                                          </p:spTgt>
                                        </p:tgtEl>
                                        <p:attrNameLst>
                                          <p:attrName>style.visibility</p:attrName>
                                        </p:attrNameLst>
                                      </p:cBhvr>
                                      <p:to>
                                        <p:strVal val="visible"/>
                                      </p:to>
                                    </p:set>
                                    <p:animEffect transition="in" filter="fade">
                                      <p:cBhvr>
                                        <p:cTn id="12" dur="1000"/>
                                        <p:tgtEl>
                                          <p:spTgt spid="27651">
                                            <p:txEl>
                                              <p:charRg st="28" end="50"/>
                                            </p:txEl>
                                          </p:spTgt>
                                        </p:tgtEl>
                                      </p:cBhvr>
                                    </p:animEffect>
                                    <p:anim calcmode="lin" valueType="num">
                                      <p:cBhvr>
                                        <p:cTn id="13" dur="1000" fill="hold"/>
                                        <p:tgtEl>
                                          <p:spTgt spid="27651">
                                            <p:txEl>
                                              <p:charRg st="28" end="50"/>
                                            </p:txEl>
                                          </p:spTgt>
                                        </p:tgtEl>
                                        <p:attrNameLst>
                                          <p:attrName>ppt_x</p:attrName>
                                        </p:attrNameLst>
                                      </p:cBhvr>
                                      <p:tavLst>
                                        <p:tav tm="0">
                                          <p:val>
                                            <p:strVal val="#ppt_x"/>
                                          </p:val>
                                        </p:tav>
                                        <p:tav tm="100000">
                                          <p:val>
                                            <p:strVal val="#ppt_x"/>
                                          </p:val>
                                        </p:tav>
                                      </p:tavLst>
                                    </p:anim>
                                    <p:anim calcmode="lin" valueType="num">
                                      <p:cBhvr>
                                        <p:cTn id="14" dur="1000" fill="hold"/>
                                        <p:tgtEl>
                                          <p:spTgt spid="27651">
                                            <p:txEl>
                                              <p:charRg st="28" end="5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7651">
                                            <p:txEl>
                                              <p:charRg st="50" end="66"/>
                                            </p:txEl>
                                          </p:spTgt>
                                        </p:tgtEl>
                                        <p:attrNameLst>
                                          <p:attrName>style.visibility</p:attrName>
                                        </p:attrNameLst>
                                      </p:cBhvr>
                                      <p:to>
                                        <p:strVal val="visible"/>
                                      </p:to>
                                    </p:set>
                                    <p:animEffect transition="in" filter="fade">
                                      <p:cBhvr>
                                        <p:cTn id="17" dur="1000"/>
                                        <p:tgtEl>
                                          <p:spTgt spid="27651">
                                            <p:txEl>
                                              <p:charRg st="50" end="66"/>
                                            </p:txEl>
                                          </p:spTgt>
                                        </p:tgtEl>
                                      </p:cBhvr>
                                    </p:animEffect>
                                    <p:anim calcmode="lin" valueType="num">
                                      <p:cBhvr>
                                        <p:cTn id="18" dur="1000" fill="hold"/>
                                        <p:tgtEl>
                                          <p:spTgt spid="27651">
                                            <p:txEl>
                                              <p:charRg st="50" end="66"/>
                                            </p:txEl>
                                          </p:spTgt>
                                        </p:tgtEl>
                                        <p:attrNameLst>
                                          <p:attrName>ppt_x</p:attrName>
                                        </p:attrNameLst>
                                      </p:cBhvr>
                                      <p:tavLst>
                                        <p:tav tm="0">
                                          <p:val>
                                            <p:strVal val="#ppt_x"/>
                                          </p:val>
                                        </p:tav>
                                        <p:tav tm="100000">
                                          <p:val>
                                            <p:strVal val="#ppt_x"/>
                                          </p:val>
                                        </p:tav>
                                      </p:tavLst>
                                    </p:anim>
                                    <p:anim calcmode="lin" valueType="num">
                                      <p:cBhvr>
                                        <p:cTn id="19" dur="1000" fill="hold"/>
                                        <p:tgtEl>
                                          <p:spTgt spid="27651">
                                            <p:txEl>
                                              <p:charRg st="50" end="6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7651">
                                            <p:txEl>
                                              <p:charRg st="66" end="82"/>
                                            </p:txEl>
                                          </p:spTgt>
                                        </p:tgtEl>
                                        <p:attrNameLst>
                                          <p:attrName>style.visibility</p:attrName>
                                        </p:attrNameLst>
                                      </p:cBhvr>
                                      <p:to>
                                        <p:strVal val="visible"/>
                                      </p:to>
                                    </p:set>
                                    <p:animEffect transition="in" filter="fade">
                                      <p:cBhvr>
                                        <p:cTn id="22" dur="1000"/>
                                        <p:tgtEl>
                                          <p:spTgt spid="27651">
                                            <p:txEl>
                                              <p:charRg st="66" end="82"/>
                                            </p:txEl>
                                          </p:spTgt>
                                        </p:tgtEl>
                                      </p:cBhvr>
                                    </p:animEffect>
                                    <p:anim calcmode="lin" valueType="num">
                                      <p:cBhvr>
                                        <p:cTn id="23" dur="1000" fill="hold"/>
                                        <p:tgtEl>
                                          <p:spTgt spid="27651">
                                            <p:txEl>
                                              <p:charRg st="66" end="82"/>
                                            </p:txEl>
                                          </p:spTgt>
                                        </p:tgtEl>
                                        <p:attrNameLst>
                                          <p:attrName>ppt_x</p:attrName>
                                        </p:attrNameLst>
                                      </p:cBhvr>
                                      <p:tavLst>
                                        <p:tav tm="0">
                                          <p:val>
                                            <p:strVal val="#ppt_x"/>
                                          </p:val>
                                        </p:tav>
                                        <p:tav tm="100000">
                                          <p:val>
                                            <p:strVal val="#ppt_x"/>
                                          </p:val>
                                        </p:tav>
                                      </p:tavLst>
                                    </p:anim>
                                    <p:anim calcmode="lin" valueType="num">
                                      <p:cBhvr>
                                        <p:cTn id="24" dur="1000" fill="hold"/>
                                        <p:tgtEl>
                                          <p:spTgt spid="27651">
                                            <p:txEl>
                                              <p:charRg st="66" end="8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7651">
                                            <p:txEl>
                                              <p:charRg st="82" end="108"/>
                                            </p:txEl>
                                          </p:spTgt>
                                        </p:tgtEl>
                                        <p:attrNameLst>
                                          <p:attrName>style.visibility</p:attrName>
                                        </p:attrNameLst>
                                      </p:cBhvr>
                                      <p:to>
                                        <p:strVal val="visible"/>
                                      </p:to>
                                    </p:set>
                                    <p:animEffect transition="in" filter="fade">
                                      <p:cBhvr>
                                        <p:cTn id="27" dur="1000"/>
                                        <p:tgtEl>
                                          <p:spTgt spid="27651">
                                            <p:txEl>
                                              <p:charRg st="82" end="108"/>
                                            </p:txEl>
                                          </p:spTgt>
                                        </p:tgtEl>
                                      </p:cBhvr>
                                    </p:animEffect>
                                    <p:anim calcmode="lin" valueType="num">
                                      <p:cBhvr>
                                        <p:cTn id="28" dur="1000" fill="hold"/>
                                        <p:tgtEl>
                                          <p:spTgt spid="27651">
                                            <p:txEl>
                                              <p:charRg st="82" end="108"/>
                                            </p:txEl>
                                          </p:spTgt>
                                        </p:tgtEl>
                                        <p:attrNameLst>
                                          <p:attrName>ppt_x</p:attrName>
                                        </p:attrNameLst>
                                      </p:cBhvr>
                                      <p:tavLst>
                                        <p:tav tm="0">
                                          <p:val>
                                            <p:strVal val="#ppt_x"/>
                                          </p:val>
                                        </p:tav>
                                        <p:tav tm="100000">
                                          <p:val>
                                            <p:strVal val="#ppt_x"/>
                                          </p:val>
                                        </p:tav>
                                      </p:tavLst>
                                    </p:anim>
                                    <p:anim calcmode="lin" valueType="num">
                                      <p:cBhvr>
                                        <p:cTn id="29" dur="1000" fill="hold"/>
                                        <p:tgtEl>
                                          <p:spTgt spid="27651">
                                            <p:txEl>
                                              <p:charRg st="82" end="10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xfrm>
            <a:off x="533400" y="285750"/>
            <a:ext cx="8153400" cy="781050"/>
          </a:xfrm>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28675" name="内容占位符 2"/>
          <p:cNvSpPr>
            <a:spLocks noGrp="1"/>
          </p:cNvSpPr>
          <p:nvPr>
            <p:ph sz="quarter" idx="13"/>
          </p:nvPr>
        </p:nvSpPr>
        <p:spPr>
          <a:xfrm>
            <a:off x="609600" y="1524000"/>
            <a:ext cx="8153400" cy="4673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互联网信息服务管理办法</a:t>
            </a:r>
            <a:endPar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发布文号：中华人民共和国国务院令第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292</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2000-09-25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2000-09-25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日国务院第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次常务会议通过，根据</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国务院关于废止和修改部分行政法规的决定</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修改）</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8675">
                                            <p:txEl>
                                              <p:charRg st="12" end="28"/>
                                            </p:txEl>
                                          </p:spTgt>
                                        </p:tgtEl>
                                        <p:attrNameLst>
                                          <p:attrName>style.visibility</p:attrName>
                                        </p:attrNameLst>
                                      </p:cBhvr>
                                      <p:to>
                                        <p:strVal val="visible"/>
                                      </p:to>
                                    </p:set>
                                    <p:animEffect transition="in" filter="wipe(down)">
                                      <p:cBhvr>
                                        <p:cTn id="7" dur="580">
                                          <p:stCondLst>
                                            <p:cond delay="0"/>
                                          </p:stCondLst>
                                        </p:cTn>
                                        <p:tgtEl>
                                          <p:spTgt spid="28675">
                                            <p:txEl>
                                              <p:charRg st="12" end="28"/>
                                            </p:txEl>
                                          </p:spTgt>
                                        </p:tgtEl>
                                      </p:cBhvr>
                                    </p:animEffect>
                                    <p:anim calcmode="lin" valueType="num">
                                      <p:cBhvr>
                                        <p:cTn id="8" dur="1822" tmFilter="0,0; 0.14,0.36; 0.43,0.73; 0.71,0.91; 1.0,1.0">
                                          <p:stCondLst>
                                            <p:cond delay="0"/>
                                          </p:stCondLst>
                                        </p:cTn>
                                        <p:tgtEl>
                                          <p:spTgt spid="28675">
                                            <p:txEl>
                                              <p:charRg st="12" end="28"/>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8675">
                                            <p:txEl>
                                              <p:charRg st="12" end="28"/>
                                            </p:txEl>
                                          </p:spTgt>
                                        </p:tgtEl>
                                        <p:attrNameLst>
                                          <p:attrName>ppt_y</p:attrName>
                                        </p:attrNameLst>
                                      </p:cBhvr>
                                      <p:tavLst>
                                        <p:tav tm="0" fmla="#ppt_y-sin(pi*$)/3">
                                          <p:val>
                                            <p:fltVal val="0.500000"/>
                                          </p:val>
                                        </p:tav>
                                        <p:tav tm="100000">
                                          <p:val>
                                            <p:fltVal val="1.000000"/>
                                          </p:val>
                                        </p:tav>
                                      </p:tavLst>
                                    </p:anim>
                                    <p:anim calcmode="lin" valueType="num">
                                      <p:cBhvr>
                                        <p:cTn id="10" dur="664" tmFilter="0, 0; 0.125,0.2665; 0.25,0.4; 0.375,0.465; 0.5,0.5;  0.625,0.535; 0.75,0.6; 0.875,0.7335; 1,1">
                                          <p:stCondLst>
                                            <p:cond delay="664"/>
                                          </p:stCondLst>
                                        </p:cTn>
                                        <p:tgtEl>
                                          <p:spTgt spid="28675">
                                            <p:txEl>
                                              <p:charRg st="12" end="28"/>
                                            </p:txEl>
                                          </p:spTgt>
                                        </p:tgtEl>
                                        <p:attrNameLst>
                                          <p:attrName>ppt_y</p:attrName>
                                        </p:attrNameLst>
                                      </p:cBhvr>
                                      <p:tavLst>
                                        <p:tav tm="0" fmla="#ppt_y-sin(pi*$)/9">
                                          <p:val>
                                            <p:fltVal val="0.000000"/>
                                          </p:val>
                                        </p:tav>
                                        <p:tav tm="100000">
                                          <p:val>
                                            <p:fltVal val="1.000000"/>
                                          </p:val>
                                        </p:tav>
                                      </p:tavLst>
                                    </p:anim>
                                    <p:anim calcmode="lin" valueType="num">
                                      <p:cBhvr>
                                        <p:cTn id="11" dur="332" tmFilter="0, 0; 0.125,0.2665; 0.25,0.4; 0.375,0.465; 0.5,0.5;  0.625,0.535; 0.75,0.6; 0.875,0.7335; 1,1">
                                          <p:stCondLst>
                                            <p:cond delay="1324"/>
                                          </p:stCondLst>
                                        </p:cTn>
                                        <p:tgtEl>
                                          <p:spTgt spid="28675">
                                            <p:txEl>
                                              <p:charRg st="12" end="28"/>
                                            </p:txEl>
                                          </p:spTgt>
                                        </p:tgtEl>
                                        <p:attrNameLst>
                                          <p:attrName>ppt_y</p:attrName>
                                        </p:attrNameLst>
                                      </p:cBhvr>
                                      <p:tavLst>
                                        <p:tav tm="0" fmla="#ppt_y-sin(pi*$)/27">
                                          <p:val>
                                            <p:fltVal val="0.000000"/>
                                          </p:val>
                                        </p:tav>
                                        <p:tav tm="100000">
                                          <p:val>
                                            <p:fltVal val="1.000000"/>
                                          </p:val>
                                        </p:tav>
                                      </p:tavLst>
                                    </p:anim>
                                    <p:anim calcmode="lin" valueType="num">
                                      <p:cBhvr>
                                        <p:cTn id="12" dur="164" tmFilter="0, 0; 0.125,0.2665; 0.25,0.4; 0.375,0.465; 0.5,0.5;  0.625,0.535; 0.75,0.6; 0.875,0.7335; 1,1">
                                          <p:stCondLst>
                                            <p:cond delay="1656"/>
                                          </p:stCondLst>
                                        </p:cTn>
                                        <p:tgtEl>
                                          <p:spTgt spid="28675">
                                            <p:txEl>
                                              <p:charRg st="12" end="28"/>
                                            </p:txEl>
                                          </p:spTgt>
                                        </p:tgtEl>
                                        <p:attrNameLst>
                                          <p:attrName>ppt_y</p:attrName>
                                        </p:attrNameLst>
                                      </p:cBhvr>
                                      <p:tavLst>
                                        <p:tav tm="0" fmla="#ppt_y-sin(pi*$)/81">
                                          <p:val>
                                            <p:fltVal val="0.000000"/>
                                          </p:val>
                                        </p:tav>
                                        <p:tav tm="100000">
                                          <p:val>
                                            <p:fltVal val="1.000000"/>
                                          </p:val>
                                        </p:tav>
                                      </p:tavLst>
                                    </p:anim>
                                    <p:animScale>
                                      <p:cBhvr>
                                        <p:cTn id="13" dur="26">
                                          <p:stCondLst>
                                            <p:cond delay="650"/>
                                          </p:stCondLst>
                                        </p:cTn>
                                        <p:tgtEl>
                                          <p:spTgt spid="28675">
                                            <p:txEl>
                                              <p:charRg st="12" end="28"/>
                                            </p:txEl>
                                          </p:spTgt>
                                        </p:tgtEl>
                                      </p:cBhvr>
                                      <p:to x="100000" y="60000"/>
                                    </p:animScale>
                                    <p:animScale>
                                      <p:cBhvr>
                                        <p:cTn id="14" dur="166" decel="50000">
                                          <p:stCondLst>
                                            <p:cond delay="676"/>
                                          </p:stCondLst>
                                        </p:cTn>
                                        <p:tgtEl>
                                          <p:spTgt spid="28675">
                                            <p:txEl>
                                              <p:charRg st="12" end="28"/>
                                            </p:txEl>
                                          </p:spTgt>
                                        </p:tgtEl>
                                      </p:cBhvr>
                                      <p:to x="100000" y="100000"/>
                                    </p:animScale>
                                    <p:animScale>
                                      <p:cBhvr>
                                        <p:cTn id="15" dur="26">
                                          <p:stCondLst>
                                            <p:cond delay="1312"/>
                                          </p:stCondLst>
                                        </p:cTn>
                                        <p:tgtEl>
                                          <p:spTgt spid="28675">
                                            <p:txEl>
                                              <p:charRg st="12" end="28"/>
                                            </p:txEl>
                                          </p:spTgt>
                                        </p:tgtEl>
                                      </p:cBhvr>
                                      <p:to x="100000" y="80000"/>
                                    </p:animScale>
                                    <p:animScale>
                                      <p:cBhvr>
                                        <p:cTn id="16" dur="166" decel="50000">
                                          <p:stCondLst>
                                            <p:cond delay="1338"/>
                                          </p:stCondLst>
                                        </p:cTn>
                                        <p:tgtEl>
                                          <p:spTgt spid="28675">
                                            <p:txEl>
                                              <p:charRg st="12" end="28"/>
                                            </p:txEl>
                                          </p:spTgt>
                                        </p:tgtEl>
                                      </p:cBhvr>
                                      <p:to x="100000" y="100000"/>
                                    </p:animScale>
                                    <p:animScale>
                                      <p:cBhvr>
                                        <p:cTn id="17" dur="26">
                                          <p:stCondLst>
                                            <p:cond delay="1642"/>
                                          </p:stCondLst>
                                        </p:cTn>
                                        <p:tgtEl>
                                          <p:spTgt spid="28675">
                                            <p:txEl>
                                              <p:charRg st="12" end="28"/>
                                            </p:txEl>
                                          </p:spTgt>
                                        </p:tgtEl>
                                      </p:cBhvr>
                                      <p:to x="100000" y="90000"/>
                                    </p:animScale>
                                    <p:animScale>
                                      <p:cBhvr>
                                        <p:cTn id="18" dur="166" decel="50000">
                                          <p:stCondLst>
                                            <p:cond delay="1668"/>
                                          </p:stCondLst>
                                        </p:cTn>
                                        <p:tgtEl>
                                          <p:spTgt spid="28675">
                                            <p:txEl>
                                              <p:charRg st="12" end="28"/>
                                            </p:txEl>
                                          </p:spTgt>
                                        </p:tgtEl>
                                      </p:cBhvr>
                                      <p:to x="100000" y="100000"/>
                                    </p:animScale>
                                    <p:animScale>
                                      <p:cBhvr>
                                        <p:cTn id="19" dur="26">
                                          <p:stCondLst>
                                            <p:cond delay="1808"/>
                                          </p:stCondLst>
                                        </p:cTn>
                                        <p:tgtEl>
                                          <p:spTgt spid="28675">
                                            <p:txEl>
                                              <p:charRg st="12" end="28"/>
                                            </p:txEl>
                                          </p:spTgt>
                                        </p:tgtEl>
                                      </p:cBhvr>
                                      <p:to x="100000" y="95000"/>
                                    </p:animScale>
                                    <p:animScale>
                                      <p:cBhvr>
                                        <p:cTn id="20" dur="166" decel="50000">
                                          <p:stCondLst>
                                            <p:cond delay="1834"/>
                                          </p:stCondLst>
                                        </p:cTn>
                                        <p:tgtEl>
                                          <p:spTgt spid="28675">
                                            <p:txEl>
                                              <p:charRg st="12" end="28"/>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28675">
                                            <p:txEl>
                                              <p:charRg st="28" end="50"/>
                                            </p:txEl>
                                          </p:spTgt>
                                        </p:tgtEl>
                                        <p:attrNameLst>
                                          <p:attrName>style.visibility</p:attrName>
                                        </p:attrNameLst>
                                      </p:cBhvr>
                                      <p:to>
                                        <p:strVal val="visible"/>
                                      </p:to>
                                    </p:set>
                                    <p:animEffect transition="in" filter="wipe(down)">
                                      <p:cBhvr>
                                        <p:cTn id="23" dur="580">
                                          <p:stCondLst>
                                            <p:cond delay="0"/>
                                          </p:stCondLst>
                                        </p:cTn>
                                        <p:tgtEl>
                                          <p:spTgt spid="28675">
                                            <p:txEl>
                                              <p:charRg st="28" end="50"/>
                                            </p:txEl>
                                          </p:spTgt>
                                        </p:tgtEl>
                                      </p:cBhvr>
                                    </p:animEffect>
                                    <p:anim calcmode="lin" valueType="num">
                                      <p:cBhvr>
                                        <p:cTn id="24" dur="1822" tmFilter="0,0; 0.14,0.36; 0.43,0.73; 0.71,0.91; 1.0,1.0">
                                          <p:stCondLst>
                                            <p:cond delay="0"/>
                                          </p:stCondLst>
                                        </p:cTn>
                                        <p:tgtEl>
                                          <p:spTgt spid="28675">
                                            <p:txEl>
                                              <p:charRg st="28" end="50"/>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8675">
                                            <p:txEl>
                                              <p:charRg st="28" end="50"/>
                                            </p:txEl>
                                          </p:spTgt>
                                        </p:tgtEl>
                                        <p:attrNameLst>
                                          <p:attrName>ppt_y</p:attrName>
                                        </p:attrNameLst>
                                      </p:cBhvr>
                                      <p:tavLst>
                                        <p:tav tm="0" fmla="#ppt_y-sin(pi*$)/3">
                                          <p:val>
                                            <p:fltVal val="0.500000"/>
                                          </p:val>
                                        </p:tav>
                                        <p:tav tm="100000">
                                          <p:val>
                                            <p:fltVal val="1.000000"/>
                                          </p:val>
                                        </p:tav>
                                      </p:tavLst>
                                    </p:anim>
                                    <p:anim calcmode="lin" valueType="num">
                                      <p:cBhvr>
                                        <p:cTn id="26" dur="664" tmFilter="0, 0; 0.125,0.2665; 0.25,0.4; 0.375,0.465; 0.5,0.5;  0.625,0.535; 0.75,0.6; 0.875,0.7335; 1,1">
                                          <p:stCondLst>
                                            <p:cond delay="664"/>
                                          </p:stCondLst>
                                        </p:cTn>
                                        <p:tgtEl>
                                          <p:spTgt spid="28675">
                                            <p:txEl>
                                              <p:charRg st="28" end="50"/>
                                            </p:txEl>
                                          </p:spTgt>
                                        </p:tgtEl>
                                        <p:attrNameLst>
                                          <p:attrName>ppt_y</p:attrName>
                                        </p:attrNameLst>
                                      </p:cBhvr>
                                      <p:tavLst>
                                        <p:tav tm="0" fmla="#ppt_y-sin(pi*$)/9">
                                          <p:val>
                                            <p:fltVal val="0.000000"/>
                                          </p:val>
                                        </p:tav>
                                        <p:tav tm="100000">
                                          <p:val>
                                            <p:fltVal val="1.000000"/>
                                          </p:val>
                                        </p:tav>
                                      </p:tavLst>
                                    </p:anim>
                                    <p:anim calcmode="lin" valueType="num">
                                      <p:cBhvr>
                                        <p:cTn id="27" dur="332" tmFilter="0, 0; 0.125,0.2665; 0.25,0.4; 0.375,0.465; 0.5,0.5;  0.625,0.535; 0.75,0.6; 0.875,0.7335; 1,1">
                                          <p:stCondLst>
                                            <p:cond delay="1324"/>
                                          </p:stCondLst>
                                        </p:cTn>
                                        <p:tgtEl>
                                          <p:spTgt spid="28675">
                                            <p:txEl>
                                              <p:charRg st="28" end="50"/>
                                            </p:txEl>
                                          </p:spTgt>
                                        </p:tgtEl>
                                        <p:attrNameLst>
                                          <p:attrName>ppt_y</p:attrName>
                                        </p:attrNameLst>
                                      </p:cBhvr>
                                      <p:tavLst>
                                        <p:tav tm="0" fmla="#ppt_y-sin(pi*$)/27">
                                          <p:val>
                                            <p:fltVal val="0.000000"/>
                                          </p:val>
                                        </p:tav>
                                        <p:tav tm="100000">
                                          <p:val>
                                            <p:fltVal val="1.000000"/>
                                          </p:val>
                                        </p:tav>
                                      </p:tavLst>
                                    </p:anim>
                                    <p:anim calcmode="lin" valueType="num">
                                      <p:cBhvr>
                                        <p:cTn id="28" dur="164" tmFilter="0, 0; 0.125,0.2665; 0.25,0.4; 0.375,0.465; 0.5,0.5;  0.625,0.535; 0.75,0.6; 0.875,0.7335; 1,1">
                                          <p:stCondLst>
                                            <p:cond delay="1656"/>
                                          </p:stCondLst>
                                        </p:cTn>
                                        <p:tgtEl>
                                          <p:spTgt spid="28675">
                                            <p:txEl>
                                              <p:charRg st="28" end="50"/>
                                            </p:txEl>
                                          </p:spTgt>
                                        </p:tgtEl>
                                        <p:attrNameLst>
                                          <p:attrName>ppt_y</p:attrName>
                                        </p:attrNameLst>
                                      </p:cBhvr>
                                      <p:tavLst>
                                        <p:tav tm="0" fmla="#ppt_y-sin(pi*$)/81">
                                          <p:val>
                                            <p:fltVal val="0.000000"/>
                                          </p:val>
                                        </p:tav>
                                        <p:tav tm="100000">
                                          <p:val>
                                            <p:fltVal val="1.000000"/>
                                          </p:val>
                                        </p:tav>
                                      </p:tavLst>
                                    </p:anim>
                                    <p:animScale>
                                      <p:cBhvr>
                                        <p:cTn id="29" dur="26">
                                          <p:stCondLst>
                                            <p:cond delay="650"/>
                                          </p:stCondLst>
                                        </p:cTn>
                                        <p:tgtEl>
                                          <p:spTgt spid="28675">
                                            <p:txEl>
                                              <p:charRg st="28" end="50"/>
                                            </p:txEl>
                                          </p:spTgt>
                                        </p:tgtEl>
                                      </p:cBhvr>
                                      <p:to x="100000" y="60000"/>
                                    </p:animScale>
                                    <p:animScale>
                                      <p:cBhvr>
                                        <p:cTn id="30" dur="166" decel="50000">
                                          <p:stCondLst>
                                            <p:cond delay="676"/>
                                          </p:stCondLst>
                                        </p:cTn>
                                        <p:tgtEl>
                                          <p:spTgt spid="28675">
                                            <p:txEl>
                                              <p:charRg st="28" end="50"/>
                                            </p:txEl>
                                          </p:spTgt>
                                        </p:tgtEl>
                                      </p:cBhvr>
                                      <p:to x="100000" y="100000"/>
                                    </p:animScale>
                                    <p:animScale>
                                      <p:cBhvr>
                                        <p:cTn id="31" dur="26">
                                          <p:stCondLst>
                                            <p:cond delay="1312"/>
                                          </p:stCondLst>
                                        </p:cTn>
                                        <p:tgtEl>
                                          <p:spTgt spid="28675">
                                            <p:txEl>
                                              <p:charRg st="28" end="50"/>
                                            </p:txEl>
                                          </p:spTgt>
                                        </p:tgtEl>
                                      </p:cBhvr>
                                      <p:to x="100000" y="80000"/>
                                    </p:animScale>
                                    <p:animScale>
                                      <p:cBhvr>
                                        <p:cTn id="32" dur="166" decel="50000">
                                          <p:stCondLst>
                                            <p:cond delay="1338"/>
                                          </p:stCondLst>
                                        </p:cTn>
                                        <p:tgtEl>
                                          <p:spTgt spid="28675">
                                            <p:txEl>
                                              <p:charRg st="28" end="50"/>
                                            </p:txEl>
                                          </p:spTgt>
                                        </p:tgtEl>
                                      </p:cBhvr>
                                      <p:to x="100000" y="100000"/>
                                    </p:animScale>
                                    <p:animScale>
                                      <p:cBhvr>
                                        <p:cTn id="33" dur="26">
                                          <p:stCondLst>
                                            <p:cond delay="1642"/>
                                          </p:stCondLst>
                                        </p:cTn>
                                        <p:tgtEl>
                                          <p:spTgt spid="28675">
                                            <p:txEl>
                                              <p:charRg st="28" end="50"/>
                                            </p:txEl>
                                          </p:spTgt>
                                        </p:tgtEl>
                                      </p:cBhvr>
                                      <p:to x="100000" y="90000"/>
                                    </p:animScale>
                                    <p:animScale>
                                      <p:cBhvr>
                                        <p:cTn id="34" dur="166" decel="50000">
                                          <p:stCondLst>
                                            <p:cond delay="1668"/>
                                          </p:stCondLst>
                                        </p:cTn>
                                        <p:tgtEl>
                                          <p:spTgt spid="28675">
                                            <p:txEl>
                                              <p:charRg st="28" end="50"/>
                                            </p:txEl>
                                          </p:spTgt>
                                        </p:tgtEl>
                                      </p:cBhvr>
                                      <p:to x="100000" y="100000"/>
                                    </p:animScale>
                                    <p:animScale>
                                      <p:cBhvr>
                                        <p:cTn id="35" dur="26">
                                          <p:stCondLst>
                                            <p:cond delay="1808"/>
                                          </p:stCondLst>
                                        </p:cTn>
                                        <p:tgtEl>
                                          <p:spTgt spid="28675">
                                            <p:txEl>
                                              <p:charRg st="28" end="50"/>
                                            </p:txEl>
                                          </p:spTgt>
                                        </p:tgtEl>
                                      </p:cBhvr>
                                      <p:to x="100000" y="95000"/>
                                    </p:animScale>
                                    <p:animScale>
                                      <p:cBhvr>
                                        <p:cTn id="36" dur="166" decel="50000">
                                          <p:stCondLst>
                                            <p:cond delay="1834"/>
                                          </p:stCondLst>
                                        </p:cTn>
                                        <p:tgtEl>
                                          <p:spTgt spid="28675">
                                            <p:txEl>
                                              <p:charRg st="28" end="50"/>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28675">
                                            <p:txEl>
                                              <p:charRg st="50" end="66"/>
                                            </p:txEl>
                                          </p:spTgt>
                                        </p:tgtEl>
                                        <p:attrNameLst>
                                          <p:attrName>style.visibility</p:attrName>
                                        </p:attrNameLst>
                                      </p:cBhvr>
                                      <p:to>
                                        <p:strVal val="visible"/>
                                      </p:to>
                                    </p:set>
                                    <p:animEffect transition="in" filter="wipe(down)">
                                      <p:cBhvr>
                                        <p:cTn id="39" dur="580">
                                          <p:stCondLst>
                                            <p:cond delay="0"/>
                                          </p:stCondLst>
                                        </p:cTn>
                                        <p:tgtEl>
                                          <p:spTgt spid="28675">
                                            <p:txEl>
                                              <p:charRg st="50" end="66"/>
                                            </p:txEl>
                                          </p:spTgt>
                                        </p:tgtEl>
                                      </p:cBhvr>
                                    </p:animEffect>
                                    <p:anim calcmode="lin" valueType="num">
                                      <p:cBhvr>
                                        <p:cTn id="40" dur="1822" tmFilter="0,0; 0.14,0.36; 0.43,0.73; 0.71,0.91; 1.0,1.0">
                                          <p:stCondLst>
                                            <p:cond delay="0"/>
                                          </p:stCondLst>
                                        </p:cTn>
                                        <p:tgtEl>
                                          <p:spTgt spid="28675">
                                            <p:txEl>
                                              <p:charRg st="50" end="66"/>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28675">
                                            <p:txEl>
                                              <p:charRg st="50" end="66"/>
                                            </p:txEl>
                                          </p:spTgt>
                                        </p:tgtEl>
                                        <p:attrNameLst>
                                          <p:attrName>ppt_y</p:attrName>
                                        </p:attrNameLst>
                                      </p:cBhvr>
                                      <p:tavLst>
                                        <p:tav tm="0" fmla="#ppt_y-sin(pi*$)/3">
                                          <p:val>
                                            <p:fltVal val="0.500000"/>
                                          </p:val>
                                        </p:tav>
                                        <p:tav tm="100000">
                                          <p:val>
                                            <p:fltVal val="1.000000"/>
                                          </p:val>
                                        </p:tav>
                                      </p:tavLst>
                                    </p:anim>
                                    <p:anim calcmode="lin" valueType="num">
                                      <p:cBhvr>
                                        <p:cTn id="42" dur="664" tmFilter="0, 0; 0.125,0.2665; 0.25,0.4; 0.375,0.465; 0.5,0.5;  0.625,0.535; 0.75,0.6; 0.875,0.7335; 1,1">
                                          <p:stCondLst>
                                            <p:cond delay="664"/>
                                          </p:stCondLst>
                                        </p:cTn>
                                        <p:tgtEl>
                                          <p:spTgt spid="28675">
                                            <p:txEl>
                                              <p:charRg st="50" end="66"/>
                                            </p:txEl>
                                          </p:spTgt>
                                        </p:tgtEl>
                                        <p:attrNameLst>
                                          <p:attrName>ppt_y</p:attrName>
                                        </p:attrNameLst>
                                      </p:cBhvr>
                                      <p:tavLst>
                                        <p:tav tm="0" fmla="#ppt_y-sin(pi*$)/9">
                                          <p:val>
                                            <p:fltVal val="0.000000"/>
                                          </p:val>
                                        </p:tav>
                                        <p:tav tm="100000">
                                          <p:val>
                                            <p:fltVal val="1.000000"/>
                                          </p:val>
                                        </p:tav>
                                      </p:tavLst>
                                    </p:anim>
                                    <p:anim calcmode="lin" valueType="num">
                                      <p:cBhvr>
                                        <p:cTn id="43" dur="332" tmFilter="0, 0; 0.125,0.2665; 0.25,0.4; 0.375,0.465; 0.5,0.5;  0.625,0.535; 0.75,0.6; 0.875,0.7335; 1,1">
                                          <p:stCondLst>
                                            <p:cond delay="1324"/>
                                          </p:stCondLst>
                                        </p:cTn>
                                        <p:tgtEl>
                                          <p:spTgt spid="28675">
                                            <p:txEl>
                                              <p:charRg st="50" end="66"/>
                                            </p:txEl>
                                          </p:spTgt>
                                        </p:tgtEl>
                                        <p:attrNameLst>
                                          <p:attrName>ppt_y</p:attrName>
                                        </p:attrNameLst>
                                      </p:cBhvr>
                                      <p:tavLst>
                                        <p:tav tm="0" fmla="#ppt_y-sin(pi*$)/27">
                                          <p:val>
                                            <p:fltVal val="0.000000"/>
                                          </p:val>
                                        </p:tav>
                                        <p:tav tm="100000">
                                          <p:val>
                                            <p:fltVal val="1.000000"/>
                                          </p:val>
                                        </p:tav>
                                      </p:tavLst>
                                    </p:anim>
                                    <p:anim calcmode="lin" valueType="num">
                                      <p:cBhvr>
                                        <p:cTn id="44" dur="164" tmFilter="0, 0; 0.125,0.2665; 0.25,0.4; 0.375,0.465; 0.5,0.5;  0.625,0.535; 0.75,0.6; 0.875,0.7335; 1,1">
                                          <p:stCondLst>
                                            <p:cond delay="1656"/>
                                          </p:stCondLst>
                                        </p:cTn>
                                        <p:tgtEl>
                                          <p:spTgt spid="28675">
                                            <p:txEl>
                                              <p:charRg st="50" end="66"/>
                                            </p:txEl>
                                          </p:spTgt>
                                        </p:tgtEl>
                                        <p:attrNameLst>
                                          <p:attrName>ppt_y</p:attrName>
                                        </p:attrNameLst>
                                      </p:cBhvr>
                                      <p:tavLst>
                                        <p:tav tm="0" fmla="#ppt_y-sin(pi*$)/81">
                                          <p:val>
                                            <p:fltVal val="0.000000"/>
                                          </p:val>
                                        </p:tav>
                                        <p:tav tm="100000">
                                          <p:val>
                                            <p:fltVal val="1.000000"/>
                                          </p:val>
                                        </p:tav>
                                      </p:tavLst>
                                    </p:anim>
                                    <p:animScale>
                                      <p:cBhvr>
                                        <p:cTn id="45" dur="26">
                                          <p:stCondLst>
                                            <p:cond delay="650"/>
                                          </p:stCondLst>
                                        </p:cTn>
                                        <p:tgtEl>
                                          <p:spTgt spid="28675">
                                            <p:txEl>
                                              <p:charRg st="50" end="66"/>
                                            </p:txEl>
                                          </p:spTgt>
                                        </p:tgtEl>
                                      </p:cBhvr>
                                      <p:to x="100000" y="60000"/>
                                    </p:animScale>
                                    <p:animScale>
                                      <p:cBhvr>
                                        <p:cTn id="46" dur="166" decel="50000">
                                          <p:stCondLst>
                                            <p:cond delay="676"/>
                                          </p:stCondLst>
                                        </p:cTn>
                                        <p:tgtEl>
                                          <p:spTgt spid="28675">
                                            <p:txEl>
                                              <p:charRg st="50" end="66"/>
                                            </p:txEl>
                                          </p:spTgt>
                                        </p:tgtEl>
                                      </p:cBhvr>
                                      <p:to x="100000" y="100000"/>
                                    </p:animScale>
                                    <p:animScale>
                                      <p:cBhvr>
                                        <p:cTn id="47" dur="26">
                                          <p:stCondLst>
                                            <p:cond delay="1312"/>
                                          </p:stCondLst>
                                        </p:cTn>
                                        <p:tgtEl>
                                          <p:spTgt spid="28675">
                                            <p:txEl>
                                              <p:charRg st="50" end="66"/>
                                            </p:txEl>
                                          </p:spTgt>
                                        </p:tgtEl>
                                      </p:cBhvr>
                                      <p:to x="100000" y="80000"/>
                                    </p:animScale>
                                    <p:animScale>
                                      <p:cBhvr>
                                        <p:cTn id="48" dur="166" decel="50000">
                                          <p:stCondLst>
                                            <p:cond delay="1338"/>
                                          </p:stCondLst>
                                        </p:cTn>
                                        <p:tgtEl>
                                          <p:spTgt spid="28675">
                                            <p:txEl>
                                              <p:charRg st="50" end="66"/>
                                            </p:txEl>
                                          </p:spTgt>
                                        </p:tgtEl>
                                      </p:cBhvr>
                                      <p:to x="100000" y="100000"/>
                                    </p:animScale>
                                    <p:animScale>
                                      <p:cBhvr>
                                        <p:cTn id="49" dur="26">
                                          <p:stCondLst>
                                            <p:cond delay="1642"/>
                                          </p:stCondLst>
                                        </p:cTn>
                                        <p:tgtEl>
                                          <p:spTgt spid="28675">
                                            <p:txEl>
                                              <p:charRg st="50" end="66"/>
                                            </p:txEl>
                                          </p:spTgt>
                                        </p:tgtEl>
                                      </p:cBhvr>
                                      <p:to x="100000" y="90000"/>
                                    </p:animScale>
                                    <p:animScale>
                                      <p:cBhvr>
                                        <p:cTn id="50" dur="166" decel="50000">
                                          <p:stCondLst>
                                            <p:cond delay="1668"/>
                                          </p:stCondLst>
                                        </p:cTn>
                                        <p:tgtEl>
                                          <p:spTgt spid="28675">
                                            <p:txEl>
                                              <p:charRg st="50" end="66"/>
                                            </p:txEl>
                                          </p:spTgt>
                                        </p:tgtEl>
                                      </p:cBhvr>
                                      <p:to x="100000" y="100000"/>
                                    </p:animScale>
                                    <p:animScale>
                                      <p:cBhvr>
                                        <p:cTn id="51" dur="26">
                                          <p:stCondLst>
                                            <p:cond delay="1808"/>
                                          </p:stCondLst>
                                        </p:cTn>
                                        <p:tgtEl>
                                          <p:spTgt spid="28675">
                                            <p:txEl>
                                              <p:charRg st="50" end="66"/>
                                            </p:txEl>
                                          </p:spTgt>
                                        </p:tgtEl>
                                      </p:cBhvr>
                                      <p:to x="100000" y="95000"/>
                                    </p:animScale>
                                    <p:animScale>
                                      <p:cBhvr>
                                        <p:cTn id="52" dur="166" decel="50000">
                                          <p:stCondLst>
                                            <p:cond delay="1834"/>
                                          </p:stCondLst>
                                        </p:cTn>
                                        <p:tgtEl>
                                          <p:spTgt spid="28675">
                                            <p:txEl>
                                              <p:charRg st="50" end="66"/>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28675">
                                            <p:txEl>
                                              <p:charRg st="66" end="82"/>
                                            </p:txEl>
                                          </p:spTgt>
                                        </p:tgtEl>
                                        <p:attrNameLst>
                                          <p:attrName>style.visibility</p:attrName>
                                        </p:attrNameLst>
                                      </p:cBhvr>
                                      <p:to>
                                        <p:strVal val="visible"/>
                                      </p:to>
                                    </p:set>
                                    <p:animEffect transition="in" filter="wipe(down)">
                                      <p:cBhvr>
                                        <p:cTn id="55" dur="580">
                                          <p:stCondLst>
                                            <p:cond delay="0"/>
                                          </p:stCondLst>
                                        </p:cTn>
                                        <p:tgtEl>
                                          <p:spTgt spid="28675">
                                            <p:txEl>
                                              <p:charRg st="66" end="82"/>
                                            </p:txEl>
                                          </p:spTgt>
                                        </p:tgtEl>
                                      </p:cBhvr>
                                    </p:animEffect>
                                    <p:anim calcmode="lin" valueType="num">
                                      <p:cBhvr>
                                        <p:cTn id="56" dur="1822" tmFilter="0,0; 0.14,0.36; 0.43,0.73; 0.71,0.91; 1.0,1.0">
                                          <p:stCondLst>
                                            <p:cond delay="0"/>
                                          </p:stCondLst>
                                        </p:cTn>
                                        <p:tgtEl>
                                          <p:spTgt spid="28675">
                                            <p:txEl>
                                              <p:charRg st="66" end="82"/>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28675">
                                            <p:txEl>
                                              <p:charRg st="66" end="82"/>
                                            </p:txEl>
                                          </p:spTgt>
                                        </p:tgtEl>
                                        <p:attrNameLst>
                                          <p:attrName>ppt_y</p:attrName>
                                        </p:attrNameLst>
                                      </p:cBhvr>
                                      <p:tavLst>
                                        <p:tav tm="0" fmla="#ppt_y-sin(pi*$)/3">
                                          <p:val>
                                            <p:fltVal val="0.500000"/>
                                          </p:val>
                                        </p:tav>
                                        <p:tav tm="100000">
                                          <p:val>
                                            <p:fltVal val="1.000000"/>
                                          </p:val>
                                        </p:tav>
                                      </p:tavLst>
                                    </p:anim>
                                    <p:anim calcmode="lin" valueType="num">
                                      <p:cBhvr>
                                        <p:cTn id="58" dur="664" tmFilter="0, 0; 0.125,0.2665; 0.25,0.4; 0.375,0.465; 0.5,0.5;  0.625,0.535; 0.75,0.6; 0.875,0.7335; 1,1">
                                          <p:stCondLst>
                                            <p:cond delay="664"/>
                                          </p:stCondLst>
                                        </p:cTn>
                                        <p:tgtEl>
                                          <p:spTgt spid="28675">
                                            <p:txEl>
                                              <p:charRg st="66" end="82"/>
                                            </p:txEl>
                                          </p:spTgt>
                                        </p:tgtEl>
                                        <p:attrNameLst>
                                          <p:attrName>ppt_y</p:attrName>
                                        </p:attrNameLst>
                                      </p:cBhvr>
                                      <p:tavLst>
                                        <p:tav tm="0" fmla="#ppt_y-sin(pi*$)/9">
                                          <p:val>
                                            <p:fltVal val="0.000000"/>
                                          </p:val>
                                        </p:tav>
                                        <p:tav tm="100000">
                                          <p:val>
                                            <p:fltVal val="1.000000"/>
                                          </p:val>
                                        </p:tav>
                                      </p:tavLst>
                                    </p:anim>
                                    <p:anim calcmode="lin" valueType="num">
                                      <p:cBhvr>
                                        <p:cTn id="59" dur="332" tmFilter="0, 0; 0.125,0.2665; 0.25,0.4; 0.375,0.465; 0.5,0.5;  0.625,0.535; 0.75,0.6; 0.875,0.7335; 1,1">
                                          <p:stCondLst>
                                            <p:cond delay="1324"/>
                                          </p:stCondLst>
                                        </p:cTn>
                                        <p:tgtEl>
                                          <p:spTgt spid="28675">
                                            <p:txEl>
                                              <p:charRg st="66" end="82"/>
                                            </p:txEl>
                                          </p:spTgt>
                                        </p:tgtEl>
                                        <p:attrNameLst>
                                          <p:attrName>ppt_y</p:attrName>
                                        </p:attrNameLst>
                                      </p:cBhvr>
                                      <p:tavLst>
                                        <p:tav tm="0" fmla="#ppt_y-sin(pi*$)/27">
                                          <p:val>
                                            <p:fltVal val="0.000000"/>
                                          </p:val>
                                        </p:tav>
                                        <p:tav tm="100000">
                                          <p:val>
                                            <p:fltVal val="1.000000"/>
                                          </p:val>
                                        </p:tav>
                                      </p:tavLst>
                                    </p:anim>
                                    <p:anim calcmode="lin" valueType="num">
                                      <p:cBhvr>
                                        <p:cTn id="60" dur="164" tmFilter="0, 0; 0.125,0.2665; 0.25,0.4; 0.375,0.465; 0.5,0.5;  0.625,0.535; 0.75,0.6; 0.875,0.7335; 1,1">
                                          <p:stCondLst>
                                            <p:cond delay="1656"/>
                                          </p:stCondLst>
                                        </p:cTn>
                                        <p:tgtEl>
                                          <p:spTgt spid="28675">
                                            <p:txEl>
                                              <p:charRg st="66" end="82"/>
                                            </p:txEl>
                                          </p:spTgt>
                                        </p:tgtEl>
                                        <p:attrNameLst>
                                          <p:attrName>ppt_y</p:attrName>
                                        </p:attrNameLst>
                                      </p:cBhvr>
                                      <p:tavLst>
                                        <p:tav tm="0" fmla="#ppt_y-sin(pi*$)/81">
                                          <p:val>
                                            <p:fltVal val="0.000000"/>
                                          </p:val>
                                        </p:tav>
                                        <p:tav tm="100000">
                                          <p:val>
                                            <p:fltVal val="1.000000"/>
                                          </p:val>
                                        </p:tav>
                                      </p:tavLst>
                                    </p:anim>
                                    <p:animScale>
                                      <p:cBhvr>
                                        <p:cTn id="61" dur="26">
                                          <p:stCondLst>
                                            <p:cond delay="650"/>
                                          </p:stCondLst>
                                        </p:cTn>
                                        <p:tgtEl>
                                          <p:spTgt spid="28675">
                                            <p:txEl>
                                              <p:charRg st="66" end="82"/>
                                            </p:txEl>
                                          </p:spTgt>
                                        </p:tgtEl>
                                      </p:cBhvr>
                                      <p:to x="100000" y="60000"/>
                                    </p:animScale>
                                    <p:animScale>
                                      <p:cBhvr>
                                        <p:cTn id="62" dur="166" decel="50000">
                                          <p:stCondLst>
                                            <p:cond delay="676"/>
                                          </p:stCondLst>
                                        </p:cTn>
                                        <p:tgtEl>
                                          <p:spTgt spid="28675">
                                            <p:txEl>
                                              <p:charRg st="66" end="82"/>
                                            </p:txEl>
                                          </p:spTgt>
                                        </p:tgtEl>
                                      </p:cBhvr>
                                      <p:to x="100000" y="100000"/>
                                    </p:animScale>
                                    <p:animScale>
                                      <p:cBhvr>
                                        <p:cTn id="63" dur="26">
                                          <p:stCondLst>
                                            <p:cond delay="1312"/>
                                          </p:stCondLst>
                                        </p:cTn>
                                        <p:tgtEl>
                                          <p:spTgt spid="28675">
                                            <p:txEl>
                                              <p:charRg st="66" end="82"/>
                                            </p:txEl>
                                          </p:spTgt>
                                        </p:tgtEl>
                                      </p:cBhvr>
                                      <p:to x="100000" y="80000"/>
                                    </p:animScale>
                                    <p:animScale>
                                      <p:cBhvr>
                                        <p:cTn id="64" dur="166" decel="50000">
                                          <p:stCondLst>
                                            <p:cond delay="1338"/>
                                          </p:stCondLst>
                                        </p:cTn>
                                        <p:tgtEl>
                                          <p:spTgt spid="28675">
                                            <p:txEl>
                                              <p:charRg st="66" end="82"/>
                                            </p:txEl>
                                          </p:spTgt>
                                        </p:tgtEl>
                                      </p:cBhvr>
                                      <p:to x="100000" y="100000"/>
                                    </p:animScale>
                                    <p:animScale>
                                      <p:cBhvr>
                                        <p:cTn id="65" dur="26">
                                          <p:stCondLst>
                                            <p:cond delay="1642"/>
                                          </p:stCondLst>
                                        </p:cTn>
                                        <p:tgtEl>
                                          <p:spTgt spid="28675">
                                            <p:txEl>
                                              <p:charRg st="66" end="82"/>
                                            </p:txEl>
                                          </p:spTgt>
                                        </p:tgtEl>
                                      </p:cBhvr>
                                      <p:to x="100000" y="90000"/>
                                    </p:animScale>
                                    <p:animScale>
                                      <p:cBhvr>
                                        <p:cTn id="66" dur="166" decel="50000">
                                          <p:stCondLst>
                                            <p:cond delay="1668"/>
                                          </p:stCondLst>
                                        </p:cTn>
                                        <p:tgtEl>
                                          <p:spTgt spid="28675">
                                            <p:txEl>
                                              <p:charRg st="66" end="82"/>
                                            </p:txEl>
                                          </p:spTgt>
                                        </p:tgtEl>
                                      </p:cBhvr>
                                      <p:to x="100000" y="100000"/>
                                    </p:animScale>
                                    <p:animScale>
                                      <p:cBhvr>
                                        <p:cTn id="67" dur="26">
                                          <p:stCondLst>
                                            <p:cond delay="1808"/>
                                          </p:stCondLst>
                                        </p:cTn>
                                        <p:tgtEl>
                                          <p:spTgt spid="28675">
                                            <p:txEl>
                                              <p:charRg st="66" end="82"/>
                                            </p:txEl>
                                          </p:spTgt>
                                        </p:tgtEl>
                                      </p:cBhvr>
                                      <p:to x="100000" y="95000"/>
                                    </p:animScale>
                                    <p:animScale>
                                      <p:cBhvr>
                                        <p:cTn id="68" dur="166" decel="50000">
                                          <p:stCondLst>
                                            <p:cond delay="1834"/>
                                          </p:stCondLst>
                                        </p:cTn>
                                        <p:tgtEl>
                                          <p:spTgt spid="28675">
                                            <p:txEl>
                                              <p:charRg st="66" end="82"/>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28675">
                                            <p:txEl>
                                              <p:charRg st="82" end="143"/>
                                            </p:txEl>
                                          </p:spTgt>
                                        </p:tgtEl>
                                        <p:attrNameLst>
                                          <p:attrName>style.visibility</p:attrName>
                                        </p:attrNameLst>
                                      </p:cBhvr>
                                      <p:to>
                                        <p:strVal val="visible"/>
                                      </p:to>
                                    </p:set>
                                    <p:animEffect transition="in" filter="wipe(down)">
                                      <p:cBhvr>
                                        <p:cTn id="71" dur="580">
                                          <p:stCondLst>
                                            <p:cond delay="0"/>
                                          </p:stCondLst>
                                        </p:cTn>
                                        <p:tgtEl>
                                          <p:spTgt spid="28675">
                                            <p:txEl>
                                              <p:charRg st="82" end="143"/>
                                            </p:txEl>
                                          </p:spTgt>
                                        </p:tgtEl>
                                      </p:cBhvr>
                                    </p:animEffect>
                                    <p:anim calcmode="lin" valueType="num">
                                      <p:cBhvr>
                                        <p:cTn id="72" dur="1822" tmFilter="0,0; 0.14,0.36; 0.43,0.73; 0.71,0.91; 1.0,1.0">
                                          <p:stCondLst>
                                            <p:cond delay="0"/>
                                          </p:stCondLst>
                                        </p:cTn>
                                        <p:tgtEl>
                                          <p:spTgt spid="28675">
                                            <p:txEl>
                                              <p:charRg st="82" end="143"/>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28675">
                                            <p:txEl>
                                              <p:charRg st="82" end="143"/>
                                            </p:txEl>
                                          </p:spTgt>
                                        </p:tgtEl>
                                        <p:attrNameLst>
                                          <p:attrName>ppt_y</p:attrName>
                                        </p:attrNameLst>
                                      </p:cBhvr>
                                      <p:tavLst>
                                        <p:tav tm="0" fmla="#ppt_y-sin(pi*$)/3">
                                          <p:val>
                                            <p:fltVal val="0.500000"/>
                                          </p:val>
                                        </p:tav>
                                        <p:tav tm="100000">
                                          <p:val>
                                            <p:fltVal val="1.000000"/>
                                          </p:val>
                                        </p:tav>
                                      </p:tavLst>
                                    </p:anim>
                                    <p:anim calcmode="lin" valueType="num">
                                      <p:cBhvr>
                                        <p:cTn id="74" dur="664" tmFilter="0, 0; 0.125,0.2665; 0.25,0.4; 0.375,0.465; 0.5,0.5;  0.625,0.535; 0.75,0.6; 0.875,0.7335; 1,1">
                                          <p:stCondLst>
                                            <p:cond delay="664"/>
                                          </p:stCondLst>
                                        </p:cTn>
                                        <p:tgtEl>
                                          <p:spTgt spid="28675">
                                            <p:txEl>
                                              <p:charRg st="82" end="143"/>
                                            </p:txEl>
                                          </p:spTgt>
                                        </p:tgtEl>
                                        <p:attrNameLst>
                                          <p:attrName>ppt_y</p:attrName>
                                        </p:attrNameLst>
                                      </p:cBhvr>
                                      <p:tavLst>
                                        <p:tav tm="0" fmla="#ppt_y-sin(pi*$)/9">
                                          <p:val>
                                            <p:fltVal val="0.000000"/>
                                          </p:val>
                                        </p:tav>
                                        <p:tav tm="100000">
                                          <p:val>
                                            <p:fltVal val="1.000000"/>
                                          </p:val>
                                        </p:tav>
                                      </p:tavLst>
                                    </p:anim>
                                    <p:anim calcmode="lin" valueType="num">
                                      <p:cBhvr>
                                        <p:cTn id="75" dur="332" tmFilter="0, 0; 0.125,0.2665; 0.25,0.4; 0.375,0.465; 0.5,0.5;  0.625,0.535; 0.75,0.6; 0.875,0.7335; 1,1">
                                          <p:stCondLst>
                                            <p:cond delay="1324"/>
                                          </p:stCondLst>
                                        </p:cTn>
                                        <p:tgtEl>
                                          <p:spTgt spid="28675">
                                            <p:txEl>
                                              <p:charRg st="82" end="143"/>
                                            </p:txEl>
                                          </p:spTgt>
                                        </p:tgtEl>
                                        <p:attrNameLst>
                                          <p:attrName>ppt_y</p:attrName>
                                        </p:attrNameLst>
                                      </p:cBhvr>
                                      <p:tavLst>
                                        <p:tav tm="0" fmla="#ppt_y-sin(pi*$)/27">
                                          <p:val>
                                            <p:fltVal val="0.000000"/>
                                          </p:val>
                                        </p:tav>
                                        <p:tav tm="100000">
                                          <p:val>
                                            <p:fltVal val="1.000000"/>
                                          </p:val>
                                        </p:tav>
                                      </p:tavLst>
                                    </p:anim>
                                    <p:anim calcmode="lin" valueType="num">
                                      <p:cBhvr>
                                        <p:cTn id="76" dur="164" tmFilter="0, 0; 0.125,0.2665; 0.25,0.4; 0.375,0.465; 0.5,0.5;  0.625,0.535; 0.75,0.6; 0.875,0.7335; 1,1">
                                          <p:stCondLst>
                                            <p:cond delay="1656"/>
                                          </p:stCondLst>
                                        </p:cTn>
                                        <p:tgtEl>
                                          <p:spTgt spid="28675">
                                            <p:txEl>
                                              <p:charRg st="82" end="143"/>
                                            </p:txEl>
                                          </p:spTgt>
                                        </p:tgtEl>
                                        <p:attrNameLst>
                                          <p:attrName>ppt_y</p:attrName>
                                        </p:attrNameLst>
                                      </p:cBhvr>
                                      <p:tavLst>
                                        <p:tav tm="0" fmla="#ppt_y-sin(pi*$)/81">
                                          <p:val>
                                            <p:fltVal val="0.000000"/>
                                          </p:val>
                                        </p:tav>
                                        <p:tav tm="100000">
                                          <p:val>
                                            <p:fltVal val="1.000000"/>
                                          </p:val>
                                        </p:tav>
                                      </p:tavLst>
                                    </p:anim>
                                    <p:animScale>
                                      <p:cBhvr>
                                        <p:cTn id="77" dur="26">
                                          <p:stCondLst>
                                            <p:cond delay="650"/>
                                          </p:stCondLst>
                                        </p:cTn>
                                        <p:tgtEl>
                                          <p:spTgt spid="28675">
                                            <p:txEl>
                                              <p:charRg st="82" end="143"/>
                                            </p:txEl>
                                          </p:spTgt>
                                        </p:tgtEl>
                                      </p:cBhvr>
                                      <p:to x="100000" y="60000"/>
                                    </p:animScale>
                                    <p:animScale>
                                      <p:cBhvr>
                                        <p:cTn id="78" dur="166" decel="50000">
                                          <p:stCondLst>
                                            <p:cond delay="676"/>
                                          </p:stCondLst>
                                        </p:cTn>
                                        <p:tgtEl>
                                          <p:spTgt spid="28675">
                                            <p:txEl>
                                              <p:charRg st="82" end="143"/>
                                            </p:txEl>
                                          </p:spTgt>
                                        </p:tgtEl>
                                      </p:cBhvr>
                                      <p:to x="100000" y="100000"/>
                                    </p:animScale>
                                    <p:animScale>
                                      <p:cBhvr>
                                        <p:cTn id="79" dur="26">
                                          <p:stCondLst>
                                            <p:cond delay="1312"/>
                                          </p:stCondLst>
                                        </p:cTn>
                                        <p:tgtEl>
                                          <p:spTgt spid="28675">
                                            <p:txEl>
                                              <p:charRg st="82" end="143"/>
                                            </p:txEl>
                                          </p:spTgt>
                                        </p:tgtEl>
                                      </p:cBhvr>
                                      <p:to x="100000" y="80000"/>
                                    </p:animScale>
                                    <p:animScale>
                                      <p:cBhvr>
                                        <p:cTn id="80" dur="166" decel="50000">
                                          <p:stCondLst>
                                            <p:cond delay="1338"/>
                                          </p:stCondLst>
                                        </p:cTn>
                                        <p:tgtEl>
                                          <p:spTgt spid="28675">
                                            <p:txEl>
                                              <p:charRg st="82" end="143"/>
                                            </p:txEl>
                                          </p:spTgt>
                                        </p:tgtEl>
                                      </p:cBhvr>
                                      <p:to x="100000" y="100000"/>
                                    </p:animScale>
                                    <p:animScale>
                                      <p:cBhvr>
                                        <p:cTn id="81" dur="26">
                                          <p:stCondLst>
                                            <p:cond delay="1642"/>
                                          </p:stCondLst>
                                        </p:cTn>
                                        <p:tgtEl>
                                          <p:spTgt spid="28675">
                                            <p:txEl>
                                              <p:charRg st="82" end="143"/>
                                            </p:txEl>
                                          </p:spTgt>
                                        </p:tgtEl>
                                      </p:cBhvr>
                                      <p:to x="100000" y="90000"/>
                                    </p:animScale>
                                    <p:animScale>
                                      <p:cBhvr>
                                        <p:cTn id="82" dur="166" decel="50000">
                                          <p:stCondLst>
                                            <p:cond delay="1668"/>
                                          </p:stCondLst>
                                        </p:cTn>
                                        <p:tgtEl>
                                          <p:spTgt spid="28675">
                                            <p:txEl>
                                              <p:charRg st="82" end="143"/>
                                            </p:txEl>
                                          </p:spTgt>
                                        </p:tgtEl>
                                      </p:cBhvr>
                                      <p:to x="100000" y="100000"/>
                                    </p:animScale>
                                    <p:animScale>
                                      <p:cBhvr>
                                        <p:cTn id="83" dur="26">
                                          <p:stCondLst>
                                            <p:cond delay="1808"/>
                                          </p:stCondLst>
                                        </p:cTn>
                                        <p:tgtEl>
                                          <p:spTgt spid="28675">
                                            <p:txEl>
                                              <p:charRg st="82" end="143"/>
                                            </p:txEl>
                                          </p:spTgt>
                                        </p:tgtEl>
                                      </p:cBhvr>
                                      <p:to x="100000" y="95000"/>
                                    </p:animScale>
                                    <p:animScale>
                                      <p:cBhvr>
                                        <p:cTn id="84" dur="166" decel="50000">
                                          <p:stCondLst>
                                            <p:cond delay="1834"/>
                                          </p:stCondLst>
                                        </p:cTn>
                                        <p:tgtEl>
                                          <p:spTgt spid="28675">
                                            <p:txEl>
                                              <p:charRg st="82" end="14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29699" name="内容占位符 2"/>
          <p:cNvSpPr>
            <a:spLocks noGrp="1"/>
          </p:cNvSpPr>
          <p:nvPr>
            <p:ph sz="quarter" idx="13"/>
          </p:nvPr>
        </p:nvSpPr>
        <p:spPr>
          <a:xfrm>
            <a:off x="609600" y="15240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计算机软件保护条例</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发布文号：中华人民共和国主席令第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339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2001-12-20</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2002-01-01</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（根据</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国务院关于废止和修改部分行政法规的决定</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修改）</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9699">
                                            <p:txEl>
                                              <p:charRg st="10" end="26"/>
                                            </p:txEl>
                                          </p:spTgt>
                                        </p:tgtEl>
                                        <p:attrNameLst>
                                          <p:attrName>style.visibility</p:attrName>
                                        </p:attrNameLst>
                                      </p:cBhvr>
                                      <p:to>
                                        <p:strVal val="visible"/>
                                      </p:to>
                                    </p:set>
                                    <p:animEffect transition="in" filter="barn(inVertical)">
                                      <p:cBhvr>
                                        <p:cTn id="7" dur="500"/>
                                        <p:tgtEl>
                                          <p:spTgt spid="29699">
                                            <p:txEl>
                                              <p:charRg st="10" end="2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9699">
                                            <p:txEl>
                                              <p:charRg st="26" end="47"/>
                                            </p:txEl>
                                          </p:spTgt>
                                        </p:tgtEl>
                                        <p:attrNameLst>
                                          <p:attrName>style.visibility</p:attrName>
                                        </p:attrNameLst>
                                      </p:cBhvr>
                                      <p:to>
                                        <p:strVal val="visible"/>
                                      </p:to>
                                    </p:set>
                                    <p:animEffect transition="in" filter="barn(inVertical)">
                                      <p:cBhvr>
                                        <p:cTn id="10" dur="500"/>
                                        <p:tgtEl>
                                          <p:spTgt spid="29699">
                                            <p:txEl>
                                              <p:charRg st="26" end="47"/>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9699">
                                            <p:txEl>
                                              <p:charRg st="47" end="63"/>
                                            </p:txEl>
                                          </p:spTgt>
                                        </p:tgtEl>
                                        <p:attrNameLst>
                                          <p:attrName>style.visibility</p:attrName>
                                        </p:attrNameLst>
                                      </p:cBhvr>
                                      <p:to>
                                        <p:strVal val="visible"/>
                                      </p:to>
                                    </p:set>
                                    <p:animEffect transition="in" filter="barn(inVertical)">
                                      <p:cBhvr>
                                        <p:cTn id="13" dur="500"/>
                                        <p:tgtEl>
                                          <p:spTgt spid="29699">
                                            <p:txEl>
                                              <p:charRg st="47" end="6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9699">
                                            <p:txEl>
                                              <p:charRg st="63" end="79"/>
                                            </p:txEl>
                                          </p:spTgt>
                                        </p:tgtEl>
                                        <p:attrNameLst>
                                          <p:attrName>style.visibility</p:attrName>
                                        </p:attrNameLst>
                                      </p:cBhvr>
                                      <p:to>
                                        <p:strVal val="visible"/>
                                      </p:to>
                                    </p:set>
                                    <p:animEffect transition="in" filter="barn(inVertical)">
                                      <p:cBhvr>
                                        <p:cTn id="16" dur="500"/>
                                        <p:tgtEl>
                                          <p:spTgt spid="29699">
                                            <p:txEl>
                                              <p:charRg st="63" end="79"/>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29699">
                                            <p:txEl>
                                              <p:charRg st="79" end="116"/>
                                            </p:txEl>
                                          </p:spTgt>
                                        </p:tgtEl>
                                        <p:attrNameLst>
                                          <p:attrName>style.visibility</p:attrName>
                                        </p:attrNameLst>
                                      </p:cBhvr>
                                      <p:to>
                                        <p:strVal val="visible"/>
                                      </p:to>
                                    </p:set>
                                    <p:animEffect transition="in" filter="barn(inVertical)">
                                      <p:cBhvr>
                                        <p:cTn id="19" dur="500"/>
                                        <p:tgtEl>
                                          <p:spTgt spid="29699">
                                            <p:txEl>
                                              <p:charRg st="79" end="1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30723" name="内容占位符 2"/>
          <p:cNvSpPr>
            <a:spLocks noGrp="1"/>
          </p:cNvSpPr>
          <p:nvPr>
            <p:ph sz="quarter" idx="13"/>
          </p:nvPr>
        </p:nvSpPr>
        <p:spPr>
          <a:xfrm>
            <a:off x="609600" y="14478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中华人民共和国著作权法实施条例</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发布文号：中华人民共和国国务院令第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359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2002-08-02</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2002-09-15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（根据</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国务院关于废止和修改部分行政法规的决定</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修改）</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23">
                                            <p:txEl>
                                              <p:charRg st="16" end="32"/>
                                            </p:txEl>
                                          </p:spTgt>
                                        </p:tgtEl>
                                        <p:attrNameLst>
                                          <p:attrName>style.visibility</p:attrName>
                                        </p:attrNameLst>
                                      </p:cBhvr>
                                      <p:to>
                                        <p:strVal val="visible"/>
                                      </p:to>
                                    </p:set>
                                    <p:animEffect transition="in" filter="fade">
                                      <p:cBhvr>
                                        <p:cTn id="7" dur="1000"/>
                                        <p:tgtEl>
                                          <p:spTgt spid="30723">
                                            <p:txEl>
                                              <p:charRg st="16" end="32"/>
                                            </p:txEl>
                                          </p:spTgt>
                                        </p:tgtEl>
                                      </p:cBhvr>
                                    </p:animEffect>
                                    <p:anim calcmode="lin" valueType="num">
                                      <p:cBhvr>
                                        <p:cTn id="8" dur="1000" fill="hold"/>
                                        <p:tgtEl>
                                          <p:spTgt spid="30723">
                                            <p:txEl>
                                              <p:charRg st="16" end="32"/>
                                            </p:txEl>
                                          </p:spTgt>
                                        </p:tgtEl>
                                        <p:attrNameLst>
                                          <p:attrName>ppt_x</p:attrName>
                                        </p:attrNameLst>
                                      </p:cBhvr>
                                      <p:tavLst>
                                        <p:tav tm="0">
                                          <p:val>
                                            <p:strVal val="#ppt_x"/>
                                          </p:val>
                                        </p:tav>
                                        <p:tav tm="100000">
                                          <p:val>
                                            <p:strVal val="#ppt_x"/>
                                          </p:val>
                                        </p:tav>
                                      </p:tavLst>
                                    </p:anim>
                                    <p:anim calcmode="lin" valueType="num">
                                      <p:cBhvr>
                                        <p:cTn id="9" dur="1000" fill="hold"/>
                                        <p:tgtEl>
                                          <p:spTgt spid="30723">
                                            <p:txEl>
                                              <p:charRg st="16" end="3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0723">
                                            <p:txEl>
                                              <p:charRg st="32" end="54"/>
                                            </p:txEl>
                                          </p:spTgt>
                                        </p:tgtEl>
                                        <p:attrNameLst>
                                          <p:attrName>style.visibility</p:attrName>
                                        </p:attrNameLst>
                                      </p:cBhvr>
                                      <p:to>
                                        <p:strVal val="visible"/>
                                      </p:to>
                                    </p:set>
                                    <p:animEffect transition="in" filter="fade">
                                      <p:cBhvr>
                                        <p:cTn id="12" dur="1000"/>
                                        <p:tgtEl>
                                          <p:spTgt spid="30723">
                                            <p:txEl>
                                              <p:charRg st="32" end="54"/>
                                            </p:txEl>
                                          </p:spTgt>
                                        </p:tgtEl>
                                      </p:cBhvr>
                                    </p:animEffect>
                                    <p:anim calcmode="lin" valueType="num">
                                      <p:cBhvr>
                                        <p:cTn id="13" dur="1000" fill="hold"/>
                                        <p:tgtEl>
                                          <p:spTgt spid="30723">
                                            <p:txEl>
                                              <p:charRg st="32" end="54"/>
                                            </p:txEl>
                                          </p:spTgt>
                                        </p:tgtEl>
                                        <p:attrNameLst>
                                          <p:attrName>ppt_x</p:attrName>
                                        </p:attrNameLst>
                                      </p:cBhvr>
                                      <p:tavLst>
                                        <p:tav tm="0">
                                          <p:val>
                                            <p:strVal val="#ppt_x"/>
                                          </p:val>
                                        </p:tav>
                                        <p:tav tm="100000">
                                          <p:val>
                                            <p:strVal val="#ppt_x"/>
                                          </p:val>
                                        </p:tav>
                                      </p:tavLst>
                                    </p:anim>
                                    <p:anim calcmode="lin" valueType="num">
                                      <p:cBhvr>
                                        <p:cTn id="14" dur="1000" fill="hold"/>
                                        <p:tgtEl>
                                          <p:spTgt spid="30723">
                                            <p:txEl>
                                              <p:charRg st="32" end="5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0723">
                                            <p:txEl>
                                              <p:charRg st="54" end="70"/>
                                            </p:txEl>
                                          </p:spTgt>
                                        </p:tgtEl>
                                        <p:attrNameLst>
                                          <p:attrName>style.visibility</p:attrName>
                                        </p:attrNameLst>
                                      </p:cBhvr>
                                      <p:to>
                                        <p:strVal val="visible"/>
                                      </p:to>
                                    </p:set>
                                    <p:animEffect transition="in" filter="fade">
                                      <p:cBhvr>
                                        <p:cTn id="17" dur="1000"/>
                                        <p:tgtEl>
                                          <p:spTgt spid="30723">
                                            <p:txEl>
                                              <p:charRg st="54" end="70"/>
                                            </p:txEl>
                                          </p:spTgt>
                                        </p:tgtEl>
                                      </p:cBhvr>
                                    </p:animEffect>
                                    <p:anim calcmode="lin" valueType="num">
                                      <p:cBhvr>
                                        <p:cTn id="18" dur="1000" fill="hold"/>
                                        <p:tgtEl>
                                          <p:spTgt spid="30723">
                                            <p:txEl>
                                              <p:charRg st="54" end="70"/>
                                            </p:txEl>
                                          </p:spTgt>
                                        </p:tgtEl>
                                        <p:attrNameLst>
                                          <p:attrName>ppt_x</p:attrName>
                                        </p:attrNameLst>
                                      </p:cBhvr>
                                      <p:tavLst>
                                        <p:tav tm="0">
                                          <p:val>
                                            <p:strVal val="#ppt_x"/>
                                          </p:val>
                                        </p:tav>
                                        <p:tav tm="100000">
                                          <p:val>
                                            <p:strVal val="#ppt_x"/>
                                          </p:val>
                                        </p:tav>
                                      </p:tavLst>
                                    </p:anim>
                                    <p:anim calcmode="lin" valueType="num">
                                      <p:cBhvr>
                                        <p:cTn id="19" dur="1000" fill="hold"/>
                                        <p:tgtEl>
                                          <p:spTgt spid="30723">
                                            <p:txEl>
                                              <p:charRg st="54" end="7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0723">
                                            <p:txEl>
                                              <p:charRg st="70" end="86"/>
                                            </p:txEl>
                                          </p:spTgt>
                                        </p:tgtEl>
                                        <p:attrNameLst>
                                          <p:attrName>style.visibility</p:attrName>
                                        </p:attrNameLst>
                                      </p:cBhvr>
                                      <p:to>
                                        <p:strVal val="visible"/>
                                      </p:to>
                                    </p:set>
                                    <p:animEffect transition="in" filter="fade">
                                      <p:cBhvr>
                                        <p:cTn id="22" dur="1000"/>
                                        <p:tgtEl>
                                          <p:spTgt spid="30723">
                                            <p:txEl>
                                              <p:charRg st="70" end="86"/>
                                            </p:txEl>
                                          </p:spTgt>
                                        </p:tgtEl>
                                      </p:cBhvr>
                                    </p:animEffect>
                                    <p:anim calcmode="lin" valueType="num">
                                      <p:cBhvr>
                                        <p:cTn id="23" dur="1000" fill="hold"/>
                                        <p:tgtEl>
                                          <p:spTgt spid="30723">
                                            <p:txEl>
                                              <p:charRg st="70" end="86"/>
                                            </p:txEl>
                                          </p:spTgt>
                                        </p:tgtEl>
                                        <p:attrNameLst>
                                          <p:attrName>ppt_x</p:attrName>
                                        </p:attrNameLst>
                                      </p:cBhvr>
                                      <p:tavLst>
                                        <p:tav tm="0">
                                          <p:val>
                                            <p:strVal val="#ppt_x"/>
                                          </p:val>
                                        </p:tav>
                                        <p:tav tm="100000">
                                          <p:val>
                                            <p:strVal val="#ppt_x"/>
                                          </p:val>
                                        </p:tav>
                                      </p:tavLst>
                                    </p:anim>
                                    <p:anim calcmode="lin" valueType="num">
                                      <p:cBhvr>
                                        <p:cTn id="24" dur="1000" fill="hold"/>
                                        <p:tgtEl>
                                          <p:spTgt spid="30723">
                                            <p:txEl>
                                              <p:charRg st="70" end="8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0723">
                                            <p:txEl>
                                              <p:charRg st="86" end="123"/>
                                            </p:txEl>
                                          </p:spTgt>
                                        </p:tgtEl>
                                        <p:attrNameLst>
                                          <p:attrName>style.visibility</p:attrName>
                                        </p:attrNameLst>
                                      </p:cBhvr>
                                      <p:to>
                                        <p:strVal val="visible"/>
                                      </p:to>
                                    </p:set>
                                    <p:animEffect transition="in" filter="fade">
                                      <p:cBhvr>
                                        <p:cTn id="27" dur="1000"/>
                                        <p:tgtEl>
                                          <p:spTgt spid="30723">
                                            <p:txEl>
                                              <p:charRg st="86" end="123"/>
                                            </p:txEl>
                                          </p:spTgt>
                                        </p:tgtEl>
                                      </p:cBhvr>
                                    </p:animEffect>
                                    <p:anim calcmode="lin" valueType="num">
                                      <p:cBhvr>
                                        <p:cTn id="28" dur="1000" fill="hold"/>
                                        <p:tgtEl>
                                          <p:spTgt spid="30723">
                                            <p:txEl>
                                              <p:charRg st="86" end="123"/>
                                            </p:txEl>
                                          </p:spTgt>
                                        </p:tgtEl>
                                        <p:attrNameLst>
                                          <p:attrName>ppt_x</p:attrName>
                                        </p:attrNameLst>
                                      </p:cBhvr>
                                      <p:tavLst>
                                        <p:tav tm="0">
                                          <p:val>
                                            <p:strVal val="#ppt_x"/>
                                          </p:val>
                                        </p:tav>
                                        <p:tav tm="100000">
                                          <p:val>
                                            <p:strVal val="#ppt_x"/>
                                          </p:val>
                                        </p:tav>
                                      </p:tavLst>
                                    </p:anim>
                                    <p:anim calcmode="lin" valueType="num">
                                      <p:cBhvr>
                                        <p:cTn id="29" dur="1000" fill="hold"/>
                                        <p:tgtEl>
                                          <p:spTgt spid="30723">
                                            <p:txEl>
                                              <p:charRg st="86" end="12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31747" name="内容占位符 2"/>
          <p:cNvSpPr>
            <a:spLocks noGrp="1"/>
          </p:cNvSpPr>
          <p:nvPr>
            <p:ph sz="quarter" idx="13"/>
          </p:nvPr>
        </p:nvSpPr>
        <p:spPr>
          <a:xfrm>
            <a:off x="609600" y="15240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互联网上网服务营业场所管理条例</a:t>
            </a:r>
            <a:endPar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发布文号：中华人民共和国国务院令第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363</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2002-09-29</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2002-11-15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日经国务院第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62</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次常务会议通过，根据</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国务院关于废止和修改部分行政法规的决定</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修改）</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charRg st="16" end="32"/>
                                            </p:txEl>
                                          </p:spTgt>
                                        </p:tgtEl>
                                        <p:attrNameLst>
                                          <p:attrName>style.visibility</p:attrName>
                                        </p:attrNameLst>
                                      </p:cBhvr>
                                      <p:to>
                                        <p:strVal val="visible"/>
                                      </p:to>
                                    </p:set>
                                    <p:anim calcmode="lin" valueType="num">
                                      <p:cBhvr additive="base">
                                        <p:cTn id="7" dur="500" fill="hold"/>
                                        <p:tgtEl>
                                          <p:spTgt spid="31747">
                                            <p:txEl>
                                              <p:charRg st="16" end="3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charRg st="16" end="3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747">
                                            <p:txEl>
                                              <p:charRg st="32" end="54"/>
                                            </p:txEl>
                                          </p:spTgt>
                                        </p:tgtEl>
                                        <p:attrNameLst>
                                          <p:attrName>style.visibility</p:attrName>
                                        </p:attrNameLst>
                                      </p:cBhvr>
                                      <p:to>
                                        <p:strVal val="visible"/>
                                      </p:to>
                                    </p:set>
                                    <p:anim calcmode="lin" valueType="num">
                                      <p:cBhvr additive="base">
                                        <p:cTn id="11" dur="500" fill="hold"/>
                                        <p:tgtEl>
                                          <p:spTgt spid="31747">
                                            <p:txEl>
                                              <p:charRg st="32" end="5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747">
                                            <p:txEl>
                                              <p:charRg st="32" end="5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747">
                                            <p:txEl>
                                              <p:charRg st="54" end="70"/>
                                            </p:txEl>
                                          </p:spTgt>
                                        </p:tgtEl>
                                        <p:attrNameLst>
                                          <p:attrName>style.visibility</p:attrName>
                                        </p:attrNameLst>
                                      </p:cBhvr>
                                      <p:to>
                                        <p:strVal val="visible"/>
                                      </p:to>
                                    </p:set>
                                    <p:anim calcmode="lin" valueType="num">
                                      <p:cBhvr additive="base">
                                        <p:cTn id="15" dur="500" fill="hold"/>
                                        <p:tgtEl>
                                          <p:spTgt spid="31747">
                                            <p:txEl>
                                              <p:charRg st="54" end="7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747">
                                            <p:txEl>
                                              <p:charRg st="54" end="7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1747">
                                            <p:txEl>
                                              <p:charRg st="70" end="86"/>
                                            </p:txEl>
                                          </p:spTgt>
                                        </p:tgtEl>
                                        <p:attrNameLst>
                                          <p:attrName>style.visibility</p:attrName>
                                        </p:attrNameLst>
                                      </p:cBhvr>
                                      <p:to>
                                        <p:strVal val="visible"/>
                                      </p:to>
                                    </p:set>
                                    <p:anim calcmode="lin" valueType="num">
                                      <p:cBhvr additive="base">
                                        <p:cTn id="19" dur="500" fill="hold"/>
                                        <p:tgtEl>
                                          <p:spTgt spid="31747">
                                            <p:txEl>
                                              <p:charRg st="70" end="8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charRg st="70" end="8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1747">
                                            <p:txEl>
                                              <p:charRg st="86" end="148"/>
                                            </p:txEl>
                                          </p:spTgt>
                                        </p:tgtEl>
                                        <p:attrNameLst>
                                          <p:attrName>style.visibility</p:attrName>
                                        </p:attrNameLst>
                                      </p:cBhvr>
                                      <p:to>
                                        <p:strVal val="visible"/>
                                      </p:to>
                                    </p:set>
                                    <p:anim calcmode="lin" valueType="num">
                                      <p:cBhvr additive="base">
                                        <p:cTn id="23" dur="500" fill="hold"/>
                                        <p:tgtEl>
                                          <p:spTgt spid="31747">
                                            <p:txEl>
                                              <p:charRg st="86" end="14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1747">
                                            <p:txEl>
                                              <p:charRg st="86" end="14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32771" name="内容占位符 2"/>
          <p:cNvSpPr>
            <a:spLocks noGrp="1"/>
          </p:cNvSpPr>
          <p:nvPr>
            <p:ph sz="quarter" idx="13"/>
          </p:nvPr>
        </p:nvSpPr>
        <p:spPr>
          <a:xfrm>
            <a:off x="609600" y="16002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信息网络传播权保护条例</a:t>
            </a:r>
            <a:endPar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发布单位：中华人民共和国国务院</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发布文号：中华人民共和国国务院令第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468</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2006-05-18</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2006-07-01</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日国务院第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135</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次常务会议通过）</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2771">
                                            <p:txEl>
                                              <p:charRg st="12" end="28"/>
                                            </p:txEl>
                                          </p:spTgt>
                                        </p:tgtEl>
                                        <p:attrNameLst>
                                          <p:attrName>style.visibility</p:attrName>
                                        </p:attrNameLst>
                                      </p:cBhvr>
                                      <p:to>
                                        <p:strVal val="visible"/>
                                      </p:to>
                                    </p:set>
                                    <p:animEffect transition="in" filter="circle(in)">
                                      <p:cBhvr>
                                        <p:cTn id="7" dur="2000"/>
                                        <p:tgtEl>
                                          <p:spTgt spid="32771">
                                            <p:txEl>
                                              <p:charRg st="12" end="28"/>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2771">
                                            <p:txEl>
                                              <p:charRg st="28" end="50"/>
                                            </p:txEl>
                                          </p:spTgt>
                                        </p:tgtEl>
                                        <p:attrNameLst>
                                          <p:attrName>style.visibility</p:attrName>
                                        </p:attrNameLst>
                                      </p:cBhvr>
                                      <p:to>
                                        <p:strVal val="visible"/>
                                      </p:to>
                                    </p:set>
                                    <p:animEffect transition="in" filter="circle(in)">
                                      <p:cBhvr>
                                        <p:cTn id="10" dur="2000"/>
                                        <p:tgtEl>
                                          <p:spTgt spid="32771">
                                            <p:txEl>
                                              <p:charRg st="28" end="50"/>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2771">
                                            <p:txEl>
                                              <p:charRg st="50" end="66"/>
                                            </p:txEl>
                                          </p:spTgt>
                                        </p:tgtEl>
                                        <p:attrNameLst>
                                          <p:attrName>style.visibility</p:attrName>
                                        </p:attrNameLst>
                                      </p:cBhvr>
                                      <p:to>
                                        <p:strVal val="visible"/>
                                      </p:to>
                                    </p:set>
                                    <p:animEffect transition="in" filter="circle(in)">
                                      <p:cBhvr>
                                        <p:cTn id="13" dur="2000"/>
                                        <p:tgtEl>
                                          <p:spTgt spid="32771">
                                            <p:txEl>
                                              <p:charRg st="50" end="66"/>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2771">
                                            <p:txEl>
                                              <p:charRg st="66" end="82"/>
                                            </p:txEl>
                                          </p:spTgt>
                                        </p:tgtEl>
                                        <p:attrNameLst>
                                          <p:attrName>style.visibility</p:attrName>
                                        </p:attrNameLst>
                                      </p:cBhvr>
                                      <p:to>
                                        <p:strVal val="visible"/>
                                      </p:to>
                                    </p:set>
                                    <p:animEffect transition="in" filter="circle(in)">
                                      <p:cBhvr>
                                        <p:cTn id="16" dur="2000"/>
                                        <p:tgtEl>
                                          <p:spTgt spid="32771">
                                            <p:txEl>
                                              <p:charRg st="66" end="82"/>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2771">
                                            <p:txEl>
                                              <p:charRg st="82" end="109"/>
                                            </p:txEl>
                                          </p:spTgt>
                                        </p:tgtEl>
                                        <p:attrNameLst>
                                          <p:attrName>style.visibility</p:attrName>
                                        </p:attrNameLst>
                                      </p:cBhvr>
                                      <p:to>
                                        <p:strVal val="visible"/>
                                      </p:to>
                                    </p:set>
                                    <p:animEffect transition="in" filter="circle(in)">
                                      <p:cBhvr>
                                        <p:cTn id="19" dur="2000"/>
                                        <p:tgtEl>
                                          <p:spTgt spid="32771">
                                            <p:txEl>
                                              <p:charRg st="82"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800" b="1" dirty="0">
              <a:ea typeface="宋体" panose="02010600030101010101" pitchFamily="2" charset="-122"/>
            </a:endParaRPr>
          </a:p>
        </p:txBody>
      </p:sp>
      <p:sp>
        <p:nvSpPr>
          <p:cNvPr id="33795" name="内容占位符 2"/>
          <p:cNvSpPr>
            <a:spLocks noGrp="1"/>
          </p:cNvSpPr>
          <p:nvPr>
            <p:ph sz="quarter" idx="13"/>
          </p:nvPr>
        </p:nvSpPr>
        <p:spPr>
          <a:xfrm>
            <a:off x="609600" y="1524000"/>
            <a:ext cx="8248650" cy="4768850"/>
          </a:xfrm>
        </p:spPr>
        <p:txBody>
          <a:bodyPr vert="horz" wrap="square" lIns="91440" tIns="45720" rIns="91440" bIns="45720" anchor="t" anchorCtr="0"/>
          <a:p>
            <a:pPr>
              <a:buClr>
                <a:schemeClr val="tx2"/>
              </a:buClr>
              <a:buSzTx/>
              <a:buFont typeface="Wingdings" panose="05000000000000000000" pitchFamily="2" charset="2"/>
              <a:buChar char="Ø"/>
            </a:pPr>
            <a:r>
              <a:rPr lang="zh-CN" altLang="en-US" sz="3600" b="1" dirty="0">
                <a:solidFill>
                  <a:srgbClr val="7030A0"/>
                </a:solidFill>
                <a:latin typeface="华文楷体" panose="02010600040101010101" pitchFamily="2" charset="-122"/>
                <a:ea typeface="华文楷体" panose="02010600040101010101" pitchFamily="2" charset="-122"/>
              </a:rPr>
              <a:t>国务院</a:t>
            </a:r>
            <a:r>
              <a:rPr lang="zh-CN" altLang="en-US" sz="3600" b="1" dirty="0">
                <a:solidFill>
                  <a:srgbClr val="FF0000"/>
                </a:solidFill>
                <a:latin typeface="华文楷体" panose="02010600040101010101" pitchFamily="2" charset="-122"/>
                <a:ea typeface="华文楷体" panose="02010600040101010101" pitchFamily="2" charset="-122"/>
              </a:rPr>
              <a:t>组成部门</a:t>
            </a:r>
            <a:r>
              <a:rPr lang="zh-CN" altLang="en-US" sz="3600" b="1" dirty="0">
                <a:solidFill>
                  <a:srgbClr val="7030A0"/>
                </a:solidFill>
                <a:latin typeface="华文楷体" panose="02010600040101010101" pitchFamily="2" charset="-122"/>
                <a:ea typeface="华文楷体" panose="02010600040101010101" pitchFamily="2" charset="-122"/>
              </a:rPr>
              <a:t>制定的规章和规范</a:t>
            </a:r>
            <a:endParaRPr lang="zh-CN" altLang="en-US" sz="3600" b="1" dirty="0">
              <a:solidFill>
                <a:srgbClr val="7030A0"/>
              </a:solidFill>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教育部制定的规章和规范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科学技术部制定的规章和规范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工业和信息化部制定的规章和规范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公安部制定的规章和规范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商务部制定的规章和规范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文化部制定的规章和规范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人民银行制定的规章和规范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审计署制定的规章和规范</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3795">
                                            <p:txEl>
                                              <p:charRg st="16" end="28"/>
                                            </p:txEl>
                                          </p:spTgt>
                                        </p:tgtEl>
                                        <p:attrNameLst>
                                          <p:attrName>style.visibility</p:attrName>
                                        </p:attrNameLst>
                                      </p:cBhvr>
                                      <p:to>
                                        <p:strVal val="visible"/>
                                      </p:to>
                                    </p:set>
                                    <p:animEffect transition="in" filter="wheel(1)">
                                      <p:cBhvr>
                                        <p:cTn id="7" dur="2000"/>
                                        <p:tgtEl>
                                          <p:spTgt spid="33795">
                                            <p:txEl>
                                              <p:charRg st="16" end="28"/>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3795">
                                            <p:txEl>
                                              <p:charRg st="28" end="42"/>
                                            </p:txEl>
                                          </p:spTgt>
                                        </p:tgtEl>
                                        <p:attrNameLst>
                                          <p:attrName>style.visibility</p:attrName>
                                        </p:attrNameLst>
                                      </p:cBhvr>
                                      <p:to>
                                        <p:strVal val="visible"/>
                                      </p:to>
                                    </p:set>
                                    <p:animEffect transition="in" filter="wheel(1)">
                                      <p:cBhvr>
                                        <p:cTn id="10" dur="2000"/>
                                        <p:tgtEl>
                                          <p:spTgt spid="33795">
                                            <p:txEl>
                                              <p:charRg st="28" end="42"/>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33795">
                                            <p:txEl>
                                              <p:charRg st="42" end="58"/>
                                            </p:txEl>
                                          </p:spTgt>
                                        </p:tgtEl>
                                        <p:attrNameLst>
                                          <p:attrName>style.visibility</p:attrName>
                                        </p:attrNameLst>
                                      </p:cBhvr>
                                      <p:to>
                                        <p:strVal val="visible"/>
                                      </p:to>
                                    </p:set>
                                    <p:animEffect transition="in" filter="wheel(1)">
                                      <p:cBhvr>
                                        <p:cTn id="13" dur="2000"/>
                                        <p:tgtEl>
                                          <p:spTgt spid="33795">
                                            <p:txEl>
                                              <p:charRg st="42" end="58"/>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33795">
                                            <p:txEl>
                                              <p:charRg st="58" end="70"/>
                                            </p:txEl>
                                          </p:spTgt>
                                        </p:tgtEl>
                                        <p:attrNameLst>
                                          <p:attrName>style.visibility</p:attrName>
                                        </p:attrNameLst>
                                      </p:cBhvr>
                                      <p:to>
                                        <p:strVal val="visible"/>
                                      </p:to>
                                    </p:set>
                                    <p:animEffect transition="in" filter="wheel(1)">
                                      <p:cBhvr>
                                        <p:cTn id="16" dur="2000"/>
                                        <p:tgtEl>
                                          <p:spTgt spid="33795">
                                            <p:txEl>
                                              <p:charRg st="58" end="70"/>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33795">
                                            <p:txEl>
                                              <p:charRg st="70" end="82"/>
                                            </p:txEl>
                                          </p:spTgt>
                                        </p:tgtEl>
                                        <p:attrNameLst>
                                          <p:attrName>style.visibility</p:attrName>
                                        </p:attrNameLst>
                                      </p:cBhvr>
                                      <p:to>
                                        <p:strVal val="visible"/>
                                      </p:to>
                                    </p:set>
                                    <p:animEffect transition="in" filter="wheel(1)">
                                      <p:cBhvr>
                                        <p:cTn id="19" dur="2000"/>
                                        <p:tgtEl>
                                          <p:spTgt spid="33795">
                                            <p:txEl>
                                              <p:charRg st="70" end="82"/>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33795">
                                            <p:txEl>
                                              <p:charRg st="82" end="94"/>
                                            </p:txEl>
                                          </p:spTgt>
                                        </p:tgtEl>
                                        <p:attrNameLst>
                                          <p:attrName>style.visibility</p:attrName>
                                        </p:attrNameLst>
                                      </p:cBhvr>
                                      <p:to>
                                        <p:strVal val="visible"/>
                                      </p:to>
                                    </p:set>
                                    <p:animEffect transition="in" filter="wheel(1)">
                                      <p:cBhvr>
                                        <p:cTn id="22" dur="2000"/>
                                        <p:tgtEl>
                                          <p:spTgt spid="33795">
                                            <p:txEl>
                                              <p:charRg st="82" end="94"/>
                                            </p:txEl>
                                          </p:spTgt>
                                        </p:tgtEl>
                                      </p:cBhvr>
                                    </p:animEffect>
                                  </p:childTnLst>
                                </p:cTn>
                              </p:par>
                              <p:par>
                                <p:cTn id="23" presetID="21" presetClass="entr" presetSubtype="1" fill="hold" nodeType="withEffect">
                                  <p:stCondLst>
                                    <p:cond delay="0"/>
                                  </p:stCondLst>
                                  <p:childTnLst>
                                    <p:set>
                                      <p:cBhvr>
                                        <p:cTn id="24" dur="1" fill="hold">
                                          <p:stCondLst>
                                            <p:cond delay="0"/>
                                          </p:stCondLst>
                                        </p:cTn>
                                        <p:tgtEl>
                                          <p:spTgt spid="33795">
                                            <p:txEl>
                                              <p:charRg st="94" end="107"/>
                                            </p:txEl>
                                          </p:spTgt>
                                        </p:tgtEl>
                                        <p:attrNameLst>
                                          <p:attrName>style.visibility</p:attrName>
                                        </p:attrNameLst>
                                      </p:cBhvr>
                                      <p:to>
                                        <p:strVal val="visible"/>
                                      </p:to>
                                    </p:set>
                                    <p:animEffect transition="in" filter="wheel(1)">
                                      <p:cBhvr>
                                        <p:cTn id="25" dur="2000"/>
                                        <p:tgtEl>
                                          <p:spTgt spid="33795">
                                            <p:txEl>
                                              <p:charRg st="94" end="107"/>
                                            </p:txEl>
                                          </p:spTgt>
                                        </p:tgtEl>
                                      </p:cBhvr>
                                    </p:animEffect>
                                  </p:childTnLst>
                                </p:cTn>
                              </p:par>
                              <p:par>
                                <p:cTn id="26" presetID="21" presetClass="entr" presetSubtype="1" fill="hold" nodeType="withEffect">
                                  <p:stCondLst>
                                    <p:cond delay="0"/>
                                  </p:stCondLst>
                                  <p:childTnLst>
                                    <p:set>
                                      <p:cBhvr>
                                        <p:cTn id="27" dur="1" fill="hold">
                                          <p:stCondLst>
                                            <p:cond delay="0"/>
                                          </p:stCondLst>
                                        </p:cTn>
                                        <p:tgtEl>
                                          <p:spTgt spid="33795">
                                            <p:txEl>
                                              <p:charRg st="107" end="119"/>
                                            </p:txEl>
                                          </p:spTgt>
                                        </p:tgtEl>
                                        <p:attrNameLst>
                                          <p:attrName>style.visibility</p:attrName>
                                        </p:attrNameLst>
                                      </p:cBhvr>
                                      <p:to>
                                        <p:strVal val="visible"/>
                                      </p:to>
                                    </p:set>
                                    <p:animEffect transition="in" filter="wheel(1)">
                                      <p:cBhvr>
                                        <p:cTn id="28" dur="2000"/>
                                        <p:tgtEl>
                                          <p:spTgt spid="33795">
                                            <p:txEl>
                                              <p:charRg st="107"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34819" name="内容占位符 2"/>
          <p:cNvSpPr>
            <a:spLocks noGrp="1"/>
          </p:cNvSpPr>
          <p:nvPr>
            <p:ph sz="quarter" idx="13"/>
          </p:nvPr>
        </p:nvSpPr>
        <p:spPr>
          <a:xfrm>
            <a:off x="914400" y="1460500"/>
            <a:ext cx="6172200" cy="48641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教育部制定的规章和规范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．高等学校知识产权保护管理规定</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发布单位：中华人民共和国教育部</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发布文号：中华人民共和国教育部令第</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1998-12-01</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1999-04-08</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．教育网站和网校暂行管理办法</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发布单位：中华人民共和国教育部</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发布文号：中华人民共和国教育部令第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2000-07-05</a:t>
            </a:r>
            <a:endPar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2000-07-05</a:t>
            </a:r>
            <a:endPar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4819">
                                            <p:txEl>
                                              <p:charRg st="12" end="29"/>
                                            </p:txEl>
                                          </p:spTgt>
                                        </p:tgtEl>
                                        <p:attrNameLst>
                                          <p:attrName>style.visibility</p:attrName>
                                        </p:attrNameLst>
                                      </p:cBhvr>
                                      <p:to>
                                        <p:strVal val="visible"/>
                                      </p:to>
                                    </p:set>
                                    <p:animEffect transition="in" filter="circle(in)">
                                      <p:cBhvr>
                                        <p:cTn id="7" dur="2000"/>
                                        <p:tgtEl>
                                          <p:spTgt spid="34819">
                                            <p:txEl>
                                              <p:charRg st="12"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4819">
                                            <p:txEl>
                                              <p:charRg st="29" end="45"/>
                                            </p:txEl>
                                          </p:spTgt>
                                        </p:tgtEl>
                                        <p:attrNameLst>
                                          <p:attrName>style.visibility</p:attrName>
                                        </p:attrNameLst>
                                      </p:cBhvr>
                                      <p:to>
                                        <p:strVal val="visible"/>
                                      </p:to>
                                    </p:set>
                                    <p:animEffect transition="in" filter="barn(inVertical)">
                                      <p:cBhvr>
                                        <p:cTn id="12" dur="500"/>
                                        <p:tgtEl>
                                          <p:spTgt spid="34819">
                                            <p:txEl>
                                              <p:charRg st="29" end="45"/>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4819">
                                            <p:txEl>
                                              <p:charRg st="45" end="65"/>
                                            </p:txEl>
                                          </p:spTgt>
                                        </p:tgtEl>
                                        <p:attrNameLst>
                                          <p:attrName>style.visibility</p:attrName>
                                        </p:attrNameLst>
                                      </p:cBhvr>
                                      <p:to>
                                        <p:strVal val="visible"/>
                                      </p:to>
                                    </p:set>
                                    <p:animEffect transition="in" filter="barn(inVertical)">
                                      <p:cBhvr>
                                        <p:cTn id="15" dur="500"/>
                                        <p:tgtEl>
                                          <p:spTgt spid="34819">
                                            <p:txEl>
                                              <p:charRg st="45" end="65"/>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4819">
                                            <p:txEl>
                                              <p:charRg st="65" end="81"/>
                                            </p:txEl>
                                          </p:spTgt>
                                        </p:tgtEl>
                                        <p:attrNameLst>
                                          <p:attrName>style.visibility</p:attrName>
                                        </p:attrNameLst>
                                      </p:cBhvr>
                                      <p:to>
                                        <p:strVal val="visible"/>
                                      </p:to>
                                    </p:set>
                                    <p:animEffect transition="in" filter="barn(inVertical)">
                                      <p:cBhvr>
                                        <p:cTn id="18" dur="500"/>
                                        <p:tgtEl>
                                          <p:spTgt spid="34819">
                                            <p:txEl>
                                              <p:charRg st="65" end="81"/>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4819">
                                            <p:txEl>
                                              <p:charRg st="81" end="97"/>
                                            </p:txEl>
                                          </p:spTgt>
                                        </p:tgtEl>
                                        <p:attrNameLst>
                                          <p:attrName>style.visibility</p:attrName>
                                        </p:attrNameLst>
                                      </p:cBhvr>
                                      <p:to>
                                        <p:strVal val="visible"/>
                                      </p:to>
                                    </p:set>
                                    <p:animEffect transition="in" filter="barn(inVertical)">
                                      <p:cBhvr>
                                        <p:cTn id="21" dur="500"/>
                                        <p:tgtEl>
                                          <p:spTgt spid="34819">
                                            <p:txEl>
                                              <p:charRg st="81" end="9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nodeType="clickEffect">
                                  <p:stCondLst>
                                    <p:cond delay="0"/>
                                  </p:stCondLst>
                                  <p:childTnLst>
                                    <p:set>
                                      <p:cBhvr>
                                        <p:cTn id="25" dur="1" fill="hold">
                                          <p:stCondLst>
                                            <p:cond delay="0"/>
                                          </p:stCondLst>
                                        </p:cTn>
                                        <p:tgtEl>
                                          <p:spTgt spid="34819">
                                            <p:txEl>
                                              <p:charRg st="98" end="114"/>
                                            </p:txEl>
                                          </p:spTgt>
                                        </p:tgtEl>
                                        <p:attrNameLst>
                                          <p:attrName>style.visibility</p:attrName>
                                        </p:attrNameLst>
                                      </p:cBhvr>
                                      <p:to>
                                        <p:strVal val="visible"/>
                                      </p:to>
                                    </p:set>
                                    <p:animEffect transition="in" filter="wheel(1)">
                                      <p:cBhvr>
                                        <p:cTn id="26" dur="2000"/>
                                        <p:tgtEl>
                                          <p:spTgt spid="34819">
                                            <p:txEl>
                                              <p:charRg st="98" end="11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4819">
                                            <p:txEl>
                                              <p:charRg st="114" end="130"/>
                                            </p:txEl>
                                          </p:spTgt>
                                        </p:tgtEl>
                                        <p:attrNameLst>
                                          <p:attrName>style.visibility</p:attrName>
                                        </p:attrNameLst>
                                      </p:cBhvr>
                                      <p:to>
                                        <p:strVal val="visible"/>
                                      </p:to>
                                    </p:set>
                                    <p:animEffect transition="in" filter="fade">
                                      <p:cBhvr>
                                        <p:cTn id="31" dur="1000"/>
                                        <p:tgtEl>
                                          <p:spTgt spid="34819">
                                            <p:txEl>
                                              <p:charRg st="114" end="130"/>
                                            </p:txEl>
                                          </p:spTgt>
                                        </p:tgtEl>
                                      </p:cBhvr>
                                    </p:animEffect>
                                    <p:anim calcmode="lin" valueType="num">
                                      <p:cBhvr>
                                        <p:cTn id="32" dur="1000" fill="hold"/>
                                        <p:tgtEl>
                                          <p:spTgt spid="34819">
                                            <p:txEl>
                                              <p:charRg st="114" end="130"/>
                                            </p:txEl>
                                          </p:spTgt>
                                        </p:tgtEl>
                                        <p:attrNameLst>
                                          <p:attrName>ppt_x</p:attrName>
                                        </p:attrNameLst>
                                      </p:cBhvr>
                                      <p:tavLst>
                                        <p:tav tm="0">
                                          <p:val>
                                            <p:strVal val="#ppt_x"/>
                                          </p:val>
                                        </p:tav>
                                        <p:tav tm="100000">
                                          <p:val>
                                            <p:strVal val="#ppt_x"/>
                                          </p:val>
                                        </p:tav>
                                      </p:tavLst>
                                    </p:anim>
                                    <p:anim calcmode="lin" valueType="num">
                                      <p:cBhvr>
                                        <p:cTn id="33" dur="1000" fill="hold"/>
                                        <p:tgtEl>
                                          <p:spTgt spid="34819">
                                            <p:txEl>
                                              <p:charRg st="114" end="13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4819">
                                            <p:txEl>
                                              <p:charRg st="130" end="150"/>
                                            </p:txEl>
                                          </p:spTgt>
                                        </p:tgtEl>
                                        <p:attrNameLst>
                                          <p:attrName>style.visibility</p:attrName>
                                        </p:attrNameLst>
                                      </p:cBhvr>
                                      <p:to>
                                        <p:strVal val="visible"/>
                                      </p:to>
                                    </p:set>
                                    <p:animEffect transition="in" filter="fade">
                                      <p:cBhvr>
                                        <p:cTn id="36" dur="1000"/>
                                        <p:tgtEl>
                                          <p:spTgt spid="34819">
                                            <p:txEl>
                                              <p:charRg st="130" end="150"/>
                                            </p:txEl>
                                          </p:spTgt>
                                        </p:tgtEl>
                                      </p:cBhvr>
                                    </p:animEffect>
                                    <p:anim calcmode="lin" valueType="num">
                                      <p:cBhvr>
                                        <p:cTn id="37" dur="1000" fill="hold"/>
                                        <p:tgtEl>
                                          <p:spTgt spid="34819">
                                            <p:txEl>
                                              <p:charRg st="130" end="150"/>
                                            </p:txEl>
                                          </p:spTgt>
                                        </p:tgtEl>
                                        <p:attrNameLst>
                                          <p:attrName>ppt_x</p:attrName>
                                        </p:attrNameLst>
                                      </p:cBhvr>
                                      <p:tavLst>
                                        <p:tav tm="0">
                                          <p:val>
                                            <p:strVal val="#ppt_x"/>
                                          </p:val>
                                        </p:tav>
                                        <p:tav tm="100000">
                                          <p:val>
                                            <p:strVal val="#ppt_x"/>
                                          </p:val>
                                        </p:tav>
                                      </p:tavLst>
                                    </p:anim>
                                    <p:anim calcmode="lin" valueType="num">
                                      <p:cBhvr>
                                        <p:cTn id="38" dur="1000" fill="hold"/>
                                        <p:tgtEl>
                                          <p:spTgt spid="34819">
                                            <p:txEl>
                                              <p:charRg st="130" end="150"/>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4819">
                                            <p:txEl>
                                              <p:charRg st="150" end="166"/>
                                            </p:txEl>
                                          </p:spTgt>
                                        </p:tgtEl>
                                        <p:attrNameLst>
                                          <p:attrName>style.visibility</p:attrName>
                                        </p:attrNameLst>
                                      </p:cBhvr>
                                      <p:to>
                                        <p:strVal val="visible"/>
                                      </p:to>
                                    </p:set>
                                    <p:animEffect transition="in" filter="fade">
                                      <p:cBhvr>
                                        <p:cTn id="41" dur="1000"/>
                                        <p:tgtEl>
                                          <p:spTgt spid="34819">
                                            <p:txEl>
                                              <p:charRg st="150" end="166"/>
                                            </p:txEl>
                                          </p:spTgt>
                                        </p:tgtEl>
                                      </p:cBhvr>
                                    </p:animEffect>
                                    <p:anim calcmode="lin" valueType="num">
                                      <p:cBhvr>
                                        <p:cTn id="42" dur="1000" fill="hold"/>
                                        <p:tgtEl>
                                          <p:spTgt spid="34819">
                                            <p:txEl>
                                              <p:charRg st="150" end="166"/>
                                            </p:txEl>
                                          </p:spTgt>
                                        </p:tgtEl>
                                        <p:attrNameLst>
                                          <p:attrName>ppt_x</p:attrName>
                                        </p:attrNameLst>
                                      </p:cBhvr>
                                      <p:tavLst>
                                        <p:tav tm="0">
                                          <p:val>
                                            <p:strVal val="#ppt_x"/>
                                          </p:val>
                                        </p:tav>
                                        <p:tav tm="100000">
                                          <p:val>
                                            <p:strVal val="#ppt_x"/>
                                          </p:val>
                                        </p:tav>
                                      </p:tavLst>
                                    </p:anim>
                                    <p:anim calcmode="lin" valueType="num">
                                      <p:cBhvr>
                                        <p:cTn id="43" dur="1000" fill="hold"/>
                                        <p:tgtEl>
                                          <p:spTgt spid="34819">
                                            <p:txEl>
                                              <p:charRg st="150" end="16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4819">
                                            <p:txEl>
                                              <p:charRg st="166" end="182"/>
                                            </p:txEl>
                                          </p:spTgt>
                                        </p:tgtEl>
                                        <p:attrNameLst>
                                          <p:attrName>style.visibility</p:attrName>
                                        </p:attrNameLst>
                                      </p:cBhvr>
                                      <p:to>
                                        <p:strVal val="visible"/>
                                      </p:to>
                                    </p:set>
                                    <p:animEffect transition="in" filter="fade">
                                      <p:cBhvr>
                                        <p:cTn id="46" dur="1000"/>
                                        <p:tgtEl>
                                          <p:spTgt spid="34819">
                                            <p:txEl>
                                              <p:charRg st="166" end="182"/>
                                            </p:txEl>
                                          </p:spTgt>
                                        </p:tgtEl>
                                      </p:cBhvr>
                                    </p:animEffect>
                                    <p:anim calcmode="lin" valueType="num">
                                      <p:cBhvr>
                                        <p:cTn id="47" dur="1000" fill="hold"/>
                                        <p:tgtEl>
                                          <p:spTgt spid="34819">
                                            <p:txEl>
                                              <p:charRg st="166" end="182"/>
                                            </p:txEl>
                                          </p:spTgt>
                                        </p:tgtEl>
                                        <p:attrNameLst>
                                          <p:attrName>ppt_x</p:attrName>
                                        </p:attrNameLst>
                                      </p:cBhvr>
                                      <p:tavLst>
                                        <p:tav tm="0">
                                          <p:val>
                                            <p:strVal val="#ppt_x"/>
                                          </p:val>
                                        </p:tav>
                                        <p:tav tm="100000">
                                          <p:val>
                                            <p:strVal val="#ppt_x"/>
                                          </p:val>
                                        </p:tav>
                                      </p:tavLst>
                                    </p:anim>
                                    <p:anim calcmode="lin" valueType="num">
                                      <p:cBhvr>
                                        <p:cTn id="48" dur="1000" fill="hold"/>
                                        <p:tgtEl>
                                          <p:spTgt spid="34819">
                                            <p:txEl>
                                              <p:charRg st="166" end="18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34819" name="内容占位符 2"/>
          <p:cNvSpPr>
            <a:spLocks noGrp="1"/>
          </p:cNvSpPr>
          <p:nvPr>
            <p:ph sz="quarter" idx="13"/>
          </p:nvPr>
        </p:nvSpPr>
        <p:spPr>
          <a:xfrm>
            <a:off x="609600" y="1612900"/>
            <a:ext cx="6172200" cy="28067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教育部制定的规章和规范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．高等学校信息公开办法</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发布单位：中华人民共和国教育部</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发布文号：中华人民共和国教育部令第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2010-04-06</a:t>
            </a:r>
            <a:endPar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2010-09-01</a:t>
            </a:r>
            <a:endPar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19">
                                            <p:txEl>
                                              <p:charRg st="12" end="25"/>
                                            </p:txEl>
                                          </p:spTgt>
                                        </p:tgtEl>
                                        <p:attrNameLst>
                                          <p:attrName>style.visibility</p:attrName>
                                        </p:attrNameLst>
                                      </p:cBhvr>
                                      <p:to>
                                        <p:strVal val="visible"/>
                                      </p:to>
                                    </p:set>
                                    <p:animEffect transition="in" filter="wipe(down)">
                                      <p:cBhvr>
                                        <p:cTn id="7" dur="500"/>
                                        <p:tgtEl>
                                          <p:spTgt spid="34819">
                                            <p:txEl>
                                              <p:charRg st="12"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4819">
                                            <p:txEl>
                                              <p:charRg st="25" end="41"/>
                                            </p:txEl>
                                          </p:spTgt>
                                        </p:tgtEl>
                                        <p:attrNameLst>
                                          <p:attrName>style.visibility</p:attrName>
                                        </p:attrNameLst>
                                      </p:cBhvr>
                                      <p:to>
                                        <p:strVal val="visible"/>
                                      </p:to>
                                    </p:set>
                                    <p:anim calcmode="lin" valueType="num">
                                      <p:cBhvr additive="base">
                                        <p:cTn id="12" dur="500" fill="hold"/>
                                        <p:tgtEl>
                                          <p:spTgt spid="34819">
                                            <p:txEl>
                                              <p:charRg st="25" end="4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4819">
                                            <p:txEl>
                                              <p:charRg st="25" end="4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4819">
                                            <p:txEl>
                                              <p:charRg st="41" end="62"/>
                                            </p:txEl>
                                          </p:spTgt>
                                        </p:tgtEl>
                                        <p:attrNameLst>
                                          <p:attrName>style.visibility</p:attrName>
                                        </p:attrNameLst>
                                      </p:cBhvr>
                                      <p:to>
                                        <p:strVal val="visible"/>
                                      </p:to>
                                    </p:set>
                                    <p:anim calcmode="lin" valueType="num">
                                      <p:cBhvr additive="base">
                                        <p:cTn id="16" dur="500" fill="hold"/>
                                        <p:tgtEl>
                                          <p:spTgt spid="34819">
                                            <p:txEl>
                                              <p:charRg st="41" end="6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4819">
                                            <p:txEl>
                                              <p:charRg st="41" end="6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4819">
                                            <p:txEl>
                                              <p:charRg st="62" end="78"/>
                                            </p:txEl>
                                          </p:spTgt>
                                        </p:tgtEl>
                                        <p:attrNameLst>
                                          <p:attrName>style.visibility</p:attrName>
                                        </p:attrNameLst>
                                      </p:cBhvr>
                                      <p:to>
                                        <p:strVal val="visible"/>
                                      </p:to>
                                    </p:set>
                                    <p:anim calcmode="lin" valueType="num">
                                      <p:cBhvr additive="base">
                                        <p:cTn id="20" dur="500" fill="hold"/>
                                        <p:tgtEl>
                                          <p:spTgt spid="34819">
                                            <p:txEl>
                                              <p:charRg st="62" end="78"/>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4819">
                                            <p:txEl>
                                              <p:charRg st="62" end="78"/>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4819">
                                            <p:txEl>
                                              <p:charRg st="78" end="94"/>
                                            </p:txEl>
                                          </p:spTgt>
                                        </p:tgtEl>
                                        <p:attrNameLst>
                                          <p:attrName>style.visibility</p:attrName>
                                        </p:attrNameLst>
                                      </p:cBhvr>
                                      <p:to>
                                        <p:strVal val="visible"/>
                                      </p:to>
                                    </p:set>
                                    <p:anim calcmode="lin" valueType="num">
                                      <p:cBhvr additive="base">
                                        <p:cTn id="24" dur="500" fill="hold"/>
                                        <p:tgtEl>
                                          <p:spTgt spid="34819">
                                            <p:txEl>
                                              <p:charRg st="78" end="9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4819">
                                            <p:txEl>
                                              <p:charRg st="78" end="9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p:txBody>
          <a:bodyPr vert="horz" wrap="square" lIns="91440" tIns="45720" rIns="91440" bIns="45720" anchor="ctr" anchorCtr="0"/>
          <a:p>
            <a:pPr marL="319405" indent="-319405"/>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b="1" dirty="0">
              <a:ea typeface="宋体" panose="02010600030101010101" pitchFamily="2" charset="-122"/>
            </a:endParaRPr>
          </a:p>
        </p:txBody>
      </p:sp>
      <p:sp>
        <p:nvSpPr>
          <p:cNvPr id="35843" name="内容占位符 2"/>
          <p:cNvSpPr>
            <a:spLocks noGrp="1"/>
          </p:cNvSpPr>
          <p:nvPr>
            <p:ph sz="quarter" idx="13"/>
          </p:nvPr>
        </p:nvSpPr>
        <p:spPr>
          <a:xfrm>
            <a:off x="609600" y="16764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科学技术部制定的规章和规范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．科学技术保密规定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发布单位：国家科学技术委员会、国家保密局</a:t>
            </a:r>
            <a:endParaRPr kumimoji="0" lang="zh-CN" altLang="en-US"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发布文号：国家科学技术委员会令第</a:t>
            </a:r>
            <a:r>
              <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1995-01-06</a:t>
            </a:r>
            <a:endPar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1995-01-06</a:t>
            </a:r>
            <a:endParaRPr kumimoji="0" lang="en-US" altLang="zh-CN" sz="28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843">
                                            <p:txEl>
                                              <p:charRg st="14" end="25"/>
                                            </p:txEl>
                                          </p:spTgt>
                                        </p:tgtEl>
                                        <p:attrNameLst>
                                          <p:attrName>style.visibility</p:attrName>
                                        </p:attrNameLst>
                                      </p:cBhvr>
                                      <p:to>
                                        <p:strVal val="visible"/>
                                      </p:to>
                                    </p:set>
                                    <p:animEffect transition="in" filter="wipe(down)">
                                      <p:cBhvr>
                                        <p:cTn id="7" dur="500"/>
                                        <p:tgtEl>
                                          <p:spTgt spid="35843">
                                            <p:txEl>
                                              <p:charRg st="14" end="2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5843">
                                            <p:txEl>
                                              <p:charRg st="25" end="46"/>
                                            </p:txEl>
                                          </p:spTgt>
                                        </p:tgtEl>
                                        <p:attrNameLst>
                                          <p:attrName>style.visibility</p:attrName>
                                        </p:attrNameLst>
                                      </p:cBhvr>
                                      <p:to>
                                        <p:strVal val="visible"/>
                                      </p:to>
                                    </p:set>
                                    <p:animEffect transition="in" filter="wipe(down)">
                                      <p:cBhvr>
                                        <p:cTn id="10" dur="500"/>
                                        <p:tgtEl>
                                          <p:spTgt spid="35843">
                                            <p:txEl>
                                              <p:charRg st="25" end="4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5843">
                                            <p:txEl>
                                              <p:charRg st="46" end="66"/>
                                            </p:txEl>
                                          </p:spTgt>
                                        </p:tgtEl>
                                        <p:attrNameLst>
                                          <p:attrName>style.visibility</p:attrName>
                                        </p:attrNameLst>
                                      </p:cBhvr>
                                      <p:to>
                                        <p:strVal val="visible"/>
                                      </p:to>
                                    </p:set>
                                    <p:animEffect transition="in" filter="wipe(down)">
                                      <p:cBhvr>
                                        <p:cTn id="13" dur="500"/>
                                        <p:tgtEl>
                                          <p:spTgt spid="35843">
                                            <p:txEl>
                                              <p:charRg st="46" end="6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5843">
                                            <p:txEl>
                                              <p:charRg st="66" end="82"/>
                                            </p:txEl>
                                          </p:spTgt>
                                        </p:tgtEl>
                                        <p:attrNameLst>
                                          <p:attrName>style.visibility</p:attrName>
                                        </p:attrNameLst>
                                      </p:cBhvr>
                                      <p:to>
                                        <p:strVal val="visible"/>
                                      </p:to>
                                    </p:set>
                                    <p:animEffect transition="in" filter="wipe(down)">
                                      <p:cBhvr>
                                        <p:cTn id="16" dur="500"/>
                                        <p:tgtEl>
                                          <p:spTgt spid="35843">
                                            <p:txEl>
                                              <p:charRg st="66" end="82"/>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5843">
                                            <p:txEl>
                                              <p:charRg st="82" end="98"/>
                                            </p:txEl>
                                          </p:spTgt>
                                        </p:tgtEl>
                                        <p:attrNameLst>
                                          <p:attrName>style.visibility</p:attrName>
                                        </p:attrNameLst>
                                      </p:cBhvr>
                                      <p:to>
                                        <p:strVal val="visible"/>
                                      </p:to>
                                    </p:set>
                                    <p:animEffect transition="in" filter="wipe(down)">
                                      <p:cBhvr>
                                        <p:cTn id="19" dur="500"/>
                                        <p:tgtEl>
                                          <p:spTgt spid="35843">
                                            <p:txEl>
                                              <p:charRg st="82" end="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
          <p:cNvSpPr>
            <a:spLocks noGrp="1"/>
          </p:cNvSpPr>
          <p:nvPr>
            <p:ph type="title"/>
          </p:nvPr>
        </p:nvSpPr>
        <p:spPr/>
        <p:txBody>
          <a:bodyPr vert="horz" wrap="square" lIns="91440" tIns="45720" rIns="91440" bIns="45720" anchor="ctr" anchorCtr="0"/>
          <a:p>
            <a:pPr marL="319405" indent="-319405"/>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b="1" dirty="0">
              <a:ea typeface="宋体" panose="02010600030101010101" pitchFamily="2" charset="-122"/>
            </a:endParaRPr>
          </a:p>
        </p:txBody>
      </p:sp>
      <p:sp>
        <p:nvSpPr>
          <p:cNvPr id="36867" name="内容占位符 2"/>
          <p:cNvSpPr>
            <a:spLocks noGrp="1"/>
          </p:cNvSpPr>
          <p:nvPr>
            <p:ph sz="quarter" idx="13"/>
          </p:nvPr>
        </p:nvSpPr>
        <p:spPr>
          <a:xfrm>
            <a:off x="609600" y="1371600"/>
            <a:ext cx="8534400" cy="4368800"/>
          </a:xfrm>
        </p:spPr>
        <p:txBody>
          <a:bodyPr vert="horz" wrap="square" lIns="91440" tIns="45720" rIns="91440" bIns="45720" anchor="t" anchorCtr="0"/>
          <a:p>
            <a:pPr marL="0" indent="0">
              <a:buClr>
                <a:schemeClr val="tx2"/>
              </a:buClr>
              <a:buSzTx/>
              <a:buFont typeface="Wingdings" panose="05000000000000000000" pitchFamily="2" charset="2"/>
              <a:buNone/>
            </a:pPr>
            <a:r>
              <a:rPr lang="zh-CN" altLang="en-US" sz="2800" b="1" dirty="0">
                <a:latin typeface="华文楷体" panose="02010600040101010101" pitchFamily="2" charset="-122"/>
                <a:ea typeface="华文楷体" panose="02010600040101010101" pitchFamily="2" charset="-122"/>
              </a:rPr>
              <a:t>工业和信息化部制定的规章和规范</a:t>
            </a:r>
            <a:endParaRPr lang="en-US" altLang="zh-CN" sz="28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1</a:t>
            </a:r>
            <a:r>
              <a:rPr lang="zh-CN" altLang="en-US" sz="2400" b="1" dirty="0">
                <a:latin typeface="华文楷体" panose="02010600040101010101" pitchFamily="2" charset="-122"/>
                <a:ea typeface="华文楷体" panose="02010600040101010101" pitchFamily="2" charset="-122"/>
              </a:rPr>
              <a:t>．计算机信息网络国际联网出入口信道管理办法</a:t>
            </a:r>
            <a:endParaRPr lang="zh-CN" altLang="en-US" sz="24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2</a:t>
            </a:r>
            <a:r>
              <a:rPr lang="zh-CN" altLang="en-US" sz="2400" b="1" dirty="0">
                <a:latin typeface="华文楷体" panose="02010600040101010101" pitchFamily="2" charset="-122"/>
                <a:ea typeface="华文楷体" panose="02010600040101010101" pitchFamily="2" charset="-122"/>
              </a:rPr>
              <a:t>．中国公用计算机互联网国际联网管理办法</a:t>
            </a:r>
            <a:endParaRPr lang="zh-CN" altLang="en-US" sz="24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3</a:t>
            </a:r>
            <a:r>
              <a:rPr lang="zh-CN" altLang="en-US" sz="2400" b="1" dirty="0">
                <a:latin typeface="华文楷体" panose="02010600040101010101" pitchFamily="2" charset="-122"/>
                <a:ea typeface="华文楷体" panose="02010600040101010101" pitchFamily="2" charset="-122"/>
              </a:rPr>
              <a:t>．计算机信息系统集成资质管理办法（试行）</a:t>
            </a:r>
            <a:endParaRPr lang="zh-CN" altLang="en-US" sz="24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4</a:t>
            </a:r>
            <a:r>
              <a:rPr lang="zh-CN" altLang="en-US" sz="2400" b="1" dirty="0">
                <a:latin typeface="华文楷体" panose="02010600040101010101" pitchFamily="2" charset="-122"/>
                <a:ea typeface="华文楷体" panose="02010600040101010101" pitchFamily="2" charset="-122"/>
              </a:rPr>
              <a:t>．互联网电子公告服务管理规定</a:t>
            </a:r>
            <a:endParaRPr lang="zh-CN" altLang="en-US" sz="24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5</a:t>
            </a:r>
            <a:r>
              <a:rPr lang="zh-CN" altLang="en-US" sz="2400" b="1" dirty="0">
                <a:latin typeface="华文楷体" panose="02010600040101010101" pitchFamily="2" charset="-122"/>
                <a:ea typeface="华文楷体" panose="02010600040101010101" pitchFamily="2" charset="-122"/>
              </a:rPr>
              <a:t>．公用电信间互联管理规定</a:t>
            </a:r>
            <a:endParaRPr lang="zh-CN" altLang="en-US" sz="24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6</a:t>
            </a:r>
            <a:r>
              <a:rPr lang="zh-CN" altLang="en-US" sz="2400" b="1" dirty="0">
                <a:latin typeface="华文楷体" panose="02010600040101010101" pitchFamily="2" charset="-122"/>
                <a:ea typeface="华文楷体" panose="02010600040101010101" pitchFamily="2" charset="-122"/>
              </a:rPr>
              <a:t>．电信经营许可证管理办法</a:t>
            </a:r>
            <a:endParaRPr lang="zh-CN" altLang="en-US" sz="24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7</a:t>
            </a:r>
            <a:r>
              <a:rPr lang="zh-CN" altLang="en-US" sz="2400" b="1" dirty="0">
                <a:latin typeface="华文楷体" panose="02010600040101010101" pitchFamily="2" charset="-122"/>
                <a:ea typeface="华文楷体" panose="02010600040101010101" pitchFamily="2" charset="-122"/>
              </a:rPr>
              <a:t>．信息系统工程监理暂行规定</a:t>
            </a:r>
            <a:endParaRPr lang="zh-CN" altLang="en-US" sz="2400" b="1" dirty="0">
              <a:latin typeface="华文楷体" panose="02010600040101010101" pitchFamily="2" charset="-122"/>
              <a:ea typeface="华文楷体" panose="02010600040101010101" pitchFamily="2" charset="-122"/>
            </a:endParaRPr>
          </a:p>
          <a:p>
            <a:pPr marL="0" indent="0">
              <a:buClr>
                <a:schemeClr val="tx2"/>
              </a:buClr>
              <a:buSzTx/>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8</a:t>
            </a:r>
            <a:r>
              <a:rPr lang="zh-CN" altLang="en-US" sz="2400" b="1" dirty="0">
                <a:latin typeface="华文楷体" panose="02010600040101010101" pitchFamily="2" charset="-122"/>
                <a:ea typeface="华文楷体" panose="02010600040101010101" pitchFamily="2" charset="-122"/>
              </a:rPr>
              <a:t>．中国互联网络域名管理办法</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6867">
                                            <p:txEl>
                                              <p:charRg st="16" end="39"/>
                                            </p:txEl>
                                          </p:spTgt>
                                        </p:tgtEl>
                                        <p:attrNameLst>
                                          <p:attrName>style.visibility</p:attrName>
                                        </p:attrNameLst>
                                      </p:cBhvr>
                                      <p:to>
                                        <p:strVal val="visible"/>
                                      </p:to>
                                    </p:set>
                                    <p:animEffect transition="in" filter="circle(in)">
                                      <p:cBhvr>
                                        <p:cTn id="7" dur="2000"/>
                                        <p:tgtEl>
                                          <p:spTgt spid="36867">
                                            <p:txEl>
                                              <p:charRg st="16" end="39"/>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6867">
                                            <p:txEl>
                                              <p:charRg st="39" end="60"/>
                                            </p:txEl>
                                          </p:spTgt>
                                        </p:tgtEl>
                                        <p:attrNameLst>
                                          <p:attrName>style.visibility</p:attrName>
                                        </p:attrNameLst>
                                      </p:cBhvr>
                                      <p:to>
                                        <p:strVal val="visible"/>
                                      </p:to>
                                    </p:set>
                                    <p:animEffect transition="in" filter="circle(in)">
                                      <p:cBhvr>
                                        <p:cTn id="10" dur="2000"/>
                                        <p:tgtEl>
                                          <p:spTgt spid="36867">
                                            <p:txEl>
                                              <p:charRg st="39" end="60"/>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6867">
                                            <p:txEl>
                                              <p:charRg st="60" end="82"/>
                                            </p:txEl>
                                          </p:spTgt>
                                        </p:tgtEl>
                                        <p:attrNameLst>
                                          <p:attrName>style.visibility</p:attrName>
                                        </p:attrNameLst>
                                      </p:cBhvr>
                                      <p:to>
                                        <p:strVal val="visible"/>
                                      </p:to>
                                    </p:set>
                                    <p:animEffect transition="in" filter="circle(in)">
                                      <p:cBhvr>
                                        <p:cTn id="13" dur="2000"/>
                                        <p:tgtEl>
                                          <p:spTgt spid="36867">
                                            <p:txEl>
                                              <p:charRg st="60" end="8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6867">
                                            <p:txEl>
                                              <p:charRg st="82" end="98"/>
                                            </p:txEl>
                                          </p:spTgt>
                                        </p:tgtEl>
                                        <p:attrNameLst>
                                          <p:attrName>style.visibility</p:attrName>
                                        </p:attrNameLst>
                                      </p:cBhvr>
                                      <p:to>
                                        <p:strVal val="visible"/>
                                      </p:to>
                                    </p:set>
                                    <p:animEffect transition="in" filter="circle(in)">
                                      <p:cBhvr>
                                        <p:cTn id="16" dur="2000"/>
                                        <p:tgtEl>
                                          <p:spTgt spid="36867">
                                            <p:txEl>
                                              <p:charRg st="82" end="98"/>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6867">
                                            <p:txEl>
                                              <p:charRg st="98" end="112"/>
                                            </p:txEl>
                                          </p:spTgt>
                                        </p:tgtEl>
                                        <p:attrNameLst>
                                          <p:attrName>style.visibility</p:attrName>
                                        </p:attrNameLst>
                                      </p:cBhvr>
                                      <p:to>
                                        <p:strVal val="visible"/>
                                      </p:to>
                                    </p:set>
                                    <p:animEffect transition="in" filter="circle(in)">
                                      <p:cBhvr>
                                        <p:cTn id="19" dur="2000"/>
                                        <p:tgtEl>
                                          <p:spTgt spid="36867">
                                            <p:txEl>
                                              <p:charRg st="98" end="112"/>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6867">
                                            <p:txEl>
                                              <p:charRg st="112" end="126"/>
                                            </p:txEl>
                                          </p:spTgt>
                                        </p:tgtEl>
                                        <p:attrNameLst>
                                          <p:attrName>style.visibility</p:attrName>
                                        </p:attrNameLst>
                                      </p:cBhvr>
                                      <p:to>
                                        <p:strVal val="visible"/>
                                      </p:to>
                                    </p:set>
                                    <p:animEffect transition="in" filter="circle(in)">
                                      <p:cBhvr>
                                        <p:cTn id="22" dur="2000"/>
                                        <p:tgtEl>
                                          <p:spTgt spid="36867">
                                            <p:txEl>
                                              <p:charRg st="112" end="126"/>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6867">
                                            <p:txEl>
                                              <p:charRg st="126" end="141"/>
                                            </p:txEl>
                                          </p:spTgt>
                                        </p:tgtEl>
                                        <p:attrNameLst>
                                          <p:attrName>style.visibility</p:attrName>
                                        </p:attrNameLst>
                                      </p:cBhvr>
                                      <p:to>
                                        <p:strVal val="visible"/>
                                      </p:to>
                                    </p:set>
                                    <p:animEffect transition="in" filter="circle(in)">
                                      <p:cBhvr>
                                        <p:cTn id="25" dur="2000"/>
                                        <p:tgtEl>
                                          <p:spTgt spid="36867">
                                            <p:txEl>
                                              <p:charRg st="126" end="141"/>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36867">
                                            <p:txEl>
                                              <p:charRg st="141" end="156"/>
                                            </p:txEl>
                                          </p:spTgt>
                                        </p:tgtEl>
                                        <p:attrNameLst>
                                          <p:attrName>style.visibility</p:attrName>
                                        </p:attrNameLst>
                                      </p:cBhvr>
                                      <p:to>
                                        <p:strVal val="visible"/>
                                      </p:to>
                                    </p:set>
                                    <p:animEffect transition="in" filter="circle(in)">
                                      <p:cBhvr>
                                        <p:cTn id="28" dur="2000"/>
                                        <p:tgtEl>
                                          <p:spTgt spid="36867">
                                            <p:txEl>
                                              <p:charRg st="141" end="1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内容占位符 2"/>
          <p:cNvSpPr>
            <a:spLocks noGrp="1"/>
          </p:cNvSpPr>
          <p:nvPr>
            <p:ph sz="quarter" idx="13"/>
          </p:nvPr>
        </p:nvSpPr>
        <p:spPr>
          <a:xfrm>
            <a:off x="609600" y="1714500"/>
            <a:ext cx="8177213" cy="47625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．非经营性互联网信息服务备案管理办法</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10</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．互联网</a:t>
            </a: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IP</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地址备案管理办法</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．电子认证服务管理办法</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．互联网电子邮件服务管理办法</a:t>
            </a:r>
            <a:endParaRPr kumimoji="0" lang="en-US"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．中国互联网络信息中心域名争议解决办法</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．互联网网络安全信息通报实施办法</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15</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．木马和僵尸网络监测与处置机制</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16</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．通信网络安全防护管理办法</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17</a:t>
            </a: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．规范互联网信息服务市场秩序若干规定</a:t>
            </a:r>
            <a:endPar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44034"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dirty="0">
              <a:ea typeface="宋体" panose="02010600030101010101" pitchFamily="2" charset="-122"/>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7891">
                                            <p:txEl>
                                              <p:charRg st="0" end="20"/>
                                            </p:txEl>
                                          </p:spTgt>
                                        </p:tgtEl>
                                        <p:attrNameLst>
                                          <p:attrName>style.visibility</p:attrName>
                                        </p:attrNameLst>
                                      </p:cBhvr>
                                      <p:to>
                                        <p:strVal val="visible"/>
                                      </p:to>
                                    </p:set>
                                    <p:animEffect transition="in" filter="circle(in)">
                                      <p:cBhvr>
                                        <p:cTn id="7" dur="2000"/>
                                        <p:tgtEl>
                                          <p:spTgt spid="37891">
                                            <p:txEl>
                                              <p:charRg st="0" end="2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7891">
                                            <p:txEl>
                                              <p:charRg st="20" end="37"/>
                                            </p:txEl>
                                          </p:spTgt>
                                        </p:tgtEl>
                                        <p:attrNameLst>
                                          <p:attrName>style.visibility</p:attrName>
                                        </p:attrNameLst>
                                      </p:cBhvr>
                                      <p:to>
                                        <p:strVal val="visible"/>
                                      </p:to>
                                    </p:set>
                                    <p:animEffect transition="in" filter="circle(in)">
                                      <p:cBhvr>
                                        <p:cTn id="10" dur="2000"/>
                                        <p:tgtEl>
                                          <p:spTgt spid="37891">
                                            <p:txEl>
                                              <p:charRg st="20" end="37"/>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7891">
                                            <p:txEl>
                                              <p:charRg st="37" end="51"/>
                                            </p:txEl>
                                          </p:spTgt>
                                        </p:tgtEl>
                                        <p:attrNameLst>
                                          <p:attrName>style.visibility</p:attrName>
                                        </p:attrNameLst>
                                      </p:cBhvr>
                                      <p:to>
                                        <p:strVal val="visible"/>
                                      </p:to>
                                    </p:set>
                                    <p:animEffect transition="in" filter="circle(in)">
                                      <p:cBhvr>
                                        <p:cTn id="13" dur="2000"/>
                                        <p:tgtEl>
                                          <p:spTgt spid="37891">
                                            <p:txEl>
                                              <p:charRg st="37" end="51"/>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7891">
                                            <p:txEl>
                                              <p:charRg st="51" end="68"/>
                                            </p:txEl>
                                          </p:spTgt>
                                        </p:tgtEl>
                                        <p:attrNameLst>
                                          <p:attrName>style.visibility</p:attrName>
                                        </p:attrNameLst>
                                      </p:cBhvr>
                                      <p:to>
                                        <p:strVal val="visible"/>
                                      </p:to>
                                    </p:set>
                                    <p:animEffect transition="in" filter="circle(in)">
                                      <p:cBhvr>
                                        <p:cTn id="16" dur="2000"/>
                                        <p:tgtEl>
                                          <p:spTgt spid="37891">
                                            <p:txEl>
                                              <p:charRg st="51" end="68"/>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7891">
                                            <p:txEl>
                                              <p:charRg st="68" end="90"/>
                                            </p:txEl>
                                          </p:spTgt>
                                        </p:tgtEl>
                                        <p:attrNameLst>
                                          <p:attrName>style.visibility</p:attrName>
                                        </p:attrNameLst>
                                      </p:cBhvr>
                                      <p:to>
                                        <p:strVal val="visible"/>
                                      </p:to>
                                    </p:set>
                                    <p:animEffect transition="in" filter="circle(in)">
                                      <p:cBhvr>
                                        <p:cTn id="19" dur="2000"/>
                                        <p:tgtEl>
                                          <p:spTgt spid="37891">
                                            <p:txEl>
                                              <p:charRg st="68" end="90"/>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7891">
                                            <p:txEl>
                                              <p:charRg st="90" end="109"/>
                                            </p:txEl>
                                          </p:spTgt>
                                        </p:tgtEl>
                                        <p:attrNameLst>
                                          <p:attrName>style.visibility</p:attrName>
                                        </p:attrNameLst>
                                      </p:cBhvr>
                                      <p:to>
                                        <p:strVal val="visible"/>
                                      </p:to>
                                    </p:set>
                                    <p:animEffect transition="in" filter="circle(in)">
                                      <p:cBhvr>
                                        <p:cTn id="22" dur="2000"/>
                                        <p:tgtEl>
                                          <p:spTgt spid="37891">
                                            <p:txEl>
                                              <p:charRg st="90" end="109"/>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7891">
                                            <p:txEl>
                                              <p:charRg st="109" end="127"/>
                                            </p:txEl>
                                          </p:spTgt>
                                        </p:tgtEl>
                                        <p:attrNameLst>
                                          <p:attrName>style.visibility</p:attrName>
                                        </p:attrNameLst>
                                      </p:cBhvr>
                                      <p:to>
                                        <p:strVal val="visible"/>
                                      </p:to>
                                    </p:set>
                                    <p:animEffect transition="in" filter="circle(in)">
                                      <p:cBhvr>
                                        <p:cTn id="25" dur="2000"/>
                                        <p:tgtEl>
                                          <p:spTgt spid="37891">
                                            <p:txEl>
                                              <p:charRg st="109" end="127"/>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37891">
                                            <p:txEl>
                                              <p:charRg st="127" end="143"/>
                                            </p:txEl>
                                          </p:spTgt>
                                        </p:tgtEl>
                                        <p:attrNameLst>
                                          <p:attrName>style.visibility</p:attrName>
                                        </p:attrNameLst>
                                      </p:cBhvr>
                                      <p:to>
                                        <p:strVal val="visible"/>
                                      </p:to>
                                    </p:set>
                                    <p:animEffect transition="in" filter="circle(in)">
                                      <p:cBhvr>
                                        <p:cTn id="28" dur="2000"/>
                                        <p:tgtEl>
                                          <p:spTgt spid="37891">
                                            <p:txEl>
                                              <p:charRg st="127" end="143"/>
                                            </p:txEl>
                                          </p:spTgt>
                                        </p:tgtEl>
                                      </p:cBhvr>
                                    </p:animEffect>
                                  </p:childTnLst>
                                </p:cTn>
                              </p:par>
                              <p:par>
                                <p:cTn id="29" presetID="6" presetClass="entr" presetSubtype="16" fill="hold" nodeType="withEffect">
                                  <p:stCondLst>
                                    <p:cond delay="0"/>
                                  </p:stCondLst>
                                  <p:childTnLst>
                                    <p:set>
                                      <p:cBhvr>
                                        <p:cTn id="30" dur="1" fill="hold">
                                          <p:stCondLst>
                                            <p:cond delay="0"/>
                                          </p:stCondLst>
                                        </p:cTn>
                                        <p:tgtEl>
                                          <p:spTgt spid="37891">
                                            <p:txEl>
                                              <p:charRg st="143" end="164"/>
                                            </p:txEl>
                                          </p:spTgt>
                                        </p:tgtEl>
                                        <p:attrNameLst>
                                          <p:attrName>style.visibility</p:attrName>
                                        </p:attrNameLst>
                                      </p:cBhvr>
                                      <p:to>
                                        <p:strVal val="visible"/>
                                      </p:to>
                                    </p:set>
                                    <p:animEffect transition="in" filter="circle(in)">
                                      <p:cBhvr>
                                        <p:cTn id="31" dur="2000"/>
                                        <p:tgtEl>
                                          <p:spTgt spid="37891">
                                            <p:txEl>
                                              <p:charRg st="143"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38915" name="内容占位符 2"/>
          <p:cNvSpPr>
            <a:spLocks noGrp="1"/>
          </p:cNvSpPr>
          <p:nvPr>
            <p:ph sz="quarter" idx="13"/>
          </p:nvPr>
        </p:nvSpPr>
        <p:spPr>
          <a:xfrm>
            <a:off x="533400" y="16764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公安部制定的规章和规范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．计算机信息系统安全专用产品检测和销售许可证管理办法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．计算机信息网络国际联网安全保护管理办法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．计算机病毒防治管理办法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．联网单位安全员管理办法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．互联网安全保护技术措施规定</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．信息安全等级保护管理办法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8915">
                                            <p:txEl>
                                              <p:charRg st="12" end="40"/>
                                            </p:txEl>
                                          </p:spTgt>
                                        </p:tgtEl>
                                        <p:attrNameLst>
                                          <p:attrName>style.visibility</p:attrName>
                                        </p:attrNameLst>
                                      </p:cBhvr>
                                      <p:to>
                                        <p:strVal val="visible"/>
                                      </p:to>
                                    </p:set>
                                    <p:animEffect transition="in" filter="wheel(1)">
                                      <p:cBhvr>
                                        <p:cTn id="7" dur="2000"/>
                                        <p:tgtEl>
                                          <p:spTgt spid="38915">
                                            <p:txEl>
                                              <p:charRg st="12" end="4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8915">
                                            <p:txEl>
                                              <p:charRg st="40" end="62"/>
                                            </p:txEl>
                                          </p:spTgt>
                                        </p:tgtEl>
                                        <p:attrNameLst>
                                          <p:attrName>style.visibility</p:attrName>
                                        </p:attrNameLst>
                                      </p:cBhvr>
                                      <p:to>
                                        <p:strVal val="visible"/>
                                      </p:to>
                                    </p:set>
                                    <p:animEffect transition="in" filter="wheel(1)">
                                      <p:cBhvr>
                                        <p:cTn id="10" dur="2000"/>
                                        <p:tgtEl>
                                          <p:spTgt spid="38915">
                                            <p:txEl>
                                              <p:charRg st="40" end="62"/>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38915">
                                            <p:txEl>
                                              <p:charRg st="62" end="76"/>
                                            </p:txEl>
                                          </p:spTgt>
                                        </p:tgtEl>
                                        <p:attrNameLst>
                                          <p:attrName>style.visibility</p:attrName>
                                        </p:attrNameLst>
                                      </p:cBhvr>
                                      <p:to>
                                        <p:strVal val="visible"/>
                                      </p:to>
                                    </p:set>
                                    <p:animEffect transition="in" filter="wheel(1)">
                                      <p:cBhvr>
                                        <p:cTn id="13" dur="2000"/>
                                        <p:tgtEl>
                                          <p:spTgt spid="38915">
                                            <p:txEl>
                                              <p:charRg st="62" end="76"/>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38915">
                                            <p:txEl>
                                              <p:charRg st="76" end="90"/>
                                            </p:txEl>
                                          </p:spTgt>
                                        </p:tgtEl>
                                        <p:attrNameLst>
                                          <p:attrName>style.visibility</p:attrName>
                                        </p:attrNameLst>
                                      </p:cBhvr>
                                      <p:to>
                                        <p:strVal val="visible"/>
                                      </p:to>
                                    </p:set>
                                    <p:animEffect transition="in" filter="wheel(1)">
                                      <p:cBhvr>
                                        <p:cTn id="16" dur="2000"/>
                                        <p:tgtEl>
                                          <p:spTgt spid="38915">
                                            <p:txEl>
                                              <p:charRg st="76" end="90"/>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38915">
                                            <p:txEl>
                                              <p:charRg st="90" end="106"/>
                                            </p:txEl>
                                          </p:spTgt>
                                        </p:tgtEl>
                                        <p:attrNameLst>
                                          <p:attrName>style.visibility</p:attrName>
                                        </p:attrNameLst>
                                      </p:cBhvr>
                                      <p:to>
                                        <p:strVal val="visible"/>
                                      </p:to>
                                    </p:set>
                                    <p:animEffect transition="in" filter="wheel(1)">
                                      <p:cBhvr>
                                        <p:cTn id="19" dur="2000"/>
                                        <p:tgtEl>
                                          <p:spTgt spid="38915">
                                            <p:txEl>
                                              <p:charRg st="90" end="106"/>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38915">
                                            <p:txEl>
                                              <p:charRg st="106" end="121"/>
                                            </p:txEl>
                                          </p:spTgt>
                                        </p:tgtEl>
                                        <p:attrNameLst>
                                          <p:attrName>style.visibility</p:attrName>
                                        </p:attrNameLst>
                                      </p:cBhvr>
                                      <p:to>
                                        <p:strVal val="visible"/>
                                      </p:to>
                                    </p:set>
                                    <p:animEffect transition="in" filter="wheel(1)">
                                      <p:cBhvr>
                                        <p:cTn id="22" dur="2000"/>
                                        <p:tgtEl>
                                          <p:spTgt spid="38915">
                                            <p:txEl>
                                              <p:charRg st="106" end="1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39939"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商务部制定的规章和规范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．商业特许经营备案管理办法</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发布单位：中华人民共和国商务部</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发布文号：中华人民共和国商务部令</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2011-12-12</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2012-02-01</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7</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日商务部第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56</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次部务会议审议通过）</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9939">
                                            <p:txEl>
                                              <p:charRg st="12" end="27"/>
                                            </p:txEl>
                                          </p:spTgt>
                                        </p:tgtEl>
                                        <p:attrNameLst>
                                          <p:attrName>style.visibility</p:attrName>
                                        </p:attrNameLst>
                                      </p:cBhvr>
                                      <p:to>
                                        <p:strVal val="visible"/>
                                      </p:to>
                                    </p:set>
                                    <p:animEffect transition="in" filter="circle(in)">
                                      <p:cBhvr>
                                        <p:cTn id="7" dur="2000"/>
                                        <p:tgtEl>
                                          <p:spTgt spid="39939">
                                            <p:txEl>
                                              <p:charRg st="12" end="27"/>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9939">
                                            <p:txEl>
                                              <p:charRg st="27" end="43"/>
                                            </p:txEl>
                                          </p:spTgt>
                                        </p:tgtEl>
                                        <p:attrNameLst>
                                          <p:attrName>style.visibility</p:attrName>
                                        </p:attrNameLst>
                                      </p:cBhvr>
                                      <p:to>
                                        <p:strVal val="visible"/>
                                      </p:to>
                                    </p:set>
                                    <p:animEffect transition="in" filter="circle(in)">
                                      <p:cBhvr>
                                        <p:cTn id="10" dur="2000"/>
                                        <p:tgtEl>
                                          <p:spTgt spid="39939">
                                            <p:txEl>
                                              <p:charRg st="27" end="43"/>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9939">
                                            <p:txEl>
                                              <p:charRg st="43" end="68"/>
                                            </p:txEl>
                                          </p:spTgt>
                                        </p:tgtEl>
                                        <p:attrNameLst>
                                          <p:attrName>style.visibility</p:attrName>
                                        </p:attrNameLst>
                                      </p:cBhvr>
                                      <p:to>
                                        <p:strVal val="visible"/>
                                      </p:to>
                                    </p:set>
                                    <p:animEffect transition="in" filter="circle(in)">
                                      <p:cBhvr>
                                        <p:cTn id="13" dur="2000"/>
                                        <p:tgtEl>
                                          <p:spTgt spid="39939">
                                            <p:txEl>
                                              <p:charRg st="43" end="68"/>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9939">
                                            <p:txEl>
                                              <p:charRg st="68" end="84"/>
                                            </p:txEl>
                                          </p:spTgt>
                                        </p:tgtEl>
                                        <p:attrNameLst>
                                          <p:attrName>style.visibility</p:attrName>
                                        </p:attrNameLst>
                                      </p:cBhvr>
                                      <p:to>
                                        <p:strVal val="visible"/>
                                      </p:to>
                                    </p:set>
                                    <p:animEffect transition="in" filter="circle(in)">
                                      <p:cBhvr>
                                        <p:cTn id="16" dur="2000"/>
                                        <p:tgtEl>
                                          <p:spTgt spid="39939">
                                            <p:txEl>
                                              <p:charRg st="68" end="84"/>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9939">
                                            <p:txEl>
                                              <p:charRg st="84" end="100"/>
                                            </p:txEl>
                                          </p:spTgt>
                                        </p:tgtEl>
                                        <p:attrNameLst>
                                          <p:attrName>style.visibility</p:attrName>
                                        </p:attrNameLst>
                                      </p:cBhvr>
                                      <p:to>
                                        <p:strVal val="visible"/>
                                      </p:to>
                                    </p:set>
                                    <p:animEffect transition="in" filter="circle(in)">
                                      <p:cBhvr>
                                        <p:cTn id="19" dur="2000"/>
                                        <p:tgtEl>
                                          <p:spTgt spid="39939">
                                            <p:txEl>
                                              <p:charRg st="84" end="100"/>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9939">
                                            <p:txEl>
                                              <p:charRg st="100" end="128"/>
                                            </p:txEl>
                                          </p:spTgt>
                                        </p:tgtEl>
                                        <p:attrNameLst>
                                          <p:attrName>style.visibility</p:attrName>
                                        </p:attrNameLst>
                                      </p:cBhvr>
                                      <p:to>
                                        <p:strVal val="visible"/>
                                      </p:to>
                                    </p:set>
                                    <p:animEffect transition="in" filter="circle(in)">
                                      <p:cBhvr>
                                        <p:cTn id="22" dur="2000"/>
                                        <p:tgtEl>
                                          <p:spTgt spid="39939">
                                            <p:txEl>
                                              <p:charRg st="100" end="1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1"/>
          <p:cNvSpPr>
            <a:spLocks noGrp="1"/>
          </p:cNvSpPr>
          <p:nvPr>
            <p:ph type="title"/>
          </p:nvPr>
        </p:nvSpPr>
        <p:spPr>
          <a:xfrm>
            <a:off x="762000" y="381000"/>
            <a:ext cx="7010400" cy="563563"/>
          </a:xfrm>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40963"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文化部制定的规章和规范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．互联网文化管理暂行规定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发布单位：中华人民共和国文化部</a:t>
            </a:r>
            <a:endPar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发布文号：中华人民共和国文化部令第</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51</a:t>
            </a: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2011-02-11</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2011-04-01</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63">
                                            <p:txEl>
                                              <p:charRg st="12" end="26"/>
                                            </p:txEl>
                                          </p:spTgt>
                                        </p:tgtEl>
                                        <p:attrNameLst>
                                          <p:attrName>style.visibility</p:attrName>
                                        </p:attrNameLst>
                                      </p:cBhvr>
                                      <p:to>
                                        <p:strVal val="visible"/>
                                      </p:to>
                                    </p:set>
                                    <p:animEffect transition="in" filter="fade">
                                      <p:cBhvr>
                                        <p:cTn id="7" dur="1000"/>
                                        <p:tgtEl>
                                          <p:spTgt spid="40963">
                                            <p:txEl>
                                              <p:charRg st="12" end="26"/>
                                            </p:txEl>
                                          </p:spTgt>
                                        </p:tgtEl>
                                      </p:cBhvr>
                                    </p:animEffect>
                                    <p:anim calcmode="lin" valueType="num">
                                      <p:cBhvr>
                                        <p:cTn id="8" dur="1000" fill="hold"/>
                                        <p:tgtEl>
                                          <p:spTgt spid="40963">
                                            <p:txEl>
                                              <p:charRg st="12" end="26"/>
                                            </p:txEl>
                                          </p:spTgt>
                                        </p:tgtEl>
                                        <p:attrNameLst>
                                          <p:attrName>ppt_x</p:attrName>
                                        </p:attrNameLst>
                                      </p:cBhvr>
                                      <p:tavLst>
                                        <p:tav tm="0">
                                          <p:val>
                                            <p:strVal val="#ppt_x"/>
                                          </p:val>
                                        </p:tav>
                                        <p:tav tm="100000">
                                          <p:val>
                                            <p:strVal val="#ppt_x"/>
                                          </p:val>
                                        </p:tav>
                                      </p:tavLst>
                                    </p:anim>
                                    <p:anim calcmode="lin" valueType="num">
                                      <p:cBhvr>
                                        <p:cTn id="9" dur="1000" fill="hold"/>
                                        <p:tgtEl>
                                          <p:spTgt spid="40963">
                                            <p:txEl>
                                              <p:charRg st="12" end="2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0963">
                                            <p:txEl>
                                              <p:charRg st="26" end="42"/>
                                            </p:txEl>
                                          </p:spTgt>
                                        </p:tgtEl>
                                        <p:attrNameLst>
                                          <p:attrName>style.visibility</p:attrName>
                                        </p:attrNameLst>
                                      </p:cBhvr>
                                      <p:to>
                                        <p:strVal val="visible"/>
                                      </p:to>
                                    </p:set>
                                    <p:animEffect transition="in" filter="fade">
                                      <p:cBhvr>
                                        <p:cTn id="12" dur="1000"/>
                                        <p:tgtEl>
                                          <p:spTgt spid="40963">
                                            <p:txEl>
                                              <p:charRg st="26" end="42"/>
                                            </p:txEl>
                                          </p:spTgt>
                                        </p:tgtEl>
                                      </p:cBhvr>
                                    </p:animEffect>
                                    <p:anim calcmode="lin" valueType="num">
                                      <p:cBhvr>
                                        <p:cTn id="13" dur="1000" fill="hold"/>
                                        <p:tgtEl>
                                          <p:spTgt spid="40963">
                                            <p:txEl>
                                              <p:charRg st="26" end="42"/>
                                            </p:txEl>
                                          </p:spTgt>
                                        </p:tgtEl>
                                        <p:attrNameLst>
                                          <p:attrName>ppt_x</p:attrName>
                                        </p:attrNameLst>
                                      </p:cBhvr>
                                      <p:tavLst>
                                        <p:tav tm="0">
                                          <p:val>
                                            <p:strVal val="#ppt_x"/>
                                          </p:val>
                                        </p:tav>
                                        <p:tav tm="100000">
                                          <p:val>
                                            <p:strVal val="#ppt_x"/>
                                          </p:val>
                                        </p:tav>
                                      </p:tavLst>
                                    </p:anim>
                                    <p:anim calcmode="lin" valueType="num">
                                      <p:cBhvr>
                                        <p:cTn id="14" dur="1000" fill="hold"/>
                                        <p:tgtEl>
                                          <p:spTgt spid="40963">
                                            <p:txEl>
                                              <p:charRg st="26" end="4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0963">
                                            <p:txEl>
                                              <p:charRg st="42" end="63"/>
                                            </p:txEl>
                                          </p:spTgt>
                                        </p:tgtEl>
                                        <p:attrNameLst>
                                          <p:attrName>style.visibility</p:attrName>
                                        </p:attrNameLst>
                                      </p:cBhvr>
                                      <p:to>
                                        <p:strVal val="visible"/>
                                      </p:to>
                                    </p:set>
                                    <p:animEffect transition="in" filter="fade">
                                      <p:cBhvr>
                                        <p:cTn id="17" dur="1000"/>
                                        <p:tgtEl>
                                          <p:spTgt spid="40963">
                                            <p:txEl>
                                              <p:charRg st="42" end="63"/>
                                            </p:txEl>
                                          </p:spTgt>
                                        </p:tgtEl>
                                      </p:cBhvr>
                                    </p:animEffect>
                                    <p:anim calcmode="lin" valueType="num">
                                      <p:cBhvr>
                                        <p:cTn id="18" dur="1000" fill="hold"/>
                                        <p:tgtEl>
                                          <p:spTgt spid="40963">
                                            <p:txEl>
                                              <p:charRg st="42" end="63"/>
                                            </p:txEl>
                                          </p:spTgt>
                                        </p:tgtEl>
                                        <p:attrNameLst>
                                          <p:attrName>ppt_x</p:attrName>
                                        </p:attrNameLst>
                                      </p:cBhvr>
                                      <p:tavLst>
                                        <p:tav tm="0">
                                          <p:val>
                                            <p:strVal val="#ppt_x"/>
                                          </p:val>
                                        </p:tav>
                                        <p:tav tm="100000">
                                          <p:val>
                                            <p:strVal val="#ppt_x"/>
                                          </p:val>
                                        </p:tav>
                                      </p:tavLst>
                                    </p:anim>
                                    <p:anim calcmode="lin" valueType="num">
                                      <p:cBhvr>
                                        <p:cTn id="19" dur="1000" fill="hold"/>
                                        <p:tgtEl>
                                          <p:spTgt spid="40963">
                                            <p:txEl>
                                              <p:charRg st="42" end="6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0963">
                                            <p:txEl>
                                              <p:charRg st="63" end="79"/>
                                            </p:txEl>
                                          </p:spTgt>
                                        </p:tgtEl>
                                        <p:attrNameLst>
                                          <p:attrName>style.visibility</p:attrName>
                                        </p:attrNameLst>
                                      </p:cBhvr>
                                      <p:to>
                                        <p:strVal val="visible"/>
                                      </p:to>
                                    </p:set>
                                    <p:animEffect transition="in" filter="fade">
                                      <p:cBhvr>
                                        <p:cTn id="22" dur="1000"/>
                                        <p:tgtEl>
                                          <p:spTgt spid="40963">
                                            <p:txEl>
                                              <p:charRg st="63" end="79"/>
                                            </p:txEl>
                                          </p:spTgt>
                                        </p:tgtEl>
                                      </p:cBhvr>
                                    </p:animEffect>
                                    <p:anim calcmode="lin" valueType="num">
                                      <p:cBhvr>
                                        <p:cTn id="23" dur="1000" fill="hold"/>
                                        <p:tgtEl>
                                          <p:spTgt spid="40963">
                                            <p:txEl>
                                              <p:charRg st="63" end="79"/>
                                            </p:txEl>
                                          </p:spTgt>
                                        </p:tgtEl>
                                        <p:attrNameLst>
                                          <p:attrName>ppt_x</p:attrName>
                                        </p:attrNameLst>
                                      </p:cBhvr>
                                      <p:tavLst>
                                        <p:tav tm="0">
                                          <p:val>
                                            <p:strVal val="#ppt_x"/>
                                          </p:val>
                                        </p:tav>
                                        <p:tav tm="100000">
                                          <p:val>
                                            <p:strVal val="#ppt_x"/>
                                          </p:val>
                                        </p:tav>
                                      </p:tavLst>
                                    </p:anim>
                                    <p:anim calcmode="lin" valueType="num">
                                      <p:cBhvr>
                                        <p:cTn id="24" dur="1000" fill="hold"/>
                                        <p:tgtEl>
                                          <p:spTgt spid="40963">
                                            <p:txEl>
                                              <p:charRg st="63" end="79"/>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0963">
                                            <p:txEl>
                                              <p:charRg st="79" end="95"/>
                                            </p:txEl>
                                          </p:spTgt>
                                        </p:tgtEl>
                                        <p:attrNameLst>
                                          <p:attrName>style.visibility</p:attrName>
                                        </p:attrNameLst>
                                      </p:cBhvr>
                                      <p:to>
                                        <p:strVal val="visible"/>
                                      </p:to>
                                    </p:set>
                                    <p:animEffect transition="in" filter="fade">
                                      <p:cBhvr>
                                        <p:cTn id="27" dur="1000"/>
                                        <p:tgtEl>
                                          <p:spTgt spid="40963">
                                            <p:txEl>
                                              <p:charRg st="79" end="95"/>
                                            </p:txEl>
                                          </p:spTgt>
                                        </p:tgtEl>
                                      </p:cBhvr>
                                    </p:animEffect>
                                    <p:anim calcmode="lin" valueType="num">
                                      <p:cBhvr>
                                        <p:cTn id="28" dur="1000" fill="hold"/>
                                        <p:tgtEl>
                                          <p:spTgt spid="40963">
                                            <p:txEl>
                                              <p:charRg st="79" end="95"/>
                                            </p:txEl>
                                          </p:spTgt>
                                        </p:tgtEl>
                                        <p:attrNameLst>
                                          <p:attrName>ppt_x</p:attrName>
                                        </p:attrNameLst>
                                      </p:cBhvr>
                                      <p:tavLst>
                                        <p:tav tm="0">
                                          <p:val>
                                            <p:strVal val="#ppt_x"/>
                                          </p:val>
                                        </p:tav>
                                        <p:tav tm="100000">
                                          <p:val>
                                            <p:strVal val="#ppt_x"/>
                                          </p:val>
                                        </p:tav>
                                      </p:tavLst>
                                    </p:anim>
                                    <p:anim calcmode="lin" valueType="num">
                                      <p:cBhvr>
                                        <p:cTn id="29" dur="1000" fill="hold"/>
                                        <p:tgtEl>
                                          <p:spTgt spid="40963">
                                            <p:txEl>
                                              <p:charRg st="79" end="9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41987" name="内容占位符 2"/>
          <p:cNvSpPr>
            <a:spLocks noGrp="1"/>
          </p:cNvSpPr>
          <p:nvPr>
            <p:ph sz="quarter" idx="13"/>
          </p:nvPr>
        </p:nvSpPr>
        <p:spPr>
          <a:xfrm>
            <a:off x="571500" y="1371600"/>
            <a:ext cx="8215313" cy="51435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人民银行制定的规章和规范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．个人信用信息基础数据库管理暂行办法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发布单位：中国人民银行</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发布文号：中国人民银行令</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2005-08-18</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2005-10-01</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．金融机构客户身份识别和客户身份资料及交易记录保存管理办法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发布单位：中国人民银行</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发布文号：中国人民银行令</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第</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2007-06-21</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2007-08-01</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987">
                                            <p:txEl>
                                              <p:charRg st="13" end="33"/>
                                            </p:txEl>
                                          </p:spTgt>
                                        </p:tgtEl>
                                        <p:attrNameLst>
                                          <p:attrName>style.visibility</p:attrName>
                                        </p:attrNameLst>
                                      </p:cBhvr>
                                      <p:to>
                                        <p:strVal val="visible"/>
                                      </p:to>
                                    </p:set>
                                    <p:animEffect transition="in" filter="wipe(down)">
                                      <p:cBhvr>
                                        <p:cTn id="7" dur="500"/>
                                        <p:tgtEl>
                                          <p:spTgt spid="41987">
                                            <p:txEl>
                                              <p:charRg st="13" end="3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1987">
                                            <p:txEl>
                                              <p:charRg st="33" end="45"/>
                                            </p:txEl>
                                          </p:spTgt>
                                        </p:tgtEl>
                                        <p:attrNameLst>
                                          <p:attrName>style.visibility</p:attrName>
                                        </p:attrNameLst>
                                      </p:cBhvr>
                                      <p:to>
                                        <p:strVal val="visible"/>
                                      </p:to>
                                    </p:set>
                                    <p:animEffect transition="in" filter="wipe(down)">
                                      <p:cBhvr>
                                        <p:cTn id="10" dur="500"/>
                                        <p:tgtEl>
                                          <p:spTgt spid="41987">
                                            <p:txEl>
                                              <p:charRg st="33" end="4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1987">
                                            <p:txEl>
                                              <p:charRg st="45" end="67"/>
                                            </p:txEl>
                                          </p:spTgt>
                                        </p:tgtEl>
                                        <p:attrNameLst>
                                          <p:attrName>style.visibility</p:attrName>
                                        </p:attrNameLst>
                                      </p:cBhvr>
                                      <p:to>
                                        <p:strVal val="visible"/>
                                      </p:to>
                                    </p:set>
                                    <p:animEffect transition="in" filter="wipe(down)">
                                      <p:cBhvr>
                                        <p:cTn id="13" dur="500"/>
                                        <p:tgtEl>
                                          <p:spTgt spid="41987">
                                            <p:txEl>
                                              <p:charRg st="45" end="6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1987">
                                            <p:txEl>
                                              <p:charRg st="67" end="83"/>
                                            </p:txEl>
                                          </p:spTgt>
                                        </p:tgtEl>
                                        <p:attrNameLst>
                                          <p:attrName>style.visibility</p:attrName>
                                        </p:attrNameLst>
                                      </p:cBhvr>
                                      <p:to>
                                        <p:strVal val="visible"/>
                                      </p:to>
                                    </p:set>
                                    <p:animEffect transition="in" filter="wipe(down)">
                                      <p:cBhvr>
                                        <p:cTn id="16" dur="500"/>
                                        <p:tgtEl>
                                          <p:spTgt spid="41987">
                                            <p:txEl>
                                              <p:charRg st="67" end="8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41987">
                                            <p:txEl>
                                              <p:charRg st="83" end="99"/>
                                            </p:txEl>
                                          </p:spTgt>
                                        </p:tgtEl>
                                        <p:attrNameLst>
                                          <p:attrName>style.visibility</p:attrName>
                                        </p:attrNameLst>
                                      </p:cBhvr>
                                      <p:to>
                                        <p:strVal val="visible"/>
                                      </p:to>
                                    </p:set>
                                    <p:animEffect transition="in" filter="wipe(down)">
                                      <p:cBhvr>
                                        <p:cTn id="19" dur="500"/>
                                        <p:tgtEl>
                                          <p:spTgt spid="41987">
                                            <p:txEl>
                                              <p:charRg st="83" end="9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1987">
                                            <p:txEl>
                                              <p:charRg st="99" end="130"/>
                                            </p:txEl>
                                          </p:spTgt>
                                        </p:tgtEl>
                                        <p:attrNameLst>
                                          <p:attrName>style.visibility</p:attrName>
                                        </p:attrNameLst>
                                      </p:cBhvr>
                                      <p:to>
                                        <p:strVal val="visible"/>
                                      </p:to>
                                    </p:set>
                                    <p:animEffect transition="in" filter="fade">
                                      <p:cBhvr>
                                        <p:cTn id="24" dur="1000"/>
                                        <p:tgtEl>
                                          <p:spTgt spid="41987">
                                            <p:txEl>
                                              <p:charRg st="99" end="130"/>
                                            </p:txEl>
                                          </p:spTgt>
                                        </p:tgtEl>
                                      </p:cBhvr>
                                    </p:animEffect>
                                    <p:anim calcmode="lin" valueType="num">
                                      <p:cBhvr>
                                        <p:cTn id="25" dur="1000" fill="hold"/>
                                        <p:tgtEl>
                                          <p:spTgt spid="41987">
                                            <p:txEl>
                                              <p:charRg st="99" end="130"/>
                                            </p:txEl>
                                          </p:spTgt>
                                        </p:tgtEl>
                                        <p:attrNameLst>
                                          <p:attrName>ppt_x</p:attrName>
                                        </p:attrNameLst>
                                      </p:cBhvr>
                                      <p:tavLst>
                                        <p:tav tm="0">
                                          <p:val>
                                            <p:strVal val="#ppt_x"/>
                                          </p:val>
                                        </p:tav>
                                        <p:tav tm="100000">
                                          <p:val>
                                            <p:strVal val="#ppt_x"/>
                                          </p:val>
                                        </p:tav>
                                      </p:tavLst>
                                    </p:anim>
                                    <p:anim calcmode="lin" valueType="num">
                                      <p:cBhvr>
                                        <p:cTn id="26" dur="1000" fill="hold"/>
                                        <p:tgtEl>
                                          <p:spTgt spid="41987">
                                            <p:txEl>
                                              <p:charRg st="99" end="130"/>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41987">
                                            <p:txEl>
                                              <p:charRg st="130" end="142"/>
                                            </p:txEl>
                                          </p:spTgt>
                                        </p:tgtEl>
                                        <p:attrNameLst>
                                          <p:attrName>style.visibility</p:attrName>
                                        </p:attrNameLst>
                                      </p:cBhvr>
                                      <p:to>
                                        <p:strVal val="visible"/>
                                      </p:to>
                                    </p:set>
                                    <p:animEffect transition="in" filter="fade">
                                      <p:cBhvr>
                                        <p:cTn id="29" dur="1000"/>
                                        <p:tgtEl>
                                          <p:spTgt spid="41987">
                                            <p:txEl>
                                              <p:charRg st="130" end="142"/>
                                            </p:txEl>
                                          </p:spTgt>
                                        </p:tgtEl>
                                      </p:cBhvr>
                                    </p:animEffect>
                                    <p:anim calcmode="lin" valueType="num">
                                      <p:cBhvr>
                                        <p:cTn id="30" dur="1000" fill="hold"/>
                                        <p:tgtEl>
                                          <p:spTgt spid="41987">
                                            <p:txEl>
                                              <p:charRg st="130" end="142"/>
                                            </p:txEl>
                                          </p:spTgt>
                                        </p:tgtEl>
                                        <p:attrNameLst>
                                          <p:attrName>ppt_x</p:attrName>
                                        </p:attrNameLst>
                                      </p:cBhvr>
                                      <p:tavLst>
                                        <p:tav tm="0">
                                          <p:val>
                                            <p:strVal val="#ppt_x"/>
                                          </p:val>
                                        </p:tav>
                                        <p:tav tm="100000">
                                          <p:val>
                                            <p:strVal val="#ppt_x"/>
                                          </p:val>
                                        </p:tav>
                                      </p:tavLst>
                                    </p:anim>
                                    <p:anim calcmode="lin" valueType="num">
                                      <p:cBhvr>
                                        <p:cTn id="31" dur="1000" fill="hold"/>
                                        <p:tgtEl>
                                          <p:spTgt spid="41987">
                                            <p:txEl>
                                              <p:charRg st="130" end="14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1987">
                                            <p:txEl>
                                              <p:charRg st="142" end="164"/>
                                            </p:txEl>
                                          </p:spTgt>
                                        </p:tgtEl>
                                        <p:attrNameLst>
                                          <p:attrName>style.visibility</p:attrName>
                                        </p:attrNameLst>
                                      </p:cBhvr>
                                      <p:to>
                                        <p:strVal val="visible"/>
                                      </p:to>
                                    </p:set>
                                    <p:animEffect transition="in" filter="fade">
                                      <p:cBhvr>
                                        <p:cTn id="34" dur="1000"/>
                                        <p:tgtEl>
                                          <p:spTgt spid="41987">
                                            <p:txEl>
                                              <p:charRg st="142" end="164"/>
                                            </p:txEl>
                                          </p:spTgt>
                                        </p:tgtEl>
                                      </p:cBhvr>
                                    </p:animEffect>
                                    <p:anim calcmode="lin" valueType="num">
                                      <p:cBhvr>
                                        <p:cTn id="35" dur="1000" fill="hold"/>
                                        <p:tgtEl>
                                          <p:spTgt spid="41987">
                                            <p:txEl>
                                              <p:charRg st="142" end="164"/>
                                            </p:txEl>
                                          </p:spTgt>
                                        </p:tgtEl>
                                        <p:attrNameLst>
                                          <p:attrName>ppt_x</p:attrName>
                                        </p:attrNameLst>
                                      </p:cBhvr>
                                      <p:tavLst>
                                        <p:tav tm="0">
                                          <p:val>
                                            <p:strVal val="#ppt_x"/>
                                          </p:val>
                                        </p:tav>
                                        <p:tav tm="100000">
                                          <p:val>
                                            <p:strVal val="#ppt_x"/>
                                          </p:val>
                                        </p:tav>
                                      </p:tavLst>
                                    </p:anim>
                                    <p:anim calcmode="lin" valueType="num">
                                      <p:cBhvr>
                                        <p:cTn id="36" dur="1000" fill="hold"/>
                                        <p:tgtEl>
                                          <p:spTgt spid="41987">
                                            <p:txEl>
                                              <p:charRg st="142" end="16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1987">
                                            <p:txEl>
                                              <p:charRg st="164" end="180"/>
                                            </p:txEl>
                                          </p:spTgt>
                                        </p:tgtEl>
                                        <p:attrNameLst>
                                          <p:attrName>style.visibility</p:attrName>
                                        </p:attrNameLst>
                                      </p:cBhvr>
                                      <p:to>
                                        <p:strVal val="visible"/>
                                      </p:to>
                                    </p:set>
                                    <p:animEffect transition="in" filter="fade">
                                      <p:cBhvr>
                                        <p:cTn id="39" dur="1000"/>
                                        <p:tgtEl>
                                          <p:spTgt spid="41987">
                                            <p:txEl>
                                              <p:charRg st="164" end="180"/>
                                            </p:txEl>
                                          </p:spTgt>
                                        </p:tgtEl>
                                      </p:cBhvr>
                                    </p:animEffect>
                                    <p:anim calcmode="lin" valueType="num">
                                      <p:cBhvr>
                                        <p:cTn id="40" dur="1000" fill="hold"/>
                                        <p:tgtEl>
                                          <p:spTgt spid="41987">
                                            <p:txEl>
                                              <p:charRg st="164" end="180"/>
                                            </p:txEl>
                                          </p:spTgt>
                                        </p:tgtEl>
                                        <p:attrNameLst>
                                          <p:attrName>ppt_x</p:attrName>
                                        </p:attrNameLst>
                                      </p:cBhvr>
                                      <p:tavLst>
                                        <p:tav tm="0">
                                          <p:val>
                                            <p:strVal val="#ppt_x"/>
                                          </p:val>
                                        </p:tav>
                                        <p:tav tm="100000">
                                          <p:val>
                                            <p:strVal val="#ppt_x"/>
                                          </p:val>
                                        </p:tav>
                                      </p:tavLst>
                                    </p:anim>
                                    <p:anim calcmode="lin" valueType="num">
                                      <p:cBhvr>
                                        <p:cTn id="41" dur="1000" fill="hold"/>
                                        <p:tgtEl>
                                          <p:spTgt spid="41987">
                                            <p:txEl>
                                              <p:charRg st="164" end="18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1987">
                                            <p:txEl>
                                              <p:charRg st="180" end="196"/>
                                            </p:txEl>
                                          </p:spTgt>
                                        </p:tgtEl>
                                        <p:attrNameLst>
                                          <p:attrName>style.visibility</p:attrName>
                                        </p:attrNameLst>
                                      </p:cBhvr>
                                      <p:to>
                                        <p:strVal val="visible"/>
                                      </p:to>
                                    </p:set>
                                    <p:animEffect transition="in" filter="fade">
                                      <p:cBhvr>
                                        <p:cTn id="44" dur="1000"/>
                                        <p:tgtEl>
                                          <p:spTgt spid="41987">
                                            <p:txEl>
                                              <p:charRg st="180" end="196"/>
                                            </p:txEl>
                                          </p:spTgt>
                                        </p:tgtEl>
                                      </p:cBhvr>
                                    </p:animEffect>
                                    <p:anim calcmode="lin" valueType="num">
                                      <p:cBhvr>
                                        <p:cTn id="45" dur="1000" fill="hold"/>
                                        <p:tgtEl>
                                          <p:spTgt spid="41987">
                                            <p:txEl>
                                              <p:charRg st="180" end="196"/>
                                            </p:txEl>
                                          </p:spTgt>
                                        </p:tgtEl>
                                        <p:attrNameLst>
                                          <p:attrName>ppt_x</p:attrName>
                                        </p:attrNameLst>
                                      </p:cBhvr>
                                      <p:tavLst>
                                        <p:tav tm="0">
                                          <p:val>
                                            <p:strVal val="#ppt_x"/>
                                          </p:val>
                                        </p:tav>
                                        <p:tav tm="100000">
                                          <p:val>
                                            <p:strVal val="#ppt_x"/>
                                          </p:val>
                                        </p:tav>
                                      </p:tavLst>
                                    </p:anim>
                                    <p:anim calcmode="lin" valueType="num">
                                      <p:cBhvr>
                                        <p:cTn id="46" dur="1000" fill="hold"/>
                                        <p:tgtEl>
                                          <p:spTgt spid="41987">
                                            <p:txEl>
                                              <p:charRg st="180" end="19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43011"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审计署制定的规章和规范</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．审计机关封存资料资产规定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发布单位：中华人民共和国审计署</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发布文号：中华人民共和国审计署令第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2010-12-28</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2011-02-01</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3011">
                                            <p:txEl>
                                              <p:charRg st="12" end="27"/>
                                            </p:txEl>
                                          </p:spTgt>
                                        </p:tgtEl>
                                        <p:attrNameLst>
                                          <p:attrName>style.visibility</p:attrName>
                                        </p:attrNameLst>
                                      </p:cBhvr>
                                      <p:to>
                                        <p:strVal val="visible"/>
                                      </p:to>
                                    </p:set>
                                    <p:animEffect transition="in" filter="barn(inVertical)">
                                      <p:cBhvr>
                                        <p:cTn id="7" dur="500"/>
                                        <p:tgtEl>
                                          <p:spTgt spid="43011">
                                            <p:txEl>
                                              <p:charRg st="12" end="27"/>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3011">
                                            <p:txEl>
                                              <p:charRg st="27" end="43"/>
                                            </p:txEl>
                                          </p:spTgt>
                                        </p:tgtEl>
                                        <p:attrNameLst>
                                          <p:attrName>style.visibility</p:attrName>
                                        </p:attrNameLst>
                                      </p:cBhvr>
                                      <p:to>
                                        <p:strVal val="visible"/>
                                      </p:to>
                                    </p:set>
                                    <p:animEffect transition="in" filter="barn(inVertical)">
                                      <p:cBhvr>
                                        <p:cTn id="10" dur="500"/>
                                        <p:tgtEl>
                                          <p:spTgt spid="43011">
                                            <p:txEl>
                                              <p:charRg st="27" end="4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3011">
                                            <p:txEl>
                                              <p:charRg st="43" end="63"/>
                                            </p:txEl>
                                          </p:spTgt>
                                        </p:tgtEl>
                                        <p:attrNameLst>
                                          <p:attrName>style.visibility</p:attrName>
                                        </p:attrNameLst>
                                      </p:cBhvr>
                                      <p:to>
                                        <p:strVal val="visible"/>
                                      </p:to>
                                    </p:set>
                                    <p:animEffect transition="in" filter="barn(inVertical)">
                                      <p:cBhvr>
                                        <p:cTn id="13" dur="500"/>
                                        <p:tgtEl>
                                          <p:spTgt spid="43011">
                                            <p:txEl>
                                              <p:charRg st="43" end="6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3011">
                                            <p:txEl>
                                              <p:charRg st="63" end="79"/>
                                            </p:txEl>
                                          </p:spTgt>
                                        </p:tgtEl>
                                        <p:attrNameLst>
                                          <p:attrName>style.visibility</p:attrName>
                                        </p:attrNameLst>
                                      </p:cBhvr>
                                      <p:to>
                                        <p:strVal val="visible"/>
                                      </p:to>
                                    </p:set>
                                    <p:animEffect transition="in" filter="barn(inVertical)">
                                      <p:cBhvr>
                                        <p:cTn id="16" dur="500"/>
                                        <p:tgtEl>
                                          <p:spTgt spid="43011">
                                            <p:txEl>
                                              <p:charRg st="63" end="79"/>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3011">
                                            <p:txEl>
                                              <p:charRg st="79" end="95"/>
                                            </p:txEl>
                                          </p:spTgt>
                                        </p:tgtEl>
                                        <p:attrNameLst>
                                          <p:attrName>style.visibility</p:attrName>
                                        </p:attrNameLst>
                                      </p:cBhvr>
                                      <p:to>
                                        <p:strVal val="visible"/>
                                      </p:to>
                                    </p:set>
                                    <p:animEffect transition="in" filter="barn(inVertical)">
                                      <p:cBhvr>
                                        <p:cTn id="19" dur="500"/>
                                        <p:tgtEl>
                                          <p:spTgt spid="43011">
                                            <p:txEl>
                                              <p:charRg st="79"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800" b="1" dirty="0">
              <a:ea typeface="宋体" panose="02010600030101010101" pitchFamily="2" charset="-122"/>
            </a:endParaRPr>
          </a:p>
        </p:txBody>
      </p:sp>
      <p:sp>
        <p:nvSpPr>
          <p:cNvPr id="44035" name="内容占位符 2"/>
          <p:cNvSpPr>
            <a:spLocks noGrp="1"/>
          </p:cNvSpPr>
          <p:nvPr>
            <p:ph sz="quarter" idx="13"/>
          </p:nvPr>
        </p:nvSpPr>
        <p:spPr>
          <a:xfrm>
            <a:off x="381000" y="1600200"/>
            <a:ext cx="8610600" cy="47688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3600" b="1" i="0" u="none" strike="noStrike" kern="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n-cs"/>
              </a:rPr>
              <a:t>国务院直属</a:t>
            </a:r>
            <a:r>
              <a:rPr kumimoji="0" lang="zh-CN" altLang="en-US" sz="36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特设机构</a:t>
            </a:r>
            <a:r>
              <a:rPr kumimoji="0" lang="zh-CN" altLang="en-US" sz="3600" b="1" i="0" u="none" strike="noStrike" kern="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n-cs"/>
              </a:rPr>
              <a:t>制定的规章和规范</a:t>
            </a:r>
            <a:endParaRPr kumimoji="0" lang="en-US" altLang="zh-CN" sz="3600" b="1" i="0" u="none" strike="noStrike" kern="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ü"/>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国有资产监督管理委员会制定的规章和规范</a:t>
            </a:r>
            <a:endParaRPr kumimoji="0" lang="en-US"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．中央企业商业秘密保护暂行规定</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发布单位：国务院国有资产监督管理委员会</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发布文号：国资发</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[2010]41</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2010-03-25</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2010-03-25</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4035">
                                            <p:txEl>
                                              <p:charRg st="19" end="39"/>
                                            </p:txEl>
                                          </p:spTgt>
                                        </p:tgtEl>
                                        <p:attrNameLst>
                                          <p:attrName>style.visibility</p:attrName>
                                        </p:attrNameLst>
                                      </p:cBhvr>
                                      <p:to>
                                        <p:strVal val="visible"/>
                                      </p:to>
                                    </p:set>
                                    <p:animEffect transition="in" filter="circle(in)">
                                      <p:cBhvr>
                                        <p:cTn id="7" dur="2000"/>
                                        <p:tgtEl>
                                          <p:spTgt spid="44035">
                                            <p:txEl>
                                              <p:charRg st="19"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4035">
                                            <p:txEl>
                                              <p:charRg st="39" end="56"/>
                                            </p:txEl>
                                          </p:spTgt>
                                        </p:tgtEl>
                                        <p:attrNameLst>
                                          <p:attrName>style.visibility</p:attrName>
                                        </p:attrNameLst>
                                      </p:cBhvr>
                                      <p:to>
                                        <p:strVal val="visible"/>
                                      </p:to>
                                    </p:set>
                                    <p:animEffect transition="in" filter="barn(inVertical)">
                                      <p:cBhvr>
                                        <p:cTn id="12" dur="500"/>
                                        <p:tgtEl>
                                          <p:spTgt spid="44035">
                                            <p:txEl>
                                              <p:charRg st="39" end="56"/>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44035">
                                            <p:txEl>
                                              <p:charRg st="56" end="76"/>
                                            </p:txEl>
                                          </p:spTgt>
                                        </p:tgtEl>
                                        <p:attrNameLst>
                                          <p:attrName>style.visibility</p:attrName>
                                        </p:attrNameLst>
                                      </p:cBhvr>
                                      <p:to>
                                        <p:strVal val="visible"/>
                                      </p:to>
                                    </p:set>
                                    <p:animEffect transition="in" filter="barn(inVertical)">
                                      <p:cBhvr>
                                        <p:cTn id="15" dur="500"/>
                                        <p:tgtEl>
                                          <p:spTgt spid="44035">
                                            <p:txEl>
                                              <p:charRg st="56" end="76"/>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44035">
                                            <p:txEl>
                                              <p:charRg st="76" end="94"/>
                                            </p:txEl>
                                          </p:spTgt>
                                        </p:tgtEl>
                                        <p:attrNameLst>
                                          <p:attrName>style.visibility</p:attrName>
                                        </p:attrNameLst>
                                      </p:cBhvr>
                                      <p:to>
                                        <p:strVal val="visible"/>
                                      </p:to>
                                    </p:set>
                                    <p:animEffect transition="in" filter="barn(inVertical)">
                                      <p:cBhvr>
                                        <p:cTn id="18" dur="500"/>
                                        <p:tgtEl>
                                          <p:spTgt spid="44035">
                                            <p:txEl>
                                              <p:charRg st="76" end="94"/>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44035">
                                            <p:txEl>
                                              <p:charRg st="94" end="110"/>
                                            </p:txEl>
                                          </p:spTgt>
                                        </p:tgtEl>
                                        <p:attrNameLst>
                                          <p:attrName>style.visibility</p:attrName>
                                        </p:attrNameLst>
                                      </p:cBhvr>
                                      <p:to>
                                        <p:strVal val="visible"/>
                                      </p:to>
                                    </p:set>
                                    <p:animEffect transition="in" filter="barn(inVertical)">
                                      <p:cBhvr>
                                        <p:cTn id="21" dur="500"/>
                                        <p:tgtEl>
                                          <p:spTgt spid="44035">
                                            <p:txEl>
                                              <p:charRg st="94" end="110"/>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44035">
                                            <p:txEl>
                                              <p:charRg st="110" end="126"/>
                                            </p:txEl>
                                          </p:spTgt>
                                        </p:tgtEl>
                                        <p:attrNameLst>
                                          <p:attrName>style.visibility</p:attrName>
                                        </p:attrNameLst>
                                      </p:cBhvr>
                                      <p:to>
                                        <p:strVal val="visible"/>
                                      </p:to>
                                    </p:set>
                                    <p:animEffect transition="in" filter="barn(inVertical)">
                                      <p:cBhvr>
                                        <p:cTn id="24" dur="500"/>
                                        <p:tgtEl>
                                          <p:spTgt spid="44035">
                                            <p:txEl>
                                              <p:charRg st="110"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800" dirty="0">
              <a:ea typeface="宋体" panose="02010600030101010101" pitchFamily="2" charset="-122"/>
            </a:endParaRPr>
          </a:p>
        </p:txBody>
      </p:sp>
      <p:sp>
        <p:nvSpPr>
          <p:cNvPr id="45059" name="内容占位符 2"/>
          <p:cNvSpPr>
            <a:spLocks noGrp="1"/>
          </p:cNvSpPr>
          <p:nvPr>
            <p:ph sz="quarter" idx="13"/>
          </p:nvPr>
        </p:nvSpPr>
        <p:spPr/>
        <p:txBody>
          <a:bodyPr vert="horz" wrap="square" lIns="91440" tIns="45720" rIns="91440" bIns="45720" anchor="t" anchorCtr="0"/>
          <a:p>
            <a:pPr>
              <a:buClr>
                <a:schemeClr val="tx2"/>
              </a:buClr>
              <a:buSzTx/>
              <a:buFont typeface="Wingdings" panose="05000000000000000000" pitchFamily="2" charset="2"/>
              <a:buChar char="Ø"/>
            </a:pPr>
            <a:r>
              <a:rPr lang="zh-CN" altLang="en-US" sz="3600" b="1" dirty="0">
                <a:solidFill>
                  <a:srgbClr val="7030A0"/>
                </a:solidFill>
                <a:latin typeface="华文楷体" panose="02010600040101010101" pitchFamily="2" charset="-122"/>
                <a:ea typeface="华文楷体" panose="02010600040101010101" pitchFamily="2" charset="-122"/>
              </a:rPr>
              <a:t>国务院直属</a:t>
            </a:r>
            <a:r>
              <a:rPr lang="zh-CN" altLang="en-US" sz="3600" b="1" dirty="0">
                <a:solidFill>
                  <a:srgbClr val="FF0000"/>
                </a:solidFill>
                <a:latin typeface="华文楷体" panose="02010600040101010101" pitchFamily="2" charset="-122"/>
                <a:ea typeface="华文楷体" panose="02010600040101010101" pitchFamily="2" charset="-122"/>
              </a:rPr>
              <a:t>机构</a:t>
            </a:r>
            <a:r>
              <a:rPr lang="zh-CN" altLang="en-US" sz="3600" b="1" dirty="0">
                <a:solidFill>
                  <a:srgbClr val="7030A0"/>
                </a:solidFill>
                <a:latin typeface="华文楷体" panose="02010600040101010101" pitchFamily="2" charset="-122"/>
                <a:ea typeface="华文楷体" panose="02010600040101010101" pitchFamily="2" charset="-122"/>
              </a:rPr>
              <a:t>制定的规章和规范</a:t>
            </a:r>
            <a:endParaRPr lang="en-US" altLang="zh-CN" sz="3600" b="1" dirty="0">
              <a:solidFill>
                <a:srgbClr val="7030A0"/>
              </a:solidFill>
              <a:latin typeface="华文楷体" panose="02010600040101010101" pitchFamily="2" charset="-122"/>
              <a:ea typeface="华文楷体" panose="02010600040101010101" pitchFamily="2" charset="-122"/>
            </a:endParaRPr>
          </a:p>
          <a:p>
            <a:pPr>
              <a:spcBef>
                <a:spcPts val="800"/>
              </a:spcBef>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国家质量监督检验检疫总局制定的规章和规范</a:t>
            </a:r>
            <a:endParaRPr lang="zh-CN" altLang="en-US" sz="2400" b="1" dirty="0">
              <a:latin typeface="华文楷体" panose="02010600040101010101" pitchFamily="2" charset="-122"/>
              <a:ea typeface="华文楷体" panose="02010600040101010101" pitchFamily="2" charset="-122"/>
            </a:endParaRPr>
          </a:p>
          <a:p>
            <a:pPr>
              <a:spcBef>
                <a:spcPts val="800"/>
              </a:spcBef>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国家广播电影电视总局制定的规章和规范</a:t>
            </a:r>
            <a:endParaRPr lang="zh-CN" altLang="en-US" sz="2400" b="1" dirty="0">
              <a:latin typeface="华文楷体" panose="02010600040101010101" pitchFamily="2" charset="-122"/>
              <a:ea typeface="华文楷体" panose="02010600040101010101" pitchFamily="2" charset="-122"/>
            </a:endParaRPr>
          </a:p>
          <a:p>
            <a:pPr>
              <a:spcBef>
                <a:spcPts val="800"/>
              </a:spcBef>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国家新闻出版总署制定的规章和规范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v"/>
            </a:pPr>
            <a:endParaRPr lang="zh-CN" altLang="en-US" dirty="0">
              <a:ea typeface="宋体" panose="02010600030101010101" pitchFamily="2" charset="-122"/>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5059">
                                            <p:txEl>
                                              <p:charRg st="16" end="37"/>
                                            </p:txEl>
                                          </p:spTgt>
                                        </p:tgtEl>
                                        <p:attrNameLst>
                                          <p:attrName>style.visibility</p:attrName>
                                        </p:attrNameLst>
                                      </p:cBhvr>
                                      <p:to>
                                        <p:strVal val="visible"/>
                                      </p:to>
                                    </p:set>
                                    <p:animEffect transition="in" filter="circle(in)">
                                      <p:cBhvr>
                                        <p:cTn id="7" dur="2000"/>
                                        <p:tgtEl>
                                          <p:spTgt spid="45059">
                                            <p:txEl>
                                              <p:charRg st="16" end="37"/>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45059">
                                            <p:txEl>
                                              <p:charRg st="37" end="56"/>
                                            </p:txEl>
                                          </p:spTgt>
                                        </p:tgtEl>
                                        <p:attrNameLst>
                                          <p:attrName>style.visibility</p:attrName>
                                        </p:attrNameLst>
                                      </p:cBhvr>
                                      <p:to>
                                        <p:strVal val="visible"/>
                                      </p:to>
                                    </p:set>
                                    <p:animEffect transition="in" filter="circle(in)">
                                      <p:cBhvr>
                                        <p:cTn id="10" dur="2000"/>
                                        <p:tgtEl>
                                          <p:spTgt spid="45059">
                                            <p:txEl>
                                              <p:charRg st="37" end="56"/>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45059">
                                            <p:txEl>
                                              <p:charRg st="56" end="73"/>
                                            </p:txEl>
                                          </p:spTgt>
                                        </p:tgtEl>
                                        <p:attrNameLst>
                                          <p:attrName>style.visibility</p:attrName>
                                        </p:attrNameLst>
                                      </p:cBhvr>
                                      <p:to>
                                        <p:strVal val="visible"/>
                                      </p:to>
                                    </p:set>
                                    <p:animEffect transition="in" filter="circle(in)">
                                      <p:cBhvr>
                                        <p:cTn id="13" dur="2000"/>
                                        <p:tgtEl>
                                          <p:spTgt spid="45059">
                                            <p:txEl>
                                              <p:charRg st="56" end="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46083"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国家质量监督检验检疫总局制定的规章和规范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．信息安全产品测评认证管理办法</a:t>
            </a:r>
            <a:endPar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发布单位：国家质量监督检验检疫总局</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发布文号：国家质量监督检验检疫总局认函</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[1999]28</a:t>
            </a: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1999-02-11</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1999-02-11</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6083">
                                            <p:txEl>
                                              <p:charRg st="21" end="38"/>
                                            </p:txEl>
                                          </p:spTgt>
                                        </p:tgtEl>
                                        <p:attrNameLst>
                                          <p:attrName>style.visibility</p:attrName>
                                        </p:attrNameLst>
                                      </p:cBhvr>
                                      <p:to>
                                        <p:strVal val="visible"/>
                                      </p:to>
                                    </p:set>
                                    <p:animEffect transition="in" filter="circle(in)">
                                      <p:cBhvr>
                                        <p:cTn id="7" dur="2000"/>
                                        <p:tgtEl>
                                          <p:spTgt spid="46083">
                                            <p:txEl>
                                              <p:charRg st="21" end="38"/>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46083">
                                            <p:txEl>
                                              <p:charRg st="38" end="56"/>
                                            </p:txEl>
                                          </p:spTgt>
                                        </p:tgtEl>
                                        <p:attrNameLst>
                                          <p:attrName>style.visibility</p:attrName>
                                        </p:attrNameLst>
                                      </p:cBhvr>
                                      <p:to>
                                        <p:strVal val="visible"/>
                                      </p:to>
                                    </p:set>
                                    <p:animEffect transition="in" filter="circle(in)">
                                      <p:cBhvr>
                                        <p:cTn id="10" dur="2000"/>
                                        <p:tgtEl>
                                          <p:spTgt spid="46083">
                                            <p:txEl>
                                              <p:charRg st="38" end="56"/>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46083">
                                            <p:txEl>
                                              <p:charRg st="56" end="85"/>
                                            </p:txEl>
                                          </p:spTgt>
                                        </p:tgtEl>
                                        <p:attrNameLst>
                                          <p:attrName>style.visibility</p:attrName>
                                        </p:attrNameLst>
                                      </p:cBhvr>
                                      <p:to>
                                        <p:strVal val="visible"/>
                                      </p:to>
                                    </p:set>
                                    <p:animEffect transition="in" filter="circle(in)">
                                      <p:cBhvr>
                                        <p:cTn id="13" dur="2000"/>
                                        <p:tgtEl>
                                          <p:spTgt spid="46083">
                                            <p:txEl>
                                              <p:charRg st="56" end="85"/>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46083">
                                            <p:txEl>
                                              <p:charRg st="85" end="101"/>
                                            </p:txEl>
                                          </p:spTgt>
                                        </p:tgtEl>
                                        <p:attrNameLst>
                                          <p:attrName>style.visibility</p:attrName>
                                        </p:attrNameLst>
                                      </p:cBhvr>
                                      <p:to>
                                        <p:strVal val="visible"/>
                                      </p:to>
                                    </p:set>
                                    <p:animEffect transition="in" filter="circle(in)">
                                      <p:cBhvr>
                                        <p:cTn id="16" dur="2000"/>
                                        <p:tgtEl>
                                          <p:spTgt spid="46083">
                                            <p:txEl>
                                              <p:charRg st="85" end="101"/>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46083">
                                            <p:txEl>
                                              <p:charRg st="101" end="117"/>
                                            </p:txEl>
                                          </p:spTgt>
                                        </p:tgtEl>
                                        <p:attrNameLst>
                                          <p:attrName>style.visibility</p:attrName>
                                        </p:attrNameLst>
                                      </p:cBhvr>
                                      <p:to>
                                        <p:strVal val="visible"/>
                                      </p:to>
                                    </p:set>
                                    <p:animEffect transition="in" filter="circle(in)">
                                      <p:cBhvr>
                                        <p:cTn id="19" dur="2000"/>
                                        <p:tgtEl>
                                          <p:spTgt spid="46083">
                                            <p:txEl>
                                              <p:charRg st="101" end="1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47107" name="内容占位符 2"/>
          <p:cNvSpPr>
            <a:spLocks noGrp="1"/>
          </p:cNvSpPr>
          <p:nvPr>
            <p:ph sz="quarter" idx="13"/>
          </p:nvPr>
        </p:nvSpPr>
        <p:spPr>
          <a:xfrm>
            <a:off x="609600" y="1803400"/>
            <a:ext cx="8153400" cy="476885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国家广播电影电视总局制定的规章和规范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．互联网等信息网络传播视听节目管理办法</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发布单位：国家广播电影电视总局</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发布文号：国家广播电影电视总局令第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2004-07-06</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2004-10-11</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15</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日国家广播电影电视总局局务会议通过）</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7107">
                                            <p:txEl>
                                              <p:charRg st="19" end="40"/>
                                            </p:txEl>
                                          </p:spTgt>
                                        </p:tgtEl>
                                        <p:attrNameLst>
                                          <p:attrName>style.visibility</p:attrName>
                                        </p:attrNameLst>
                                      </p:cBhvr>
                                      <p:to>
                                        <p:strVal val="visible"/>
                                      </p:to>
                                    </p:set>
                                    <p:animEffect transition="in" filter="fade">
                                      <p:cBhvr>
                                        <p:cTn id="7" dur="1000"/>
                                        <p:tgtEl>
                                          <p:spTgt spid="47107">
                                            <p:txEl>
                                              <p:charRg st="19" end="40"/>
                                            </p:txEl>
                                          </p:spTgt>
                                        </p:tgtEl>
                                      </p:cBhvr>
                                    </p:animEffect>
                                    <p:anim calcmode="lin" valueType="num">
                                      <p:cBhvr>
                                        <p:cTn id="8" dur="1000" fill="hold"/>
                                        <p:tgtEl>
                                          <p:spTgt spid="47107">
                                            <p:txEl>
                                              <p:charRg st="19" end="40"/>
                                            </p:txEl>
                                          </p:spTgt>
                                        </p:tgtEl>
                                        <p:attrNameLst>
                                          <p:attrName>ppt_x</p:attrName>
                                        </p:attrNameLst>
                                      </p:cBhvr>
                                      <p:tavLst>
                                        <p:tav tm="0">
                                          <p:val>
                                            <p:strVal val="#ppt_x"/>
                                          </p:val>
                                        </p:tav>
                                        <p:tav tm="100000">
                                          <p:val>
                                            <p:strVal val="#ppt_x"/>
                                          </p:val>
                                        </p:tav>
                                      </p:tavLst>
                                    </p:anim>
                                    <p:anim calcmode="lin" valueType="num">
                                      <p:cBhvr>
                                        <p:cTn id="9" dur="1000" fill="hold"/>
                                        <p:tgtEl>
                                          <p:spTgt spid="47107">
                                            <p:txEl>
                                              <p:charRg st="19" end="4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7107">
                                            <p:txEl>
                                              <p:charRg st="40" end="56"/>
                                            </p:txEl>
                                          </p:spTgt>
                                        </p:tgtEl>
                                        <p:attrNameLst>
                                          <p:attrName>style.visibility</p:attrName>
                                        </p:attrNameLst>
                                      </p:cBhvr>
                                      <p:to>
                                        <p:strVal val="visible"/>
                                      </p:to>
                                    </p:set>
                                    <p:animEffect transition="in" filter="fade">
                                      <p:cBhvr>
                                        <p:cTn id="12" dur="1000"/>
                                        <p:tgtEl>
                                          <p:spTgt spid="47107">
                                            <p:txEl>
                                              <p:charRg st="40" end="56"/>
                                            </p:txEl>
                                          </p:spTgt>
                                        </p:tgtEl>
                                      </p:cBhvr>
                                    </p:animEffect>
                                    <p:anim calcmode="lin" valueType="num">
                                      <p:cBhvr>
                                        <p:cTn id="13" dur="1000" fill="hold"/>
                                        <p:tgtEl>
                                          <p:spTgt spid="47107">
                                            <p:txEl>
                                              <p:charRg st="40" end="56"/>
                                            </p:txEl>
                                          </p:spTgt>
                                        </p:tgtEl>
                                        <p:attrNameLst>
                                          <p:attrName>ppt_x</p:attrName>
                                        </p:attrNameLst>
                                      </p:cBhvr>
                                      <p:tavLst>
                                        <p:tav tm="0">
                                          <p:val>
                                            <p:strVal val="#ppt_x"/>
                                          </p:val>
                                        </p:tav>
                                        <p:tav tm="100000">
                                          <p:val>
                                            <p:strVal val="#ppt_x"/>
                                          </p:val>
                                        </p:tav>
                                      </p:tavLst>
                                    </p:anim>
                                    <p:anim calcmode="lin" valueType="num">
                                      <p:cBhvr>
                                        <p:cTn id="14" dur="1000" fill="hold"/>
                                        <p:tgtEl>
                                          <p:spTgt spid="47107">
                                            <p:txEl>
                                              <p:charRg st="40" end="5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7107">
                                            <p:txEl>
                                              <p:charRg st="56" end="77"/>
                                            </p:txEl>
                                          </p:spTgt>
                                        </p:tgtEl>
                                        <p:attrNameLst>
                                          <p:attrName>style.visibility</p:attrName>
                                        </p:attrNameLst>
                                      </p:cBhvr>
                                      <p:to>
                                        <p:strVal val="visible"/>
                                      </p:to>
                                    </p:set>
                                    <p:animEffect transition="in" filter="fade">
                                      <p:cBhvr>
                                        <p:cTn id="17" dur="1000"/>
                                        <p:tgtEl>
                                          <p:spTgt spid="47107">
                                            <p:txEl>
                                              <p:charRg st="56" end="77"/>
                                            </p:txEl>
                                          </p:spTgt>
                                        </p:tgtEl>
                                      </p:cBhvr>
                                    </p:animEffect>
                                    <p:anim calcmode="lin" valueType="num">
                                      <p:cBhvr>
                                        <p:cTn id="18" dur="1000" fill="hold"/>
                                        <p:tgtEl>
                                          <p:spTgt spid="47107">
                                            <p:txEl>
                                              <p:charRg st="56" end="77"/>
                                            </p:txEl>
                                          </p:spTgt>
                                        </p:tgtEl>
                                        <p:attrNameLst>
                                          <p:attrName>ppt_x</p:attrName>
                                        </p:attrNameLst>
                                      </p:cBhvr>
                                      <p:tavLst>
                                        <p:tav tm="0">
                                          <p:val>
                                            <p:strVal val="#ppt_x"/>
                                          </p:val>
                                        </p:tav>
                                        <p:tav tm="100000">
                                          <p:val>
                                            <p:strVal val="#ppt_x"/>
                                          </p:val>
                                        </p:tav>
                                      </p:tavLst>
                                    </p:anim>
                                    <p:anim calcmode="lin" valueType="num">
                                      <p:cBhvr>
                                        <p:cTn id="19" dur="1000" fill="hold"/>
                                        <p:tgtEl>
                                          <p:spTgt spid="47107">
                                            <p:txEl>
                                              <p:charRg st="56" end="7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7107">
                                            <p:txEl>
                                              <p:charRg st="77" end="93"/>
                                            </p:txEl>
                                          </p:spTgt>
                                        </p:tgtEl>
                                        <p:attrNameLst>
                                          <p:attrName>style.visibility</p:attrName>
                                        </p:attrNameLst>
                                      </p:cBhvr>
                                      <p:to>
                                        <p:strVal val="visible"/>
                                      </p:to>
                                    </p:set>
                                    <p:animEffect transition="in" filter="fade">
                                      <p:cBhvr>
                                        <p:cTn id="22" dur="1000"/>
                                        <p:tgtEl>
                                          <p:spTgt spid="47107">
                                            <p:txEl>
                                              <p:charRg st="77" end="93"/>
                                            </p:txEl>
                                          </p:spTgt>
                                        </p:tgtEl>
                                      </p:cBhvr>
                                    </p:animEffect>
                                    <p:anim calcmode="lin" valueType="num">
                                      <p:cBhvr>
                                        <p:cTn id="23" dur="1000" fill="hold"/>
                                        <p:tgtEl>
                                          <p:spTgt spid="47107">
                                            <p:txEl>
                                              <p:charRg st="77" end="93"/>
                                            </p:txEl>
                                          </p:spTgt>
                                        </p:tgtEl>
                                        <p:attrNameLst>
                                          <p:attrName>ppt_x</p:attrName>
                                        </p:attrNameLst>
                                      </p:cBhvr>
                                      <p:tavLst>
                                        <p:tav tm="0">
                                          <p:val>
                                            <p:strVal val="#ppt_x"/>
                                          </p:val>
                                        </p:tav>
                                        <p:tav tm="100000">
                                          <p:val>
                                            <p:strVal val="#ppt_x"/>
                                          </p:val>
                                        </p:tav>
                                      </p:tavLst>
                                    </p:anim>
                                    <p:anim calcmode="lin" valueType="num">
                                      <p:cBhvr>
                                        <p:cTn id="24" dur="1000" fill="hold"/>
                                        <p:tgtEl>
                                          <p:spTgt spid="47107">
                                            <p:txEl>
                                              <p:charRg st="77" end="9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7107">
                                            <p:txEl>
                                              <p:charRg st="93" end="109"/>
                                            </p:txEl>
                                          </p:spTgt>
                                        </p:tgtEl>
                                        <p:attrNameLst>
                                          <p:attrName>style.visibility</p:attrName>
                                        </p:attrNameLst>
                                      </p:cBhvr>
                                      <p:to>
                                        <p:strVal val="visible"/>
                                      </p:to>
                                    </p:set>
                                    <p:animEffect transition="in" filter="fade">
                                      <p:cBhvr>
                                        <p:cTn id="27" dur="1000"/>
                                        <p:tgtEl>
                                          <p:spTgt spid="47107">
                                            <p:txEl>
                                              <p:charRg st="93" end="109"/>
                                            </p:txEl>
                                          </p:spTgt>
                                        </p:tgtEl>
                                      </p:cBhvr>
                                    </p:animEffect>
                                    <p:anim calcmode="lin" valueType="num">
                                      <p:cBhvr>
                                        <p:cTn id="28" dur="1000" fill="hold"/>
                                        <p:tgtEl>
                                          <p:spTgt spid="47107">
                                            <p:txEl>
                                              <p:charRg st="93" end="109"/>
                                            </p:txEl>
                                          </p:spTgt>
                                        </p:tgtEl>
                                        <p:attrNameLst>
                                          <p:attrName>ppt_x</p:attrName>
                                        </p:attrNameLst>
                                      </p:cBhvr>
                                      <p:tavLst>
                                        <p:tav tm="0">
                                          <p:val>
                                            <p:strVal val="#ppt_x"/>
                                          </p:val>
                                        </p:tav>
                                        <p:tav tm="100000">
                                          <p:val>
                                            <p:strVal val="#ppt_x"/>
                                          </p:val>
                                        </p:tav>
                                      </p:tavLst>
                                    </p:anim>
                                    <p:anim calcmode="lin" valueType="num">
                                      <p:cBhvr>
                                        <p:cTn id="29" dur="1000" fill="hold"/>
                                        <p:tgtEl>
                                          <p:spTgt spid="47107">
                                            <p:txEl>
                                              <p:charRg st="93" end="10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7107">
                                            <p:txEl>
                                              <p:charRg st="109" end="138"/>
                                            </p:txEl>
                                          </p:spTgt>
                                        </p:tgtEl>
                                        <p:attrNameLst>
                                          <p:attrName>style.visibility</p:attrName>
                                        </p:attrNameLst>
                                      </p:cBhvr>
                                      <p:to>
                                        <p:strVal val="visible"/>
                                      </p:to>
                                    </p:set>
                                    <p:animEffect transition="in" filter="fade">
                                      <p:cBhvr>
                                        <p:cTn id="32" dur="1000"/>
                                        <p:tgtEl>
                                          <p:spTgt spid="47107">
                                            <p:txEl>
                                              <p:charRg st="109" end="138"/>
                                            </p:txEl>
                                          </p:spTgt>
                                        </p:tgtEl>
                                      </p:cBhvr>
                                    </p:animEffect>
                                    <p:anim calcmode="lin" valueType="num">
                                      <p:cBhvr>
                                        <p:cTn id="33" dur="1000" fill="hold"/>
                                        <p:tgtEl>
                                          <p:spTgt spid="47107">
                                            <p:txEl>
                                              <p:charRg st="109" end="138"/>
                                            </p:txEl>
                                          </p:spTgt>
                                        </p:tgtEl>
                                        <p:attrNameLst>
                                          <p:attrName>ppt_x</p:attrName>
                                        </p:attrNameLst>
                                      </p:cBhvr>
                                      <p:tavLst>
                                        <p:tav tm="0">
                                          <p:val>
                                            <p:strVal val="#ppt_x"/>
                                          </p:val>
                                        </p:tav>
                                        <p:tav tm="100000">
                                          <p:val>
                                            <p:strVal val="#ppt_x"/>
                                          </p:val>
                                        </p:tav>
                                      </p:tavLst>
                                    </p:anim>
                                    <p:anim calcmode="lin" valueType="num">
                                      <p:cBhvr>
                                        <p:cTn id="34" dur="1000" fill="hold"/>
                                        <p:tgtEl>
                                          <p:spTgt spid="47107">
                                            <p:txEl>
                                              <p:charRg st="109" end="13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48131"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国家新闻出版总署制定的规章和规范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．互联网出版管理暂行规定</a:t>
            </a:r>
            <a:endParaRPr kumimoji="0" lang="en-US"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发布单位：新闻出版总署、信息产业部</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发布文号：中国新闻出版总署、中国信息产业部令第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17</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2002-06-27</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2002-08-01</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24</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日新闻出版总署第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次署务会和</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2002</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27</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日信息产业部第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10</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次部务会审议通过）</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1">
                                            <p:txEl>
                                              <p:charRg st="17" end="31"/>
                                            </p:txEl>
                                          </p:spTgt>
                                        </p:tgtEl>
                                        <p:attrNameLst>
                                          <p:attrName>style.visibility</p:attrName>
                                        </p:attrNameLst>
                                      </p:cBhvr>
                                      <p:to>
                                        <p:strVal val="visible"/>
                                      </p:to>
                                    </p:set>
                                    <p:animEffect transition="in" filter="circle(in)">
                                      <p:cBhvr>
                                        <p:cTn id="7" dur="2000"/>
                                        <p:tgtEl>
                                          <p:spTgt spid="48131">
                                            <p:txEl>
                                              <p:charRg st="17" end="3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48131">
                                            <p:txEl>
                                              <p:charRg st="31" end="49"/>
                                            </p:txEl>
                                          </p:spTgt>
                                        </p:tgtEl>
                                        <p:attrNameLst>
                                          <p:attrName>style.visibility</p:attrName>
                                        </p:attrNameLst>
                                      </p:cBhvr>
                                      <p:to>
                                        <p:strVal val="visible"/>
                                      </p:to>
                                    </p:set>
                                    <p:animEffect transition="in" filter="circle(in)">
                                      <p:cBhvr>
                                        <p:cTn id="10" dur="2000"/>
                                        <p:tgtEl>
                                          <p:spTgt spid="48131">
                                            <p:txEl>
                                              <p:charRg st="31" end="49"/>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48131">
                                            <p:txEl>
                                              <p:charRg st="49" end="76"/>
                                            </p:txEl>
                                          </p:spTgt>
                                        </p:tgtEl>
                                        <p:attrNameLst>
                                          <p:attrName>style.visibility</p:attrName>
                                        </p:attrNameLst>
                                      </p:cBhvr>
                                      <p:to>
                                        <p:strVal val="visible"/>
                                      </p:to>
                                    </p:set>
                                    <p:animEffect transition="in" filter="circle(in)">
                                      <p:cBhvr>
                                        <p:cTn id="13" dur="2000"/>
                                        <p:tgtEl>
                                          <p:spTgt spid="48131">
                                            <p:txEl>
                                              <p:charRg st="49" end="76"/>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48131">
                                            <p:txEl>
                                              <p:charRg st="76" end="92"/>
                                            </p:txEl>
                                          </p:spTgt>
                                        </p:tgtEl>
                                        <p:attrNameLst>
                                          <p:attrName>style.visibility</p:attrName>
                                        </p:attrNameLst>
                                      </p:cBhvr>
                                      <p:to>
                                        <p:strVal val="visible"/>
                                      </p:to>
                                    </p:set>
                                    <p:animEffect transition="in" filter="circle(in)">
                                      <p:cBhvr>
                                        <p:cTn id="16" dur="2000"/>
                                        <p:tgtEl>
                                          <p:spTgt spid="48131">
                                            <p:txEl>
                                              <p:charRg st="76" end="92"/>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48131">
                                            <p:txEl>
                                              <p:charRg st="92" end="108"/>
                                            </p:txEl>
                                          </p:spTgt>
                                        </p:tgtEl>
                                        <p:attrNameLst>
                                          <p:attrName>style.visibility</p:attrName>
                                        </p:attrNameLst>
                                      </p:cBhvr>
                                      <p:to>
                                        <p:strVal val="visible"/>
                                      </p:to>
                                    </p:set>
                                    <p:animEffect transition="in" filter="circle(in)">
                                      <p:cBhvr>
                                        <p:cTn id="19" dur="2000"/>
                                        <p:tgtEl>
                                          <p:spTgt spid="48131">
                                            <p:txEl>
                                              <p:charRg st="92" end="108"/>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48131">
                                            <p:txEl>
                                              <p:charRg st="108" end="162"/>
                                            </p:txEl>
                                          </p:spTgt>
                                        </p:tgtEl>
                                        <p:attrNameLst>
                                          <p:attrName>style.visibility</p:attrName>
                                        </p:attrNameLst>
                                      </p:cBhvr>
                                      <p:to>
                                        <p:strVal val="visible"/>
                                      </p:to>
                                    </p:set>
                                    <p:animEffect transition="in" filter="circle(in)">
                                      <p:cBhvr>
                                        <p:cTn id="22" dur="2000"/>
                                        <p:tgtEl>
                                          <p:spTgt spid="48131">
                                            <p:txEl>
                                              <p:charRg st="108" end="1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49155"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．互联网著作权行政保护办法</a:t>
            </a:r>
            <a:endPar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发布单位：国家版权局、信息产业部令</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发布文号：国家版权局、信息产业部令</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2005-04-30</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2005-05-30</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9155">
                                            <p:txEl>
                                              <p:charRg st="15" end="33"/>
                                            </p:txEl>
                                          </p:spTgt>
                                        </p:tgtEl>
                                        <p:attrNameLst>
                                          <p:attrName>style.visibility</p:attrName>
                                        </p:attrNameLst>
                                      </p:cBhvr>
                                      <p:to>
                                        <p:strVal val="visible"/>
                                      </p:to>
                                    </p:set>
                                    <p:animEffect transition="in" filter="circle(in)">
                                      <p:cBhvr>
                                        <p:cTn id="7" dur="2000"/>
                                        <p:tgtEl>
                                          <p:spTgt spid="49155">
                                            <p:txEl>
                                              <p:charRg st="15" end="33"/>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49155">
                                            <p:txEl>
                                              <p:charRg st="33" end="59"/>
                                            </p:txEl>
                                          </p:spTgt>
                                        </p:tgtEl>
                                        <p:attrNameLst>
                                          <p:attrName>style.visibility</p:attrName>
                                        </p:attrNameLst>
                                      </p:cBhvr>
                                      <p:to>
                                        <p:strVal val="visible"/>
                                      </p:to>
                                    </p:set>
                                    <p:animEffect transition="in" filter="circle(in)">
                                      <p:cBhvr>
                                        <p:cTn id="10" dur="2000"/>
                                        <p:tgtEl>
                                          <p:spTgt spid="49155">
                                            <p:txEl>
                                              <p:charRg st="33" end="59"/>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49155">
                                            <p:txEl>
                                              <p:charRg st="59" end="75"/>
                                            </p:txEl>
                                          </p:spTgt>
                                        </p:tgtEl>
                                        <p:attrNameLst>
                                          <p:attrName>style.visibility</p:attrName>
                                        </p:attrNameLst>
                                      </p:cBhvr>
                                      <p:to>
                                        <p:strVal val="visible"/>
                                      </p:to>
                                    </p:set>
                                    <p:animEffect transition="in" filter="circle(in)">
                                      <p:cBhvr>
                                        <p:cTn id="13" dur="2000"/>
                                        <p:tgtEl>
                                          <p:spTgt spid="49155">
                                            <p:txEl>
                                              <p:charRg st="59" end="75"/>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49155">
                                            <p:txEl>
                                              <p:charRg st="75" end="91"/>
                                            </p:txEl>
                                          </p:spTgt>
                                        </p:tgtEl>
                                        <p:attrNameLst>
                                          <p:attrName>style.visibility</p:attrName>
                                        </p:attrNameLst>
                                      </p:cBhvr>
                                      <p:to>
                                        <p:strVal val="visible"/>
                                      </p:to>
                                    </p:set>
                                    <p:animEffect transition="in" filter="circle(in)">
                                      <p:cBhvr>
                                        <p:cTn id="16" dur="2000"/>
                                        <p:tgtEl>
                                          <p:spTgt spid="49155">
                                            <p:txEl>
                                              <p:charRg st="75"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0179" name="内容占位符 2"/>
          <p:cNvSpPr>
            <a:spLocks noGrp="1"/>
          </p:cNvSpPr>
          <p:nvPr>
            <p:ph sz="quarter" idx="13"/>
          </p:nvPr>
        </p:nvSpPr>
        <p:spPr>
          <a:xfrm>
            <a:off x="609600" y="18288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．电子出版物出版管理规定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发布单位：中华人民共和国新闻出版总署</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发布文号：国家新闻出版总署令第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34</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2007-12-26</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2008-04-15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26</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日新闻出版总署第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次署务会议通过</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0179">
                                            <p:txEl>
                                              <p:charRg st="14" end="33"/>
                                            </p:txEl>
                                          </p:spTgt>
                                        </p:tgtEl>
                                        <p:attrNameLst>
                                          <p:attrName>style.visibility</p:attrName>
                                        </p:attrNameLst>
                                      </p:cBhvr>
                                      <p:to>
                                        <p:strVal val="visible"/>
                                      </p:to>
                                    </p:set>
                                    <p:animEffect transition="in" filter="circle(in)">
                                      <p:cBhvr>
                                        <p:cTn id="7" dur="2000"/>
                                        <p:tgtEl>
                                          <p:spTgt spid="50179">
                                            <p:txEl>
                                              <p:charRg st="14" end="33"/>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0179">
                                            <p:txEl>
                                              <p:charRg st="33" end="52"/>
                                            </p:txEl>
                                          </p:spTgt>
                                        </p:tgtEl>
                                        <p:attrNameLst>
                                          <p:attrName>style.visibility</p:attrName>
                                        </p:attrNameLst>
                                      </p:cBhvr>
                                      <p:to>
                                        <p:strVal val="visible"/>
                                      </p:to>
                                    </p:set>
                                    <p:animEffect transition="in" filter="circle(in)">
                                      <p:cBhvr>
                                        <p:cTn id="10" dur="2000"/>
                                        <p:tgtEl>
                                          <p:spTgt spid="50179">
                                            <p:txEl>
                                              <p:charRg st="33" end="52"/>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50179">
                                            <p:txEl>
                                              <p:charRg st="52" end="68"/>
                                            </p:txEl>
                                          </p:spTgt>
                                        </p:tgtEl>
                                        <p:attrNameLst>
                                          <p:attrName>style.visibility</p:attrName>
                                        </p:attrNameLst>
                                      </p:cBhvr>
                                      <p:to>
                                        <p:strVal val="visible"/>
                                      </p:to>
                                    </p:set>
                                    <p:animEffect transition="in" filter="circle(in)">
                                      <p:cBhvr>
                                        <p:cTn id="13" dur="2000"/>
                                        <p:tgtEl>
                                          <p:spTgt spid="50179">
                                            <p:txEl>
                                              <p:charRg st="52" end="68"/>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50179">
                                            <p:txEl>
                                              <p:charRg st="68" end="84"/>
                                            </p:txEl>
                                          </p:spTgt>
                                        </p:tgtEl>
                                        <p:attrNameLst>
                                          <p:attrName>style.visibility</p:attrName>
                                        </p:attrNameLst>
                                      </p:cBhvr>
                                      <p:to>
                                        <p:strVal val="visible"/>
                                      </p:to>
                                    </p:set>
                                    <p:animEffect transition="in" filter="circle(in)">
                                      <p:cBhvr>
                                        <p:cTn id="16" dur="2000"/>
                                        <p:tgtEl>
                                          <p:spTgt spid="50179">
                                            <p:txEl>
                                              <p:charRg st="68" end="84"/>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50179">
                                            <p:txEl>
                                              <p:charRg st="84" end="113"/>
                                            </p:txEl>
                                          </p:spTgt>
                                        </p:tgtEl>
                                        <p:attrNameLst>
                                          <p:attrName>style.visibility</p:attrName>
                                        </p:attrNameLst>
                                      </p:cBhvr>
                                      <p:to>
                                        <p:strVal val="visible"/>
                                      </p:to>
                                    </p:set>
                                    <p:animEffect transition="in" filter="circle(in)">
                                      <p:cBhvr>
                                        <p:cTn id="19" dur="2000"/>
                                        <p:tgtEl>
                                          <p:spTgt spid="50179">
                                            <p:txEl>
                                              <p:charRg st="84" end="1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800" b="1" dirty="0">
              <a:ea typeface="宋体" panose="02010600030101010101" pitchFamily="2" charset="-122"/>
            </a:endParaRPr>
          </a:p>
        </p:txBody>
      </p:sp>
      <p:sp>
        <p:nvSpPr>
          <p:cNvPr id="51203" name="内容占位符 2"/>
          <p:cNvSpPr>
            <a:spLocks noGrp="1"/>
          </p:cNvSpPr>
          <p:nvPr>
            <p:ph sz="quarter" idx="13"/>
          </p:nvPr>
        </p:nvSpPr>
        <p:spPr>
          <a:xfrm>
            <a:off x="457200" y="1803400"/>
            <a:ext cx="8534400" cy="4368800"/>
          </a:xfrm>
        </p:spPr>
        <p:txBody>
          <a:bodyPr vert="horz" wrap="square" lIns="91440" tIns="45720" rIns="91440" bIns="45720" anchor="t" anchorCtr="0"/>
          <a:p>
            <a:pPr>
              <a:lnSpc>
                <a:spcPct val="150000"/>
              </a:lnSpc>
              <a:buClr>
                <a:schemeClr val="tx2"/>
              </a:buClr>
              <a:buSzTx/>
              <a:buFont typeface="Wingdings" panose="05000000000000000000" pitchFamily="2" charset="2"/>
              <a:buChar char="Ø"/>
            </a:pPr>
            <a:r>
              <a:rPr lang="zh-CN" altLang="en-US" sz="3600" b="1" dirty="0">
                <a:solidFill>
                  <a:srgbClr val="7030A0"/>
                </a:solidFill>
                <a:latin typeface="华文楷体" panose="02010600040101010101" pitchFamily="2" charset="-122"/>
                <a:ea typeface="华文楷体" panose="02010600040101010101" pitchFamily="2" charset="-122"/>
              </a:rPr>
              <a:t>国务院直属</a:t>
            </a:r>
            <a:r>
              <a:rPr lang="zh-CN" altLang="en-US" sz="3600" b="1" dirty="0">
                <a:solidFill>
                  <a:srgbClr val="FF0000"/>
                </a:solidFill>
                <a:latin typeface="华文楷体" panose="02010600040101010101" pitchFamily="2" charset="-122"/>
                <a:ea typeface="华文楷体" panose="02010600040101010101" pitchFamily="2" charset="-122"/>
              </a:rPr>
              <a:t>事业单位</a:t>
            </a:r>
            <a:r>
              <a:rPr lang="zh-CN" altLang="en-US" sz="3600" b="1" dirty="0">
                <a:solidFill>
                  <a:srgbClr val="7030A0"/>
                </a:solidFill>
                <a:latin typeface="华文楷体" panose="02010600040101010101" pitchFamily="2" charset="-122"/>
                <a:ea typeface="华文楷体" panose="02010600040101010101" pitchFamily="2" charset="-122"/>
              </a:rPr>
              <a:t>制定的规章和规范</a:t>
            </a:r>
            <a:endParaRPr lang="en-US" altLang="zh-CN" sz="3600" b="1" dirty="0">
              <a:solidFill>
                <a:srgbClr val="7030A0"/>
              </a:solidFill>
              <a:latin typeface="华文楷体" panose="02010600040101010101" pitchFamily="2" charset="-122"/>
              <a:ea typeface="华文楷体" panose="02010600040101010101" pitchFamily="2" charset="-122"/>
            </a:endParaRPr>
          </a:p>
          <a:p>
            <a:pPr>
              <a:lnSpc>
                <a:spcPct val="150000"/>
              </a:lnSpc>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中国银行业监督管理委员会制定的规章和规范</a:t>
            </a:r>
            <a:endParaRPr lang="zh-CN" altLang="en-US" sz="2400" b="1" dirty="0">
              <a:latin typeface="华文楷体" panose="02010600040101010101" pitchFamily="2" charset="-122"/>
              <a:ea typeface="华文楷体" panose="02010600040101010101" pitchFamily="2" charset="-122"/>
            </a:endParaRPr>
          </a:p>
          <a:p>
            <a:pPr>
              <a:lnSpc>
                <a:spcPct val="150000"/>
              </a:lnSpc>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中国证劵监督管理委员会制定的规章和规范</a:t>
            </a:r>
            <a:endParaRPr lang="zh-CN" altLang="en-US" sz="2400" b="1" dirty="0">
              <a:latin typeface="华文楷体" panose="02010600040101010101" pitchFamily="2" charset="-122"/>
              <a:ea typeface="华文楷体" panose="02010600040101010101" pitchFamily="2" charset="-122"/>
            </a:endParaRPr>
          </a:p>
          <a:p>
            <a:pPr>
              <a:lnSpc>
                <a:spcPct val="150000"/>
              </a:lnSpc>
              <a:buClr>
                <a:schemeClr val="tx2"/>
              </a:buClr>
              <a:buSzTx/>
              <a:buFont typeface="Wingdings" panose="05000000000000000000" pitchFamily="2" charset="2"/>
              <a:buChar char="ü"/>
            </a:pPr>
            <a:r>
              <a:rPr lang="zh-CN" altLang="en-US" sz="2400" b="1" dirty="0">
                <a:latin typeface="华文楷体" panose="02010600040101010101" pitchFamily="2" charset="-122"/>
                <a:ea typeface="华文楷体" panose="02010600040101010101" pitchFamily="2" charset="-122"/>
              </a:rPr>
              <a:t>国务院新闻办公室制定的规章和规范</a:t>
            </a:r>
            <a:endParaRPr lang="zh-CN" altLang="en-US" sz="2400" b="1" dirty="0">
              <a:latin typeface="华文楷体" panose="02010600040101010101" pitchFamily="2" charset="-122"/>
              <a:ea typeface="华文楷体" panose="02010600040101010101" pitchFamily="2" charset="-122"/>
            </a:endParaRPr>
          </a:p>
          <a:p>
            <a:pPr>
              <a:buClr>
                <a:schemeClr val="tx2"/>
              </a:buClr>
              <a:buSzTx/>
              <a:buFont typeface="Wingdings" panose="05000000000000000000" pitchFamily="2" charset="2"/>
              <a:buChar char="v"/>
            </a:pPr>
            <a:endParaRPr lang="zh-CN" altLang="en-US" dirty="0">
              <a:ea typeface="宋体" panose="02010600030101010101" pitchFamily="2" charset="-122"/>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03">
                                            <p:txEl>
                                              <p:charRg st="18" end="39"/>
                                            </p:txEl>
                                          </p:spTgt>
                                        </p:tgtEl>
                                        <p:attrNameLst>
                                          <p:attrName>style.visibility</p:attrName>
                                        </p:attrNameLst>
                                      </p:cBhvr>
                                      <p:to>
                                        <p:strVal val="visible"/>
                                      </p:to>
                                    </p:set>
                                    <p:animEffect transition="in" filter="fade">
                                      <p:cBhvr>
                                        <p:cTn id="7" dur="1000"/>
                                        <p:tgtEl>
                                          <p:spTgt spid="51203">
                                            <p:txEl>
                                              <p:charRg st="18" end="39"/>
                                            </p:txEl>
                                          </p:spTgt>
                                        </p:tgtEl>
                                      </p:cBhvr>
                                    </p:animEffect>
                                    <p:anim calcmode="lin" valueType="num">
                                      <p:cBhvr>
                                        <p:cTn id="8" dur="1000" fill="hold"/>
                                        <p:tgtEl>
                                          <p:spTgt spid="51203">
                                            <p:txEl>
                                              <p:charRg st="18" end="39"/>
                                            </p:txEl>
                                          </p:spTgt>
                                        </p:tgtEl>
                                        <p:attrNameLst>
                                          <p:attrName>ppt_x</p:attrName>
                                        </p:attrNameLst>
                                      </p:cBhvr>
                                      <p:tavLst>
                                        <p:tav tm="0">
                                          <p:val>
                                            <p:strVal val="#ppt_x"/>
                                          </p:val>
                                        </p:tav>
                                        <p:tav tm="100000">
                                          <p:val>
                                            <p:strVal val="#ppt_x"/>
                                          </p:val>
                                        </p:tav>
                                      </p:tavLst>
                                    </p:anim>
                                    <p:anim calcmode="lin" valueType="num">
                                      <p:cBhvr>
                                        <p:cTn id="9" dur="1000" fill="hold"/>
                                        <p:tgtEl>
                                          <p:spTgt spid="51203">
                                            <p:txEl>
                                              <p:charRg st="18" end="39"/>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1203">
                                            <p:txEl>
                                              <p:charRg st="39" end="59"/>
                                            </p:txEl>
                                          </p:spTgt>
                                        </p:tgtEl>
                                        <p:attrNameLst>
                                          <p:attrName>style.visibility</p:attrName>
                                        </p:attrNameLst>
                                      </p:cBhvr>
                                      <p:to>
                                        <p:strVal val="visible"/>
                                      </p:to>
                                    </p:set>
                                    <p:animEffect transition="in" filter="fade">
                                      <p:cBhvr>
                                        <p:cTn id="12" dur="1000"/>
                                        <p:tgtEl>
                                          <p:spTgt spid="51203">
                                            <p:txEl>
                                              <p:charRg st="39" end="59"/>
                                            </p:txEl>
                                          </p:spTgt>
                                        </p:tgtEl>
                                      </p:cBhvr>
                                    </p:animEffect>
                                    <p:anim calcmode="lin" valueType="num">
                                      <p:cBhvr>
                                        <p:cTn id="13" dur="1000" fill="hold"/>
                                        <p:tgtEl>
                                          <p:spTgt spid="51203">
                                            <p:txEl>
                                              <p:charRg st="39" end="59"/>
                                            </p:txEl>
                                          </p:spTgt>
                                        </p:tgtEl>
                                        <p:attrNameLst>
                                          <p:attrName>ppt_x</p:attrName>
                                        </p:attrNameLst>
                                      </p:cBhvr>
                                      <p:tavLst>
                                        <p:tav tm="0">
                                          <p:val>
                                            <p:strVal val="#ppt_x"/>
                                          </p:val>
                                        </p:tav>
                                        <p:tav tm="100000">
                                          <p:val>
                                            <p:strVal val="#ppt_x"/>
                                          </p:val>
                                        </p:tav>
                                      </p:tavLst>
                                    </p:anim>
                                    <p:anim calcmode="lin" valueType="num">
                                      <p:cBhvr>
                                        <p:cTn id="14" dur="1000" fill="hold"/>
                                        <p:tgtEl>
                                          <p:spTgt spid="51203">
                                            <p:txEl>
                                              <p:charRg st="39" end="59"/>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1203">
                                            <p:txEl>
                                              <p:charRg st="59" end="76"/>
                                            </p:txEl>
                                          </p:spTgt>
                                        </p:tgtEl>
                                        <p:attrNameLst>
                                          <p:attrName>style.visibility</p:attrName>
                                        </p:attrNameLst>
                                      </p:cBhvr>
                                      <p:to>
                                        <p:strVal val="visible"/>
                                      </p:to>
                                    </p:set>
                                    <p:animEffect transition="in" filter="fade">
                                      <p:cBhvr>
                                        <p:cTn id="17" dur="1000"/>
                                        <p:tgtEl>
                                          <p:spTgt spid="51203">
                                            <p:txEl>
                                              <p:charRg st="59" end="76"/>
                                            </p:txEl>
                                          </p:spTgt>
                                        </p:tgtEl>
                                      </p:cBhvr>
                                    </p:animEffect>
                                    <p:anim calcmode="lin" valueType="num">
                                      <p:cBhvr>
                                        <p:cTn id="18" dur="1000" fill="hold"/>
                                        <p:tgtEl>
                                          <p:spTgt spid="51203">
                                            <p:txEl>
                                              <p:charRg st="59" end="76"/>
                                            </p:txEl>
                                          </p:spTgt>
                                        </p:tgtEl>
                                        <p:attrNameLst>
                                          <p:attrName>ppt_x</p:attrName>
                                        </p:attrNameLst>
                                      </p:cBhvr>
                                      <p:tavLst>
                                        <p:tav tm="0">
                                          <p:val>
                                            <p:strVal val="#ppt_x"/>
                                          </p:val>
                                        </p:tav>
                                        <p:tav tm="100000">
                                          <p:val>
                                            <p:strVal val="#ppt_x"/>
                                          </p:val>
                                        </p:tav>
                                      </p:tavLst>
                                    </p:anim>
                                    <p:anim calcmode="lin" valueType="num">
                                      <p:cBhvr>
                                        <p:cTn id="19" dur="1000" fill="hold"/>
                                        <p:tgtEl>
                                          <p:spTgt spid="51203">
                                            <p:txEl>
                                              <p:charRg st="59" end="7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2227" name="内容占位符 2"/>
          <p:cNvSpPr>
            <a:spLocks noGrp="1"/>
          </p:cNvSpPr>
          <p:nvPr>
            <p:ph sz="quarter" idx="13"/>
          </p:nvPr>
        </p:nvSpPr>
        <p:spPr>
          <a:xfrm>
            <a:off x="0" y="2000250"/>
            <a:ext cx="485775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1</a:t>
            </a:r>
            <a:r>
              <a:rPr kumimoji="0" lang="zh-CN" altLang="en-US"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．电子银行安全评估指引</a:t>
            </a:r>
            <a:endParaRPr kumimoji="0" lang="zh-CN" altLang="en-US" sz="2400" b="1"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发布单位：中国银行业监督管理委员会</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发布文号：银监发</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2006-01-26</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2006-03-01</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4" name="内容占位符 2"/>
          <p:cNvSpPr txBox="1"/>
          <p:nvPr/>
        </p:nvSpPr>
        <p:spPr bwMode="auto">
          <a:xfrm>
            <a:off x="4786313" y="1905000"/>
            <a:ext cx="4357688" cy="3333750"/>
          </a:xfrm>
          <a:prstGeom prst="rect">
            <a:avLst/>
          </a:prstGeom>
          <a:noFill/>
          <a:ln w="9525">
            <a:noFill/>
            <a:miter lim="800000"/>
          </a:ln>
        </p:spPr>
        <p:txBody>
          <a:bodyPr/>
          <a:lstStyle/>
          <a:p>
            <a:pPr marR="0" defTabSz="914400">
              <a:spcBef>
                <a:spcPts val="700"/>
              </a:spcBef>
              <a:buClr>
                <a:schemeClr val="accent2"/>
              </a:buClr>
              <a:buSzPct val="60000"/>
              <a:buFontTx/>
              <a:buNone/>
              <a:defRPr/>
            </a:pPr>
            <a:r>
              <a:rPr kumimoji="0" lang="en-US" sz="2400" b="1" kern="1200" cap="none" spc="0" normalizeH="0" baseline="0" noProof="0" dirty="0">
                <a:solidFill>
                  <a:schemeClr val="tx1"/>
                </a:solidFill>
                <a:latin typeface="+mn-lt"/>
                <a:ea typeface="+mn-ea"/>
                <a:cs typeface="+mn-cs"/>
              </a:rPr>
              <a:t>2</a:t>
            </a:r>
            <a:r>
              <a:rPr kumimoji="0" lang="zh-CN" altLang="en-US" sz="2400" b="1" kern="1200" cap="none" spc="0" normalizeH="0" baseline="0" noProof="0" dirty="0">
                <a:solidFill>
                  <a:schemeClr val="tx1"/>
                </a:solidFill>
                <a:latin typeface="+mn-lt"/>
                <a:ea typeface="+mn-ea"/>
                <a:cs typeface="+mn-cs"/>
              </a:rPr>
              <a:t>．商业银行信息科技风险管理指引</a:t>
            </a:r>
            <a:endParaRPr kumimoji="0" lang="zh-CN" altLang="en-US" sz="2400" b="1" kern="1200" cap="none" spc="0" normalizeH="0" baseline="0" noProof="0" dirty="0">
              <a:solidFill>
                <a:schemeClr val="tx1"/>
              </a:solidFill>
              <a:latin typeface="+mn-lt"/>
              <a:ea typeface="+mn-ea"/>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发布单位：中国银行业监督管理委员会</a:t>
            </a:r>
            <a:endPar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发布文号：银监发</a:t>
            </a:r>
            <a:r>
              <a:rPr kumimoji="0" 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[2009]19</a:t>
            </a:r>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2009-03-03</a:t>
            </a:r>
            <a:endPar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Pct val="60000"/>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2009-03-03</a:t>
            </a:r>
            <a:endPar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19405" marR="0" indent="-319405" defTabSz="914400">
              <a:spcBef>
                <a:spcPts val="700"/>
              </a:spcBef>
              <a:buClr>
                <a:schemeClr val="accent2"/>
              </a:buClr>
              <a:buSzPct val="60000"/>
              <a:buFont typeface="Wingdings" panose="05000000000000000000" pitchFamily="2" charset="2"/>
              <a:buChar char=""/>
              <a:defRPr/>
            </a:pPr>
            <a:endParaRPr kumimoji="0" lang="zh-CN" altLang="en-US" sz="2900" kern="1200" cap="none" spc="0" normalizeH="0" baseline="0" noProof="0" dirty="0">
              <a:solidFill>
                <a:schemeClr val="tx1"/>
              </a:solidFill>
              <a:latin typeface="+mn-lt"/>
              <a:ea typeface="+mn-ea"/>
              <a:cs typeface="+mn-cs"/>
            </a:endParaRPr>
          </a:p>
        </p:txBody>
      </p:sp>
      <p:sp>
        <p:nvSpPr>
          <p:cNvPr id="59396" name="矩形 1"/>
          <p:cNvSpPr/>
          <p:nvPr/>
        </p:nvSpPr>
        <p:spPr>
          <a:xfrm>
            <a:off x="838200" y="1219200"/>
            <a:ext cx="7391400" cy="492125"/>
          </a:xfrm>
          <a:prstGeom prst="rect">
            <a:avLst/>
          </a:prstGeom>
          <a:noFill/>
          <a:ln w="9525">
            <a:noFill/>
          </a:ln>
        </p:spPr>
        <p:txBody>
          <a:bodyPr anchor="t" anchorCtr="0">
            <a:spAutoFit/>
          </a:bodyPr>
          <a:p>
            <a:pPr eaLnBrk="0" hangingPunct="0"/>
            <a:r>
              <a:rPr lang="zh-CN" altLang="en-US" b="1" dirty="0">
                <a:latin typeface="华文楷体" panose="02010600040101010101" pitchFamily="2" charset="-122"/>
                <a:ea typeface="华文楷体" panose="02010600040101010101" pitchFamily="2" charset="-122"/>
              </a:rPr>
              <a:t>中国银行业监督管理委员会制定的规章和规范</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2227">
                                            <p:txEl>
                                              <p:charRg st="0" end="13"/>
                                            </p:txEl>
                                          </p:spTgt>
                                        </p:tgtEl>
                                        <p:attrNameLst>
                                          <p:attrName>style.visibility</p:attrName>
                                        </p:attrNameLst>
                                      </p:cBhvr>
                                      <p:to>
                                        <p:strVal val="visible"/>
                                      </p:to>
                                    </p:set>
                                    <p:animEffect transition="in" filter="barn(inVertical)">
                                      <p:cBhvr>
                                        <p:cTn id="7" dur="500"/>
                                        <p:tgtEl>
                                          <p:spTgt spid="52227">
                                            <p:txEl>
                                              <p:charRg st="0" end="1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2227">
                                            <p:txEl>
                                              <p:charRg st="13" end="31"/>
                                            </p:txEl>
                                          </p:spTgt>
                                        </p:tgtEl>
                                        <p:attrNameLst>
                                          <p:attrName>style.visibility</p:attrName>
                                        </p:attrNameLst>
                                      </p:cBhvr>
                                      <p:to>
                                        <p:strVal val="visible"/>
                                      </p:to>
                                    </p:set>
                                    <p:animEffect transition="in" filter="barn(inVertical)">
                                      <p:cBhvr>
                                        <p:cTn id="10" dur="500"/>
                                        <p:tgtEl>
                                          <p:spTgt spid="52227">
                                            <p:txEl>
                                              <p:charRg st="13" end="3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2227">
                                            <p:txEl>
                                              <p:charRg st="31" end="48"/>
                                            </p:txEl>
                                          </p:spTgt>
                                        </p:tgtEl>
                                        <p:attrNameLst>
                                          <p:attrName>style.visibility</p:attrName>
                                        </p:attrNameLst>
                                      </p:cBhvr>
                                      <p:to>
                                        <p:strVal val="visible"/>
                                      </p:to>
                                    </p:set>
                                    <p:animEffect transition="in" filter="barn(inVertical)">
                                      <p:cBhvr>
                                        <p:cTn id="13" dur="500"/>
                                        <p:tgtEl>
                                          <p:spTgt spid="52227">
                                            <p:txEl>
                                              <p:charRg st="31" end="48"/>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2227">
                                            <p:txEl>
                                              <p:charRg st="48" end="64"/>
                                            </p:txEl>
                                          </p:spTgt>
                                        </p:tgtEl>
                                        <p:attrNameLst>
                                          <p:attrName>style.visibility</p:attrName>
                                        </p:attrNameLst>
                                      </p:cBhvr>
                                      <p:to>
                                        <p:strVal val="visible"/>
                                      </p:to>
                                    </p:set>
                                    <p:animEffect transition="in" filter="barn(inVertical)">
                                      <p:cBhvr>
                                        <p:cTn id="16" dur="500"/>
                                        <p:tgtEl>
                                          <p:spTgt spid="52227">
                                            <p:txEl>
                                              <p:charRg st="48" end="6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52227">
                                            <p:txEl>
                                              <p:charRg st="64" end="80"/>
                                            </p:txEl>
                                          </p:spTgt>
                                        </p:tgtEl>
                                        <p:attrNameLst>
                                          <p:attrName>style.visibility</p:attrName>
                                        </p:attrNameLst>
                                      </p:cBhvr>
                                      <p:to>
                                        <p:strVal val="visible"/>
                                      </p:to>
                                    </p:set>
                                    <p:animEffect transition="in" filter="barn(inVertical)">
                                      <p:cBhvr>
                                        <p:cTn id="19" dur="500"/>
                                        <p:tgtEl>
                                          <p:spTgt spid="52227">
                                            <p:txEl>
                                              <p:charRg st="64" end="8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4">
                                            <p:txEl>
                                              <p:charRg st="0" end="17"/>
                                            </p:txEl>
                                          </p:spTgt>
                                        </p:tgtEl>
                                        <p:attrNameLst>
                                          <p:attrName>style.visibility</p:attrName>
                                        </p:attrNameLst>
                                      </p:cBhvr>
                                      <p:to>
                                        <p:strVal val="visible"/>
                                      </p:to>
                                    </p:set>
                                    <p:animEffect transition="in" filter="wheel(1)">
                                      <p:cBhvr>
                                        <p:cTn id="24" dur="2000"/>
                                        <p:tgtEl>
                                          <p:spTgt spid="4">
                                            <p:txEl>
                                              <p:charRg st="0" end="17"/>
                                            </p:txEl>
                                          </p:spTgt>
                                        </p:tgtEl>
                                      </p:cBhvr>
                                    </p:animEffect>
                                  </p:childTnLst>
                                </p:cTn>
                              </p:par>
                              <p:par>
                                <p:cTn id="25" presetID="21" presetClass="entr" presetSubtype="1" fill="hold" nodeType="withEffect">
                                  <p:stCondLst>
                                    <p:cond delay="0"/>
                                  </p:stCondLst>
                                  <p:childTnLst>
                                    <p:set>
                                      <p:cBhvr>
                                        <p:cTn id="26" dur="1" fill="hold">
                                          <p:stCondLst>
                                            <p:cond delay="0"/>
                                          </p:stCondLst>
                                        </p:cTn>
                                        <p:tgtEl>
                                          <p:spTgt spid="4">
                                            <p:txEl>
                                              <p:charRg st="17" end="35"/>
                                            </p:txEl>
                                          </p:spTgt>
                                        </p:tgtEl>
                                        <p:attrNameLst>
                                          <p:attrName>style.visibility</p:attrName>
                                        </p:attrNameLst>
                                      </p:cBhvr>
                                      <p:to>
                                        <p:strVal val="visible"/>
                                      </p:to>
                                    </p:set>
                                    <p:animEffect transition="in" filter="wheel(1)">
                                      <p:cBhvr>
                                        <p:cTn id="27" dur="2000"/>
                                        <p:tgtEl>
                                          <p:spTgt spid="4">
                                            <p:txEl>
                                              <p:charRg st="17" end="35"/>
                                            </p:txEl>
                                          </p:spTgt>
                                        </p:tgtEl>
                                      </p:cBhvr>
                                    </p:animEffect>
                                  </p:childTnLst>
                                </p:cTn>
                              </p:par>
                              <p:par>
                                <p:cTn id="28" presetID="21" presetClass="entr" presetSubtype="1" fill="hold" nodeType="withEffect">
                                  <p:stCondLst>
                                    <p:cond delay="0"/>
                                  </p:stCondLst>
                                  <p:childTnLst>
                                    <p:set>
                                      <p:cBhvr>
                                        <p:cTn id="29" dur="1" fill="hold">
                                          <p:stCondLst>
                                            <p:cond delay="0"/>
                                          </p:stCondLst>
                                        </p:cTn>
                                        <p:tgtEl>
                                          <p:spTgt spid="4">
                                            <p:txEl>
                                              <p:charRg st="35" end="53"/>
                                            </p:txEl>
                                          </p:spTgt>
                                        </p:tgtEl>
                                        <p:attrNameLst>
                                          <p:attrName>style.visibility</p:attrName>
                                        </p:attrNameLst>
                                      </p:cBhvr>
                                      <p:to>
                                        <p:strVal val="visible"/>
                                      </p:to>
                                    </p:set>
                                    <p:animEffect transition="in" filter="wheel(1)">
                                      <p:cBhvr>
                                        <p:cTn id="30" dur="2000"/>
                                        <p:tgtEl>
                                          <p:spTgt spid="4">
                                            <p:txEl>
                                              <p:charRg st="35" end="53"/>
                                            </p:txEl>
                                          </p:spTgt>
                                        </p:tgtEl>
                                      </p:cBhvr>
                                    </p:animEffect>
                                  </p:childTnLst>
                                </p:cTn>
                              </p:par>
                              <p:par>
                                <p:cTn id="31" presetID="21" presetClass="entr" presetSubtype="1" fill="hold" nodeType="withEffect">
                                  <p:stCondLst>
                                    <p:cond delay="0"/>
                                  </p:stCondLst>
                                  <p:childTnLst>
                                    <p:set>
                                      <p:cBhvr>
                                        <p:cTn id="32" dur="1" fill="hold">
                                          <p:stCondLst>
                                            <p:cond delay="0"/>
                                          </p:stCondLst>
                                        </p:cTn>
                                        <p:tgtEl>
                                          <p:spTgt spid="4">
                                            <p:txEl>
                                              <p:charRg st="53" end="69"/>
                                            </p:txEl>
                                          </p:spTgt>
                                        </p:tgtEl>
                                        <p:attrNameLst>
                                          <p:attrName>style.visibility</p:attrName>
                                        </p:attrNameLst>
                                      </p:cBhvr>
                                      <p:to>
                                        <p:strVal val="visible"/>
                                      </p:to>
                                    </p:set>
                                    <p:animEffect transition="in" filter="wheel(1)">
                                      <p:cBhvr>
                                        <p:cTn id="33" dur="2000"/>
                                        <p:tgtEl>
                                          <p:spTgt spid="4">
                                            <p:txEl>
                                              <p:charRg st="53" end="69"/>
                                            </p:txEl>
                                          </p:spTgt>
                                        </p:tgtEl>
                                      </p:cBhvr>
                                    </p:animEffect>
                                  </p:childTnLst>
                                </p:cTn>
                              </p:par>
                              <p:par>
                                <p:cTn id="34" presetID="21" presetClass="entr" presetSubtype="1" fill="hold" nodeType="withEffect">
                                  <p:stCondLst>
                                    <p:cond delay="0"/>
                                  </p:stCondLst>
                                  <p:childTnLst>
                                    <p:set>
                                      <p:cBhvr>
                                        <p:cTn id="35" dur="1" fill="hold">
                                          <p:stCondLst>
                                            <p:cond delay="0"/>
                                          </p:stCondLst>
                                        </p:cTn>
                                        <p:tgtEl>
                                          <p:spTgt spid="4">
                                            <p:txEl>
                                              <p:charRg st="69" end="85"/>
                                            </p:txEl>
                                          </p:spTgt>
                                        </p:tgtEl>
                                        <p:attrNameLst>
                                          <p:attrName>style.visibility</p:attrName>
                                        </p:attrNameLst>
                                      </p:cBhvr>
                                      <p:to>
                                        <p:strVal val="visible"/>
                                      </p:to>
                                    </p:set>
                                    <p:animEffect transition="in" filter="wheel(1)">
                                      <p:cBhvr>
                                        <p:cTn id="36" dur="2000"/>
                                        <p:tgtEl>
                                          <p:spTgt spid="4">
                                            <p:txEl>
                                              <p:charRg st="69" end="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3251"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中国证劵监督管理委员会制定的规章和规范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．证券经营机构营业部信息系统技术管理规范（试行）</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．期货交易所、期货经营机构信息技术管理规范（试行）</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．上市公司股东大会网络投票系统技术管理规范（试行）</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．证券期货业网络与信息安全信息通报暂行办法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．证券期货业信息安全保障管理暂行办法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．进入风险处置程序证券公司信息系统交接技术指引</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7</a:t>
            </a: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．证券投资基金销售业务信息管理平台管理规定</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3251">
                                            <p:txEl>
                                              <p:charRg st="20" end="46"/>
                                            </p:txEl>
                                          </p:spTgt>
                                        </p:tgtEl>
                                        <p:attrNameLst>
                                          <p:attrName>style.visibility</p:attrName>
                                        </p:attrNameLst>
                                      </p:cBhvr>
                                      <p:to>
                                        <p:strVal val="visible"/>
                                      </p:to>
                                    </p:set>
                                    <p:animEffect transition="in" filter="barn(inVertical)">
                                      <p:cBhvr>
                                        <p:cTn id="7" dur="500"/>
                                        <p:tgtEl>
                                          <p:spTgt spid="53251">
                                            <p:txEl>
                                              <p:charRg st="20" end="4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3251">
                                            <p:txEl>
                                              <p:charRg st="46" end="73"/>
                                            </p:txEl>
                                          </p:spTgt>
                                        </p:tgtEl>
                                        <p:attrNameLst>
                                          <p:attrName>style.visibility</p:attrName>
                                        </p:attrNameLst>
                                      </p:cBhvr>
                                      <p:to>
                                        <p:strVal val="visible"/>
                                      </p:to>
                                    </p:set>
                                    <p:animEffect transition="in" filter="barn(inVertical)">
                                      <p:cBhvr>
                                        <p:cTn id="10" dur="500"/>
                                        <p:tgtEl>
                                          <p:spTgt spid="53251">
                                            <p:txEl>
                                              <p:charRg st="46" end="7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3251">
                                            <p:txEl>
                                              <p:charRg st="73" end="100"/>
                                            </p:txEl>
                                          </p:spTgt>
                                        </p:tgtEl>
                                        <p:attrNameLst>
                                          <p:attrName>style.visibility</p:attrName>
                                        </p:attrNameLst>
                                      </p:cBhvr>
                                      <p:to>
                                        <p:strVal val="visible"/>
                                      </p:to>
                                    </p:set>
                                    <p:animEffect transition="in" filter="barn(inVertical)">
                                      <p:cBhvr>
                                        <p:cTn id="13" dur="500"/>
                                        <p:tgtEl>
                                          <p:spTgt spid="53251">
                                            <p:txEl>
                                              <p:charRg st="73" end="100"/>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3251">
                                            <p:txEl>
                                              <p:charRg st="100" end="123"/>
                                            </p:txEl>
                                          </p:spTgt>
                                        </p:tgtEl>
                                        <p:attrNameLst>
                                          <p:attrName>style.visibility</p:attrName>
                                        </p:attrNameLst>
                                      </p:cBhvr>
                                      <p:to>
                                        <p:strVal val="visible"/>
                                      </p:to>
                                    </p:set>
                                    <p:animEffect transition="in" filter="barn(inVertical)">
                                      <p:cBhvr>
                                        <p:cTn id="16" dur="500"/>
                                        <p:tgtEl>
                                          <p:spTgt spid="53251">
                                            <p:txEl>
                                              <p:charRg st="100" end="12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53251">
                                            <p:txEl>
                                              <p:charRg st="123" end="143"/>
                                            </p:txEl>
                                          </p:spTgt>
                                        </p:tgtEl>
                                        <p:attrNameLst>
                                          <p:attrName>style.visibility</p:attrName>
                                        </p:attrNameLst>
                                      </p:cBhvr>
                                      <p:to>
                                        <p:strVal val="visible"/>
                                      </p:to>
                                    </p:set>
                                    <p:animEffect transition="in" filter="barn(inVertical)">
                                      <p:cBhvr>
                                        <p:cTn id="19" dur="500"/>
                                        <p:tgtEl>
                                          <p:spTgt spid="53251">
                                            <p:txEl>
                                              <p:charRg st="123" end="143"/>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53251">
                                            <p:txEl>
                                              <p:charRg st="143" end="168"/>
                                            </p:txEl>
                                          </p:spTgt>
                                        </p:tgtEl>
                                        <p:attrNameLst>
                                          <p:attrName>style.visibility</p:attrName>
                                        </p:attrNameLst>
                                      </p:cBhvr>
                                      <p:to>
                                        <p:strVal val="visible"/>
                                      </p:to>
                                    </p:set>
                                    <p:animEffect transition="in" filter="barn(inVertical)">
                                      <p:cBhvr>
                                        <p:cTn id="22" dur="500"/>
                                        <p:tgtEl>
                                          <p:spTgt spid="53251">
                                            <p:txEl>
                                              <p:charRg st="143" end="168"/>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53251">
                                            <p:txEl>
                                              <p:charRg st="168" end="191"/>
                                            </p:txEl>
                                          </p:spTgt>
                                        </p:tgtEl>
                                        <p:attrNameLst>
                                          <p:attrName>style.visibility</p:attrName>
                                        </p:attrNameLst>
                                      </p:cBhvr>
                                      <p:to>
                                        <p:strVal val="visible"/>
                                      </p:to>
                                    </p:set>
                                    <p:animEffect transition="in" filter="barn(inVertical)">
                                      <p:cBhvr>
                                        <p:cTn id="25" dur="500"/>
                                        <p:tgtEl>
                                          <p:spTgt spid="53251">
                                            <p:txEl>
                                              <p:charRg st="168" end="1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4275" name="内容占位符 2"/>
          <p:cNvSpPr>
            <a:spLocks noGrp="1"/>
          </p:cNvSpPr>
          <p:nvPr>
            <p:ph sz="quarter" idx="13"/>
          </p:nvPr>
        </p:nvSpPr>
        <p:spPr>
          <a:xfrm>
            <a:off x="642938" y="1295400"/>
            <a:ext cx="6929438" cy="523875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国务院新闻办公室制定的规章和规范</a:t>
            </a:r>
            <a:endPar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．互联网站从事登载新闻业务管理暂行规定</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发布单位：国务院新闻办公室、信息产业部</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2000-11-06</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2000-11-06</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．互联网新闻信息服务管理规定</a:t>
            </a:r>
            <a:endParaRPr kumimoji="0" lang="zh-CN" altLang="en-US" sz="20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发布单位：国务院新闻办公室、信息产业部</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发布文号：国务院新闻办公室、信息产业部令第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37</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2005-09-25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2005-09-25</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4275">
                                            <p:txEl>
                                              <p:charRg st="17" end="38"/>
                                            </p:txEl>
                                          </p:spTgt>
                                        </p:tgtEl>
                                        <p:attrNameLst>
                                          <p:attrName>style.visibility</p:attrName>
                                        </p:attrNameLst>
                                      </p:cBhvr>
                                      <p:to>
                                        <p:strVal val="visible"/>
                                      </p:to>
                                    </p:set>
                                    <p:animEffect transition="in" filter="barn(inVertical)">
                                      <p:cBhvr>
                                        <p:cTn id="7" dur="500"/>
                                        <p:tgtEl>
                                          <p:spTgt spid="54275">
                                            <p:txEl>
                                              <p:charRg st="17" end="38"/>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4275">
                                            <p:txEl>
                                              <p:charRg st="38" end="58"/>
                                            </p:txEl>
                                          </p:spTgt>
                                        </p:tgtEl>
                                        <p:attrNameLst>
                                          <p:attrName>style.visibility</p:attrName>
                                        </p:attrNameLst>
                                      </p:cBhvr>
                                      <p:to>
                                        <p:strVal val="visible"/>
                                      </p:to>
                                    </p:set>
                                    <p:animEffect transition="in" filter="barn(inVertical)">
                                      <p:cBhvr>
                                        <p:cTn id="10" dur="500"/>
                                        <p:tgtEl>
                                          <p:spTgt spid="54275">
                                            <p:txEl>
                                              <p:charRg st="38" end="58"/>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4275">
                                            <p:txEl>
                                              <p:charRg st="58" end="74"/>
                                            </p:txEl>
                                          </p:spTgt>
                                        </p:tgtEl>
                                        <p:attrNameLst>
                                          <p:attrName>style.visibility</p:attrName>
                                        </p:attrNameLst>
                                      </p:cBhvr>
                                      <p:to>
                                        <p:strVal val="visible"/>
                                      </p:to>
                                    </p:set>
                                    <p:animEffect transition="in" filter="barn(inVertical)">
                                      <p:cBhvr>
                                        <p:cTn id="13" dur="500"/>
                                        <p:tgtEl>
                                          <p:spTgt spid="54275">
                                            <p:txEl>
                                              <p:charRg st="58" end="7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4275">
                                            <p:txEl>
                                              <p:charRg st="74" end="90"/>
                                            </p:txEl>
                                          </p:spTgt>
                                        </p:tgtEl>
                                        <p:attrNameLst>
                                          <p:attrName>style.visibility</p:attrName>
                                        </p:attrNameLst>
                                      </p:cBhvr>
                                      <p:to>
                                        <p:strVal val="visible"/>
                                      </p:to>
                                    </p:set>
                                    <p:animEffect transition="in" filter="barn(inVertical)">
                                      <p:cBhvr>
                                        <p:cTn id="16" dur="500"/>
                                        <p:tgtEl>
                                          <p:spTgt spid="54275">
                                            <p:txEl>
                                              <p:charRg st="74" end="90"/>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54275">
                                            <p:txEl>
                                              <p:charRg st="90" end="106"/>
                                            </p:txEl>
                                          </p:spTgt>
                                        </p:tgtEl>
                                        <p:attrNameLst>
                                          <p:attrName>style.visibility</p:attrName>
                                        </p:attrNameLst>
                                      </p:cBhvr>
                                      <p:to>
                                        <p:strVal val="visible"/>
                                      </p:to>
                                    </p:set>
                                    <p:animEffect transition="in" filter="barn(inVertical)">
                                      <p:cBhvr>
                                        <p:cTn id="19" dur="500"/>
                                        <p:tgtEl>
                                          <p:spTgt spid="54275">
                                            <p:txEl>
                                              <p:charRg st="90" end="10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54275">
                                            <p:txEl>
                                              <p:charRg st="106" end="122"/>
                                            </p:txEl>
                                          </p:spTgt>
                                        </p:tgtEl>
                                        <p:attrNameLst>
                                          <p:attrName>style.visibility</p:attrName>
                                        </p:attrNameLst>
                                      </p:cBhvr>
                                      <p:to>
                                        <p:strVal val="visible"/>
                                      </p:to>
                                    </p:set>
                                    <p:animEffect transition="in" filter="wheel(1)">
                                      <p:cBhvr>
                                        <p:cTn id="24" dur="2000"/>
                                        <p:tgtEl>
                                          <p:spTgt spid="54275">
                                            <p:txEl>
                                              <p:charRg st="106" end="122"/>
                                            </p:txEl>
                                          </p:spTgt>
                                        </p:tgtEl>
                                      </p:cBhvr>
                                    </p:animEffect>
                                  </p:childTnLst>
                                </p:cTn>
                              </p:par>
                              <p:par>
                                <p:cTn id="25" presetID="21" presetClass="entr" presetSubtype="1" fill="hold" nodeType="withEffect">
                                  <p:stCondLst>
                                    <p:cond delay="0"/>
                                  </p:stCondLst>
                                  <p:childTnLst>
                                    <p:set>
                                      <p:cBhvr>
                                        <p:cTn id="26" dur="1" fill="hold">
                                          <p:stCondLst>
                                            <p:cond delay="0"/>
                                          </p:stCondLst>
                                        </p:cTn>
                                        <p:tgtEl>
                                          <p:spTgt spid="54275">
                                            <p:txEl>
                                              <p:charRg st="122" end="142"/>
                                            </p:txEl>
                                          </p:spTgt>
                                        </p:tgtEl>
                                        <p:attrNameLst>
                                          <p:attrName>style.visibility</p:attrName>
                                        </p:attrNameLst>
                                      </p:cBhvr>
                                      <p:to>
                                        <p:strVal val="visible"/>
                                      </p:to>
                                    </p:set>
                                    <p:animEffect transition="in" filter="wheel(1)">
                                      <p:cBhvr>
                                        <p:cTn id="27" dur="2000"/>
                                        <p:tgtEl>
                                          <p:spTgt spid="54275">
                                            <p:txEl>
                                              <p:charRg st="122" end="142"/>
                                            </p:txEl>
                                          </p:spTgt>
                                        </p:tgtEl>
                                      </p:cBhvr>
                                    </p:animEffect>
                                  </p:childTnLst>
                                </p:cTn>
                              </p:par>
                              <p:par>
                                <p:cTn id="28" presetID="21" presetClass="entr" presetSubtype="1" fill="hold" nodeType="withEffect">
                                  <p:stCondLst>
                                    <p:cond delay="0"/>
                                  </p:stCondLst>
                                  <p:childTnLst>
                                    <p:set>
                                      <p:cBhvr>
                                        <p:cTn id="29" dur="1" fill="hold">
                                          <p:stCondLst>
                                            <p:cond delay="0"/>
                                          </p:stCondLst>
                                        </p:cTn>
                                        <p:tgtEl>
                                          <p:spTgt spid="54275">
                                            <p:txEl>
                                              <p:charRg st="142" end="167"/>
                                            </p:txEl>
                                          </p:spTgt>
                                        </p:tgtEl>
                                        <p:attrNameLst>
                                          <p:attrName>style.visibility</p:attrName>
                                        </p:attrNameLst>
                                      </p:cBhvr>
                                      <p:to>
                                        <p:strVal val="visible"/>
                                      </p:to>
                                    </p:set>
                                    <p:animEffect transition="in" filter="wheel(1)">
                                      <p:cBhvr>
                                        <p:cTn id="30" dur="2000"/>
                                        <p:tgtEl>
                                          <p:spTgt spid="54275">
                                            <p:txEl>
                                              <p:charRg st="142" end="167"/>
                                            </p:txEl>
                                          </p:spTgt>
                                        </p:tgtEl>
                                      </p:cBhvr>
                                    </p:animEffect>
                                  </p:childTnLst>
                                </p:cTn>
                              </p:par>
                              <p:par>
                                <p:cTn id="31" presetID="21" presetClass="entr" presetSubtype="1" fill="hold" nodeType="withEffect">
                                  <p:stCondLst>
                                    <p:cond delay="0"/>
                                  </p:stCondLst>
                                  <p:childTnLst>
                                    <p:set>
                                      <p:cBhvr>
                                        <p:cTn id="32" dur="1" fill="hold">
                                          <p:stCondLst>
                                            <p:cond delay="0"/>
                                          </p:stCondLst>
                                        </p:cTn>
                                        <p:tgtEl>
                                          <p:spTgt spid="54275">
                                            <p:txEl>
                                              <p:charRg st="167" end="183"/>
                                            </p:txEl>
                                          </p:spTgt>
                                        </p:tgtEl>
                                        <p:attrNameLst>
                                          <p:attrName>style.visibility</p:attrName>
                                        </p:attrNameLst>
                                      </p:cBhvr>
                                      <p:to>
                                        <p:strVal val="visible"/>
                                      </p:to>
                                    </p:set>
                                    <p:animEffect transition="in" filter="wheel(1)">
                                      <p:cBhvr>
                                        <p:cTn id="33" dur="2000"/>
                                        <p:tgtEl>
                                          <p:spTgt spid="54275">
                                            <p:txEl>
                                              <p:charRg st="167" end="183"/>
                                            </p:txEl>
                                          </p:spTgt>
                                        </p:tgtEl>
                                      </p:cBhvr>
                                    </p:animEffect>
                                  </p:childTnLst>
                                </p:cTn>
                              </p:par>
                              <p:par>
                                <p:cTn id="34" presetID="21" presetClass="entr" presetSubtype="1" fill="hold" nodeType="withEffect">
                                  <p:stCondLst>
                                    <p:cond delay="0"/>
                                  </p:stCondLst>
                                  <p:childTnLst>
                                    <p:set>
                                      <p:cBhvr>
                                        <p:cTn id="35" dur="1" fill="hold">
                                          <p:stCondLst>
                                            <p:cond delay="0"/>
                                          </p:stCondLst>
                                        </p:cTn>
                                        <p:tgtEl>
                                          <p:spTgt spid="54275">
                                            <p:txEl>
                                              <p:charRg st="183" end="199"/>
                                            </p:txEl>
                                          </p:spTgt>
                                        </p:tgtEl>
                                        <p:attrNameLst>
                                          <p:attrName>style.visibility</p:attrName>
                                        </p:attrNameLst>
                                      </p:cBhvr>
                                      <p:to>
                                        <p:strVal val="visible"/>
                                      </p:to>
                                    </p:set>
                                    <p:animEffect transition="in" filter="wheel(1)">
                                      <p:cBhvr>
                                        <p:cTn id="36" dur="2000"/>
                                        <p:tgtEl>
                                          <p:spTgt spid="54275">
                                            <p:txEl>
                                              <p:charRg st="183" end="1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800" b="1" dirty="0">
              <a:ea typeface="宋体" panose="02010600030101010101" pitchFamily="2" charset="-122"/>
            </a:endParaRPr>
          </a:p>
        </p:txBody>
      </p:sp>
      <p:sp>
        <p:nvSpPr>
          <p:cNvPr id="55299" name="内容占位符 2"/>
          <p:cNvSpPr>
            <a:spLocks noGrp="1"/>
          </p:cNvSpPr>
          <p:nvPr>
            <p:ph sz="quarter" idx="13"/>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
                <a:schemeClr val="tx1">
                  <a:lumMod val="60000"/>
                  <a:lumOff val="40000"/>
                </a:schemeClr>
              </a:buClr>
              <a:buSzTx/>
              <a:buFont typeface="Wingdings" panose="05000000000000000000" pitchFamily="2" charset="2"/>
              <a:buChar char="Ø"/>
              <a:defRPr/>
            </a:pPr>
            <a:r>
              <a:rPr kumimoji="0" lang="zh-CN" altLang="en-US" sz="3600" b="1" i="0" u="none" strike="noStrike" kern="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n-cs"/>
              </a:rPr>
              <a:t>国务院</a:t>
            </a:r>
            <a:r>
              <a:rPr kumimoji="0" lang="zh-CN" altLang="en-US" sz="3600" b="1"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部委管理的国家局</a:t>
            </a:r>
            <a:r>
              <a:rPr kumimoji="0" lang="zh-CN" altLang="en-US" sz="3600" b="1" i="0" u="none" strike="noStrike" kern="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n-cs"/>
              </a:rPr>
              <a:t>制定的规章和规范</a:t>
            </a:r>
            <a:endParaRPr kumimoji="0" lang="en-US" altLang="zh-CN" sz="3600" b="1" i="0" u="none" strike="noStrike" kern="0" cap="none" spc="0" normalizeH="0" baseline="0" noProof="0" dirty="0" smtClean="0">
              <a:ln>
                <a:noFill/>
              </a:ln>
              <a:solidFill>
                <a:srgbClr val="7030A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tx1">
                  <a:lumMod val="60000"/>
                  <a:lumOff val="40000"/>
                </a:schemeClr>
              </a:buClr>
              <a:buSzTx/>
              <a:buFont typeface="Wingdings" panose="05000000000000000000" pitchFamily="2" charset="2"/>
              <a:buChar char="ü"/>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国家烟草专卖局制定的规章和规范</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tx1">
                  <a:lumMod val="60000"/>
                  <a:lumOff val="40000"/>
                </a:schemeClr>
              </a:buClr>
              <a:buSzTx/>
              <a:buFont typeface="Wingdings" panose="05000000000000000000" pitchFamily="2" charset="2"/>
              <a:buChar char="ü"/>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国家食品药品监督管理局制定的规章和规范</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tx1">
                  <a:lumMod val="60000"/>
                  <a:lumOff val="40000"/>
                </a:schemeClr>
              </a:buClr>
              <a:buSzTx/>
              <a:buFont typeface="Wingdings" panose="05000000000000000000" pitchFamily="2" charset="2"/>
              <a:buChar char="ü"/>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国家保密局制定的规章和规范</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tx1">
                  <a:lumMod val="60000"/>
                  <a:lumOff val="40000"/>
                </a:schemeClr>
              </a:buClr>
              <a:buSzTx/>
              <a:buFont typeface="Wingdings" panose="05000000000000000000" pitchFamily="2" charset="2"/>
              <a:buChar char="ü"/>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国家密码管理局制定的规章和规范</a:t>
            </a:r>
            <a:endPar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5299">
                                            <p:txEl>
                                              <p:charRg st="20" end="36"/>
                                            </p:txEl>
                                          </p:spTgt>
                                        </p:tgtEl>
                                        <p:attrNameLst>
                                          <p:attrName>style.visibility</p:attrName>
                                        </p:attrNameLst>
                                      </p:cBhvr>
                                      <p:to>
                                        <p:strVal val="visible"/>
                                      </p:to>
                                    </p:set>
                                    <p:animEffect transition="in" filter="barn(inVertical)">
                                      <p:cBhvr>
                                        <p:cTn id="7" dur="500"/>
                                        <p:tgtEl>
                                          <p:spTgt spid="55299">
                                            <p:txEl>
                                              <p:charRg st="20" end="3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5299">
                                            <p:txEl>
                                              <p:charRg st="36" end="56"/>
                                            </p:txEl>
                                          </p:spTgt>
                                        </p:tgtEl>
                                        <p:attrNameLst>
                                          <p:attrName>style.visibility</p:attrName>
                                        </p:attrNameLst>
                                      </p:cBhvr>
                                      <p:to>
                                        <p:strVal val="visible"/>
                                      </p:to>
                                    </p:set>
                                    <p:animEffect transition="in" filter="barn(inVertical)">
                                      <p:cBhvr>
                                        <p:cTn id="10" dur="500"/>
                                        <p:tgtEl>
                                          <p:spTgt spid="55299">
                                            <p:txEl>
                                              <p:charRg st="36" end="56"/>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5299">
                                            <p:txEl>
                                              <p:charRg st="56" end="70"/>
                                            </p:txEl>
                                          </p:spTgt>
                                        </p:tgtEl>
                                        <p:attrNameLst>
                                          <p:attrName>style.visibility</p:attrName>
                                        </p:attrNameLst>
                                      </p:cBhvr>
                                      <p:to>
                                        <p:strVal val="visible"/>
                                      </p:to>
                                    </p:set>
                                    <p:animEffect transition="in" filter="barn(inVertical)">
                                      <p:cBhvr>
                                        <p:cTn id="13" dur="500"/>
                                        <p:tgtEl>
                                          <p:spTgt spid="55299">
                                            <p:txEl>
                                              <p:charRg st="56" end="70"/>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5299">
                                            <p:txEl>
                                              <p:charRg st="70" end="86"/>
                                            </p:txEl>
                                          </p:spTgt>
                                        </p:tgtEl>
                                        <p:attrNameLst>
                                          <p:attrName>style.visibility</p:attrName>
                                        </p:attrNameLst>
                                      </p:cBhvr>
                                      <p:to>
                                        <p:strVal val="visible"/>
                                      </p:to>
                                    </p:set>
                                    <p:animEffect transition="in" filter="barn(inVertical)">
                                      <p:cBhvr>
                                        <p:cTn id="16" dur="500"/>
                                        <p:tgtEl>
                                          <p:spTgt spid="55299">
                                            <p:txEl>
                                              <p:charRg st="70"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6323"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国家烟草专卖局制定的规章和规范</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
                <a:srgbClr val="FF0000"/>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．烟草行业计算机信息网络安全保护规定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
                <a:srgbClr val="FF0000"/>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．烟草行业计算机信息系统保密管理暂行规定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
                <a:srgbClr val="FF0000"/>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．烟草行业信息系统技术管理规定（试行）</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6323">
                                            <p:txEl>
                                              <p:charRg st="16" end="36"/>
                                            </p:txEl>
                                          </p:spTgt>
                                        </p:tgtEl>
                                        <p:attrNameLst>
                                          <p:attrName>style.visibility</p:attrName>
                                        </p:attrNameLst>
                                      </p:cBhvr>
                                      <p:to>
                                        <p:strVal val="visible"/>
                                      </p:to>
                                    </p:set>
                                    <p:animEffect transition="in" filter="circle(in)">
                                      <p:cBhvr>
                                        <p:cTn id="7" dur="2000"/>
                                        <p:tgtEl>
                                          <p:spTgt spid="56323">
                                            <p:txEl>
                                              <p:charRg st="16" end="36"/>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6323">
                                            <p:txEl>
                                              <p:charRg st="36" end="58"/>
                                            </p:txEl>
                                          </p:spTgt>
                                        </p:tgtEl>
                                        <p:attrNameLst>
                                          <p:attrName>style.visibility</p:attrName>
                                        </p:attrNameLst>
                                      </p:cBhvr>
                                      <p:to>
                                        <p:strVal val="visible"/>
                                      </p:to>
                                    </p:set>
                                    <p:animEffect transition="in" filter="circle(in)">
                                      <p:cBhvr>
                                        <p:cTn id="10" dur="2000"/>
                                        <p:tgtEl>
                                          <p:spTgt spid="56323">
                                            <p:txEl>
                                              <p:charRg st="36" end="58"/>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56323">
                                            <p:txEl>
                                              <p:charRg st="58" end="79"/>
                                            </p:txEl>
                                          </p:spTgt>
                                        </p:tgtEl>
                                        <p:attrNameLst>
                                          <p:attrName>style.visibility</p:attrName>
                                        </p:attrNameLst>
                                      </p:cBhvr>
                                      <p:to>
                                        <p:strVal val="visible"/>
                                      </p:to>
                                    </p:set>
                                    <p:animEffect transition="in" filter="circle(in)">
                                      <p:cBhvr>
                                        <p:cTn id="13" dur="2000"/>
                                        <p:tgtEl>
                                          <p:spTgt spid="56323">
                                            <p:txEl>
                                              <p:charRg st="58" end="7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a:xfrm>
            <a:off x="685800" y="381000"/>
            <a:ext cx="7010400" cy="563563"/>
          </a:xfrm>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7347"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国家食品药品监督管理局制定的规章和规范</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．互联网药品信息服务管理办法</a:t>
            </a:r>
            <a:endPar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发布单位：国家食品药品监督管理局</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发布文号：国家食品药品监督管理局令第</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发布日期：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2004-07-08</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生效日期：</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2004-07-08</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1"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28</a:t>
            </a: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日经国家食品药品监督管理局局务会议审议通过）</a:t>
            </a:r>
            <a:endPar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347">
                                            <p:txEl>
                                              <p:charRg st="20" end="36"/>
                                            </p:txEl>
                                          </p:spTgt>
                                        </p:tgtEl>
                                        <p:attrNameLst>
                                          <p:attrName>style.visibility</p:attrName>
                                        </p:attrNameLst>
                                      </p:cBhvr>
                                      <p:to>
                                        <p:strVal val="visible"/>
                                      </p:to>
                                    </p:set>
                                    <p:animEffect transition="in" filter="barn(inVertical)">
                                      <p:cBhvr>
                                        <p:cTn id="7" dur="500"/>
                                        <p:tgtEl>
                                          <p:spTgt spid="57347">
                                            <p:txEl>
                                              <p:charRg st="20" end="3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7347">
                                            <p:txEl>
                                              <p:charRg st="36" end="53"/>
                                            </p:txEl>
                                          </p:spTgt>
                                        </p:tgtEl>
                                        <p:attrNameLst>
                                          <p:attrName>style.visibility</p:attrName>
                                        </p:attrNameLst>
                                      </p:cBhvr>
                                      <p:to>
                                        <p:strVal val="visible"/>
                                      </p:to>
                                    </p:set>
                                    <p:animEffect transition="in" filter="barn(inVertical)">
                                      <p:cBhvr>
                                        <p:cTn id="10" dur="500"/>
                                        <p:tgtEl>
                                          <p:spTgt spid="57347">
                                            <p:txEl>
                                              <p:charRg st="36" end="5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7347">
                                            <p:txEl>
                                              <p:charRg st="53" end="74"/>
                                            </p:txEl>
                                          </p:spTgt>
                                        </p:tgtEl>
                                        <p:attrNameLst>
                                          <p:attrName>style.visibility</p:attrName>
                                        </p:attrNameLst>
                                      </p:cBhvr>
                                      <p:to>
                                        <p:strVal val="visible"/>
                                      </p:to>
                                    </p:set>
                                    <p:animEffect transition="in" filter="barn(inVertical)">
                                      <p:cBhvr>
                                        <p:cTn id="13" dur="500"/>
                                        <p:tgtEl>
                                          <p:spTgt spid="57347">
                                            <p:txEl>
                                              <p:charRg st="53" end="7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7347">
                                            <p:txEl>
                                              <p:charRg st="74" end="90"/>
                                            </p:txEl>
                                          </p:spTgt>
                                        </p:tgtEl>
                                        <p:attrNameLst>
                                          <p:attrName>style.visibility</p:attrName>
                                        </p:attrNameLst>
                                      </p:cBhvr>
                                      <p:to>
                                        <p:strVal val="visible"/>
                                      </p:to>
                                    </p:set>
                                    <p:animEffect transition="in" filter="barn(inVertical)">
                                      <p:cBhvr>
                                        <p:cTn id="16" dur="500"/>
                                        <p:tgtEl>
                                          <p:spTgt spid="57347">
                                            <p:txEl>
                                              <p:charRg st="74" end="90"/>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57347">
                                            <p:txEl>
                                              <p:charRg st="90" end="106"/>
                                            </p:txEl>
                                          </p:spTgt>
                                        </p:tgtEl>
                                        <p:attrNameLst>
                                          <p:attrName>style.visibility</p:attrName>
                                        </p:attrNameLst>
                                      </p:cBhvr>
                                      <p:to>
                                        <p:strVal val="visible"/>
                                      </p:to>
                                    </p:set>
                                    <p:animEffect transition="in" filter="barn(inVertical)">
                                      <p:cBhvr>
                                        <p:cTn id="19" dur="500"/>
                                        <p:tgtEl>
                                          <p:spTgt spid="57347">
                                            <p:txEl>
                                              <p:charRg st="90" end="10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57347">
                                            <p:txEl>
                                              <p:charRg st="106" end="139"/>
                                            </p:txEl>
                                          </p:spTgt>
                                        </p:tgtEl>
                                        <p:attrNameLst>
                                          <p:attrName>style.visibility</p:attrName>
                                        </p:attrNameLst>
                                      </p:cBhvr>
                                      <p:to>
                                        <p:strVal val="visible"/>
                                      </p:to>
                                    </p:set>
                                    <p:animEffect transition="in" filter="barn(inVertical)">
                                      <p:cBhvr>
                                        <p:cTn id="22" dur="500"/>
                                        <p:tgtEl>
                                          <p:spTgt spid="57347">
                                            <p:txEl>
                                              <p:charRg st="106" end="1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8371" name="内容占位符 2"/>
          <p:cNvSpPr>
            <a:spLocks noGrp="1"/>
          </p:cNvSpPr>
          <p:nvPr>
            <p:ph sz="quarter" idx="13"/>
          </p:nvPr>
        </p:nvSpPr>
        <p:spPr>
          <a:xfrm>
            <a:off x="457200" y="1447800"/>
            <a:ext cx="8534400" cy="4368800"/>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ct val="20000"/>
              </a:spcBef>
              <a:spcAft>
                <a:spcPct val="0"/>
              </a:spcAft>
              <a:buClr>
                <a:schemeClr val="tx2"/>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国家保密局制定的规章和规范</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．计算机信息系统保密管理暂行规定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．涉及国家秘密的通信、办公自动化和计算机信息系统审批暂行办法</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．计算机信息系统国际联网保密管理规定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5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．涉及国家秘密的计算机信息系统集成资质管理办法</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8371">
                                            <p:txEl>
                                              <p:charRg st="14" end="32"/>
                                            </p:txEl>
                                          </p:spTgt>
                                        </p:tgtEl>
                                        <p:attrNameLst>
                                          <p:attrName>style.visibility</p:attrName>
                                        </p:attrNameLst>
                                      </p:cBhvr>
                                      <p:to>
                                        <p:strVal val="visible"/>
                                      </p:to>
                                    </p:set>
                                    <p:animEffect transition="in" filter="circle(in)">
                                      <p:cBhvr>
                                        <p:cTn id="7" dur="2000"/>
                                        <p:tgtEl>
                                          <p:spTgt spid="58371">
                                            <p:txEl>
                                              <p:charRg st="14" end="32"/>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8371">
                                            <p:txEl>
                                              <p:charRg st="32" end="64"/>
                                            </p:txEl>
                                          </p:spTgt>
                                        </p:tgtEl>
                                        <p:attrNameLst>
                                          <p:attrName>style.visibility</p:attrName>
                                        </p:attrNameLst>
                                      </p:cBhvr>
                                      <p:to>
                                        <p:strVal val="visible"/>
                                      </p:to>
                                    </p:set>
                                    <p:animEffect transition="in" filter="circle(in)">
                                      <p:cBhvr>
                                        <p:cTn id="10" dur="2000"/>
                                        <p:tgtEl>
                                          <p:spTgt spid="58371">
                                            <p:txEl>
                                              <p:charRg st="32" end="64"/>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58371">
                                            <p:txEl>
                                              <p:charRg st="64" end="84"/>
                                            </p:txEl>
                                          </p:spTgt>
                                        </p:tgtEl>
                                        <p:attrNameLst>
                                          <p:attrName>style.visibility</p:attrName>
                                        </p:attrNameLst>
                                      </p:cBhvr>
                                      <p:to>
                                        <p:strVal val="visible"/>
                                      </p:to>
                                    </p:set>
                                    <p:animEffect transition="in" filter="circle(in)">
                                      <p:cBhvr>
                                        <p:cTn id="13" dur="2000"/>
                                        <p:tgtEl>
                                          <p:spTgt spid="58371">
                                            <p:txEl>
                                              <p:charRg st="64" end="84"/>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58371">
                                            <p:txEl>
                                              <p:charRg st="84" end="109"/>
                                            </p:txEl>
                                          </p:spTgt>
                                        </p:tgtEl>
                                        <p:attrNameLst>
                                          <p:attrName>style.visibility</p:attrName>
                                        </p:attrNameLst>
                                      </p:cBhvr>
                                      <p:to>
                                        <p:strVal val="visible"/>
                                      </p:to>
                                    </p:set>
                                    <p:animEffect transition="in" filter="circle(in)">
                                      <p:cBhvr>
                                        <p:cTn id="16" dur="2000"/>
                                        <p:tgtEl>
                                          <p:spTgt spid="58371">
                                            <p:txEl>
                                              <p:charRg st="84"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1"/>
          <p:cNvSpPr>
            <a:spLocks noGrp="1"/>
          </p:cNvSpPr>
          <p:nvPr>
            <p:ph type="title"/>
          </p:nvPr>
        </p:nvSpPr>
        <p:spPr/>
        <p:txBody>
          <a:bodyPr vert="horz" wrap="square" lIns="91440" tIns="45720" rIns="91440" bIns="45720" anchor="ctr" anchorCtr="0"/>
          <a:p>
            <a:r>
              <a:rPr lang="zh-CN" altLang="en-US" sz="3200" b="1" dirty="0">
                <a:solidFill>
                  <a:srgbClr val="FFFFFF"/>
                </a:solidFill>
                <a:latin typeface="华文楷体" panose="02010600040101010101" pitchFamily="2" charset="-122"/>
                <a:ea typeface="华文楷体" panose="02010600040101010101" pitchFamily="2" charset="-122"/>
              </a:rPr>
              <a:t>信息安全相关行政法规与部门规范</a:t>
            </a:r>
            <a:endParaRPr lang="zh-CN" altLang="en-US" sz="2400" dirty="0">
              <a:ea typeface="宋体" panose="02010600030101010101" pitchFamily="2" charset="-122"/>
            </a:endParaRPr>
          </a:p>
        </p:txBody>
      </p:sp>
      <p:sp>
        <p:nvSpPr>
          <p:cNvPr id="59395"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国家密码管理局制定的规章和规范</a:t>
            </a:r>
            <a:endParaRPr kumimoji="0" lang="en-US" altLang="zh-CN" sz="32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．商用密码科研管理规定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．商用密码产品生产管理规定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3</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．商用密码产品销售管理规定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．商用密码产品使用管理规定</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．境外组织和个人在华使用密码产品管理办法</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．电子认证服务密码管理办法</a:t>
            </a:r>
            <a:endPar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9395">
                                            <p:txEl>
                                              <p:charRg st="16" end="29"/>
                                            </p:txEl>
                                          </p:spTgt>
                                        </p:tgtEl>
                                        <p:attrNameLst>
                                          <p:attrName>style.visibility</p:attrName>
                                        </p:attrNameLst>
                                      </p:cBhvr>
                                      <p:to>
                                        <p:strVal val="visible"/>
                                      </p:to>
                                    </p:set>
                                    <p:animEffect transition="in" filter="wipe(down)">
                                      <p:cBhvr>
                                        <p:cTn id="7" dur="500"/>
                                        <p:tgtEl>
                                          <p:spTgt spid="59395">
                                            <p:txEl>
                                              <p:charRg st="16" end="29"/>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9395">
                                            <p:txEl>
                                              <p:charRg st="29" end="44"/>
                                            </p:txEl>
                                          </p:spTgt>
                                        </p:tgtEl>
                                        <p:attrNameLst>
                                          <p:attrName>style.visibility</p:attrName>
                                        </p:attrNameLst>
                                      </p:cBhvr>
                                      <p:to>
                                        <p:strVal val="visible"/>
                                      </p:to>
                                    </p:set>
                                    <p:animEffect transition="in" filter="wipe(down)">
                                      <p:cBhvr>
                                        <p:cTn id="10" dur="500"/>
                                        <p:tgtEl>
                                          <p:spTgt spid="59395">
                                            <p:txEl>
                                              <p:charRg st="29" end="4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9395">
                                            <p:txEl>
                                              <p:charRg st="44" end="59"/>
                                            </p:txEl>
                                          </p:spTgt>
                                        </p:tgtEl>
                                        <p:attrNameLst>
                                          <p:attrName>style.visibility</p:attrName>
                                        </p:attrNameLst>
                                      </p:cBhvr>
                                      <p:to>
                                        <p:strVal val="visible"/>
                                      </p:to>
                                    </p:set>
                                    <p:animEffect transition="in" filter="wipe(down)">
                                      <p:cBhvr>
                                        <p:cTn id="13" dur="500"/>
                                        <p:tgtEl>
                                          <p:spTgt spid="59395">
                                            <p:txEl>
                                              <p:charRg st="44" end="59"/>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9395">
                                            <p:txEl>
                                              <p:charRg st="59" end="74"/>
                                            </p:txEl>
                                          </p:spTgt>
                                        </p:tgtEl>
                                        <p:attrNameLst>
                                          <p:attrName>style.visibility</p:attrName>
                                        </p:attrNameLst>
                                      </p:cBhvr>
                                      <p:to>
                                        <p:strVal val="visible"/>
                                      </p:to>
                                    </p:set>
                                    <p:animEffect transition="in" filter="wipe(down)">
                                      <p:cBhvr>
                                        <p:cTn id="16" dur="500"/>
                                        <p:tgtEl>
                                          <p:spTgt spid="59395">
                                            <p:txEl>
                                              <p:charRg st="59" end="7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9395">
                                            <p:txEl>
                                              <p:charRg st="74" end="96"/>
                                            </p:txEl>
                                          </p:spTgt>
                                        </p:tgtEl>
                                        <p:attrNameLst>
                                          <p:attrName>style.visibility</p:attrName>
                                        </p:attrNameLst>
                                      </p:cBhvr>
                                      <p:to>
                                        <p:strVal val="visible"/>
                                      </p:to>
                                    </p:set>
                                    <p:animEffect transition="in" filter="wipe(down)">
                                      <p:cBhvr>
                                        <p:cTn id="19" dur="500"/>
                                        <p:tgtEl>
                                          <p:spTgt spid="59395">
                                            <p:txEl>
                                              <p:charRg st="74" end="96"/>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59395">
                                            <p:txEl>
                                              <p:charRg st="96" end="111"/>
                                            </p:txEl>
                                          </p:spTgt>
                                        </p:tgtEl>
                                        <p:attrNameLst>
                                          <p:attrName>style.visibility</p:attrName>
                                        </p:attrNameLst>
                                      </p:cBhvr>
                                      <p:to>
                                        <p:strVal val="visible"/>
                                      </p:to>
                                    </p:set>
                                    <p:animEffect transition="in" filter="wipe(down)">
                                      <p:cBhvr>
                                        <p:cTn id="22" dur="500"/>
                                        <p:tgtEl>
                                          <p:spTgt spid="59395">
                                            <p:txEl>
                                              <p:charRg st="96" end="1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68610"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68611"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68612"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68613" name="Rectangle 2"/>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68614" name="Group 3"/>
          <p:cNvGrpSpPr/>
          <p:nvPr/>
        </p:nvGrpSpPr>
        <p:grpSpPr>
          <a:xfrm>
            <a:off x="1524000" y="1524000"/>
            <a:ext cx="762000" cy="665163"/>
            <a:chOff x="1110" y="2656"/>
            <a:chExt cx="1549" cy="1351"/>
          </a:xfrm>
        </p:grpSpPr>
        <p:sp>
          <p:nvSpPr>
            <p:cNvPr id="68615"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8616"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68618" name="Group 7"/>
          <p:cNvGrpSpPr/>
          <p:nvPr/>
        </p:nvGrpSpPr>
        <p:grpSpPr>
          <a:xfrm>
            <a:off x="1524000" y="2374900"/>
            <a:ext cx="762000" cy="665163"/>
            <a:chOff x="3174" y="2656"/>
            <a:chExt cx="1549" cy="1351"/>
          </a:xfrm>
        </p:grpSpPr>
        <p:sp>
          <p:nvSpPr>
            <p:cNvPr id="68619"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8620"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68622" name="Text Box 12"/>
          <p:cNvSpPr txBox="1"/>
          <p:nvPr/>
        </p:nvSpPr>
        <p:spPr>
          <a:xfrm>
            <a:off x="2362200" y="1581150"/>
            <a:ext cx="56388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信息安全相关国家法律法规</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68623" name="Text Box 13"/>
          <p:cNvSpPr txBox="1"/>
          <p:nvPr/>
        </p:nvSpPr>
        <p:spPr>
          <a:xfrm>
            <a:off x="1733550" y="16224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8624" name="Text Box 16"/>
          <p:cNvSpPr txBox="1"/>
          <p:nvPr/>
        </p:nvSpPr>
        <p:spPr>
          <a:xfrm>
            <a:off x="1733550" y="25368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8625" name="Text Box 21"/>
          <p:cNvSpPr txBox="1"/>
          <p:nvPr/>
        </p:nvSpPr>
        <p:spPr>
          <a:xfrm>
            <a:off x="1733550" y="34290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8626" name="Text Box 22"/>
          <p:cNvSpPr txBox="1"/>
          <p:nvPr/>
        </p:nvSpPr>
        <p:spPr>
          <a:xfrm>
            <a:off x="1689100" y="50292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5</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68627" name="Text Box 24"/>
          <p:cNvSpPr txBox="1"/>
          <p:nvPr/>
        </p:nvSpPr>
        <p:spPr>
          <a:xfrm>
            <a:off x="2286000" y="2490788"/>
            <a:ext cx="57150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信息安全相关行政法规与部门规范</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68628" name="Text Box 15"/>
          <p:cNvSpPr txBox="1"/>
          <p:nvPr/>
        </p:nvSpPr>
        <p:spPr>
          <a:xfrm>
            <a:off x="2292350" y="3416300"/>
            <a:ext cx="4953000" cy="522288"/>
          </a:xfrm>
          <a:prstGeom prst="rect">
            <a:avLst/>
          </a:prstGeom>
          <a:noFill/>
          <a:ln w="9525">
            <a:noFill/>
          </a:ln>
        </p:spPr>
        <p:txBody>
          <a:bodyPr anchor="t" anchorCtr="0">
            <a:spAutoFit/>
          </a:bodyPr>
          <a:p>
            <a:pPr eaLnBrk="0" hangingPunct="0"/>
            <a:r>
              <a:rPr lang="zh-CN" altLang="en-US" sz="2800" b="1" dirty="0">
                <a:solidFill>
                  <a:srgbClr val="FF0000"/>
                </a:solidFill>
                <a:latin typeface="华文楷体" panose="02010600040101010101" pitchFamily="2" charset="-122"/>
                <a:ea typeface="华文楷体" panose="02010600040101010101" pitchFamily="2" charset="-122"/>
              </a:rPr>
              <a:t>相关法律问题的司法解释</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grpSp>
        <p:nvGrpSpPr>
          <p:cNvPr id="68629" name="Group 17"/>
          <p:cNvGrpSpPr/>
          <p:nvPr/>
        </p:nvGrpSpPr>
        <p:grpSpPr>
          <a:xfrm>
            <a:off x="1524000" y="3317875"/>
            <a:ext cx="762000" cy="665163"/>
            <a:chOff x="1110" y="2656"/>
            <a:chExt cx="1549" cy="1351"/>
          </a:xfrm>
        </p:grpSpPr>
        <p:sp>
          <p:nvSpPr>
            <p:cNvPr id="68630"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8631"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68633" name="Text Box 15"/>
          <p:cNvSpPr txBox="1"/>
          <p:nvPr/>
        </p:nvSpPr>
        <p:spPr>
          <a:xfrm>
            <a:off x="2379663" y="4348163"/>
            <a:ext cx="49530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思政点</a:t>
            </a:r>
            <a:endParaRPr lang="en-US" altLang="zh-CN" sz="2800" b="1" dirty="0">
              <a:solidFill>
                <a:schemeClr val="tx1"/>
              </a:solidFill>
              <a:latin typeface="华文楷体" panose="02010600040101010101" pitchFamily="2" charset="-122"/>
              <a:ea typeface="华文楷体" panose="02010600040101010101" pitchFamily="2" charset="-122"/>
            </a:endParaRPr>
          </a:p>
        </p:txBody>
      </p:sp>
      <p:grpSp>
        <p:nvGrpSpPr>
          <p:cNvPr id="68634" name="Group 17"/>
          <p:cNvGrpSpPr/>
          <p:nvPr/>
        </p:nvGrpSpPr>
        <p:grpSpPr>
          <a:xfrm>
            <a:off x="1541463" y="4210050"/>
            <a:ext cx="762000" cy="665163"/>
            <a:chOff x="1110" y="2656"/>
            <a:chExt cx="1549" cy="1351"/>
          </a:xfrm>
        </p:grpSpPr>
        <p:sp>
          <p:nvSpPr>
            <p:cNvPr id="6863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6863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p:txBody>
          <a:bodyPr vert="horz" wrap="square" lIns="91440" tIns="45720" rIns="91440" bIns="45720" anchor="ctr" anchorCtr="0"/>
          <a:p>
            <a:r>
              <a:rPr lang="zh-CN" altLang="en-US" b="1" dirty="0">
                <a:latin typeface="华文楷体" panose="02010600040101010101" pitchFamily="2" charset="-122"/>
                <a:ea typeface="华文楷体" panose="02010600040101010101" pitchFamily="2" charset="-122"/>
              </a:rPr>
              <a:t>相关法律问题的司法解释</a:t>
            </a:r>
            <a:endParaRPr lang="zh-CN" altLang="en-US" b="1" dirty="0">
              <a:latin typeface="华文楷体" panose="02010600040101010101" pitchFamily="2" charset="-122"/>
              <a:ea typeface="华文楷体" panose="02010600040101010101" pitchFamily="2" charset="-122"/>
            </a:endParaRPr>
          </a:p>
        </p:txBody>
      </p:sp>
      <p:sp>
        <p:nvSpPr>
          <p:cNvPr id="60419"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最高人民法院关于审理扰乱电信市场管理秩序案件具体应用法律若干问题的解释</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中华人民共和国最高人民法院公告</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最高人民法院关于审理扰乱电信市场管理秩序案件具体应用法律若干问题的解释</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28</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1113</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24</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二○○○年五月十二日 </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最高人民法院关于审理扰乱电信市场管理秩序案件具体应用法律若干问题的解释</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28</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1113</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[2000]12</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32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419">
                                            <p:txEl>
                                              <p:charRg st="36" end="52"/>
                                            </p:txEl>
                                          </p:spTgt>
                                        </p:tgtEl>
                                        <p:attrNameLst>
                                          <p:attrName>style.visibility</p:attrName>
                                        </p:attrNameLst>
                                      </p:cBhvr>
                                      <p:to>
                                        <p:strVal val="visible"/>
                                      </p:to>
                                    </p:set>
                                    <p:animEffect transition="in" filter="fade">
                                      <p:cBhvr>
                                        <p:cTn id="7" dur="500"/>
                                        <p:tgtEl>
                                          <p:spTgt spid="60419">
                                            <p:txEl>
                                              <p:charRg st="36" end="5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0419">
                                            <p:txEl>
                                              <p:charRg st="52" end="145"/>
                                            </p:txEl>
                                          </p:spTgt>
                                        </p:tgtEl>
                                        <p:attrNameLst>
                                          <p:attrName>style.visibility</p:attrName>
                                        </p:attrNameLst>
                                      </p:cBhvr>
                                      <p:to>
                                        <p:strVal val="visible"/>
                                      </p:to>
                                    </p:set>
                                    <p:animEffect transition="in" filter="fade">
                                      <p:cBhvr>
                                        <p:cTn id="10" dur="500"/>
                                        <p:tgtEl>
                                          <p:spTgt spid="60419">
                                            <p:txEl>
                                              <p:charRg st="52" end="14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0419">
                                            <p:txEl>
                                              <p:charRg st="145" end="157"/>
                                            </p:txEl>
                                          </p:spTgt>
                                        </p:tgtEl>
                                        <p:attrNameLst>
                                          <p:attrName>style.visibility</p:attrName>
                                        </p:attrNameLst>
                                      </p:cBhvr>
                                      <p:to>
                                        <p:strVal val="visible"/>
                                      </p:to>
                                    </p:set>
                                    <p:animEffect transition="in" filter="fade">
                                      <p:cBhvr>
                                        <p:cTn id="13" dur="500"/>
                                        <p:tgtEl>
                                          <p:spTgt spid="60419">
                                            <p:txEl>
                                              <p:charRg st="145" end="15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0419">
                                            <p:txEl>
                                              <p:charRg st="157" end="193"/>
                                            </p:txEl>
                                          </p:spTgt>
                                        </p:tgtEl>
                                        <p:attrNameLst>
                                          <p:attrName>style.visibility</p:attrName>
                                        </p:attrNameLst>
                                      </p:cBhvr>
                                      <p:to>
                                        <p:strVal val="visible"/>
                                      </p:to>
                                    </p:set>
                                    <p:animEffect transition="in" filter="fade">
                                      <p:cBhvr>
                                        <p:cTn id="16" dur="500"/>
                                        <p:tgtEl>
                                          <p:spTgt spid="60419">
                                            <p:txEl>
                                              <p:charRg st="157" end="19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0419">
                                            <p:txEl>
                                              <p:charRg st="193" end="227"/>
                                            </p:txEl>
                                          </p:spTgt>
                                        </p:tgtEl>
                                        <p:attrNameLst>
                                          <p:attrName>style.visibility</p:attrName>
                                        </p:attrNameLst>
                                      </p:cBhvr>
                                      <p:to>
                                        <p:strVal val="visible"/>
                                      </p:to>
                                    </p:set>
                                    <p:animEffect transition="in" filter="fade">
                                      <p:cBhvr>
                                        <p:cTn id="19" dur="500"/>
                                        <p:tgtEl>
                                          <p:spTgt spid="60419">
                                            <p:txEl>
                                              <p:charRg st="193" end="22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0419">
                                            <p:txEl>
                                              <p:charRg st="227" end="239"/>
                                            </p:txEl>
                                          </p:spTgt>
                                        </p:tgtEl>
                                        <p:attrNameLst>
                                          <p:attrName>style.visibility</p:attrName>
                                        </p:attrNameLst>
                                      </p:cBhvr>
                                      <p:to>
                                        <p:strVal val="visible"/>
                                      </p:to>
                                    </p:set>
                                    <p:animEffect transition="in" filter="fade">
                                      <p:cBhvr>
                                        <p:cTn id="22" dur="500"/>
                                        <p:tgtEl>
                                          <p:spTgt spid="60419">
                                            <p:txEl>
                                              <p:charRg st="227" end="2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1443"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1144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二○○○年十二月十九日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1144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[2000]48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32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1443">
                                            <p:txEl>
                                              <p:charRg st="36" end="52"/>
                                            </p:txEl>
                                          </p:spTgt>
                                        </p:tgtEl>
                                        <p:attrNameLst>
                                          <p:attrName>style.visibility</p:attrName>
                                        </p:attrNameLst>
                                      </p:cBhvr>
                                      <p:to>
                                        <p:strVal val="visible"/>
                                      </p:to>
                                    </p:set>
                                    <p:animEffect transition="in" filter="wipe(down)">
                                      <p:cBhvr>
                                        <p:cTn id="7" dur="580">
                                          <p:stCondLst>
                                            <p:cond delay="0"/>
                                          </p:stCondLst>
                                        </p:cTn>
                                        <p:tgtEl>
                                          <p:spTgt spid="61443">
                                            <p:txEl>
                                              <p:charRg st="36" end="52"/>
                                            </p:txEl>
                                          </p:spTgt>
                                        </p:tgtEl>
                                      </p:cBhvr>
                                    </p:animEffect>
                                    <p:anim calcmode="lin" valueType="num">
                                      <p:cBhvr>
                                        <p:cTn id="8" dur="1822" tmFilter="0,0; 0.14,0.36; 0.43,0.73; 0.71,0.91; 1.0,1.0">
                                          <p:stCondLst>
                                            <p:cond delay="0"/>
                                          </p:stCondLst>
                                        </p:cTn>
                                        <p:tgtEl>
                                          <p:spTgt spid="61443">
                                            <p:txEl>
                                              <p:charRg st="36" end="52"/>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1443">
                                            <p:txEl>
                                              <p:charRg st="36" end="52"/>
                                            </p:txEl>
                                          </p:spTgt>
                                        </p:tgtEl>
                                        <p:attrNameLst>
                                          <p:attrName>ppt_y</p:attrName>
                                        </p:attrNameLst>
                                      </p:cBhvr>
                                      <p:tavLst>
                                        <p:tav tm="0" fmla="#ppt_y-sin(pi*$)/3">
                                          <p:val>
                                            <p:fltVal val="0.500000"/>
                                          </p:val>
                                        </p:tav>
                                        <p:tav tm="100000">
                                          <p:val>
                                            <p:fltVal val="1.000000"/>
                                          </p:val>
                                        </p:tav>
                                      </p:tavLst>
                                    </p:anim>
                                    <p:anim calcmode="lin" valueType="num">
                                      <p:cBhvr>
                                        <p:cTn id="10" dur="664" tmFilter="0, 0; 0.125,0.2665; 0.25,0.4; 0.375,0.465; 0.5,0.5;  0.625,0.535; 0.75,0.6; 0.875,0.7335; 1,1">
                                          <p:stCondLst>
                                            <p:cond delay="664"/>
                                          </p:stCondLst>
                                        </p:cTn>
                                        <p:tgtEl>
                                          <p:spTgt spid="61443">
                                            <p:txEl>
                                              <p:charRg st="36" end="52"/>
                                            </p:txEl>
                                          </p:spTgt>
                                        </p:tgtEl>
                                        <p:attrNameLst>
                                          <p:attrName>ppt_y</p:attrName>
                                        </p:attrNameLst>
                                      </p:cBhvr>
                                      <p:tavLst>
                                        <p:tav tm="0" fmla="#ppt_y-sin(pi*$)/9">
                                          <p:val>
                                            <p:fltVal val="0.000000"/>
                                          </p:val>
                                        </p:tav>
                                        <p:tav tm="100000">
                                          <p:val>
                                            <p:fltVal val="1.000000"/>
                                          </p:val>
                                        </p:tav>
                                      </p:tavLst>
                                    </p:anim>
                                    <p:anim calcmode="lin" valueType="num">
                                      <p:cBhvr>
                                        <p:cTn id="11" dur="332" tmFilter="0, 0; 0.125,0.2665; 0.25,0.4; 0.375,0.465; 0.5,0.5;  0.625,0.535; 0.75,0.6; 0.875,0.7335; 1,1">
                                          <p:stCondLst>
                                            <p:cond delay="1324"/>
                                          </p:stCondLst>
                                        </p:cTn>
                                        <p:tgtEl>
                                          <p:spTgt spid="61443">
                                            <p:txEl>
                                              <p:charRg st="36" end="52"/>
                                            </p:txEl>
                                          </p:spTgt>
                                        </p:tgtEl>
                                        <p:attrNameLst>
                                          <p:attrName>ppt_y</p:attrName>
                                        </p:attrNameLst>
                                      </p:cBhvr>
                                      <p:tavLst>
                                        <p:tav tm="0" fmla="#ppt_y-sin(pi*$)/27">
                                          <p:val>
                                            <p:fltVal val="0.000000"/>
                                          </p:val>
                                        </p:tav>
                                        <p:tav tm="100000">
                                          <p:val>
                                            <p:fltVal val="1.000000"/>
                                          </p:val>
                                        </p:tav>
                                      </p:tavLst>
                                    </p:anim>
                                    <p:anim calcmode="lin" valueType="num">
                                      <p:cBhvr>
                                        <p:cTn id="12" dur="164" tmFilter="0, 0; 0.125,0.2665; 0.25,0.4; 0.375,0.465; 0.5,0.5;  0.625,0.535; 0.75,0.6; 0.875,0.7335; 1,1">
                                          <p:stCondLst>
                                            <p:cond delay="1656"/>
                                          </p:stCondLst>
                                        </p:cTn>
                                        <p:tgtEl>
                                          <p:spTgt spid="61443">
                                            <p:txEl>
                                              <p:charRg st="36" end="52"/>
                                            </p:txEl>
                                          </p:spTgt>
                                        </p:tgtEl>
                                        <p:attrNameLst>
                                          <p:attrName>ppt_y</p:attrName>
                                        </p:attrNameLst>
                                      </p:cBhvr>
                                      <p:tavLst>
                                        <p:tav tm="0" fmla="#ppt_y-sin(pi*$)/81">
                                          <p:val>
                                            <p:fltVal val="0.000000"/>
                                          </p:val>
                                        </p:tav>
                                        <p:tav tm="100000">
                                          <p:val>
                                            <p:fltVal val="1.000000"/>
                                          </p:val>
                                        </p:tav>
                                      </p:tavLst>
                                    </p:anim>
                                    <p:animScale>
                                      <p:cBhvr>
                                        <p:cTn id="13" dur="26">
                                          <p:stCondLst>
                                            <p:cond delay="650"/>
                                          </p:stCondLst>
                                        </p:cTn>
                                        <p:tgtEl>
                                          <p:spTgt spid="61443">
                                            <p:txEl>
                                              <p:charRg st="36" end="52"/>
                                            </p:txEl>
                                          </p:spTgt>
                                        </p:tgtEl>
                                      </p:cBhvr>
                                      <p:to x="100000" y="60000"/>
                                    </p:animScale>
                                    <p:animScale>
                                      <p:cBhvr>
                                        <p:cTn id="14" dur="166" decel="50000">
                                          <p:stCondLst>
                                            <p:cond delay="676"/>
                                          </p:stCondLst>
                                        </p:cTn>
                                        <p:tgtEl>
                                          <p:spTgt spid="61443">
                                            <p:txEl>
                                              <p:charRg st="36" end="52"/>
                                            </p:txEl>
                                          </p:spTgt>
                                        </p:tgtEl>
                                      </p:cBhvr>
                                      <p:to x="100000" y="100000"/>
                                    </p:animScale>
                                    <p:animScale>
                                      <p:cBhvr>
                                        <p:cTn id="15" dur="26">
                                          <p:stCondLst>
                                            <p:cond delay="1312"/>
                                          </p:stCondLst>
                                        </p:cTn>
                                        <p:tgtEl>
                                          <p:spTgt spid="61443">
                                            <p:txEl>
                                              <p:charRg st="36" end="52"/>
                                            </p:txEl>
                                          </p:spTgt>
                                        </p:tgtEl>
                                      </p:cBhvr>
                                      <p:to x="100000" y="80000"/>
                                    </p:animScale>
                                    <p:animScale>
                                      <p:cBhvr>
                                        <p:cTn id="16" dur="166" decel="50000">
                                          <p:stCondLst>
                                            <p:cond delay="1338"/>
                                          </p:stCondLst>
                                        </p:cTn>
                                        <p:tgtEl>
                                          <p:spTgt spid="61443">
                                            <p:txEl>
                                              <p:charRg st="36" end="52"/>
                                            </p:txEl>
                                          </p:spTgt>
                                        </p:tgtEl>
                                      </p:cBhvr>
                                      <p:to x="100000" y="100000"/>
                                    </p:animScale>
                                    <p:animScale>
                                      <p:cBhvr>
                                        <p:cTn id="17" dur="26">
                                          <p:stCondLst>
                                            <p:cond delay="1642"/>
                                          </p:stCondLst>
                                        </p:cTn>
                                        <p:tgtEl>
                                          <p:spTgt spid="61443">
                                            <p:txEl>
                                              <p:charRg st="36" end="52"/>
                                            </p:txEl>
                                          </p:spTgt>
                                        </p:tgtEl>
                                      </p:cBhvr>
                                      <p:to x="100000" y="90000"/>
                                    </p:animScale>
                                    <p:animScale>
                                      <p:cBhvr>
                                        <p:cTn id="18" dur="166" decel="50000">
                                          <p:stCondLst>
                                            <p:cond delay="1668"/>
                                          </p:stCondLst>
                                        </p:cTn>
                                        <p:tgtEl>
                                          <p:spTgt spid="61443">
                                            <p:txEl>
                                              <p:charRg st="36" end="52"/>
                                            </p:txEl>
                                          </p:spTgt>
                                        </p:tgtEl>
                                      </p:cBhvr>
                                      <p:to x="100000" y="100000"/>
                                    </p:animScale>
                                    <p:animScale>
                                      <p:cBhvr>
                                        <p:cTn id="19" dur="26">
                                          <p:stCondLst>
                                            <p:cond delay="1808"/>
                                          </p:stCondLst>
                                        </p:cTn>
                                        <p:tgtEl>
                                          <p:spTgt spid="61443">
                                            <p:txEl>
                                              <p:charRg st="36" end="52"/>
                                            </p:txEl>
                                          </p:spTgt>
                                        </p:tgtEl>
                                      </p:cBhvr>
                                      <p:to x="100000" y="95000"/>
                                    </p:animScale>
                                    <p:animScale>
                                      <p:cBhvr>
                                        <p:cTn id="20" dur="166" decel="50000">
                                          <p:stCondLst>
                                            <p:cond delay="1834"/>
                                          </p:stCondLst>
                                        </p:cTn>
                                        <p:tgtEl>
                                          <p:spTgt spid="61443">
                                            <p:txEl>
                                              <p:charRg st="36" end="52"/>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1443">
                                            <p:txEl>
                                              <p:charRg st="52" end="147"/>
                                            </p:txEl>
                                          </p:spTgt>
                                        </p:tgtEl>
                                        <p:attrNameLst>
                                          <p:attrName>style.visibility</p:attrName>
                                        </p:attrNameLst>
                                      </p:cBhvr>
                                      <p:to>
                                        <p:strVal val="visible"/>
                                      </p:to>
                                    </p:set>
                                    <p:animEffect transition="in" filter="wipe(down)">
                                      <p:cBhvr>
                                        <p:cTn id="23" dur="580">
                                          <p:stCondLst>
                                            <p:cond delay="0"/>
                                          </p:stCondLst>
                                        </p:cTn>
                                        <p:tgtEl>
                                          <p:spTgt spid="61443">
                                            <p:txEl>
                                              <p:charRg st="52" end="147"/>
                                            </p:txEl>
                                          </p:spTgt>
                                        </p:tgtEl>
                                      </p:cBhvr>
                                    </p:animEffect>
                                    <p:anim calcmode="lin" valueType="num">
                                      <p:cBhvr>
                                        <p:cTn id="24" dur="1822" tmFilter="0,0; 0.14,0.36; 0.43,0.73; 0.71,0.91; 1.0,1.0">
                                          <p:stCondLst>
                                            <p:cond delay="0"/>
                                          </p:stCondLst>
                                        </p:cTn>
                                        <p:tgtEl>
                                          <p:spTgt spid="61443">
                                            <p:txEl>
                                              <p:charRg st="52" end="147"/>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1443">
                                            <p:txEl>
                                              <p:charRg st="52" end="147"/>
                                            </p:txEl>
                                          </p:spTgt>
                                        </p:tgtEl>
                                        <p:attrNameLst>
                                          <p:attrName>ppt_y</p:attrName>
                                        </p:attrNameLst>
                                      </p:cBhvr>
                                      <p:tavLst>
                                        <p:tav tm="0" fmla="#ppt_y-sin(pi*$)/3">
                                          <p:val>
                                            <p:fltVal val="0.500000"/>
                                          </p:val>
                                        </p:tav>
                                        <p:tav tm="100000">
                                          <p:val>
                                            <p:fltVal val="1.000000"/>
                                          </p:val>
                                        </p:tav>
                                      </p:tavLst>
                                    </p:anim>
                                    <p:anim calcmode="lin" valueType="num">
                                      <p:cBhvr>
                                        <p:cTn id="26" dur="664" tmFilter="0, 0; 0.125,0.2665; 0.25,0.4; 0.375,0.465; 0.5,0.5;  0.625,0.535; 0.75,0.6; 0.875,0.7335; 1,1">
                                          <p:stCondLst>
                                            <p:cond delay="664"/>
                                          </p:stCondLst>
                                        </p:cTn>
                                        <p:tgtEl>
                                          <p:spTgt spid="61443">
                                            <p:txEl>
                                              <p:charRg st="52" end="147"/>
                                            </p:txEl>
                                          </p:spTgt>
                                        </p:tgtEl>
                                        <p:attrNameLst>
                                          <p:attrName>ppt_y</p:attrName>
                                        </p:attrNameLst>
                                      </p:cBhvr>
                                      <p:tavLst>
                                        <p:tav tm="0" fmla="#ppt_y-sin(pi*$)/9">
                                          <p:val>
                                            <p:fltVal val="0.000000"/>
                                          </p:val>
                                        </p:tav>
                                        <p:tav tm="100000">
                                          <p:val>
                                            <p:fltVal val="1.000000"/>
                                          </p:val>
                                        </p:tav>
                                      </p:tavLst>
                                    </p:anim>
                                    <p:anim calcmode="lin" valueType="num">
                                      <p:cBhvr>
                                        <p:cTn id="27" dur="332" tmFilter="0, 0; 0.125,0.2665; 0.25,0.4; 0.375,0.465; 0.5,0.5;  0.625,0.535; 0.75,0.6; 0.875,0.7335; 1,1">
                                          <p:stCondLst>
                                            <p:cond delay="1324"/>
                                          </p:stCondLst>
                                        </p:cTn>
                                        <p:tgtEl>
                                          <p:spTgt spid="61443">
                                            <p:txEl>
                                              <p:charRg st="52" end="147"/>
                                            </p:txEl>
                                          </p:spTgt>
                                        </p:tgtEl>
                                        <p:attrNameLst>
                                          <p:attrName>ppt_y</p:attrName>
                                        </p:attrNameLst>
                                      </p:cBhvr>
                                      <p:tavLst>
                                        <p:tav tm="0" fmla="#ppt_y-sin(pi*$)/27">
                                          <p:val>
                                            <p:fltVal val="0.000000"/>
                                          </p:val>
                                        </p:tav>
                                        <p:tav tm="100000">
                                          <p:val>
                                            <p:fltVal val="1.000000"/>
                                          </p:val>
                                        </p:tav>
                                      </p:tavLst>
                                    </p:anim>
                                    <p:anim calcmode="lin" valueType="num">
                                      <p:cBhvr>
                                        <p:cTn id="28" dur="164" tmFilter="0, 0; 0.125,0.2665; 0.25,0.4; 0.375,0.465; 0.5,0.5;  0.625,0.535; 0.75,0.6; 0.875,0.7335; 1,1">
                                          <p:stCondLst>
                                            <p:cond delay="1656"/>
                                          </p:stCondLst>
                                        </p:cTn>
                                        <p:tgtEl>
                                          <p:spTgt spid="61443">
                                            <p:txEl>
                                              <p:charRg st="52" end="147"/>
                                            </p:txEl>
                                          </p:spTgt>
                                        </p:tgtEl>
                                        <p:attrNameLst>
                                          <p:attrName>ppt_y</p:attrName>
                                        </p:attrNameLst>
                                      </p:cBhvr>
                                      <p:tavLst>
                                        <p:tav tm="0" fmla="#ppt_y-sin(pi*$)/81">
                                          <p:val>
                                            <p:fltVal val="0.000000"/>
                                          </p:val>
                                        </p:tav>
                                        <p:tav tm="100000">
                                          <p:val>
                                            <p:fltVal val="1.000000"/>
                                          </p:val>
                                        </p:tav>
                                      </p:tavLst>
                                    </p:anim>
                                    <p:animScale>
                                      <p:cBhvr>
                                        <p:cTn id="29" dur="26">
                                          <p:stCondLst>
                                            <p:cond delay="650"/>
                                          </p:stCondLst>
                                        </p:cTn>
                                        <p:tgtEl>
                                          <p:spTgt spid="61443">
                                            <p:txEl>
                                              <p:charRg st="52" end="147"/>
                                            </p:txEl>
                                          </p:spTgt>
                                        </p:tgtEl>
                                      </p:cBhvr>
                                      <p:to x="100000" y="60000"/>
                                    </p:animScale>
                                    <p:animScale>
                                      <p:cBhvr>
                                        <p:cTn id="30" dur="166" decel="50000">
                                          <p:stCondLst>
                                            <p:cond delay="676"/>
                                          </p:stCondLst>
                                        </p:cTn>
                                        <p:tgtEl>
                                          <p:spTgt spid="61443">
                                            <p:txEl>
                                              <p:charRg st="52" end="147"/>
                                            </p:txEl>
                                          </p:spTgt>
                                        </p:tgtEl>
                                      </p:cBhvr>
                                      <p:to x="100000" y="100000"/>
                                    </p:animScale>
                                    <p:animScale>
                                      <p:cBhvr>
                                        <p:cTn id="31" dur="26">
                                          <p:stCondLst>
                                            <p:cond delay="1312"/>
                                          </p:stCondLst>
                                        </p:cTn>
                                        <p:tgtEl>
                                          <p:spTgt spid="61443">
                                            <p:txEl>
                                              <p:charRg st="52" end="147"/>
                                            </p:txEl>
                                          </p:spTgt>
                                        </p:tgtEl>
                                      </p:cBhvr>
                                      <p:to x="100000" y="80000"/>
                                    </p:animScale>
                                    <p:animScale>
                                      <p:cBhvr>
                                        <p:cTn id="32" dur="166" decel="50000">
                                          <p:stCondLst>
                                            <p:cond delay="1338"/>
                                          </p:stCondLst>
                                        </p:cTn>
                                        <p:tgtEl>
                                          <p:spTgt spid="61443">
                                            <p:txEl>
                                              <p:charRg st="52" end="147"/>
                                            </p:txEl>
                                          </p:spTgt>
                                        </p:tgtEl>
                                      </p:cBhvr>
                                      <p:to x="100000" y="100000"/>
                                    </p:animScale>
                                    <p:animScale>
                                      <p:cBhvr>
                                        <p:cTn id="33" dur="26">
                                          <p:stCondLst>
                                            <p:cond delay="1642"/>
                                          </p:stCondLst>
                                        </p:cTn>
                                        <p:tgtEl>
                                          <p:spTgt spid="61443">
                                            <p:txEl>
                                              <p:charRg st="52" end="147"/>
                                            </p:txEl>
                                          </p:spTgt>
                                        </p:tgtEl>
                                      </p:cBhvr>
                                      <p:to x="100000" y="90000"/>
                                    </p:animScale>
                                    <p:animScale>
                                      <p:cBhvr>
                                        <p:cTn id="34" dur="166" decel="50000">
                                          <p:stCondLst>
                                            <p:cond delay="1668"/>
                                          </p:stCondLst>
                                        </p:cTn>
                                        <p:tgtEl>
                                          <p:spTgt spid="61443">
                                            <p:txEl>
                                              <p:charRg st="52" end="147"/>
                                            </p:txEl>
                                          </p:spTgt>
                                        </p:tgtEl>
                                      </p:cBhvr>
                                      <p:to x="100000" y="100000"/>
                                    </p:animScale>
                                    <p:animScale>
                                      <p:cBhvr>
                                        <p:cTn id="35" dur="26">
                                          <p:stCondLst>
                                            <p:cond delay="1808"/>
                                          </p:stCondLst>
                                        </p:cTn>
                                        <p:tgtEl>
                                          <p:spTgt spid="61443">
                                            <p:txEl>
                                              <p:charRg st="52" end="147"/>
                                            </p:txEl>
                                          </p:spTgt>
                                        </p:tgtEl>
                                      </p:cBhvr>
                                      <p:to x="100000" y="95000"/>
                                    </p:animScale>
                                    <p:animScale>
                                      <p:cBhvr>
                                        <p:cTn id="36" dur="166" decel="50000">
                                          <p:stCondLst>
                                            <p:cond delay="1834"/>
                                          </p:stCondLst>
                                        </p:cTn>
                                        <p:tgtEl>
                                          <p:spTgt spid="61443">
                                            <p:txEl>
                                              <p:charRg st="52" end="147"/>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61443">
                                            <p:txEl>
                                              <p:charRg st="147" end="160"/>
                                            </p:txEl>
                                          </p:spTgt>
                                        </p:tgtEl>
                                        <p:attrNameLst>
                                          <p:attrName>style.visibility</p:attrName>
                                        </p:attrNameLst>
                                      </p:cBhvr>
                                      <p:to>
                                        <p:strVal val="visible"/>
                                      </p:to>
                                    </p:set>
                                    <p:animEffect transition="in" filter="wipe(down)">
                                      <p:cBhvr>
                                        <p:cTn id="39" dur="580">
                                          <p:stCondLst>
                                            <p:cond delay="0"/>
                                          </p:stCondLst>
                                        </p:cTn>
                                        <p:tgtEl>
                                          <p:spTgt spid="61443">
                                            <p:txEl>
                                              <p:charRg st="147" end="160"/>
                                            </p:txEl>
                                          </p:spTgt>
                                        </p:tgtEl>
                                      </p:cBhvr>
                                    </p:animEffect>
                                    <p:anim calcmode="lin" valueType="num">
                                      <p:cBhvr>
                                        <p:cTn id="40" dur="1822" tmFilter="0,0; 0.14,0.36; 0.43,0.73; 0.71,0.91; 1.0,1.0">
                                          <p:stCondLst>
                                            <p:cond delay="0"/>
                                          </p:stCondLst>
                                        </p:cTn>
                                        <p:tgtEl>
                                          <p:spTgt spid="61443">
                                            <p:txEl>
                                              <p:charRg st="147" end="160"/>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61443">
                                            <p:txEl>
                                              <p:charRg st="147" end="160"/>
                                            </p:txEl>
                                          </p:spTgt>
                                        </p:tgtEl>
                                        <p:attrNameLst>
                                          <p:attrName>ppt_y</p:attrName>
                                        </p:attrNameLst>
                                      </p:cBhvr>
                                      <p:tavLst>
                                        <p:tav tm="0" fmla="#ppt_y-sin(pi*$)/3">
                                          <p:val>
                                            <p:fltVal val="0.500000"/>
                                          </p:val>
                                        </p:tav>
                                        <p:tav tm="100000">
                                          <p:val>
                                            <p:fltVal val="1.000000"/>
                                          </p:val>
                                        </p:tav>
                                      </p:tavLst>
                                    </p:anim>
                                    <p:anim calcmode="lin" valueType="num">
                                      <p:cBhvr>
                                        <p:cTn id="42" dur="664" tmFilter="0, 0; 0.125,0.2665; 0.25,0.4; 0.375,0.465; 0.5,0.5;  0.625,0.535; 0.75,0.6; 0.875,0.7335; 1,1">
                                          <p:stCondLst>
                                            <p:cond delay="664"/>
                                          </p:stCondLst>
                                        </p:cTn>
                                        <p:tgtEl>
                                          <p:spTgt spid="61443">
                                            <p:txEl>
                                              <p:charRg st="147" end="160"/>
                                            </p:txEl>
                                          </p:spTgt>
                                        </p:tgtEl>
                                        <p:attrNameLst>
                                          <p:attrName>ppt_y</p:attrName>
                                        </p:attrNameLst>
                                      </p:cBhvr>
                                      <p:tavLst>
                                        <p:tav tm="0" fmla="#ppt_y-sin(pi*$)/9">
                                          <p:val>
                                            <p:fltVal val="0.000000"/>
                                          </p:val>
                                        </p:tav>
                                        <p:tav tm="100000">
                                          <p:val>
                                            <p:fltVal val="1.000000"/>
                                          </p:val>
                                        </p:tav>
                                      </p:tavLst>
                                    </p:anim>
                                    <p:anim calcmode="lin" valueType="num">
                                      <p:cBhvr>
                                        <p:cTn id="43" dur="332" tmFilter="0, 0; 0.125,0.2665; 0.25,0.4; 0.375,0.465; 0.5,0.5;  0.625,0.535; 0.75,0.6; 0.875,0.7335; 1,1">
                                          <p:stCondLst>
                                            <p:cond delay="1324"/>
                                          </p:stCondLst>
                                        </p:cTn>
                                        <p:tgtEl>
                                          <p:spTgt spid="61443">
                                            <p:txEl>
                                              <p:charRg st="147" end="160"/>
                                            </p:txEl>
                                          </p:spTgt>
                                        </p:tgtEl>
                                        <p:attrNameLst>
                                          <p:attrName>ppt_y</p:attrName>
                                        </p:attrNameLst>
                                      </p:cBhvr>
                                      <p:tavLst>
                                        <p:tav tm="0" fmla="#ppt_y-sin(pi*$)/27">
                                          <p:val>
                                            <p:fltVal val="0.000000"/>
                                          </p:val>
                                        </p:tav>
                                        <p:tav tm="100000">
                                          <p:val>
                                            <p:fltVal val="1.000000"/>
                                          </p:val>
                                        </p:tav>
                                      </p:tavLst>
                                    </p:anim>
                                    <p:anim calcmode="lin" valueType="num">
                                      <p:cBhvr>
                                        <p:cTn id="44" dur="164" tmFilter="0, 0; 0.125,0.2665; 0.25,0.4; 0.375,0.465; 0.5,0.5;  0.625,0.535; 0.75,0.6; 0.875,0.7335; 1,1">
                                          <p:stCondLst>
                                            <p:cond delay="1656"/>
                                          </p:stCondLst>
                                        </p:cTn>
                                        <p:tgtEl>
                                          <p:spTgt spid="61443">
                                            <p:txEl>
                                              <p:charRg st="147" end="160"/>
                                            </p:txEl>
                                          </p:spTgt>
                                        </p:tgtEl>
                                        <p:attrNameLst>
                                          <p:attrName>ppt_y</p:attrName>
                                        </p:attrNameLst>
                                      </p:cBhvr>
                                      <p:tavLst>
                                        <p:tav tm="0" fmla="#ppt_y-sin(pi*$)/81">
                                          <p:val>
                                            <p:fltVal val="0.000000"/>
                                          </p:val>
                                        </p:tav>
                                        <p:tav tm="100000">
                                          <p:val>
                                            <p:fltVal val="1.000000"/>
                                          </p:val>
                                        </p:tav>
                                      </p:tavLst>
                                    </p:anim>
                                    <p:animScale>
                                      <p:cBhvr>
                                        <p:cTn id="45" dur="26">
                                          <p:stCondLst>
                                            <p:cond delay="650"/>
                                          </p:stCondLst>
                                        </p:cTn>
                                        <p:tgtEl>
                                          <p:spTgt spid="61443">
                                            <p:txEl>
                                              <p:charRg st="147" end="160"/>
                                            </p:txEl>
                                          </p:spTgt>
                                        </p:tgtEl>
                                      </p:cBhvr>
                                      <p:to x="100000" y="60000"/>
                                    </p:animScale>
                                    <p:animScale>
                                      <p:cBhvr>
                                        <p:cTn id="46" dur="166" decel="50000">
                                          <p:stCondLst>
                                            <p:cond delay="676"/>
                                          </p:stCondLst>
                                        </p:cTn>
                                        <p:tgtEl>
                                          <p:spTgt spid="61443">
                                            <p:txEl>
                                              <p:charRg st="147" end="160"/>
                                            </p:txEl>
                                          </p:spTgt>
                                        </p:tgtEl>
                                      </p:cBhvr>
                                      <p:to x="100000" y="100000"/>
                                    </p:animScale>
                                    <p:animScale>
                                      <p:cBhvr>
                                        <p:cTn id="47" dur="26">
                                          <p:stCondLst>
                                            <p:cond delay="1312"/>
                                          </p:stCondLst>
                                        </p:cTn>
                                        <p:tgtEl>
                                          <p:spTgt spid="61443">
                                            <p:txEl>
                                              <p:charRg st="147" end="160"/>
                                            </p:txEl>
                                          </p:spTgt>
                                        </p:tgtEl>
                                      </p:cBhvr>
                                      <p:to x="100000" y="80000"/>
                                    </p:animScale>
                                    <p:animScale>
                                      <p:cBhvr>
                                        <p:cTn id="48" dur="166" decel="50000">
                                          <p:stCondLst>
                                            <p:cond delay="1338"/>
                                          </p:stCondLst>
                                        </p:cTn>
                                        <p:tgtEl>
                                          <p:spTgt spid="61443">
                                            <p:txEl>
                                              <p:charRg st="147" end="160"/>
                                            </p:txEl>
                                          </p:spTgt>
                                        </p:tgtEl>
                                      </p:cBhvr>
                                      <p:to x="100000" y="100000"/>
                                    </p:animScale>
                                    <p:animScale>
                                      <p:cBhvr>
                                        <p:cTn id="49" dur="26">
                                          <p:stCondLst>
                                            <p:cond delay="1642"/>
                                          </p:stCondLst>
                                        </p:cTn>
                                        <p:tgtEl>
                                          <p:spTgt spid="61443">
                                            <p:txEl>
                                              <p:charRg st="147" end="160"/>
                                            </p:txEl>
                                          </p:spTgt>
                                        </p:tgtEl>
                                      </p:cBhvr>
                                      <p:to x="100000" y="90000"/>
                                    </p:animScale>
                                    <p:animScale>
                                      <p:cBhvr>
                                        <p:cTn id="50" dur="166" decel="50000">
                                          <p:stCondLst>
                                            <p:cond delay="1668"/>
                                          </p:stCondLst>
                                        </p:cTn>
                                        <p:tgtEl>
                                          <p:spTgt spid="61443">
                                            <p:txEl>
                                              <p:charRg st="147" end="160"/>
                                            </p:txEl>
                                          </p:spTgt>
                                        </p:tgtEl>
                                      </p:cBhvr>
                                      <p:to x="100000" y="100000"/>
                                    </p:animScale>
                                    <p:animScale>
                                      <p:cBhvr>
                                        <p:cTn id="51" dur="26">
                                          <p:stCondLst>
                                            <p:cond delay="1808"/>
                                          </p:stCondLst>
                                        </p:cTn>
                                        <p:tgtEl>
                                          <p:spTgt spid="61443">
                                            <p:txEl>
                                              <p:charRg st="147" end="160"/>
                                            </p:txEl>
                                          </p:spTgt>
                                        </p:tgtEl>
                                      </p:cBhvr>
                                      <p:to x="100000" y="95000"/>
                                    </p:animScale>
                                    <p:animScale>
                                      <p:cBhvr>
                                        <p:cTn id="52" dur="166" decel="50000">
                                          <p:stCondLst>
                                            <p:cond delay="1834"/>
                                          </p:stCondLst>
                                        </p:cTn>
                                        <p:tgtEl>
                                          <p:spTgt spid="61443">
                                            <p:txEl>
                                              <p:charRg st="147" end="160"/>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61443">
                                            <p:txEl>
                                              <p:charRg st="160" end="196"/>
                                            </p:txEl>
                                          </p:spTgt>
                                        </p:tgtEl>
                                        <p:attrNameLst>
                                          <p:attrName>style.visibility</p:attrName>
                                        </p:attrNameLst>
                                      </p:cBhvr>
                                      <p:to>
                                        <p:strVal val="visible"/>
                                      </p:to>
                                    </p:set>
                                    <p:animEffect transition="in" filter="wipe(down)">
                                      <p:cBhvr>
                                        <p:cTn id="55" dur="580">
                                          <p:stCondLst>
                                            <p:cond delay="0"/>
                                          </p:stCondLst>
                                        </p:cTn>
                                        <p:tgtEl>
                                          <p:spTgt spid="61443">
                                            <p:txEl>
                                              <p:charRg st="160" end="196"/>
                                            </p:txEl>
                                          </p:spTgt>
                                        </p:tgtEl>
                                      </p:cBhvr>
                                    </p:animEffect>
                                    <p:anim calcmode="lin" valueType="num">
                                      <p:cBhvr>
                                        <p:cTn id="56" dur="1822" tmFilter="0,0; 0.14,0.36; 0.43,0.73; 0.71,0.91; 1.0,1.0">
                                          <p:stCondLst>
                                            <p:cond delay="0"/>
                                          </p:stCondLst>
                                        </p:cTn>
                                        <p:tgtEl>
                                          <p:spTgt spid="61443">
                                            <p:txEl>
                                              <p:charRg st="160" end="196"/>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61443">
                                            <p:txEl>
                                              <p:charRg st="160" end="196"/>
                                            </p:txEl>
                                          </p:spTgt>
                                        </p:tgtEl>
                                        <p:attrNameLst>
                                          <p:attrName>ppt_y</p:attrName>
                                        </p:attrNameLst>
                                      </p:cBhvr>
                                      <p:tavLst>
                                        <p:tav tm="0" fmla="#ppt_y-sin(pi*$)/3">
                                          <p:val>
                                            <p:fltVal val="0.500000"/>
                                          </p:val>
                                        </p:tav>
                                        <p:tav tm="100000">
                                          <p:val>
                                            <p:fltVal val="1.000000"/>
                                          </p:val>
                                        </p:tav>
                                      </p:tavLst>
                                    </p:anim>
                                    <p:anim calcmode="lin" valueType="num">
                                      <p:cBhvr>
                                        <p:cTn id="58" dur="664" tmFilter="0, 0; 0.125,0.2665; 0.25,0.4; 0.375,0.465; 0.5,0.5;  0.625,0.535; 0.75,0.6; 0.875,0.7335; 1,1">
                                          <p:stCondLst>
                                            <p:cond delay="664"/>
                                          </p:stCondLst>
                                        </p:cTn>
                                        <p:tgtEl>
                                          <p:spTgt spid="61443">
                                            <p:txEl>
                                              <p:charRg st="160" end="196"/>
                                            </p:txEl>
                                          </p:spTgt>
                                        </p:tgtEl>
                                        <p:attrNameLst>
                                          <p:attrName>ppt_y</p:attrName>
                                        </p:attrNameLst>
                                      </p:cBhvr>
                                      <p:tavLst>
                                        <p:tav tm="0" fmla="#ppt_y-sin(pi*$)/9">
                                          <p:val>
                                            <p:fltVal val="0.000000"/>
                                          </p:val>
                                        </p:tav>
                                        <p:tav tm="100000">
                                          <p:val>
                                            <p:fltVal val="1.000000"/>
                                          </p:val>
                                        </p:tav>
                                      </p:tavLst>
                                    </p:anim>
                                    <p:anim calcmode="lin" valueType="num">
                                      <p:cBhvr>
                                        <p:cTn id="59" dur="332" tmFilter="0, 0; 0.125,0.2665; 0.25,0.4; 0.375,0.465; 0.5,0.5;  0.625,0.535; 0.75,0.6; 0.875,0.7335; 1,1">
                                          <p:stCondLst>
                                            <p:cond delay="1324"/>
                                          </p:stCondLst>
                                        </p:cTn>
                                        <p:tgtEl>
                                          <p:spTgt spid="61443">
                                            <p:txEl>
                                              <p:charRg st="160" end="196"/>
                                            </p:txEl>
                                          </p:spTgt>
                                        </p:tgtEl>
                                        <p:attrNameLst>
                                          <p:attrName>ppt_y</p:attrName>
                                        </p:attrNameLst>
                                      </p:cBhvr>
                                      <p:tavLst>
                                        <p:tav tm="0" fmla="#ppt_y-sin(pi*$)/27">
                                          <p:val>
                                            <p:fltVal val="0.000000"/>
                                          </p:val>
                                        </p:tav>
                                        <p:tav tm="100000">
                                          <p:val>
                                            <p:fltVal val="1.000000"/>
                                          </p:val>
                                        </p:tav>
                                      </p:tavLst>
                                    </p:anim>
                                    <p:anim calcmode="lin" valueType="num">
                                      <p:cBhvr>
                                        <p:cTn id="60" dur="164" tmFilter="0, 0; 0.125,0.2665; 0.25,0.4; 0.375,0.465; 0.5,0.5;  0.625,0.535; 0.75,0.6; 0.875,0.7335; 1,1">
                                          <p:stCondLst>
                                            <p:cond delay="1656"/>
                                          </p:stCondLst>
                                        </p:cTn>
                                        <p:tgtEl>
                                          <p:spTgt spid="61443">
                                            <p:txEl>
                                              <p:charRg st="160" end="196"/>
                                            </p:txEl>
                                          </p:spTgt>
                                        </p:tgtEl>
                                        <p:attrNameLst>
                                          <p:attrName>ppt_y</p:attrName>
                                        </p:attrNameLst>
                                      </p:cBhvr>
                                      <p:tavLst>
                                        <p:tav tm="0" fmla="#ppt_y-sin(pi*$)/81">
                                          <p:val>
                                            <p:fltVal val="0.000000"/>
                                          </p:val>
                                        </p:tav>
                                        <p:tav tm="100000">
                                          <p:val>
                                            <p:fltVal val="1.000000"/>
                                          </p:val>
                                        </p:tav>
                                      </p:tavLst>
                                    </p:anim>
                                    <p:animScale>
                                      <p:cBhvr>
                                        <p:cTn id="61" dur="26">
                                          <p:stCondLst>
                                            <p:cond delay="650"/>
                                          </p:stCondLst>
                                        </p:cTn>
                                        <p:tgtEl>
                                          <p:spTgt spid="61443">
                                            <p:txEl>
                                              <p:charRg st="160" end="196"/>
                                            </p:txEl>
                                          </p:spTgt>
                                        </p:tgtEl>
                                      </p:cBhvr>
                                      <p:to x="100000" y="60000"/>
                                    </p:animScale>
                                    <p:animScale>
                                      <p:cBhvr>
                                        <p:cTn id="62" dur="166" decel="50000">
                                          <p:stCondLst>
                                            <p:cond delay="676"/>
                                          </p:stCondLst>
                                        </p:cTn>
                                        <p:tgtEl>
                                          <p:spTgt spid="61443">
                                            <p:txEl>
                                              <p:charRg st="160" end="196"/>
                                            </p:txEl>
                                          </p:spTgt>
                                        </p:tgtEl>
                                      </p:cBhvr>
                                      <p:to x="100000" y="100000"/>
                                    </p:animScale>
                                    <p:animScale>
                                      <p:cBhvr>
                                        <p:cTn id="63" dur="26">
                                          <p:stCondLst>
                                            <p:cond delay="1312"/>
                                          </p:stCondLst>
                                        </p:cTn>
                                        <p:tgtEl>
                                          <p:spTgt spid="61443">
                                            <p:txEl>
                                              <p:charRg st="160" end="196"/>
                                            </p:txEl>
                                          </p:spTgt>
                                        </p:tgtEl>
                                      </p:cBhvr>
                                      <p:to x="100000" y="80000"/>
                                    </p:animScale>
                                    <p:animScale>
                                      <p:cBhvr>
                                        <p:cTn id="64" dur="166" decel="50000">
                                          <p:stCondLst>
                                            <p:cond delay="1338"/>
                                          </p:stCondLst>
                                        </p:cTn>
                                        <p:tgtEl>
                                          <p:spTgt spid="61443">
                                            <p:txEl>
                                              <p:charRg st="160" end="196"/>
                                            </p:txEl>
                                          </p:spTgt>
                                        </p:tgtEl>
                                      </p:cBhvr>
                                      <p:to x="100000" y="100000"/>
                                    </p:animScale>
                                    <p:animScale>
                                      <p:cBhvr>
                                        <p:cTn id="65" dur="26">
                                          <p:stCondLst>
                                            <p:cond delay="1642"/>
                                          </p:stCondLst>
                                        </p:cTn>
                                        <p:tgtEl>
                                          <p:spTgt spid="61443">
                                            <p:txEl>
                                              <p:charRg st="160" end="196"/>
                                            </p:txEl>
                                          </p:spTgt>
                                        </p:tgtEl>
                                      </p:cBhvr>
                                      <p:to x="100000" y="90000"/>
                                    </p:animScale>
                                    <p:animScale>
                                      <p:cBhvr>
                                        <p:cTn id="66" dur="166" decel="50000">
                                          <p:stCondLst>
                                            <p:cond delay="1668"/>
                                          </p:stCondLst>
                                        </p:cTn>
                                        <p:tgtEl>
                                          <p:spTgt spid="61443">
                                            <p:txEl>
                                              <p:charRg st="160" end="196"/>
                                            </p:txEl>
                                          </p:spTgt>
                                        </p:tgtEl>
                                      </p:cBhvr>
                                      <p:to x="100000" y="100000"/>
                                    </p:animScale>
                                    <p:animScale>
                                      <p:cBhvr>
                                        <p:cTn id="67" dur="26">
                                          <p:stCondLst>
                                            <p:cond delay="1808"/>
                                          </p:stCondLst>
                                        </p:cTn>
                                        <p:tgtEl>
                                          <p:spTgt spid="61443">
                                            <p:txEl>
                                              <p:charRg st="160" end="196"/>
                                            </p:txEl>
                                          </p:spTgt>
                                        </p:tgtEl>
                                      </p:cBhvr>
                                      <p:to x="100000" y="95000"/>
                                    </p:animScale>
                                    <p:animScale>
                                      <p:cBhvr>
                                        <p:cTn id="68" dur="166" decel="50000">
                                          <p:stCondLst>
                                            <p:cond delay="1834"/>
                                          </p:stCondLst>
                                        </p:cTn>
                                        <p:tgtEl>
                                          <p:spTgt spid="61443">
                                            <p:txEl>
                                              <p:charRg st="160" end="196"/>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61443">
                                            <p:txEl>
                                              <p:charRg st="196" end="231"/>
                                            </p:txEl>
                                          </p:spTgt>
                                        </p:tgtEl>
                                        <p:attrNameLst>
                                          <p:attrName>style.visibility</p:attrName>
                                        </p:attrNameLst>
                                      </p:cBhvr>
                                      <p:to>
                                        <p:strVal val="visible"/>
                                      </p:to>
                                    </p:set>
                                    <p:animEffect transition="in" filter="wipe(down)">
                                      <p:cBhvr>
                                        <p:cTn id="71" dur="580">
                                          <p:stCondLst>
                                            <p:cond delay="0"/>
                                          </p:stCondLst>
                                        </p:cTn>
                                        <p:tgtEl>
                                          <p:spTgt spid="61443">
                                            <p:txEl>
                                              <p:charRg st="196" end="231"/>
                                            </p:txEl>
                                          </p:spTgt>
                                        </p:tgtEl>
                                      </p:cBhvr>
                                    </p:animEffect>
                                    <p:anim calcmode="lin" valueType="num">
                                      <p:cBhvr>
                                        <p:cTn id="72" dur="1822" tmFilter="0,0; 0.14,0.36; 0.43,0.73; 0.71,0.91; 1.0,1.0">
                                          <p:stCondLst>
                                            <p:cond delay="0"/>
                                          </p:stCondLst>
                                        </p:cTn>
                                        <p:tgtEl>
                                          <p:spTgt spid="61443">
                                            <p:txEl>
                                              <p:charRg st="196" end="231"/>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61443">
                                            <p:txEl>
                                              <p:charRg st="196" end="231"/>
                                            </p:txEl>
                                          </p:spTgt>
                                        </p:tgtEl>
                                        <p:attrNameLst>
                                          <p:attrName>ppt_y</p:attrName>
                                        </p:attrNameLst>
                                      </p:cBhvr>
                                      <p:tavLst>
                                        <p:tav tm="0" fmla="#ppt_y-sin(pi*$)/3">
                                          <p:val>
                                            <p:fltVal val="0.500000"/>
                                          </p:val>
                                        </p:tav>
                                        <p:tav tm="100000">
                                          <p:val>
                                            <p:fltVal val="1.000000"/>
                                          </p:val>
                                        </p:tav>
                                      </p:tavLst>
                                    </p:anim>
                                    <p:anim calcmode="lin" valueType="num">
                                      <p:cBhvr>
                                        <p:cTn id="74" dur="664" tmFilter="0, 0; 0.125,0.2665; 0.25,0.4; 0.375,0.465; 0.5,0.5;  0.625,0.535; 0.75,0.6; 0.875,0.7335; 1,1">
                                          <p:stCondLst>
                                            <p:cond delay="664"/>
                                          </p:stCondLst>
                                        </p:cTn>
                                        <p:tgtEl>
                                          <p:spTgt spid="61443">
                                            <p:txEl>
                                              <p:charRg st="196" end="231"/>
                                            </p:txEl>
                                          </p:spTgt>
                                        </p:tgtEl>
                                        <p:attrNameLst>
                                          <p:attrName>ppt_y</p:attrName>
                                        </p:attrNameLst>
                                      </p:cBhvr>
                                      <p:tavLst>
                                        <p:tav tm="0" fmla="#ppt_y-sin(pi*$)/9">
                                          <p:val>
                                            <p:fltVal val="0.000000"/>
                                          </p:val>
                                        </p:tav>
                                        <p:tav tm="100000">
                                          <p:val>
                                            <p:fltVal val="1.000000"/>
                                          </p:val>
                                        </p:tav>
                                      </p:tavLst>
                                    </p:anim>
                                    <p:anim calcmode="lin" valueType="num">
                                      <p:cBhvr>
                                        <p:cTn id="75" dur="332" tmFilter="0, 0; 0.125,0.2665; 0.25,0.4; 0.375,0.465; 0.5,0.5;  0.625,0.535; 0.75,0.6; 0.875,0.7335; 1,1">
                                          <p:stCondLst>
                                            <p:cond delay="1324"/>
                                          </p:stCondLst>
                                        </p:cTn>
                                        <p:tgtEl>
                                          <p:spTgt spid="61443">
                                            <p:txEl>
                                              <p:charRg st="196" end="231"/>
                                            </p:txEl>
                                          </p:spTgt>
                                        </p:tgtEl>
                                        <p:attrNameLst>
                                          <p:attrName>ppt_y</p:attrName>
                                        </p:attrNameLst>
                                      </p:cBhvr>
                                      <p:tavLst>
                                        <p:tav tm="0" fmla="#ppt_y-sin(pi*$)/27">
                                          <p:val>
                                            <p:fltVal val="0.000000"/>
                                          </p:val>
                                        </p:tav>
                                        <p:tav tm="100000">
                                          <p:val>
                                            <p:fltVal val="1.000000"/>
                                          </p:val>
                                        </p:tav>
                                      </p:tavLst>
                                    </p:anim>
                                    <p:anim calcmode="lin" valueType="num">
                                      <p:cBhvr>
                                        <p:cTn id="76" dur="164" tmFilter="0, 0; 0.125,0.2665; 0.25,0.4; 0.375,0.465; 0.5,0.5;  0.625,0.535; 0.75,0.6; 0.875,0.7335; 1,1">
                                          <p:stCondLst>
                                            <p:cond delay="1656"/>
                                          </p:stCondLst>
                                        </p:cTn>
                                        <p:tgtEl>
                                          <p:spTgt spid="61443">
                                            <p:txEl>
                                              <p:charRg st="196" end="231"/>
                                            </p:txEl>
                                          </p:spTgt>
                                        </p:tgtEl>
                                        <p:attrNameLst>
                                          <p:attrName>ppt_y</p:attrName>
                                        </p:attrNameLst>
                                      </p:cBhvr>
                                      <p:tavLst>
                                        <p:tav tm="0" fmla="#ppt_y-sin(pi*$)/81">
                                          <p:val>
                                            <p:fltVal val="0.000000"/>
                                          </p:val>
                                        </p:tav>
                                        <p:tav tm="100000">
                                          <p:val>
                                            <p:fltVal val="1.000000"/>
                                          </p:val>
                                        </p:tav>
                                      </p:tavLst>
                                    </p:anim>
                                    <p:animScale>
                                      <p:cBhvr>
                                        <p:cTn id="77" dur="26">
                                          <p:stCondLst>
                                            <p:cond delay="650"/>
                                          </p:stCondLst>
                                        </p:cTn>
                                        <p:tgtEl>
                                          <p:spTgt spid="61443">
                                            <p:txEl>
                                              <p:charRg st="196" end="231"/>
                                            </p:txEl>
                                          </p:spTgt>
                                        </p:tgtEl>
                                      </p:cBhvr>
                                      <p:to x="100000" y="60000"/>
                                    </p:animScale>
                                    <p:animScale>
                                      <p:cBhvr>
                                        <p:cTn id="78" dur="166" decel="50000">
                                          <p:stCondLst>
                                            <p:cond delay="676"/>
                                          </p:stCondLst>
                                        </p:cTn>
                                        <p:tgtEl>
                                          <p:spTgt spid="61443">
                                            <p:txEl>
                                              <p:charRg st="196" end="231"/>
                                            </p:txEl>
                                          </p:spTgt>
                                        </p:tgtEl>
                                      </p:cBhvr>
                                      <p:to x="100000" y="100000"/>
                                    </p:animScale>
                                    <p:animScale>
                                      <p:cBhvr>
                                        <p:cTn id="79" dur="26">
                                          <p:stCondLst>
                                            <p:cond delay="1312"/>
                                          </p:stCondLst>
                                        </p:cTn>
                                        <p:tgtEl>
                                          <p:spTgt spid="61443">
                                            <p:txEl>
                                              <p:charRg st="196" end="231"/>
                                            </p:txEl>
                                          </p:spTgt>
                                        </p:tgtEl>
                                      </p:cBhvr>
                                      <p:to x="100000" y="80000"/>
                                    </p:animScale>
                                    <p:animScale>
                                      <p:cBhvr>
                                        <p:cTn id="80" dur="166" decel="50000">
                                          <p:stCondLst>
                                            <p:cond delay="1338"/>
                                          </p:stCondLst>
                                        </p:cTn>
                                        <p:tgtEl>
                                          <p:spTgt spid="61443">
                                            <p:txEl>
                                              <p:charRg st="196" end="231"/>
                                            </p:txEl>
                                          </p:spTgt>
                                        </p:tgtEl>
                                      </p:cBhvr>
                                      <p:to x="100000" y="100000"/>
                                    </p:animScale>
                                    <p:animScale>
                                      <p:cBhvr>
                                        <p:cTn id="81" dur="26">
                                          <p:stCondLst>
                                            <p:cond delay="1642"/>
                                          </p:stCondLst>
                                        </p:cTn>
                                        <p:tgtEl>
                                          <p:spTgt spid="61443">
                                            <p:txEl>
                                              <p:charRg st="196" end="231"/>
                                            </p:txEl>
                                          </p:spTgt>
                                        </p:tgtEl>
                                      </p:cBhvr>
                                      <p:to x="100000" y="90000"/>
                                    </p:animScale>
                                    <p:animScale>
                                      <p:cBhvr>
                                        <p:cTn id="82" dur="166" decel="50000">
                                          <p:stCondLst>
                                            <p:cond delay="1668"/>
                                          </p:stCondLst>
                                        </p:cTn>
                                        <p:tgtEl>
                                          <p:spTgt spid="61443">
                                            <p:txEl>
                                              <p:charRg st="196" end="231"/>
                                            </p:txEl>
                                          </p:spTgt>
                                        </p:tgtEl>
                                      </p:cBhvr>
                                      <p:to x="100000" y="100000"/>
                                    </p:animScale>
                                    <p:animScale>
                                      <p:cBhvr>
                                        <p:cTn id="83" dur="26">
                                          <p:stCondLst>
                                            <p:cond delay="1808"/>
                                          </p:stCondLst>
                                        </p:cTn>
                                        <p:tgtEl>
                                          <p:spTgt spid="61443">
                                            <p:txEl>
                                              <p:charRg st="196" end="231"/>
                                            </p:txEl>
                                          </p:spTgt>
                                        </p:tgtEl>
                                      </p:cBhvr>
                                      <p:to x="100000" y="95000"/>
                                    </p:animScale>
                                    <p:animScale>
                                      <p:cBhvr>
                                        <p:cTn id="84" dur="166" decel="50000">
                                          <p:stCondLst>
                                            <p:cond delay="1834"/>
                                          </p:stCondLst>
                                        </p:cTn>
                                        <p:tgtEl>
                                          <p:spTgt spid="61443">
                                            <p:txEl>
                                              <p:charRg st="196" end="231"/>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61443">
                                            <p:txEl>
                                              <p:charRg st="231" end="243"/>
                                            </p:txEl>
                                          </p:spTgt>
                                        </p:tgtEl>
                                        <p:attrNameLst>
                                          <p:attrName>style.visibility</p:attrName>
                                        </p:attrNameLst>
                                      </p:cBhvr>
                                      <p:to>
                                        <p:strVal val="visible"/>
                                      </p:to>
                                    </p:set>
                                    <p:animEffect transition="in" filter="wipe(down)">
                                      <p:cBhvr>
                                        <p:cTn id="87" dur="580">
                                          <p:stCondLst>
                                            <p:cond delay="0"/>
                                          </p:stCondLst>
                                        </p:cTn>
                                        <p:tgtEl>
                                          <p:spTgt spid="61443">
                                            <p:txEl>
                                              <p:charRg st="231" end="243"/>
                                            </p:txEl>
                                          </p:spTgt>
                                        </p:tgtEl>
                                      </p:cBhvr>
                                    </p:animEffect>
                                    <p:anim calcmode="lin" valueType="num">
                                      <p:cBhvr>
                                        <p:cTn id="88" dur="1822" tmFilter="0,0; 0.14,0.36; 0.43,0.73; 0.71,0.91; 1.0,1.0">
                                          <p:stCondLst>
                                            <p:cond delay="0"/>
                                          </p:stCondLst>
                                        </p:cTn>
                                        <p:tgtEl>
                                          <p:spTgt spid="61443">
                                            <p:txEl>
                                              <p:charRg st="231" end="243"/>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61443">
                                            <p:txEl>
                                              <p:charRg st="231" end="243"/>
                                            </p:txEl>
                                          </p:spTgt>
                                        </p:tgtEl>
                                        <p:attrNameLst>
                                          <p:attrName>ppt_y</p:attrName>
                                        </p:attrNameLst>
                                      </p:cBhvr>
                                      <p:tavLst>
                                        <p:tav tm="0" fmla="#ppt_y-sin(pi*$)/3">
                                          <p:val>
                                            <p:fltVal val="0.500000"/>
                                          </p:val>
                                        </p:tav>
                                        <p:tav tm="100000">
                                          <p:val>
                                            <p:fltVal val="1.000000"/>
                                          </p:val>
                                        </p:tav>
                                      </p:tavLst>
                                    </p:anim>
                                    <p:anim calcmode="lin" valueType="num">
                                      <p:cBhvr>
                                        <p:cTn id="90" dur="664" tmFilter="0, 0; 0.125,0.2665; 0.25,0.4; 0.375,0.465; 0.5,0.5;  0.625,0.535; 0.75,0.6; 0.875,0.7335; 1,1">
                                          <p:stCondLst>
                                            <p:cond delay="664"/>
                                          </p:stCondLst>
                                        </p:cTn>
                                        <p:tgtEl>
                                          <p:spTgt spid="61443">
                                            <p:txEl>
                                              <p:charRg st="231" end="243"/>
                                            </p:txEl>
                                          </p:spTgt>
                                        </p:tgtEl>
                                        <p:attrNameLst>
                                          <p:attrName>ppt_y</p:attrName>
                                        </p:attrNameLst>
                                      </p:cBhvr>
                                      <p:tavLst>
                                        <p:tav tm="0" fmla="#ppt_y-sin(pi*$)/9">
                                          <p:val>
                                            <p:fltVal val="0.000000"/>
                                          </p:val>
                                        </p:tav>
                                        <p:tav tm="100000">
                                          <p:val>
                                            <p:fltVal val="1.000000"/>
                                          </p:val>
                                        </p:tav>
                                      </p:tavLst>
                                    </p:anim>
                                    <p:anim calcmode="lin" valueType="num">
                                      <p:cBhvr>
                                        <p:cTn id="91" dur="332" tmFilter="0, 0; 0.125,0.2665; 0.25,0.4; 0.375,0.465; 0.5,0.5;  0.625,0.535; 0.75,0.6; 0.875,0.7335; 1,1">
                                          <p:stCondLst>
                                            <p:cond delay="1324"/>
                                          </p:stCondLst>
                                        </p:cTn>
                                        <p:tgtEl>
                                          <p:spTgt spid="61443">
                                            <p:txEl>
                                              <p:charRg st="231" end="243"/>
                                            </p:txEl>
                                          </p:spTgt>
                                        </p:tgtEl>
                                        <p:attrNameLst>
                                          <p:attrName>ppt_y</p:attrName>
                                        </p:attrNameLst>
                                      </p:cBhvr>
                                      <p:tavLst>
                                        <p:tav tm="0" fmla="#ppt_y-sin(pi*$)/27">
                                          <p:val>
                                            <p:fltVal val="0.000000"/>
                                          </p:val>
                                        </p:tav>
                                        <p:tav tm="100000">
                                          <p:val>
                                            <p:fltVal val="1.000000"/>
                                          </p:val>
                                        </p:tav>
                                      </p:tavLst>
                                    </p:anim>
                                    <p:anim calcmode="lin" valueType="num">
                                      <p:cBhvr>
                                        <p:cTn id="92" dur="164" tmFilter="0, 0; 0.125,0.2665; 0.25,0.4; 0.375,0.465; 0.5,0.5;  0.625,0.535; 0.75,0.6; 0.875,0.7335; 1,1">
                                          <p:stCondLst>
                                            <p:cond delay="1656"/>
                                          </p:stCondLst>
                                        </p:cTn>
                                        <p:tgtEl>
                                          <p:spTgt spid="61443">
                                            <p:txEl>
                                              <p:charRg st="231" end="243"/>
                                            </p:txEl>
                                          </p:spTgt>
                                        </p:tgtEl>
                                        <p:attrNameLst>
                                          <p:attrName>ppt_y</p:attrName>
                                        </p:attrNameLst>
                                      </p:cBhvr>
                                      <p:tavLst>
                                        <p:tav tm="0" fmla="#ppt_y-sin(pi*$)/81">
                                          <p:val>
                                            <p:fltVal val="0.000000"/>
                                          </p:val>
                                        </p:tav>
                                        <p:tav tm="100000">
                                          <p:val>
                                            <p:fltVal val="1.000000"/>
                                          </p:val>
                                        </p:tav>
                                      </p:tavLst>
                                    </p:anim>
                                    <p:animScale>
                                      <p:cBhvr>
                                        <p:cTn id="93" dur="26">
                                          <p:stCondLst>
                                            <p:cond delay="650"/>
                                          </p:stCondLst>
                                        </p:cTn>
                                        <p:tgtEl>
                                          <p:spTgt spid="61443">
                                            <p:txEl>
                                              <p:charRg st="231" end="243"/>
                                            </p:txEl>
                                          </p:spTgt>
                                        </p:tgtEl>
                                      </p:cBhvr>
                                      <p:to x="100000" y="60000"/>
                                    </p:animScale>
                                    <p:animScale>
                                      <p:cBhvr>
                                        <p:cTn id="94" dur="166" decel="50000">
                                          <p:stCondLst>
                                            <p:cond delay="676"/>
                                          </p:stCondLst>
                                        </p:cTn>
                                        <p:tgtEl>
                                          <p:spTgt spid="61443">
                                            <p:txEl>
                                              <p:charRg st="231" end="243"/>
                                            </p:txEl>
                                          </p:spTgt>
                                        </p:tgtEl>
                                      </p:cBhvr>
                                      <p:to x="100000" y="100000"/>
                                    </p:animScale>
                                    <p:animScale>
                                      <p:cBhvr>
                                        <p:cTn id="95" dur="26">
                                          <p:stCondLst>
                                            <p:cond delay="1312"/>
                                          </p:stCondLst>
                                        </p:cTn>
                                        <p:tgtEl>
                                          <p:spTgt spid="61443">
                                            <p:txEl>
                                              <p:charRg st="231" end="243"/>
                                            </p:txEl>
                                          </p:spTgt>
                                        </p:tgtEl>
                                      </p:cBhvr>
                                      <p:to x="100000" y="80000"/>
                                    </p:animScale>
                                    <p:animScale>
                                      <p:cBhvr>
                                        <p:cTn id="96" dur="166" decel="50000">
                                          <p:stCondLst>
                                            <p:cond delay="1338"/>
                                          </p:stCondLst>
                                        </p:cTn>
                                        <p:tgtEl>
                                          <p:spTgt spid="61443">
                                            <p:txEl>
                                              <p:charRg st="231" end="243"/>
                                            </p:txEl>
                                          </p:spTgt>
                                        </p:tgtEl>
                                      </p:cBhvr>
                                      <p:to x="100000" y="100000"/>
                                    </p:animScale>
                                    <p:animScale>
                                      <p:cBhvr>
                                        <p:cTn id="97" dur="26">
                                          <p:stCondLst>
                                            <p:cond delay="1642"/>
                                          </p:stCondLst>
                                        </p:cTn>
                                        <p:tgtEl>
                                          <p:spTgt spid="61443">
                                            <p:txEl>
                                              <p:charRg st="231" end="243"/>
                                            </p:txEl>
                                          </p:spTgt>
                                        </p:tgtEl>
                                      </p:cBhvr>
                                      <p:to x="100000" y="90000"/>
                                    </p:animScale>
                                    <p:animScale>
                                      <p:cBhvr>
                                        <p:cTn id="98" dur="166" decel="50000">
                                          <p:stCondLst>
                                            <p:cond delay="1668"/>
                                          </p:stCondLst>
                                        </p:cTn>
                                        <p:tgtEl>
                                          <p:spTgt spid="61443">
                                            <p:txEl>
                                              <p:charRg st="231" end="243"/>
                                            </p:txEl>
                                          </p:spTgt>
                                        </p:tgtEl>
                                      </p:cBhvr>
                                      <p:to x="100000" y="100000"/>
                                    </p:animScale>
                                    <p:animScale>
                                      <p:cBhvr>
                                        <p:cTn id="99" dur="26">
                                          <p:stCondLst>
                                            <p:cond delay="1808"/>
                                          </p:stCondLst>
                                        </p:cTn>
                                        <p:tgtEl>
                                          <p:spTgt spid="61443">
                                            <p:txEl>
                                              <p:charRg st="231" end="243"/>
                                            </p:txEl>
                                          </p:spTgt>
                                        </p:tgtEl>
                                      </p:cBhvr>
                                      <p:to x="100000" y="95000"/>
                                    </p:animScale>
                                    <p:animScale>
                                      <p:cBhvr>
                                        <p:cTn id="100" dur="166" decel="50000">
                                          <p:stCondLst>
                                            <p:cond delay="1834"/>
                                          </p:stCondLst>
                                        </p:cTn>
                                        <p:tgtEl>
                                          <p:spTgt spid="61443">
                                            <p:txEl>
                                              <p:charRg st="231" end="24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2467" name="内容占位符 2"/>
          <p:cNvSpPr>
            <a:spLocks noGrp="1"/>
          </p:cNvSpPr>
          <p:nvPr>
            <p:ph sz="quarter" idx="13"/>
          </p:nvPr>
        </p:nvSpPr>
        <p:spPr>
          <a:xfrm>
            <a:off x="609600" y="15240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最高人民法院关于审理为境外窃取、刺探、收买、非法提供国家秘密、情报案件具体应用法律若干问题的解释</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最高人民法院关于审理为境外窃取、刺探、收买、非法提供国家秘密、情报案件具体应用法律若干问题的解释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1142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二○○一年一月十七日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关于审理为境外窃取、刺探、收买、非法提供国家秘密、情报案件具体应用法律若干问题的解释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1142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32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2467">
                                            <p:txEl>
                                              <p:charRg st="49" end="65"/>
                                            </p:txEl>
                                          </p:spTgt>
                                        </p:tgtEl>
                                        <p:attrNameLst>
                                          <p:attrName>style.visibility</p:attrName>
                                        </p:attrNameLst>
                                      </p:cBhvr>
                                      <p:to>
                                        <p:strVal val="visible"/>
                                      </p:to>
                                    </p:set>
                                    <p:animEffect transition="in" filter="fade">
                                      <p:cBhvr>
                                        <p:cTn id="7" dur="1000"/>
                                        <p:tgtEl>
                                          <p:spTgt spid="62467">
                                            <p:txEl>
                                              <p:charRg st="49" end="65"/>
                                            </p:txEl>
                                          </p:spTgt>
                                        </p:tgtEl>
                                      </p:cBhvr>
                                    </p:animEffect>
                                    <p:anim calcmode="lin" valueType="num">
                                      <p:cBhvr>
                                        <p:cTn id="8" dur="1000" fill="hold"/>
                                        <p:tgtEl>
                                          <p:spTgt spid="62467">
                                            <p:txEl>
                                              <p:charRg st="49" end="65"/>
                                            </p:txEl>
                                          </p:spTgt>
                                        </p:tgtEl>
                                        <p:attrNameLst>
                                          <p:attrName>ppt_x</p:attrName>
                                        </p:attrNameLst>
                                      </p:cBhvr>
                                      <p:tavLst>
                                        <p:tav tm="0">
                                          <p:val>
                                            <p:strVal val="#ppt_x"/>
                                          </p:val>
                                        </p:tav>
                                        <p:tav tm="100000">
                                          <p:val>
                                            <p:strVal val="#ppt_x"/>
                                          </p:val>
                                        </p:tav>
                                      </p:tavLst>
                                    </p:anim>
                                    <p:anim calcmode="lin" valueType="num">
                                      <p:cBhvr>
                                        <p:cTn id="9" dur="1000" fill="hold"/>
                                        <p:tgtEl>
                                          <p:spTgt spid="62467">
                                            <p:txEl>
                                              <p:charRg st="49" end="6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2467">
                                            <p:txEl>
                                              <p:charRg st="65" end="172"/>
                                            </p:txEl>
                                          </p:spTgt>
                                        </p:tgtEl>
                                        <p:attrNameLst>
                                          <p:attrName>style.visibility</p:attrName>
                                        </p:attrNameLst>
                                      </p:cBhvr>
                                      <p:to>
                                        <p:strVal val="visible"/>
                                      </p:to>
                                    </p:set>
                                    <p:animEffect transition="in" filter="fade">
                                      <p:cBhvr>
                                        <p:cTn id="12" dur="1000"/>
                                        <p:tgtEl>
                                          <p:spTgt spid="62467">
                                            <p:txEl>
                                              <p:charRg st="65" end="172"/>
                                            </p:txEl>
                                          </p:spTgt>
                                        </p:tgtEl>
                                      </p:cBhvr>
                                    </p:animEffect>
                                    <p:anim calcmode="lin" valueType="num">
                                      <p:cBhvr>
                                        <p:cTn id="13" dur="1000" fill="hold"/>
                                        <p:tgtEl>
                                          <p:spTgt spid="62467">
                                            <p:txEl>
                                              <p:charRg st="65" end="172"/>
                                            </p:txEl>
                                          </p:spTgt>
                                        </p:tgtEl>
                                        <p:attrNameLst>
                                          <p:attrName>ppt_x</p:attrName>
                                        </p:attrNameLst>
                                      </p:cBhvr>
                                      <p:tavLst>
                                        <p:tav tm="0">
                                          <p:val>
                                            <p:strVal val="#ppt_x"/>
                                          </p:val>
                                        </p:tav>
                                        <p:tav tm="100000">
                                          <p:val>
                                            <p:strVal val="#ppt_x"/>
                                          </p:val>
                                        </p:tav>
                                      </p:tavLst>
                                    </p:anim>
                                    <p:anim calcmode="lin" valueType="num">
                                      <p:cBhvr>
                                        <p:cTn id="14" dur="1000" fill="hold"/>
                                        <p:tgtEl>
                                          <p:spTgt spid="62467">
                                            <p:txEl>
                                              <p:charRg st="65" end="17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2467">
                                            <p:txEl>
                                              <p:charRg st="172" end="183"/>
                                            </p:txEl>
                                          </p:spTgt>
                                        </p:tgtEl>
                                        <p:attrNameLst>
                                          <p:attrName>style.visibility</p:attrName>
                                        </p:attrNameLst>
                                      </p:cBhvr>
                                      <p:to>
                                        <p:strVal val="visible"/>
                                      </p:to>
                                    </p:set>
                                    <p:animEffect transition="in" filter="fade">
                                      <p:cBhvr>
                                        <p:cTn id="17" dur="1000"/>
                                        <p:tgtEl>
                                          <p:spTgt spid="62467">
                                            <p:txEl>
                                              <p:charRg st="172" end="183"/>
                                            </p:txEl>
                                          </p:spTgt>
                                        </p:tgtEl>
                                      </p:cBhvr>
                                    </p:animEffect>
                                    <p:anim calcmode="lin" valueType="num">
                                      <p:cBhvr>
                                        <p:cTn id="18" dur="1000" fill="hold"/>
                                        <p:tgtEl>
                                          <p:spTgt spid="62467">
                                            <p:txEl>
                                              <p:charRg st="172" end="183"/>
                                            </p:txEl>
                                          </p:spTgt>
                                        </p:tgtEl>
                                        <p:attrNameLst>
                                          <p:attrName>ppt_x</p:attrName>
                                        </p:attrNameLst>
                                      </p:cBhvr>
                                      <p:tavLst>
                                        <p:tav tm="0">
                                          <p:val>
                                            <p:strVal val="#ppt_x"/>
                                          </p:val>
                                        </p:tav>
                                        <p:tav tm="100000">
                                          <p:val>
                                            <p:strVal val="#ppt_x"/>
                                          </p:val>
                                        </p:tav>
                                      </p:tavLst>
                                    </p:anim>
                                    <p:anim calcmode="lin" valueType="num">
                                      <p:cBhvr>
                                        <p:cTn id="19" dur="1000" fill="hold"/>
                                        <p:tgtEl>
                                          <p:spTgt spid="62467">
                                            <p:txEl>
                                              <p:charRg st="172" end="18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2467">
                                            <p:txEl>
                                              <p:charRg st="183" end="226"/>
                                            </p:txEl>
                                          </p:spTgt>
                                        </p:tgtEl>
                                        <p:attrNameLst>
                                          <p:attrName>style.visibility</p:attrName>
                                        </p:attrNameLst>
                                      </p:cBhvr>
                                      <p:to>
                                        <p:strVal val="visible"/>
                                      </p:to>
                                    </p:set>
                                    <p:animEffect transition="in" filter="fade">
                                      <p:cBhvr>
                                        <p:cTn id="22" dur="1000"/>
                                        <p:tgtEl>
                                          <p:spTgt spid="62467">
                                            <p:txEl>
                                              <p:charRg st="183" end="226"/>
                                            </p:txEl>
                                          </p:spTgt>
                                        </p:tgtEl>
                                      </p:cBhvr>
                                    </p:animEffect>
                                    <p:anim calcmode="lin" valueType="num">
                                      <p:cBhvr>
                                        <p:cTn id="23" dur="1000" fill="hold"/>
                                        <p:tgtEl>
                                          <p:spTgt spid="62467">
                                            <p:txEl>
                                              <p:charRg st="183" end="226"/>
                                            </p:txEl>
                                          </p:spTgt>
                                        </p:tgtEl>
                                        <p:attrNameLst>
                                          <p:attrName>ppt_x</p:attrName>
                                        </p:attrNameLst>
                                      </p:cBhvr>
                                      <p:tavLst>
                                        <p:tav tm="0">
                                          <p:val>
                                            <p:strVal val="#ppt_x"/>
                                          </p:val>
                                        </p:tav>
                                        <p:tav tm="100000">
                                          <p:val>
                                            <p:strVal val="#ppt_x"/>
                                          </p:val>
                                        </p:tav>
                                      </p:tavLst>
                                    </p:anim>
                                    <p:anim calcmode="lin" valueType="num">
                                      <p:cBhvr>
                                        <p:cTn id="24" dur="1000" fill="hold"/>
                                        <p:tgtEl>
                                          <p:spTgt spid="62467">
                                            <p:txEl>
                                              <p:charRg st="183" end="22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2467">
                                            <p:txEl>
                                              <p:charRg st="226" end="260"/>
                                            </p:txEl>
                                          </p:spTgt>
                                        </p:tgtEl>
                                        <p:attrNameLst>
                                          <p:attrName>style.visibility</p:attrName>
                                        </p:attrNameLst>
                                      </p:cBhvr>
                                      <p:to>
                                        <p:strVal val="visible"/>
                                      </p:to>
                                    </p:set>
                                    <p:animEffect transition="in" filter="fade">
                                      <p:cBhvr>
                                        <p:cTn id="27" dur="1000"/>
                                        <p:tgtEl>
                                          <p:spTgt spid="62467">
                                            <p:txEl>
                                              <p:charRg st="226" end="260"/>
                                            </p:txEl>
                                          </p:spTgt>
                                        </p:tgtEl>
                                      </p:cBhvr>
                                    </p:animEffect>
                                    <p:anim calcmode="lin" valueType="num">
                                      <p:cBhvr>
                                        <p:cTn id="28" dur="1000" fill="hold"/>
                                        <p:tgtEl>
                                          <p:spTgt spid="62467">
                                            <p:txEl>
                                              <p:charRg st="226" end="260"/>
                                            </p:txEl>
                                          </p:spTgt>
                                        </p:tgtEl>
                                        <p:attrNameLst>
                                          <p:attrName>ppt_x</p:attrName>
                                        </p:attrNameLst>
                                      </p:cBhvr>
                                      <p:tavLst>
                                        <p:tav tm="0">
                                          <p:val>
                                            <p:strVal val="#ppt_x"/>
                                          </p:val>
                                        </p:tav>
                                        <p:tav tm="100000">
                                          <p:val>
                                            <p:strVal val="#ppt_x"/>
                                          </p:val>
                                        </p:tav>
                                      </p:tavLst>
                                    </p:anim>
                                    <p:anim calcmode="lin" valueType="num">
                                      <p:cBhvr>
                                        <p:cTn id="29" dur="1000" fill="hold"/>
                                        <p:tgtEl>
                                          <p:spTgt spid="62467">
                                            <p:txEl>
                                              <p:charRg st="226" end="260"/>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2467">
                                            <p:txEl>
                                              <p:charRg st="260" end="271"/>
                                            </p:txEl>
                                          </p:spTgt>
                                        </p:tgtEl>
                                        <p:attrNameLst>
                                          <p:attrName>style.visibility</p:attrName>
                                        </p:attrNameLst>
                                      </p:cBhvr>
                                      <p:to>
                                        <p:strVal val="visible"/>
                                      </p:to>
                                    </p:set>
                                    <p:animEffect transition="in" filter="fade">
                                      <p:cBhvr>
                                        <p:cTn id="32" dur="1000"/>
                                        <p:tgtEl>
                                          <p:spTgt spid="62467">
                                            <p:txEl>
                                              <p:charRg st="260" end="271"/>
                                            </p:txEl>
                                          </p:spTgt>
                                        </p:tgtEl>
                                      </p:cBhvr>
                                    </p:animEffect>
                                    <p:anim calcmode="lin" valueType="num">
                                      <p:cBhvr>
                                        <p:cTn id="33" dur="1000" fill="hold"/>
                                        <p:tgtEl>
                                          <p:spTgt spid="62467">
                                            <p:txEl>
                                              <p:charRg st="260" end="271"/>
                                            </p:txEl>
                                          </p:spTgt>
                                        </p:tgtEl>
                                        <p:attrNameLst>
                                          <p:attrName>ppt_x</p:attrName>
                                        </p:attrNameLst>
                                      </p:cBhvr>
                                      <p:tavLst>
                                        <p:tav tm="0">
                                          <p:val>
                                            <p:strVal val="#ppt_x"/>
                                          </p:val>
                                        </p:tav>
                                        <p:tav tm="100000">
                                          <p:val>
                                            <p:strVal val="#ppt_x"/>
                                          </p:val>
                                        </p:tav>
                                      </p:tavLst>
                                    </p:anim>
                                    <p:anim calcmode="lin" valueType="num">
                                      <p:cBhvr>
                                        <p:cTn id="34" dur="1000" fill="hold"/>
                                        <p:tgtEl>
                                          <p:spTgt spid="62467">
                                            <p:txEl>
                                              <p:charRg st="260" end="27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3491"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最高人民法院关于审理涉及计算机网络域名民事纠纷案件适用法律若干问题的解释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最高人民法院关于审理涉及计算机网络域名民事纠纷案件适用法律若干问题的解释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1182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二○○一年七月十七日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最高人民法院关于审理涉及计算机网络域名民事纠纷案件适用法律若干问题的解释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1182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[2001]24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32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3491">
                                            <p:txEl>
                                              <p:charRg st="37" end="53"/>
                                            </p:txEl>
                                          </p:spTgt>
                                        </p:tgtEl>
                                        <p:attrNameLst>
                                          <p:attrName>style.visibility</p:attrName>
                                        </p:attrNameLst>
                                      </p:cBhvr>
                                      <p:to>
                                        <p:strVal val="visible"/>
                                      </p:to>
                                    </p:set>
                                    <p:animEffect transition="in" filter="wheel(1)">
                                      <p:cBhvr>
                                        <p:cTn id="7" dur="2000"/>
                                        <p:tgtEl>
                                          <p:spTgt spid="63491">
                                            <p:txEl>
                                              <p:charRg st="37" end="53"/>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63491">
                                            <p:txEl>
                                              <p:charRg st="53" end="147"/>
                                            </p:txEl>
                                          </p:spTgt>
                                        </p:tgtEl>
                                        <p:attrNameLst>
                                          <p:attrName>style.visibility</p:attrName>
                                        </p:attrNameLst>
                                      </p:cBhvr>
                                      <p:to>
                                        <p:strVal val="visible"/>
                                      </p:to>
                                    </p:set>
                                    <p:animEffect transition="in" filter="wheel(1)">
                                      <p:cBhvr>
                                        <p:cTn id="10" dur="2000"/>
                                        <p:tgtEl>
                                          <p:spTgt spid="63491">
                                            <p:txEl>
                                              <p:charRg st="53" end="147"/>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63491">
                                            <p:txEl>
                                              <p:charRg st="147" end="158"/>
                                            </p:txEl>
                                          </p:spTgt>
                                        </p:tgtEl>
                                        <p:attrNameLst>
                                          <p:attrName>style.visibility</p:attrName>
                                        </p:attrNameLst>
                                      </p:cBhvr>
                                      <p:to>
                                        <p:strVal val="visible"/>
                                      </p:to>
                                    </p:set>
                                    <p:animEffect transition="in" filter="wheel(1)">
                                      <p:cBhvr>
                                        <p:cTn id="13" dur="2000"/>
                                        <p:tgtEl>
                                          <p:spTgt spid="63491">
                                            <p:txEl>
                                              <p:charRg st="147" end="158"/>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63491">
                                            <p:txEl>
                                              <p:charRg st="158" end="195"/>
                                            </p:txEl>
                                          </p:spTgt>
                                        </p:tgtEl>
                                        <p:attrNameLst>
                                          <p:attrName>style.visibility</p:attrName>
                                        </p:attrNameLst>
                                      </p:cBhvr>
                                      <p:to>
                                        <p:strVal val="visible"/>
                                      </p:to>
                                    </p:set>
                                    <p:animEffect transition="in" filter="wheel(1)">
                                      <p:cBhvr>
                                        <p:cTn id="16" dur="2000"/>
                                        <p:tgtEl>
                                          <p:spTgt spid="63491">
                                            <p:txEl>
                                              <p:charRg st="158" end="195"/>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63491">
                                            <p:txEl>
                                              <p:charRg st="195" end="229"/>
                                            </p:txEl>
                                          </p:spTgt>
                                        </p:tgtEl>
                                        <p:attrNameLst>
                                          <p:attrName>style.visibility</p:attrName>
                                        </p:attrNameLst>
                                      </p:cBhvr>
                                      <p:to>
                                        <p:strVal val="visible"/>
                                      </p:to>
                                    </p:set>
                                    <p:animEffect transition="in" filter="wheel(1)">
                                      <p:cBhvr>
                                        <p:cTn id="19" dur="2000"/>
                                        <p:tgtEl>
                                          <p:spTgt spid="63491">
                                            <p:txEl>
                                              <p:charRg st="195" end="229"/>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63491">
                                            <p:txEl>
                                              <p:charRg st="229" end="241"/>
                                            </p:txEl>
                                          </p:spTgt>
                                        </p:tgtEl>
                                        <p:attrNameLst>
                                          <p:attrName>style.visibility</p:attrName>
                                        </p:attrNameLst>
                                      </p:cBhvr>
                                      <p:to>
                                        <p:strVal val="visible"/>
                                      </p:to>
                                    </p:set>
                                    <p:animEffect transition="in" filter="wheel(1)">
                                      <p:cBhvr>
                                        <p:cTn id="22" dur="2000"/>
                                        <p:tgtEl>
                                          <p:spTgt spid="63491">
                                            <p:txEl>
                                              <p:charRg st="229" end="2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4515" name="内容占位符 2"/>
          <p:cNvSpPr>
            <a:spLocks noGrp="1"/>
          </p:cNvSpPr>
          <p:nvPr>
            <p:ph sz="quarter" idx="13"/>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最高人民法院关于修改</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审理涉及计算机网络著作权纠纷案件适用法律若干问题的解释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的决定</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1302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日起施行。二○○四年一月二日</a:t>
            </a:r>
            <a:r>
              <a:rPr kumimoji="0" 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1144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　根据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1302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关于修改</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的决定</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修正）</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32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4515">
                                            <p:txEl>
                                              <p:charRg st="36" end="196"/>
                                            </p:txEl>
                                          </p:spTgt>
                                        </p:tgtEl>
                                        <p:attrNameLst>
                                          <p:attrName>style.visibility</p:attrName>
                                        </p:attrNameLst>
                                      </p:cBhvr>
                                      <p:to>
                                        <p:strVal val="visible"/>
                                      </p:to>
                                    </p:set>
                                    <p:animEffect transition="in" filter="fade">
                                      <p:cBhvr>
                                        <p:cTn id="7" dur="1000"/>
                                        <p:tgtEl>
                                          <p:spTgt spid="64515">
                                            <p:txEl>
                                              <p:charRg st="36" end="196"/>
                                            </p:txEl>
                                          </p:spTgt>
                                        </p:tgtEl>
                                      </p:cBhvr>
                                    </p:animEffect>
                                    <p:anim calcmode="lin" valueType="num">
                                      <p:cBhvr>
                                        <p:cTn id="8" dur="1000" fill="hold"/>
                                        <p:tgtEl>
                                          <p:spTgt spid="64515">
                                            <p:txEl>
                                              <p:charRg st="36" end="196"/>
                                            </p:txEl>
                                          </p:spTgt>
                                        </p:tgtEl>
                                        <p:attrNameLst>
                                          <p:attrName>ppt_x</p:attrName>
                                        </p:attrNameLst>
                                      </p:cBhvr>
                                      <p:tavLst>
                                        <p:tav tm="0">
                                          <p:val>
                                            <p:strVal val="#ppt_x"/>
                                          </p:val>
                                        </p:tav>
                                        <p:tav tm="100000">
                                          <p:val>
                                            <p:strVal val="#ppt_x"/>
                                          </p:val>
                                        </p:tav>
                                      </p:tavLst>
                                    </p:anim>
                                    <p:anim calcmode="lin" valueType="num">
                                      <p:cBhvr>
                                        <p:cTn id="9" dur="1000" fill="hold"/>
                                        <p:tgtEl>
                                          <p:spTgt spid="64515">
                                            <p:txEl>
                                              <p:charRg st="36" end="19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4515">
                                            <p:txEl>
                                              <p:charRg st="196" end="312"/>
                                            </p:txEl>
                                          </p:spTgt>
                                        </p:tgtEl>
                                        <p:attrNameLst>
                                          <p:attrName>style.visibility</p:attrName>
                                        </p:attrNameLst>
                                      </p:cBhvr>
                                      <p:to>
                                        <p:strVal val="visible"/>
                                      </p:to>
                                    </p:set>
                                    <p:animEffect transition="in" filter="fade">
                                      <p:cBhvr>
                                        <p:cTn id="12" dur="1000"/>
                                        <p:tgtEl>
                                          <p:spTgt spid="64515">
                                            <p:txEl>
                                              <p:charRg st="196" end="312"/>
                                            </p:txEl>
                                          </p:spTgt>
                                        </p:tgtEl>
                                      </p:cBhvr>
                                    </p:animEffect>
                                    <p:anim calcmode="lin" valueType="num">
                                      <p:cBhvr>
                                        <p:cTn id="13" dur="1000" fill="hold"/>
                                        <p:tgtEl>
                                          <p:spTgt spid="64515">
                                            <p:txEl>
                                              <p:charRg st="196" end="312"/>
                                            </p:txEl>
                                          </p:spTgt>
                                        </p:tgtEl>
                                        <p:attrNameLst>
                                          <p:attrName>ppt_x</p:attrName>
                                        </p:attrNameLst>
                                      </p:cBhvr>
                                      <p:tavLst>
                                        <p:tav tm="0">
                                          <p:val>
                                            <p:strVal val="#ppt_x"/>
                                          </p:val>
                                        </p:tav>
                                        <p:tav tm="100000">
                                          <p:val>
                                            <p:strVal val="#ppt_x"/>
                                          </p:val>
                                        </p:tav>
                                      </p:tavLst>
                                    </p:anim>
                                    <p:anim calcmode="lin" valueType="num">
                                      <p:cBhvr>
                                        <p:cTn id="14" dur="1000" fill="hold"/>
                                        <p:tgtEl>
                                          <p:spTgt spid="64515">
                                            <p:txEl>
                                              <p:charRg st="196" end="31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4515">
                                            <p:txEl>
                                              <p:charRg st="312" end="323"/>
                                            </p:txEl>
                                          </p:spTgt>
                                        </p:tgtEl>
                                        <p:attrNameLst>
                                          <p:attrName>style.visibility</p:attrName>
                                        </p:attrNameLst>
                                      </p:cBhvr>
                                      <p:to>
                                        <p:strVal val="visible"/>
                                      </p:to>
                                    </p:set>
                                    <p:animEffect transition="in" filter="fade">
                                      <p:cBhvr>
                                        <p:cTn id="17" dur="1000"/>
                                        <p:tgtEl>
                                          <p:spTgt spid="64515">
                                            <p:txEl>
                                              <p:charRg st="312" end="323"/>
                                            </p:txEl>
                                          </p:spTgt>
                                        </p:tgtEl>
                                      </p:cBhvr>
                                    </p:animEffect>
                                    <p:anim calcmode="lin" valueType="num">
                                      <p:cBhvr>
                                        <p:cTn id="18" dur="1000" fill="hold"/>
                                        <p:tgtEl>
                                          <p:spTgt spid="64515">
                                            <p:txEl>
                                              <p:charRg st="312" end="323"/>
                                            </p:txEl>
                                          </p:spTgt>
                                        </p:tgtEl>
                                        <p:attrNameLst>
                                          <p:attrName>ppt_x</p:attrName>
                                        </p:attrNameLst>
                                      </p:cBhvr>
                                      <p:tavLst>
                                        <p:tav tm="0">
                                          <p:val>
                                            <p:strVal val="#ppt_x"/>
                                          </p:val>
                                        </p:tav>
                                        <p:tav tm="100000">
                                          <p:val>
                                            <p:strVal val="#ppt_x"/>
                                          </p:val>
                                        </p:tav>
                                      </p:tavLst>
                                    </p:anim>
                                    <p:anim calcmode="lin" valueType="num">
                                      <p:cBhvr>
                                        <p:cTn id="19" dur="1000" fill="hold"/>
                                        <p:tgtEl>
                                          <p:spTgt spid="64515">
                                            <p:txEl>
                                              <p:charRg st="312" end="32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5539" name="内容占位符 2"/>
          <p:cNvSpPr>
            <a:spLocks noGrp="1"/>
          </p:cNvSpPr>
          <p:nvPr>
            <p:ph sz="quarter" idx="13"/>
          </p:nvPr>
        </p:nvSpPr>
        <p:spPr>
          <a:xfrm>
            <a:off x="457200" y="1295400"/>
            <a:ext cx="82296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最高人民检察院关于办理利用互联网、移动通讯终端、声讯台制作、复制、出版、贩卖、传播淫秽电子信息刑事案件具体应用法律若干问题的解释</a:t>
            </a:r>
            <a:endParaRPr kumimoji="0" lang="en-US" altLang="zh-CN" sz="24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最高人民法院、最高人民检察院关于办理利用互联网、移动通讯终端、声讯台制作、复制、出版、贩卖、传播淫秽电子信息刑事案件具体应用法律若干问题的解释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日由最高人民检察院第十届检查委员会第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二○○四年九月三日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最高人民法院、最高人民检察院关于办理利用互联网、移动通讯终端、声讯台制作、复制、出版、贩卖、传播淫秽电子信息刑事案件具体应用法律若干问题的解释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日最高人民检察院第十届检察委员会第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5539">
                                            <p:txEl>
                                              <p:charRg st="72" end="88"/>
                                            </p:txEl>
                                          </p:spTgt>
                                        </p:tgtEl>
                                        <p:attrNameLst>
                                          <p:attrName>style.visibility</p:attrName>
                                        </p:attrNameLst>
                                      </p:cBhvr>
                                      <p:to>
                                        <p:strVal val="visible"/>
                                      </p:to>
                                    </p:set>
                                    <p:animEffect transition="in" filter="wipe(down)">
                                      <p:cBhvr>
                                        <p:cTn id="7" dur="500"/>
                                        <p:tgtEl>
                                          <p:spTgt spid="65539">
                                            <p:txEl>
                                              <p:charRg st="72" end="88"/>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5539">
                                            <p:txEl>
                                              <p:charRg st="88" end="247"/>
                                            </p:txEl>
                                          </p:spTgt>
                                        </p:tgtEl>
                                        <p:attrNameLst>
                                          <p:attrName>style.visibility</p:attrName>
                                        </p:attrNameLst>
                                      </p:cBhvr>
                                      <p:to>
                                        <p:strVal val="visible"/>
                                      </p:to>
                                    </p:set>
                                    <p:animEffect transition="in" filter="wipe(down)">
                                      <p:cBhvr>
                                        <p:cTn id="10" dur="500"/>
                                        <p:tgtEl>
                                          <p:spTgt spid="65539">
                                            <p:txEl>
                                              <p:charRg st="88" end="24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5539">
                                            <p:txEl>
                                              <p:charRg st="247" end="257"/>
                                            </p:txEl>
                                          </p:spTgt>
                                        </p:tgtEl>
                                        <p:attrNameLst>
                                          <p:attrName>style.visibility</p:attrName>
                                        </p:attrNameLst>
                                      </p:cBhvr>
                                      <p:to>
                                        <p:strVal val="visible"/>
                                      </p:to>
                                    </p:set>
                                    <p:animEffect transition="in" filter="wipe(down)">
                                      <p:cBhvr>
                                        <p:cTn id="13" dur="500"/>
                                        <p:tgtEl>
                                          <p:spTgt spid="65539">
                                            <p:txEl>
                                              <p:charRg st="247" end="25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65539">
                                            <p:txEl>
                                              <p:charRg st="257" end="394"/>
                                            </p:txEl>
                                          </p:spTgt>
                                        </p:tgtEl>
                                        <p:attrNameLst>
                                          <p:attrName>style.visibility</p:attrName>
                                        </p:attrNameLst>
                                      </p:cBhvr>
                                      <p:to>
                                        <p:strVal val="visible"/>
                                      </p:to>
                                    </p:set>
                                    <p:animEffect transition="in" filter="wipe(down)">
                                      <p:cBhvr>
                                        <p:cTn id="16" dur="500"/>
                                        <p:tgtEl>
                                          <p:spTgt spid="65539">
                                            <p:txEl>
                                              <p:charRg st="257" end="39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65539">
                                            <p:txEl>
                                              <p:charRg st="394" end="406"/>
                                            </p:txEl>
                                          </p:spTgt>
                                        </p:tgtEl>
                                        <p:attrNameLst>
                                          <p:attrName>style.visibility</p:attrName>
                                        </p:attrNameLst>
                                      </p:cBhvr>
                                      <p:to>
                                        <p:strVal val="visible"/>
                                      </p:to>
                                    </p:set>
                                    <p:animEffect transition="in" filter="wipe(down)">
                                      <p:cBhvr>
                                        <p:cTn id="19" dur="500"/>
                                        <p:tgtEl>
                                          <p:spTgt spid="65539">
                                            <p:txEl>
                                              <p:charRg st="394" end="4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6563" name="内容占位符 2"/>
          <p:cNvSpPr>
            <a:spLocks noGrp="1"/>
          </p:cNvSpPr>
          <p:nvPr>
            <p:ph sz="quarter" idx="13"/>
          </p:nvPr>
        </p:nvSpPr>
        <p:spPr>
          <a:xfrm>
            <a:off x="609600" y="15240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最高人民检察院关于办理侵犯知识产权刑事案件具体应用法律若干问题的解释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最高人民法院、最高人民检察院关于办理侵犯知识产权刑事案件具体应用法律若干问题的解释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1331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日由最高人民检察院第十届检察委员会第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二○○四年十二月八日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最高人民法院、最高人民检察院关于办理侵犯知识产权刑事案件具体应用法律若干问题的解释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1331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日最高人民检察院第十届检察委员会第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6563">
                                            <p:txEl>
                                              <p:charRg st="42" end="66"/>
                                            </p:txEl>
                                          </p:spTgt>
                                        </p:tgtEl>
                                        <p:attrNameLst>
                                          <p:attrName>style.visibility</p:attrName>
                                        </p:attrNameLst>
                                      </p:cBhvr>
                                      <p:to>
                                        <p:strVal val="visible"/>
                                      </p:to>
                                    </p:set>
                                    <p:animEffect transition="in" filter="circle(in)">
                                      <p:cBhvr>
                                        <p:cTn id="7" dur="2000"/>
                                        <p:tgtEl>
                                          <p:spTgt spid="66563">
                                            <p:txEl>
                                              <p:charRg st="42" end="66"/>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66563">
                                            <p:txEl>
                                              <p:charRg st="66" end="200"/>
                                            </p:txEl>
                                          </p:spTgt>
                                        </p:tgtEl>
                                        <p:attrNameLst>
                                          <p:attrName>style.visibility</p:attrName>
                                        </p:attrNameLst>
                                      </p:cBhvr>
                                      <p:to>
                                        <p:strVal val="visible"/>
                                      </p:to>
                                    </p:set>
                                    <p:animEffect transition="in" filter="circle(in)">
                                      <p:cBhvr>
                                        <p:cTn id="10" dur="2000"/>
                                        <p:tgtEl>
                                          <p:spTgt spid="66563">
                                            <p:txEl>
                                              <p:charRg st="66" end="200"/>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66563">
                                            <p:txEl>
                                              <p:charRg st="200" end="211"/>
                                            </p:txEl>
                                          </p:spTgt>
                                        </p:tgtEl>
                                        <p:attrNameLst>
                                          <p:attrName>style.visibility</p:attrName>
                                        </p:attrNameLst>
                                      </p:cBhvr>
                                      <p:to>
                                        <p:strVal val="visible"/>
                                      </p:to>
                                    </p:set>
                                    <p:animEffect transition="in" filter="circle(in)">
                                      <p:cBhvr>
                                        <p:cTn id="13" dur="2000"/>
                                        <p:tgtEl>
                                          <p:spTgt spid="66563">
                                            <p:txEl>
                                              <p:charRg st="200" end="211"/>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66563">
                                            <p:txEl>
                                              <p:charRg st="211" end="253"/>
                                            </p:txEl>
                                          </p:spTgt>
                                        </p:tgtEl>
                                        <p:attrNameLst>
                                          <p:attrName>style.visibility</p:attrName>
                                        </p:attrNameLst>
                                      </p:cBhvr>
                                      <p:to>
                                        <p:strVal val="visible"/>
                                      </p:to>
                                    </p:set>
                                    <p:animEffect transition="in" filter="circle(in)">
                                      <p:cBhvr>
                                        <p:cTn id="16" dur="2000"/>
                                        <p:tgtEl>
                                          <p:spTgt spid="66563">
                                            <p:txEl>
                                              <p:charRg st="211" end="25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66563">
                                            <p:txEl>
                                              <p:charRg st="253" end="320"/>
                                            </p:txEl>
                                          </p:spTgt>
                                        </p:tgtEl>
                                        <p:attrNameLst>
                                          <p:attrName>style.visibility</p:attrName>
                                        </p:attrNameLst>
                                      </p:cBhvr>
                                      <p:to>
                                        <p:strVal val="visible"/>
                                      </p:to>
                                    </p:set>
                                    <p:animEffect transition="in" filter="circle(in)">
                                      <p:cBhvr>
                                        <p:cTn id="19" dur="2000"/>
                                        <p:tgtEl>
                                          <p:spTgt spid="66563">
                                            <p:txEl>
                                              <p:charRg st="253" end="320"/>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66563">
                                            <p:txEl>
                                              <p:charRg st="320" end="332"/>
                                            </p:txEl>
                                          </p:spTgt>
                                        </p:tgtEl>
                                        <p:attrNameLst>
                                          <p:attrName>style.visibility</p:attrName>
                                        </p:attrNameLst>
                                      </p:cBhvr>
                                      <p:to>
                                        <p:strVal val="visible"/>
                                      </p:to>
                                    </p:set>
                                    <p:animEffect transition="in" filter="circle(in)">
                                      <p:cBhvr>
                                        <p:cTn id="22" dur="2000"/>
                                        <p:tgtEl>
                                          <p:spTgt spid="66563">
                                            <p:txEl>
                                              <p:charRg st="320" end="3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1"/>
          <p:cNvSpPr>
            <a:spLocks noGrp="1"/>
          </p:cNvSpPr>
          <p:nvPr>
            <p:ph type="title"/>
          </p:nvPr>
        </p:nvSpPr>
        <p:spPr>
          <a:xfrm>
            <a:off x="533400" y="152400"/>
            <a:ext cx="8153400" cy="1104900"/>
          </a:xfrm>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7587" name="内容占位符 2"/>
          <p:cNvSpPr>
            <a:spLocks noGrp="1"/>
          </p:cNvSpPr>
          <p:nvPr>
            <p:ph sz="quarter" idx="13"/>
          </p:nvPr>
        </p:nvSpPr>
        <p:spPr>
          <a:xfrm>
            <a:off x="609600" y="16002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最高人民检察院关于办理赌博刑事案件具体应用法律若干问题的解释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最高人民法院、最高人民检察院关于办理赌博刑事案件具体应用法律若干问题的解释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1349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日由最高人民检察院第十届检察委员会第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二○○五年五月十一日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 关于办理赌博刑事案件具体应用法律若干问题的解释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1349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日最高人民检察院第十届检察委员会第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34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[2005]3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7587">
                                            <p:txEl>
                                              <p:charRg st="38" end="62"/>
                                            </p:txEl>
                                          </p:spTgt>
                                        </p:tgtEl>
                                        <p:attrNameLst>
                                          <p:attrName>style.visibility</p:attrName>
                                        </p:attrNameLst>
                                      </p:cBhvr>
                                      <p:to>
                                        <p:strVal val="visible"/>
                                      </p:to>
                                    </p:set>
                                    <p:animEffect transition="in" filter="barn(inVertical)">
                                      <p:cBhvr>
                                        <p:cTn id="7" dur="500"/>
                                        <p:tgtEl>
                                          <p:spTgt spid="67587">
                                            <p:txEl>
                                              <p:charRg st="38" end="6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67587">
                                            <p:txEl>
                                              <p:charRg st="62" end="191"/>
                                            </p:txEl>
                                          </p:spTgt>
                                        </p:tgtEl>
                                        <p:attrNameLst>
                                          <p:attrName>style.visibility</p:attrName>
                                        </p:attrNameLst>
                                      </p:cBhvr>
                                      <p:to>
                                        <p:strVal val="visible"/>
                                      </p:to>
                                    </p:set>
                                    <p:animEffect transition="in" filter="barn(inVertical)">
                                      <p:cBhvr>
                                        <p:cTn id="10" dur="500"/>
                                        <p:tgtEl>
                                          <p:spTgt spid="67587">
                                            <p:txEl>
                                              <p:charRg st="62" end="19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7587">
                                            <p:txEl>
                                              <p:charRg st="191" end="202"/>
                                            </p:txEl>
                                          </p:spTgt>
                                        </p:tgtEl>
                                        <p:attrNameLst>
                                          <p:attrName>style.visibility</p:attrName>
                                        </p:attrNameLst>
                                      </p:cBhvr>
                                      <p:to>
                                        <p:strVal val="visible"/>
                                      </p:to>
                                    </p:set>
                                    <p:animEffect transition="in" filter="barn(inVertical)">
                                      <p:cBhvr>
                                        <p:cTn id="13" dur="500"/>
                                        <p:tgtEl>
                                          <p:spTgt spid="67587">
                                            <p:txEl>
                                              <p:charRg st="191" end="20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67587">
                                            <p:txEl>
                                              <p:charRg st="202" end="241"/>
                                            </p:txEl>
                                          </p:spTgt>
                                        </p:tgtEl>
                                        <p:attrNameLst>
                                          <p:attrName>style.visibility</p:attrName>
                                        </p:attrNameLst>
                                      </p:cBhvr>
                                      <p:to>
                                        <p:strVal val="visible"/>
                                      </p:to>
                                    </p:set>
                                    <p:animEffect transition="in" filter="barn(inVertical)">
                                      <p:cBhvr>
                                        <p:cTn id="16" dur="500"/>
                                        <p:tgtEl>
                                          <p:spTgt spid="67587">
                                            <p:txEl>
                                              <p:charRg st="202" end="241"/>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67587">
                                            <p:txEl>
                                              <p:charRg st="241" end="306"/>
                                            </p:txEl>
                                          </p:spTgt>
                                        </p:tgtEl>
                                        <p:attrNameLst>
                                          <p:attrName>style.visibility</p:attrName>
                                        </p:attrNameLst>
                                      </p:cBhvr>
                                      <p:to>
                                        <p:strVal val="visible"/>
                                      </p:to>
                                    </p:set>
                                    <p:animEffect transition="in" filter="barn(inVertical)">
                                      <p:cBhvr>
                                        <p:cTn id="19" dur="500"/>
                                        <p:tgtEl>
                                          <p:spTgt spid="67587">
                                            <p:txEl>
                                              <p:charRg st="241" end="30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67587">
                                            <p:txEl>
                                              <p:charRg st="306" end="317"/>
                                            </p:txEl>
                                          </p:spTgt>
                                        </p:tgtEl>
                                        <p:attrNameLst>
                                          <p:attrName>style.visibility</p:attrName>
                                        </p:attrNameLst>
                                      </p:cBhvr>
                                      <p:to>
                                        <p:strVal val="visible"/>
                                      </p:to>
                                    </p:set>
                                    <p:animEffect transition="in" filter="barn(inVertical)">
                                      <p:cBhvr>
                                        <p:cTn id="22" dur="500"/>
                                        <p:tgtEl>
                                          <p:spTgt spid="67587">
                                            <p:txEl>
                                              <p:charRg st="306" end="3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8611" name="内容占位符 2"/>
          <p:cNvSpPr>
            <a:spLocks noGrp="1"/>
          </p:cNvSpPr>
          <p:nvPr>
            <p:ph sz="quarter" idx="13"/>
          </p:nvPr>
        </p:nvSpPr>
        <p:spPr>
          <a:xfrm>
            <a:off x="609600" y="1600200"/>
            <a:ext cx="8105775" cy="5054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最高人民法院关于修改</a:t>
            </a:r>
            <a:r>
              <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r>
              <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的决定（二）</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最高人民法院关于修改</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的决定（二）</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1406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二○○六年十一月二十二日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关于修改</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最高人民法院关于审理涉及计算机网络著作权纠纷案件适用法律若干问题的解释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的决定（二）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1406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[2006]11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611">
                                            <p:txEl>
                                              <p:charRg st="54" end="70"/>
                                            </p:txEl>
                                          </p:spTgt>
                                        </p:tgtEl>
                                        <p:attrNameLst>
                                          <p:attrName>style.visibility</p:attrName>
                                        </p:attrNameLst>
                                      </p:cBhvr>
                                      <p:to>
                                        <p:strVal val="visible"/>
                                      </p:to>
                                    </p:set>
                                    <p:anim calcmode="lin" valueType="num">
                                      <p:cBhvr additive="base">
                                        <p:cTn id="7" dur="500" fill="hold"/>
                                        <p:tgtEl>
                                          <p:spTgt spid="68611">
                                            <p:txEl>
                                              <p:charRg st="54" end="7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611">
                                            <p:txEl>
                                              <p:charRg st="54" end="7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611">
                                            <p:txEl>
                                              <p:charRg st="70" end="182"/>
                                            </p:txEl>
                                          </p:spTgt>
                                        </p:tgtEl>
                                        <p:attrNameLst>
                                          <p:attrName>style.visibility</p:attrName>
                                        </p:attrNameLst>
                                      </p:cBhvr>
                                      <p:to>
                                        <p:strVal val="visible"/>
                                      </p:to>
                                    </p:set>
                                    <p:anim calcmode="lin" valueType="num">
                                      <p:cBhvr additive="base">
                                        <p:cTn id="11" dur="500" fill="hold"/>
                                        <p:tgtEl>
                                          <p:spTgt spid="68611">
                                            <p:txEl>
                                              <p:charRg st="70" end="18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8611">
                                            <p:txEl>
                                              <p:charRg st="70" end="18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8611">
                                            <p:txEl>
                                              <p:charRg st="182" end="195"/>
                                            </p:txEl>
                                          </p:spTgt>
                                        </p:tgtEl>
                                        <p:attrNameLst>
                                          <p:attrName>style.visibility</p:attrName>
                                        </p:attrNameLst>
                                      </p:cBhvr>
                                      <p:to>
                                        <p:strVal val="visible"/>
                                      </p:to>
                                    </p:set>
                                    <p:anim calcmode="lin" valueType="num">
                                      <p:cBhvr additive="base">
                                        <p:cTn id="15" dur="500" fill="hold"/>
                                        <p:tgtEl>
                                          <p:spTgt spid="68611">
                                            <p:txEl>
                                              <p:charRg st="182" end="19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8611">
                                            <p:txEl>
                                              <p:charRg st="182" end="19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8611">
                                            <p:txEl>
                                              <p:charRg st="195" end="243"/>
                                            </p:txEl>
                                          </p:spTgt>
                                        </p:tgtEl>
                                        <p:attrNameLst>
                                          <p:attrName>style.visibility</p:attrName>
                                        </p:attrNameLst>
                                      </p:cBhvr>
                                      <p:to>
                                        <p:strVal val="visible"/>
                                      </p:to>
                                    </p:set>
                                    <p:anim calcmode="lin" valueType="num">
                                      <p:cBhvr additive="base">
                                        <p:cTn id="19" dur="500" fill="hold"/>
                                        <p:tgtEl>
                                          <p:spTgt spid="68611">
                                            <p:txEl>
                                              <p:charRg st="195" end="24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611">
                                            <p:txEl>
                                              <p:charRg st="195" end="24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8611">
                                            <p:txEl>
                                              <p:charRg st="243" end="278"/>
                                            </p:txEl>
                                          </p:spTgt>
                                        </p:tgtEl>
                                        <p:attrNameLst>
                                          <p:attrName>style.visibility</p:attrName>
                                        </p:attrNameLst>
                                      </p:cBhvr>
                                      <p:to>
                                        <p:strVal val="visible"/>
                                      </p:to>
                                    </p:set>
                                    <p:anim calcmode="lin" valueType="num">
                                      <p:cBhvr additive="base">
                                        <p:cTn id="23" dur="500" fill="hold"/>
                                        <p:tgtEl>
                                          <p:spTgt spid="68611">
                                            <p:txEl>
                                              <p:charRg st="243" end="27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8611">
                                            <p:txEl>
                                              <p:charRg st="243" end="27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8611">
                                            <p:txEl>
                                              <p:charRg st="278" end="290"/>
                                            </p:txEl>
                                          </p:spTgt>
                                        </p:tgtEl>
                                        <p:attrNameLst>
                                          <p:attrName>style.visibility</p:attrName>
                                        </p:attrNameLst>
                                      </p:cBhvr>
                                      <p:to>
                                        <p:strVal val="visible"/>
                                      </p:to>
                                    </p:set>
                                    <p:anim calcmode="lin" valueType="num">
                                      <p:cBhvr additive="base">
                                        <p:cTn id="27" dur="500" fill="hold"/>
                                        <p:tgtEl>
                                          <p:spTgt spid="68611">
                                            <p:txEl>
                                              <p:charRg st="278" end="29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8611">
                                            <p:txEl>
                                              <p:charRg st="278" end="29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69635" name="内容占位符 2"/>
          <p:cNvSpPr>
            <a:spLocks noGrp="1"/>
          </p:cNvSpPr>
          <p:nvPr>
            <p:ph sz="quarter" idx="13"/>
          </p:nvPr>
        </p:nvSpPr>
        <p:spPr>
          <a:xfrm>
            <a:off x="609600" y="16002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最高人民检察院关于办理侵犯知识产权刑事案件具体应用法律若干问题的解释（二）</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最高人民法院、最高人民检察院关于办理侵犯知识产权刑事案件具体应用法律若干问题的解释（二）</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次会议、最高人民检察院第十届检察委员会第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75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二○○七年四月五日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最高人民检察院关于办理侵犯知识产权刑事案件具体应用法律若干问题的解释（二）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次会议、最高人民检察院第十届检察委员会第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75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9635">
                                            <p:txEl>
                                              <p:charRg st="45" end="69"/>
                                            </p:txEl>
                                          </p:spTgt>
                                        </p:tgtEl>
                                        <p:attrNameLst>
                                          <p:attrName>style.visibility</p:attrName>
                                        </p:attrNameLst>
                                      </p:cBhvr>
                                      <p:to>
                                        <p:strVal val="visible"/>
                                      </p:to>
                                    </p:set>
                                    <p:animEffect transition="in" filter="wipe(down)">
                                      <p:cBhvr>
                                        <p:cTn id="7" dur="500"/>
                                        <p:tgtEl>
                                          <p:spTgt spid="69635">
                                            <p:txEl>
                                              <p:charRg st="45" end="69"/>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9635">
                                            <p:txEl>
                                              <p:charRg st="69" end="191"/>
                                            </p:txEl>
                                          </p:spTgt>
                                        </p:tgtEl>
                                        <p:attrNameLst>
                                          <p:attrName>style.visibility</p:attrName>
                                        </p:attrNameLst>
                                      </p:cBhvr>
                                      <p:to>
                                        <p:strVal val="visible"/>
                                      </p:to>
                                    </p:set>
                                    <p:animEffect transition="in" filter="wipe(down)">
                                      <p:cBhvr>
                                        <p:cTn id="10" dur="500"/>
                                        <p:tgtEl>
                                          <p:spTgt spid="69635">
                                            <p:txEl>
                                              <p:charRg st="69" end="19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9635">
                                            <p:txEl>
                                              <p:charRg st="191" end="201"/>
                                            </p:txEl>
                                          </p:spTgt>
                                        </p:tgtEl>
                                        <p:attrNameLst>
                                          <p:attrName>style.visibility</p:attrName>
                                        </p:attrNameLst>
                                      </p:cBhvr>
                                      <p:to>
                                        <p:strVal val="visible"/>
                                      </p:to>
                                    </p:set>
                                    <p:animEffect transition="in" filter="wipe(down)">
                                      <p:cBhvr>
                                        <p:cTn id="13" dur="500"/>
                                        <p:tgtEl>
                                          <p:spTgt spid="69635">
                                            <p:txEl>
                                              <p:charRg st="191" end="201"/>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69635">
                                            <p:txEl>
                                              <p:charRg st="201" end="246"/>
                                            </p:txEl>
                                          </p:spTgt>
                                        </p:tgtEl>
                                        <p:attrNameLst>
                                          <p:attrName>style.visibility</p:attrName>
                                        </p:attrNameLst>
                                      </p:cBhvr>
                                      <p:to>
                                        <p:strVal val="visible"/>
                                      </p:to>
                                    </p:set>
                                    <p:animEffect transition="in" filter="wipe(down)">
                                      <p:cBhvr>
                                        <p:cTn id="16" dur="500"/>
                                        <p:tgtEl>
                                          <p:spTgt spid="69635">
                                            <p:txEl>
                                              <p:charRg st="201" end="246"/>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69635">
                                            <p:txEl>
                                              <p:charRg st="246" end="301"/>
                                            </p:txEl>
                                          </p:spTgt>
                                        </p:tgtEl>
                                        <p:attrNameLst>
                                          <p:attrName>style.visibility</p:attrName>
                                        </p:attrNameLst>
                                      </p:cBhvr>
                                      <p:to>
                                        <p:strVal val="visible"/>
                                      </p:to>
                                    </p:set>
                                    <p:animEffect transition="in" filter="wipe(down)">
                                      <p:cBhvr>
                                        <p:cTn id="19" dur="500"/>
                                        <p:tgtEl>
                                          <p:spTgt spid="69635">
                                            <p:txEl>
                                              <p:charRg st="246" end="301"/>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69635">
                                            <p:txEl>
                                              <p:charRg st="301" end="312"/>
                                            </p:txEl>
                                          </p:spTgt>
                                        </p:tgtEl>
                                        <p:attrNameLst>
                                          <p:attrName>style.visibility</p:attrName>
                                        </p:attrNameLst>
                                      </p:cBhvr>
                                      <p:to>
                                        <p:strVal val="visible"/>
                                      </p:to>
                                    </p:set>
                                    <p:animEffect transition="in" filter="wipe(down)">
                                      <p:cBhvr>
                                        <p:cTn id="22" dur="500"/>
                                        <p:tgtEl>
                                          <p:spTgt spid="69635">
                                            <p:txEl>
                                              <p:charRg st="301" end="3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70659" name="内容占位符 2"/>
          <p:cNvSpPr>
            <a:spLocks noGrp="1"/>
          </p:cNvSpPr>
          <p:nvPr>
            <p:ph sz="quarter" idx="13"/>
          </p:nvPr>
        </p:nvSpPr>
        <p:spPr>
          <a:xfrm>
            <a:off x="609600" y="16002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最高人民法院关于审理危害军事通信刑事案件具体应用法律若干问题的解释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最高人民法院关于审理危害军事通信刑事案件具体应用法律若干问题的解释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1430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二○○七年六月二十六日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最高人民法院关于审理危害军事通信刑事案件具体应用法律若干问题的解释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1430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[2007]13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charRg st="34" end="50"/>
                                            </p:txEl>
                                          </p:spTgt>
                                        </p:tgtEl>
                                        <p:attrNameLst>
                                          <p:attrName>style.visibility</p:attrName>
                                        </p:attrNameLst>
                                      </p:cBhvr>
                                      <p:to>
                                        <p:strVal val="visible"/>
                                      </p:to>
                                    </p:set>
                                    <p:anim calcmode="lin" valueType="num">
                                      <p:cBhvr additive="base">
                                        <p:cTn id="7" dur="500" fill="hold"/>
                                        <p:tgtEl>
                                          <p:spTgt spid="70659">
                                            <p:txEl>
                                              <p:charRg st="34" end="5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charRg st="34" end="5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0659">
                                            <p:txEl>
                                              <p:charRg st="50" end="141"/>
                                            </p:txEl>
                                          </p:spTgt>
                                        </p:tgtEl>
                                        <p:attrNameLst>
                                          <p:attrName>style.visibility</p:attrName>
                                        </p:attrNameLst>
                                      </p:cBhvr>
                                      <p:to>
                                        <p:strVal val="visible"/>
                                      </p:to>
                                    </p:set>
                                    <p:anim calcmode="lin" valueType="num">
                                      <p:cBhvr additive="base">
                                        <p:cTn id="11" dur="500" fill="hold"/>
                                        <p:tgtEl>
                                          <p:spTgt spid="70659">
                                            <p:txEl>
                                              <p:charRg st="50" end="14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0659">
                                            <p:txEl>
                                              <p:charRg st="50" end="14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0659">
                                            <p:txEl>
                                              <p:charRg st="141" end="153"/>
                                            </p:txEl>
                                          </p:spTgt>
                                        </p:tgtEl>
                                        <p:attrNameLst>
                                          <p:attrName>style.visibility</p:attrName>
                                        </p:attrNameLst>
                                      </p:cBhvr>
                                      <p:to>
                                        <p:strVal val="visible"/>
                                      </p:to>
                                    </p:set>
                                    <p:anim calcmode="lin" valueType="num">
                                      <p:cBhvr additive="base">
                                        <p:cTn id="15" dur="500" fill="hold"/>
                                        <p:tgtEl>
                                          <p:spTgt spid="70659">
                                            <p:txEl>
                                              <p:charRg st="141" end="15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0659">
                                            <p:txEl>
                                              <p:charRg st="141" end="15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0659">
                                            <p:txEl>
                                              <p:charRg st="153" end="187"/>
                                            </p:txEl>
                                          </p:spTgt>
                                        </p:tgtEl>
                                        <p:attrNameLst>
                                          <p:attrName>style.visibility</p:attrName>
                                        </p:attrNameLst>
                                      </p:cBhvr>
                                      <p:to>
                                        <p:strVal val="visible"/>
                                      </p:to>
                                    </p:set>
                                    <p:anim calcmode="lin" valueType="num">
                                      <p:cBhvr additive="base">
                                        <p:cTn id="19" dur="500" fill="hold"/>
                                        <p:tgtEl>
                                          <p:spTgt spid="70659">
                                            <p:txEl>
                                              <p:charRg st="153" end="18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59">
                                            <p:txEl>
                                              <p:charRg st="153" end="18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0659">
                                            <p:txEl>
                                              <p:charRg st="187" end="221"/>
                                            </p:txEl>
                                          </p:spTgt>
                                        </p:tgtEl>
                                        <p:attrNameLst>
                                          <p:attrName>style.visibility</p:attrName>
                                        </p:attrNameLst>
                                      </p:cBhvr>
                                      <p:to>
                                        <p:strVal val="visible"/>
                                      </p:to>
                                    </p:set>
                                    <p:anim calcmode="lin" valueType="num">
                                      <p:cBhvr additive="base">
                                        <p:cTn id="23" dur="500" fill="hold"/>
                                        <p:tgtEl>
                                          <p:spTgt spid="70659">
                                            <p:txEl>
                                              <p:charRg st="187" end="22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0659">
                                            <p:txEl>
                                              <p:charRg st="187" end="22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0659">
                                            <p:txEl>
                                              <p:charRg st="221" end="233"/>
                                            </p:txEl>
                                          </p:spTgt>
                                        </p:tgtEl>
                                        <p:attrNameLst>
                                          <p:attrName>style.visibility</p:attrName>
                                        </p:attrNameLst>
                                      </p:cBhvr>
                                      <p:to>
                                        <p:strVal val="visible"/>
                                      </p:to>
                                    </p:set>
                                    <p:anim calcmode="lin" valueType="num">
                                      <p:cBhvr additive="base">
                                        <p:cTn id="27" dur="500" fill="hold"/>
                                        <p:tgtEl>
                                          <p:spTgt spid="70659">
                                            <p:txEl>
                                              <p:charRg st="221" end="23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0659">
                                            <p:txEl>
                                              <p:charRg st="221" end="23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71683" name="内容占位符 2"/>
          <p:cNvSpPr>
            <a:spLocks noGrp="1"/>
          </p:cNvSpPr>
          <p:nvPr>
            <p:ph sz="quarter" idx="13"/>
          </p:nvPr>
        </p:nvSpPr>
        <p:spPr>
          <a:xfrm>
            <a:off x="609600" y="16764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最高人民法院关于审理破坏电力设备刑事案件具体应用法律若干问题的解释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最高人民法院关于审理破坏电力设备刑事案件具体应用法律若干问题的解释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1435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二○○七年八月十五日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最高人民法院关于审理破坏电力设备刑事案件具体应用法律若干问题的解释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1435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[2007]15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683">
                                            <p:txEl>
                                              <p:charRg st="34" end="50"/>
                                            </p:txEl>
                                          </p:spTgt>
                                        </p:tgtEl>
                                        <p:attrNameLst>
                                          <p:attrName>style.visibility</p:attrName>
                                        </p:attrNameLst>
                                      </p:cBhvr>
                                      <p:to>
                                        <p:strVal val="visible"/>
                                      </p:to>
                                    </p:set>
                                    <p:animEffect transition="in" filter="barn(inVertical)">
                                      <p:cBhvr>
                                        <p:cTn id="7" dur="500"/>
                                        <p:tgtEl>
                                          <p:spTgt spid="71683">
                                            <p:txEl>
                                              <p:charRg st="34" end="5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1683">
                                            <p:txEl>
                                              <p:charRg st="50" end="141"/>
                                            </p:txEl>
                                          </p:spTgt>
                                        </p:tgtEl>
                                        <p:attrNameLst>
                                          <p:attrName>style.visibility</p:attrName>
                                        </p:attrNameLst>
                                      </p:cBhvr>
                                      <p:to>
                                        <p:strVal val="visible"/>
                                      </p:to>
                                    </p:set>
                                    <p:animEffect transition="in" filter="barn(inVertical)">
                                      <p:cBhvr>
                                        <p:cTn id="10" dur="500"/>
                                        <p:tgtEl>
                                          <p:spTgt spid="71683">
                                            <p:txEl>
                                              <p:charRg st="50" end="14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1683">
                                            <p:txEl>
                                              <p:charRg st="141" end="152"/>
                                            </p:txEl>
                                          </p:spTgt>
                                        </p:tgtEl>
                                        <p:attrNameLst>
                                          <p:attrName>style.visibility</p:attrName>
                                        </p:attrNameLst>
                                      </p:cBhvr>
                                      <p:to>
                                        <p:strVal val="visible"/>
                                      </p:to>
                                    </p:set>
                                    <p:animEffect transition="in" filter="barn(inVertical)">
                                      <p:cBhvr>
                                        <p:cTn id="13" dur="500"/>
                                        <p:tgtEl>
                                          <p:spTgt spid="71683">
                                            <p:txEl>
                                              <p:charRg st="141" end="15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71683">
                                            <p:txEl>
                                              <p:charRg st="152" end="186"/>
                                            </p:txEl>
                                          </p:spTgt>
                                        </p:tgtEl>
                                        <p:attrNameLst>
                                          <p:attrName>style.visibility</p:attrName>
                                        </p:attrNameLst>
                                      </p:cBhvr>
                                      <p:to>
                                        <p:strVal val="visible"/>
                                      </p:to>
                                    </p:set>
                                    <p:animEffect transition="in" filter="barn(inVertical)">
                                      <p:cBhvr>
                                        <p:cTn id="16" dur="500"/>
                                        <p:tgtEl>
                                          <p:spTgt spid="71683">
                                            <p:txEl>
                                              <p:charRg st="152" end="18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71683">
                                            <p:txEl>
                                              <p:charRg st="186" end="220"/>
                                            </p:txEl>
                                          </p:spTgt>
                                        </p:tgtEl>
                                        <p:attrNameLst>
                                          <p:attrName>style.visibility</p:attrName>
                                        </p:attrNameLst>
                                      </p:cBhvr>
                                      <p:to>
                                        <p:strVal val="visible"/>
                                      </p:to>
                                    </p:set>
                                    <p:animEffect transition="in" filter="barn(inVertical)">
                                      <p:cBhvr>
                                        <p:cTn id="19" dur="500"/>
                                        <p:tgtEl>
                                          <p:spTgt spid="71683">
                                            <p:txEl>
                                              <p:charRg st="186" end="220"/>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71683">
                                            <p:txEl>
                                              <p:charRg st="220" end="232"/>
                                            </p:txEl>
                                          </p:spTgt>
                                        </p:tgtEl>
                                        <p:attrNameLst>
                                          <p:attrName>style.visibility</p:attrName>
                                        </p:attrNameLst>
                                      </p:cBhvr>
                                      <p:to>
                                        <p:strVal val="visible"/>
                                      </p:to>
                                    </p:set>
                                    <p:animEffect transition="in" filter="barn(inVertical)">
                                      <p:cBhvr>
                                        <p:cTn id="22" dur="500"/>
                                        <p:tgtEl>
                                          <p:spTgt spid="71683">
                                            <p:txEl>
                                              <p:charRg st="220" end="2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72707" name="内容占位符 2"/>
          <p:cNvSpPr>
            <a:spLocks noGrp="1"/>
          </p:cNvSpPr>
          <p:nvPr>
            <p:ph sz="quarter" idx="13"/>
          </p:nvPr>
        </p:nvSpPr>
        <p:spPr>
          <a:xfrm>
            <a:off x="609600" y="15240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最高人民检察院关于办理妨害信用卡管理刑事案件具体应用法律若干问题的解释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中华人民共和国最高人民检察院公告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最高人民法院、最高人民检察院关于办理妨害信用卡管理刑事案件具体应用法律若干问题的解释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1475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日由最高人民检察院第十一届检察委员会第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二○○九年十二月三日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最高人民检察院关于办理妨害信用卡管理刑事案件具体应用法律若干问题的解释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1475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日最高人民检察院第十一届检察委员会第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[2009]19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2707">
                                            <p:txEl>
                                              <p:charRg st="43" end="74"/>
                                            </p:txEl>
                                          </p:spTgt>
                                        </p:tgtEl>
                                        <p:attrNameLst>
                                          <p:attrName>style.visibility</p:attrName>
                                        </p:attrNameLst>
                                      </p:cBhvr>
                                      <p:to>
                                        <p:strVal val="visible"/>
                                      </p:to>
                                    </p:set>
                                    <p:animEffect transition="in" filter="wipe(down)">
                                      <p:cBhvr>
                                        <p:cTn id="7" dur="580">
                                          <p:stCondLst>
                                            <p:cond delay="0"/>
                                          </p:stCondLst>
                                        </p:cTn>
                                        <p:tgtEl>
                                          <p:spTgt spid="72707">
                                            <p:txEl>
                                              <p:charRg st="43" end="74"/>
                                            </p:txEl>
                                          </p:spTgt>
                                        </p:tgtEl>
                                      </p:cBhvr>
                                    </p:animEffect>
                                    <p:anim calcmode="lin" valueType="num">
                                      <p:cBhvr>
                                        <p:cTn id="8" dur="1822" tmFilter="0,0; 0.14,0.36; 0.43,0.73; 0.71,0.91; 1.0,1.0">
                                          <p:stCondLst>
                                            <p:cond delay="0"/>
                                          </p:stCondLst>
                                        </p:cTn>
                                        <p:tgtEl>
                                          <p:spTgt spid="72707">
                                            <p:txEl>
                                              <p:charRg st="43" end="74"/>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2707">
                                            <p:txEl>
                                              <p:charRg st="43" end="74"/>
                                            </p:txEl>
                                          </p:spTgt>
                                        </p:tgtEl>
                                        <p:attrNameLst>
                                          <p:attrName>ppt_y</p:attrName>
                                        </p:attrNameLst>
                                      </p:cBhvr>
                                      <p:tavLst>
                                        <p:tav tm="0" fmla="#ppt_y-sin(pi*$)/3">
                                          <p:val>
                                            <p:fltVal val="0.500000"/>
                                          </p:val>
                                        </p:tav>
                                        <p:tav tm="100000">
                                          <p:val>
                                            <p:fltVal val="1.000000"/>
                                          </p:val>
                                        </p:tav>
                                      </p:tavLst>
                                    </p:anim>
                                    <p:anim calcmode="lin" valueType="num">
                                      <p:cBhvr>
                                        <p:cTn id="10" dur="664" tmFilter="0, 0; 0.125,0.2665; 0.25,0.4; 0.375,0.465; 0.5,0.5;  0.625,0.535; 0.75,0.6; 0.875,0.7335; 1,1">
                                          <p:stCondLst>
                                            <p:cond delay="664"/>
                                          </p:stCondLst>
                                        </p:cTn>
                                        <p:tgtEl>
                                          <p:spTgt spid="72707">
                                            <p:txEl>
                                              <p:charRg st="43" end="74"/>
                                            </p:txEl>
                                          </p:spTgt>
                                        </p:tgtEl>
                                        <p:attrNameLst>
                                          <p:attrName>ppt_y</p:attrName>
                                        </p:attrNameLst>
                                      </p:cBhvr>
                                      <p:tavLst>
                                        <p:tav tm="0" fmla="#ppt_y-sin(pi*$)/9">
                                          <p:val>
                                            <p:fltVal val="0.000000"/>
                                          </p:val>
                                        </p:tav>
                                        <p:tav tm="100000">
                                          <p:val>
                                            <p:fltVal val="1.000000"/>
                                          </p:val>
                                        </p:tav>
                                      </p:tavLst>
                                    </p:anim>
                                    <p:anim calcmode="lin" valueType="num">
                                      <p:cBhvr>
                                        <p:cTn id="11" dur="332" tmFilter="0, 0; 0.125,0.2665; 0.25,0.4; 0.375,0.465; 0.5,0.5;  0.625,0.535; 0.75,0.6; 0.875,0.7335; 1,1">
                                          <p:stCondLst>
                                            <p:cond delay="1324"/>
                                          </p:stCondLst>
                                        </p:cTn>
                                        <p:tgtEl>
                                          <p:spTgt spid="72707">
                                            <p:txEl>
                                              <p:charRg st="43" end="74"/>
                                            </p:txEl>
                                          </p:spTgt>
                                        </p:tgtEl>
                                        <p:attrNameLst>
                                          <p:attrName>ppt_y</p:attrName>
                                        </p:attrNameLst>
                                      </p:cBhvr>
                                      <p:tavLst>
                                        <p:tav tm="0" fmla="#ppt_y-sin(pi*$)/27">
                                          <p:val>
                                            <p:fltVal val="0.000000"/>
                                          </p:val>
                                        </p:tav>
                                        <p:tav tm="100000">
                                          <p:val>
                                            <p:fltVal val="1.000000"/>
                                          </p:val>
                                        </p:tav>
                                      </p:tavLst>
                                    </p:anim>
                                    <p:anim calcmode="lin" valueType="num">
                                      <p:cBhvr>
                                        <p:cTn id="12" dur="164" tmFilter="0, 0; 0.125,0.2665; 0.25,0.4; 0.375,0.465; 0.5,0.5;  0.625,0.535; 0.75,0.6; 0.875,0.7335; 1,1">
                                          <p:stCondLst>
                                            <p:cond delay="1656"/>
                                          </p:stCondLst>
                                        </p:cTn>
                                        <p:tgtEl>
                                          <p:spTgt spid="72707">
                                            <p:txEl>
                                              <p:charRg st="43" end="74"/>
                                            </p:txEl>
                                          </p:spTgt>
                                        </p:tgtEl>
                                        <p:attrNameLst>
                                          <p:attrName>ppt_y</p:attrName>
                                        </p:attrNameLst>
                                      </p:cBhvr>
                                      <p:tavLst>
                                        <p:tav tm="0" fmla="#ppt_y-sin(pi*$)/81">
                                          <p:val>
                                            <p:fltVal val="0.000000"/>
                                          </p:val>
                                        </p:tav>
                                        <p:tav tm="100000">
                                          <p:val>
                                            <p:fltVal val="1.000000"/>
                                          </p:val>
                                        </p:tav>
                                      </p:tavLst>
                                    </p:anim>
                                    <p:animScale>
                                      <p:cBhvr>
                                        <p:cTn id="13" dur="26">
                                          <p:stCondLst>
                                            <p:cond delay="650"/>
                                          </p:stCondLst>
                                        </p:cTn>
                                        <p:tgtEl>
                                          <p:spTgt spid="72707">
                                            <p:txEl>
                                              <p:charRg st="43" end="74"/>
                                            </p:txEl>
                                          </p:spTgt>
                                        </p:tgtEl>
                                      </p:cBhvr>
                                      <p:to x="100000" y="60000"/>
                                    </p:animScale>
                                    <p:animScale>
                                      <p:cBhvr>
                                        <p:cTn id="14" dur="166" decel="50000">
                                          <p:stCondLst>
                                            <p:cond delay="676"/>
                                          </p:stCondLst>
                                        </p:cTn>
                                        <p:tgtEl>
                                          <p:spTgt spid="72707">
                                            <p:txEl>
                                              <p:charRg st="43" end="74"/>
                                            </p:txEl>
                                          </p:spTgt>
                                        </p:tgtEl>
                                      </p:cBhvr>
                                      <p:to x="100000" y="100000"/>
                                    </p:animScale>
                                    <p:animScale>
                                      <p:cBhvr>
                                        <p:cTn id="15" dur="26">
                                          <p:stCondLst>
                                            <p:cond delay="1312"/>
                                          </p:stCondLst>
                                        </p:cTn>
                                        <p:tgtEl>
                                          <p:spTgt spid="72707">
                                            <p:txEl>
                                              <p:charRg st="43" end="74"/>
                                            </p:txEl>
                                          </p:spTgt>
                                        </p:tgtEl>
                                      </p:cBhvr>
                                      <p:to x="100000" y="80000"/>
                                    </p:animScale>
                                    <p:animScale>
                                      <p:cBhvr>
                                        <p:cTn id="16" dur="166" decel="50000">
                                          <p:stCondLst>
                                            <p:cond delay="1338"/>
                                          </p:stCondLst>
                                        </p:cTn>
                                        <p:tgtEl>
                                          <p:spTgt spid="72707">
                                            <p:txEl>
                                              <p:charRg st="43" end="74"/>
                                            </p:txEl>
                                          </p:spTgt>
                                        </p:tgtEl>
                                      </p:cBhvr>
                                      <p:to x="100000" y="100000"/>
                                    </p:animScale>
                                    <p:animScale>
                                      <p:cBhvr>
                                        <p:cTn id="17" dur="26">
                                          <p:stCondLst>
                                            <p:cond delay="1642"/>
                                          </p:stCondLst>
                                        </p:cTn>
                                        <p:tgtEl>
                                          <p:spTgt spid="72707">
                                            <p:txEl>
                                              <p:charRg st="43" end="74"/>
                                            </p:txEl>
                                          </p:spTgt>
                                        </p:tgtEl>
                                      </p:cBhvr>
                                      <p:to x="100000" y="90000"/>
                                    </p:animScale>
                                    <p:animScale>
                                      <p:cBhvr>
                                        <p:cTn id="18" dur="166" decel="50000">
                                          <p:stCondLst>
                                            <p:cond delay="1668"/>
                                          </p:stCondLst>
                                        </p:cTn>
                                        <p:tgtEl>
                                          <p:spTgt spid="72707">
                                            <p:txEl>
                                              <p:charRg st="43" end="74"/>
                                            </p:txEl>
                                          </p:spTgt>
                                        </p:tgtEl>
                                      </p:cBhvr>
                                      <p:to x="100000" y="100000"/>
                                    </p:animScale>
                                    <p:animScale>
                                      <p:cBhvr>
                                        <p:cTn id="19" dur="26">
                                          <p:stCondLst>
                                            <p:cond delay="1808"/>
                                          </p:stCondLst>
                                        </p:cTn>
                                        <p:tgtEl>
                                          <p:spTgt spid="72707">
                                            <p:txEl>
                                              <p:charRg st="43" end="74"/>
                                            </p:txEl>
                                          </p:spTgt>
                                        </p:tgtEl>
                                      </p:cBhvr>
                                      <p:to x="100000" y="95000"/>
                                    </p:animScale>
                                    <p:animScale>
                                      <p:cBhvr>
                                        <p:cTn id="20" dur="166" decel="50000">
                                          <p:stCondLst>
                                            <p:cond delay="1834"/>
                                          </p:stCondLst>
                                        </p:cTn>
                                        <p:tgtEl>
                                          <p:spTgt spid="72707">
                                            <p:txEl>
                                              <p:charRg st="43" end="74"/>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72707">
                                            <p:txEl>
                                              <p:charRg st="74" end="211"/>
                                            </p:txEl>
                                          </p:spTgt>
                                        </p:tgtEl>
                                        <p:attrNameLst>
                                          <p:attrName>style.visibility</p:attrName>
                                        </p:attrNameLst>
                                      </p:cBhvr>
                                      <p:to>
                                        <p:strVal val="visible"/>
                                      </p:to>
                                    </p:set>
                                    <p:animEffect transition="in" filter="wipe(down)">
                                      <p:cBhvr>
                                        <p:cTn id="23" dur="580">
                                          <p:stCondLst>
                                            <p:cond delay="0"/>
                                          </p:stCondLst>
                                        </p:cTn>
                                        <p:tgtEl>
                                          <p:spTgt spid="72707">
                                            <p:txEl>
                                              <p:charRg st="74" end="211"/>
                                            </p:txEl>
                                          </p:spTgt>
                                        </p:tgtEl>
                                      </p:cBhvr>
                                    </p:animEffect>
                                    <p:anim calcmode="lin" valueType="num">
                                      <p:cBhvr>
                                        <p:cTn id="24" dur="1822" tmFilter="0,0; 0.14,0.36; 0.43,0.73; 0.71,0.91; 1.0,1.0">
                                          <p:stCondLst>
                                            <p:cond delay="0"/>
                                          </p:stCondLst>
                                        </p:cTn>
                                        <p:tgtEl>
                                          <p:spTgt spid="72707">
                                            <p:txEl>
                                              <p:charRg st="74" end="21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2707">
                                            <p:txEl>
                                              <p:charRg st="74" end="211"/>
                                            </p:txEl>
                                          </p:spTgt>
                                        </p:tgtEl>
                                        <p:attrNameLst>
                                          <p:attrName>ppt_y</p:attrName>
                                        </p:attrNameLst>
                                      </p:cBhvr>
                                      <p:tavLst>
                                        <p:tav tm="0" fmla="#ppt_y-sin(pi*$)/3">
                                          <p:val>
                                            <p:fltVal val="0.500000"/>
                                          </p:val>
                                        </p:tav>
                                        <p:tav tm="100000">
                                          <p:val>
                                            <p:fltVal val="1.000000"/>
                                          </p:val>
                                        </p:tav>
                                      </p:tavLst>
                                    </p:anim>
                                    <p:anim calcmode="lin" valueType="num">
                                      <p:cBhvr>
                                        <p:cTn id="26" dur="664" tmFilter="0, 0; 0.125,0.2665; 0.25,0.4; 0.375,0.465; 0.5,0.5;  0.625,0.535; 0.75,0.6; 0.875,0.7335; 1,1">
                                          <p:stCondLst>
                                            <p:cond delay="664"/>
                                          </p:stCondLst>
                                        </p:cTn>
                                        <p:tgtEl>
                                          <p:spTgt spid="72707">
                                            <p:txEl>
                                              <p:charRg st="74" end="211"/>
                                            </p:txEl>
                                          </p:spTgt>
                                        </p:tgtEl>
                                        <p:attrNameLst>
                                          <p:attrName>ppt_y</p:attrName>
                                        </p:attrNameLst>
                                      </p:cBhvr>
                                      <p:tavLst>
                                        <p:tav tm="0" fmla="#ppt_y-sin(pi*$)/9">
                                          <p:val>
                                            <p:fltVal val="0.000000"/>
                                          </p:val>
                                        </p:tav>
                                        <p:tav tm="100000">
                                          <p:val>
                                            <p:fltVal val="1.000000"/>
                                          </p:val>
                                        </p:tav>
                                      </p:tavLst>
                                    </p:anim>
                                    <p:anim calcmode="lin" valueType="num">
                                      <p:cBhvr>
                                        <p:cTn id="27" dur="332" tmFilter="0, 0; 0.125,0.2665; 0.25,0.4; 0.375,0.465; 0.5,0.5;  0.625,0.535; 0.75,0.6; 0.875,0.7335; 1,1">
                                          <p:stCondLst>
                                            <p:cond delay="1324"/>
                                          </p:stCondLst>
                                        </p:cTn>
                                        <p:tgtEl>
                                          <p:spTgt spid="72707">
                                            <p:txEl>
                                              <p:charRg st="74" end="211"/>
                                            </p:txEl>
                                          </p:spTgt>
                                        </p:tgtEl>
                                        <p:attrNameLst>
                                          <p:attrName>ppt_y</p:attrName>
                                        </p:attrNameLst>
                                      </p:cBhvr>
                                      <p:tavLst>
                                        <p:tav tm="0" fmla="#ppt_y-sin(pi*$)/27">
                                          <p:val>
                                            <p:fltVal val="0.000000"/>
                                          </p:val>
                                        </p:tav>
                                        <p:tav tm="100000">
                                          <p:val>
                                            <p:fltVal val="1.000000"/>
                                          </p:val>
                                        </p:tav>
                                      </p:tavLst>
                                    </p:anim>
                                    <p:anim calcmode="lin" valueType="num">
                                      <p:cBhvr>
                                        <p:cTn id="28" dur="164" tmFilter="0, 0; 0.125,0.2665; 0.25,0.4; 0.375,0.465; 0.5,0.5;  0.625,0.535; 0.75,0.6; 0.875,0.7335; 1,1">
                                          <p:stCondLst>
                                            <p:cond delay="1656"/>
                                          </p:stCondLst>
                                        </p:cTn>
                                        <p:tgtEl>
                                          <p:spTgt spid="72707">
                                            <p:txEl>
                                              <p:charRg st="74" end="211"/>
                                            </p:txEl>
                                          </p:spTgt>
                                        </p:tgtEl>
                                        <p:attrNameLst>
                                          <p:attrName>ppt_y</p:attrName>
                                        </p:attrNameLst>
                                      </p:cBhvr>
                                      <p:tavLst>
                                        <p:tav tm="0" fmla="#ppt_y-sin(pi*$)/81">
                                          <p:val>
                                            <p:fltVal val="0.000000"/>
                                          </p:val>
                                        </p:tav>
                                        <p:tav tm="100000">
                                          <p:val>
                                            <p:fltVal val="1.000000"/>
                                          </p:val>
                                        </p:tav>
                                      </p:tavLst>
                                    </p:anim>
                                    <p:animScale>
                                      <p:cBhvr>
                                        <p:cTn id="29" dur="26">
                                          <p:stCondLst>
                                            <p:cond delay="650"/>
                                          </p:stCondLst>
                                        </p:cTn>
                                        <p:tgtEl>
                                          <p:spTgt spid="72707">
                                            <p:txEl>
                                              <p:charRg st="74" end="211"/>
                                            </p:txEl>
                                          </p:spTgt>
                                        </p:tgtEl>
                                      </p:cBhvr>
                                      <p:to x="100000" y="60000"/>
                                    </p:animScale>
                                    <p:animScale>
                                      <p:cBhvr>
                                        <p:cTn id="30" dur="166" decel="50000">
                                          <p:stCondLst>
                                            <p:cond delay="676"/>
                                          </p:stCondLst>
                                        </p:cTn>
                                        <p:tgtEl>
                                          <p:spTgt spid="72707">
                                            <p:txEl>
                                              <p:charRg st="74" end="211"/>
                                            </p:txEl>
                                          </p:spTgt>
                                        </p:tgtEl>
                                      </p:cBhvr>
                                      <p:to x="100000" y="100000"/>
                                    </p:animScale>
                                    <p:animScale>
                                      <p:cBhvr>
                                        <p:cTn id="31" dur="26">
                                          <p:stCondLst>
                                            <p:cond delay="1312"/>
                                          </p:stCondLst>
                                        </p:cTn>
                                        <p:tgtEl>
                                          <p:spTgt spid="72707">
                                            <p:txEl>
                                              <p:charRg st="74" end="211"/>
                                            </p:txEl>
                                          </p:spTgt>
                                        </p:tgtEl>
                                      </p:cBhvr>
                                      <p:to x="100000" y="80000"/>
                                    </p:animScale>
                                    <p:animScale>
                                      <p:cBhvr>
                                        <p:cTn id="32" dur="166" decel="50000">
                                          <p:stCondLst>
                                            <p:cond delay="1338"/>
                                          </p:stCondLst>
                                        </p:cTn>
                                        <p:tgtEl>
                                          <p:spTgt spid="72707">
                                            <p:txEl>
                                              <p:charRg st="74" end="211"/>
                                            </p:txEl>
                                          </p:spTgt>
                                        </p:tgtEl>
                                      </p:cBhvr>
                                      <p:to x="100000" y="100000"/>
                                    </p:animScale>
                                    <p:animScale>
                                      <p:cBhvr>
                                        <p:cTn id="33" dur="26">
                                          <p:stCondLst>
                                            <p:cond delay="1642"/>
                                          </p:stCondLst>
                                        </p:cTn>
                                        <p:tgtEl>
                                          <p:spTgt spid="72707">
                                            <p:txEl>
                                              <p:charRg st="74" end="211"/>
                                            </p:txEl>
                                          </p:spTgt>
                                        </p:tgtEl>
                                      </p:cBhvr>
                                      <p:to x="100000" y="90000"/>
                                    </p:animScale>
                                    <p:animScale>
                                      <p:cBhvr>
                                        <p:cTn id="34" dur="166" decel="50000">
                                          <p:stCondLst>
                                            <p:cond delay="1668"/>
                                          </p:stCondLst>
                                        </p:cTn>
                                        <p:tgtEl>
                                          <p:spTgt spid="72707">
                                            <p:txEl>
                                              <p:charRg st="74" end="211"/>
                                            </p:txEl>
                                          </p:spTgt>
                                        </p:tgtEl>
                                      </p:cBhvr>
                                      <p:to x="100000" y="100000"/>
                                    </p:animScale>
                                    <p:animScale>
                                      <p:cBhvr>
                                        <p:cTn id="35" dur="26">
                                          <p:stCondLst>
                                            <p:cond delay="1808"/>
                                          </p:stCondLst>
                                        </p:cTn>
                                        <p:tgtEl>
                                          <p:spTgt spid="72707">
                                            <p:txEl>
                                              <p:charRg st="74" end="211"/>
                                            </p:txEl>
                                          </p:spTgt>
                                        </p:tgtEl>
                                      </p:cBhvr>
                                      <p:to x="100000" y="95000"/>
                                    </p:animScale>
                                    <p:animScale>
                                      <p:cBhvr>
                                        <p:cTn id="36" dur="166" decel="50000">
                                          <p:stCondLst>
                                            <p:cond delay="1834"/>
                                          </p:stCondLst>
                                        </p:cTn>
                                        <p:tgtEl>
                                          <p:spTgt spid="72707">
                                            <p:txEl>
                                              <p:charRg st="74" end="21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72707">
                                            <p:txEl>
                                              <p:charRg st="211" end="222"/>
                                            </p:txEl>
                                          </p:spTgt>
                                        </p:tgtEl>
                                        <p:attrNameLst>
                                          <p:attrName>style.visibility</p:attrName>
                                        </p:attrNameLst>
                                      </p:cBhvr>
                                      <p:to>
                                        <p:strVal val="visible"/>
                                      </p:to>
                                    </p:set>
                                    <p:animEffect transition="in" filter="wipe(down)">
                                      <p:cBhvr>
                                        <p:cTn id="39" dur="580">
                                          <p:stCondLst>
                                            <p:cond delay="0"/>
                                          </p:stCondLst>
                                        </p:cTn>
                                        <p:tgtEl>
                                          <p:spTgt spid="72707">
                                            <p:txEl>
                                              <p:charRg st="211" end="222"/>
                                            </p:txEl>
                                          </p:spTgt>
                                        </p:tgtEl>
                                      </p:cBhvr>
                                    </p:animEffect>
                                    <p:anim calcmode="lin" valueType="num">
                                      <p:cBhvr>
                                        <p:cTn id="40" dur="1822" tmFilter="0,0; 0.14,0.36; 0.43,0.73; 0.71,0.91; 1.0,1.0">
                                          <p:stCondLst>
                                            <p:cond delay="0"/>
                                          </p:stCondLst>
                                        </p:cTn>
                                        <p:tgtEl>
                                          <p:spTgt spid="72707">
                                            <p:txEl>
                                              <p:charRg st="211" end="22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72707">
                                            <p:txEl>
                                              <p:charRg st="211" end="222"/>
                                            </p:txEl>
                                          </p:spTgt>
                                        </p:tgtEl>
                                        <p:attrNameLst>
                                          <p:attrName>ppt_y</p:attrName>
                                        </p:attrNameLst>
                                      </p:cBhvr>
                                      <p:tavLst>
                                        <p:tav tm="0" fmla="#ppt_y-sin(pi*$)/3">
                                          <p:val>
                                            <p:fltVal val="0.500000"/>
                                          </p:val>
                                        </p:tav>
                                        <p:tav tm="100000">
                                          <p:val>
                                            <p:fltVal val="1.000000"/>
                                          </p:val>
                                        </p:tav>
                                      </p:tavLst>
                                    </p:anim>
                                    <p:anim calcmode="lin" valueType="num">
                                      <p:cBhvr>
                                        <p:cTn id="42" dur="664" tmFilter="0, 0; 0.125,0.2665; 0.25,0.4; 0.375,0.465; 0.5,0.5;  0.625,0.535; 0.75,0.6; 0.875,0.7335; 1,1">
                                          <p:stCondLst>
                                            <p:cond delay="664"/>
                                          </p:stCondLst>
                                        </p:cTn>
                                        <p:tgtEl>
                                          <p:spTgt spid="72707">
                                            <p:txEl>
                                              <p:charRg st="211" end="222"/>
                                            </p:txEl>
                                          </p:spTgt>
                                        </p:tgtEl>
                                        <p:attrNameLst>
                                          <p:attrName>ppt_y</p:attrName>
                                        </p:attrNameLst>
                                      </p:cBhvr>
                                      <p:tavLst>
                                        <p:tav tm="0" fmla="#ppt_y-sin(pi*$)/9">
                                          <p:val>
                                            <p:fltVal val="0.000000"/>
                                          </p:val>
                                        </p:tav>
                                        <p:tav tm="100000">
                                          <p:val>
                                            <p:fltVal val="1.000000"/>
                                          </p:val>
                                        </p:tav>
                                      </p:tavLst>
                                    </p:anim>
                                    <p:anim calcmode="lin" valueType="num">
                                      <p:cBhvr>
                                        <p:cTn id="43" dur="332" tmFilter="0, 0; 0.125,0.2665; 0.25,0.4; 0.375,0.465; 0.5,0.5;  0.625,0.535; 0.75,0.6; 0.875,0.7335; 1,1">
                                          <p:stCondLst>
                                            <p:cond delay="1324"/>
                                          </p:stCondLst>
                                        </p:cTn>
                                        <p:tgtEl>
                                          <p:spTgt spid="72707">
                                            <p:txEl>
                                              <p:charRg st="211" end="222"/>
                                            </p:txEl>
                                          </p:spTgt>
                                        </p:tgtEl>
                                        <p:attrNameLst>
                                          <p:attrName>ppt_y</p:attrName>
                                        </p:attrNameLst>
                                      </p:cBhvr>
                                      <p:tavLst>
                                        <p:tav tm="0" fmla="#ppt_y-sin(pi*$)/27">
                                          <p:val>
                                            <p:fltVal val="0.000000"/>
                                          </p:val>
                                        </p:tav>
                                        <p:tav tm="100000">
                                          <p:val>
                                            <p:fltVal val="1.000000"/>
                                          </p:val>
                                        </p:tav>
                                      </p:tavLst>
                                    </p:anim>
                                    <p:anim calcmode="lin" valueType="num">
                                      <p:cBhvr>
                                        <p:cTn id="44" dur="164" tmFilter="0, 0; 0.125,0.2665; 0.25,0.4; 0.375,0.465; 0.5,0.5;  0.625,0.535; 0.75,0.6; 0.875,0.7335; 1,1">
                                          <p:stCondLst>
                                            <p:cond delay="1656"/>
                                          </p:stCondLst>
                                        </p:cTn>
                                        <p:tgtEl>
                                          <p:spTgt spid="72707">
                                            <p:txEl>
                                              <p:charRg st="211" end="222"/>
                                            </p:txEl>
                                          </p:spTgt>
                                        </p:tgtEl>
                                        <p:attrNameLst>
                                          <p:attrName>ppt_y</p:attrName>
                                        </p:attrNameLst>
                                      </p:cBhvr>
                                      <p:tavLst>
                                        <p:tav tm="0" fmla="#ppt_y-sin(pi*$)/81">
                                          <p:val>
                                            <p:fltVal val="0.000000"/>
                                          </p:val>
                                        </p:tav>
                                        <p:tav tm="100000">
                                          <p:val>
                                            <p:fltVal val="1.000000"/>
                                          </p:val>
                                        </p:tav>
                                      </p:tavLst>
                                    </p:anim>
                                    <p:animScale>
                                      <p:cBhvr>
                                        <p:cTn id="45" dur="26">
                                          <p:stCondLst>
                                            <p:cond delay="650"/>
                                          </p:stCondLst>
                                        </p:cTn>
                                        <p:tgtEl>
                                          <p:spTgt spid="72707">
                                            <p:txEl>
                                              <p:charRg st="211" end="222"/>
                                            </p:txEl>
                                          </p:spTgt>
                                        </p:tgtEl>
                                      </p:cBhvr>
                                      <p:to x="100000" y="60000"/>
                                    </p:animScale>
                                    <p:animScale>
                                      <p:cBhvr>
                                        <p:cTn id="46" dur="166" decel="50000">
                                          <p:stCondLst>
                                            <p:cond delay="676"/>
                                          </p:stCondLst>
                                        </p:cTn>
                                        <p:tgtEl>
                                          <p:spTgt spid="72707">
                                            <p:txEl>
                                              <p:charRg st="211" end="222"/>
                                            </p:txEl>
                                          </p:spTgt>
                                        </p:tgtEl>
                                      </p:cBhvr>
                                      <p:to x="100000" y="100000"/>
                                    </p:animScale>
                                    <p:animScale>
                                      <p:cBhvr>
                                        <p:cTn id="47" dur="26">
                                          <p:stCondLst>
                                            <p:cond delay="1312"/>
                                          </p:stCondLst>
                                        </p:cTn>
                                        <p:tgtEl>
                                          <p:spTgt spid="72707">
                                            <p:txEl>
                                              <p:charRg st="211" end="222"/>
                                            </p:txEl>
                                          </p:spTgt>
                                        </p:tgtEl>
                                      </p:cBhvr>
                                      <p:to x="100000" y="80000"/>
                                    </p:animScale>
                                    <p:animScale>
                                      <p:cBhvr>
                                        <p:cTn id="48" dur="166" decel="50000">
                                          <p:stCondLst>
                                            <p:cond delay="1338"/>
                                          </p:stCondLst>
                                        </p:cTn>
                                        <p:tgtEl>
                                          <p:spTgt spid="72707">
                                            <p:txEl>
                                              <p:charRg st="211" end="222"/>
                                            </p:txEl>
                                          </p:spTgt>
                                        </p:tgtEl>
                                      </p:cBhvr>
                                      <p:to x="100000" y="100000"/>
                                    </p:animScale>
                                    <p:animScale>
                                      <p:cBhvr>
                                        <p:cTn id="49" dur="26">
                                          <p:stCondLst>
                                            <p:cond delay="1642"/>
                                          </p:stCondLst>
                                        </p:cTn>
                                        <p:tgtEl>
                                          <p:spTgt spid="72707">
                                            <p:txEl>
                                              <p:charRg st="211" end="222"/>
                                            </p:txEl>
                                          </p:spTgt>
                                        </p:tgtEl>
                                      </p:cBhvr>
                                      <p:to x="100000" y="90000"/>
                                    </p:animScale>
                                    <p:animScale>
                                      <p:cBhvr>
                                        <p:cTn id="50" dur="166" decel="50000">
                                          <p:stCondLst>
                                            <p:cond delay="1668"/>
                                          </p:stCondLst>
                                        </p:cTn>
                                        <p:tgtEl>
                                          <p:spTgt spid="72707">
                                            <p:txEl>
                                              <p:charRg st="211" end="222"/>
                                            </p:txEl>
                                          </p:spTgt>
                                        </p:tgtEl>
                                      </p:cBhvr>
                                      <p:to x="100000" y="100000"/>
                                    </p:animScale>
                                    <p:animScale>
                                      <p:cBhvr>
                                        <p:cTn id="51" dur="26">
                                          <p:stCondLst>
                                            <p:cond delay="1808"/>
                                          </p:stCondLst>
                                        </p:cTn>
                                        <p:tgtEl>
                                          <p:spTgt spid="72707">
                                            <p:txEl>
                                              <p:charRg st="211" end="222"/>
                                            </p:txEl>
                                          </p:spTgt>
                                        </p:tgtEl>
                                      </p:cBhvr>
                                      <p:to x="100000" y="95000"/>
                                    </p:animScale>
                                    <p:animScale>
                                      <p:cBhvr>
                                        <p:cTn id="52" dur="166" decel="50000">
                                          <p:stCondLst>
                                            <p:cond delay="1834"/>
                                          </p:stCondLst>
                                        </p:cTn>
                                        <p:tgtEl>
                                          <p:spTgt spid="72707">
                                            <p:txEl>
                                              <p:charRg st="211" end="22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72707">
                                            <p:txEl>
                                              <p:charRg st="222" end="265"/>
                                            </p:txEl>
                                          </p:spTgt>
                                        </p:tgtEl>
                                        <p:attrNameLst>
                                          <p:attrName>style.visibility</p:attrName>
                                        </p:attrNameLst>
                                      </p:cBhvr>
                                      <p:to>
                                        <p:strVal val="visible"/>
                                      </p:to>
                                    </p:set>
                                    <p:animEffect transition="in" filter="wipe(down)">
                                      <p:cBhvr>
                                        <p:cTn id="55" dur="580">
                                          <p:stCondLst>
                                            <p:cond delay="0"/>
                                          </p:stCondLst>
                                        </p:cTn>
                                        <p:tgtEl>
                                          <p:spTgt spid="72707">
                                            <p:txEl>
                                              <p:charRg st="222" end="265"/>
                                            </p:txEl>
                                          </p:spTgt>
                                        </p:tgtEl>
                                      </p:cBhvr>
                                    </p:animEffect>
                                    <p:anim calcmode="lin" valueType="num">
                                      <p:cBhvr>
                                        <p:cTn id="56" dur="1822" tmFilter="0,0; 0.14,0.36; 0.43,0.73; 0.71,0.91; 1.0,1.0">
                                          <p:stCondLst>
                                            <p:cond delay="0"/>
                                          </p:stCondLst>
                                        </p:cTn>
                                        <p:tgtEl>
                                          <p:spTgt spid="72707">
                                            <p:txEl>
                                              <p:charRg st="222" end="265"/>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72707">
                                            <p:txEl>
                                              <p:charRg st="222" end="265"/>
                                            </p:txEl>
                                          </p:spTgt>
                                        </p:tgtEl>
                                        <p:attrNameLst>
                                          <p:attrName>ppt_y</p:attrName>
                                        </p:attrNameLst>
                                      </p:cBhvr>
                                      <p:tavLst>
                                        <p:tav tm="0" fmla="#ppt_y-sin(pi*$)/3">
                                          <p:val>
                                            <p:fltVal val="0.500000"/>
                                          </p:val>
                                        </p:tav>
                                        <p:tav tm="100000">
                                          <p:val>
                                            <p:fltVal val="1.000000"/>
                                          </p:val>
                                        </p:tav>
                                      </p:tavLst>
                                    </p:anim>
                                    <p:anim calcmode="lin" valueType="num">
                                      <p:cBhvr>
                                        <p:cTn id="58" dur="664" tmFilter="0, 0; 0.125,0.2665; 0.25,0.4; 0.375,0.465; 0.5,0.5;  0.625,0.535; 0.75,0.6; 0.875,0.7335; 1,1">
                                          <p:stCondLst>
                                            <p:cond delay="664"/>
                                          </p:stCondLst>
                                        </p:cTn>
                                        <p:tgtEl>
                                          <p:spTgt spid="72707">
                                            <p:txEl>
                                              <p:charRg st="222" end="265"/>
                                            </p:txEl>
                                          </p:spTgt>
                                        </p:tgtEl>
                                        <p:attrNameLst>
                                          <p:attrName>ppt_y</p:attrName>
                                        </p:attrNameLst>
                                      </p:cBhvr>
                                      <p:tavLst>
                                        <p:tav tm="0" fmla="#ppt_y-sin(pi*$)/9">
                                          <p:val>
                                            <p:fltVal val="0.000000"/>
                                          </p:val>
                                        </p:tav>
                                        <p:tav tm="100000">
                                          <p:val>
                                            <p:fltVal val="1.000000"/>
                                          </p:val>
                                        </p:tav>
                                      </p:tavLst>
                                    </p:anim>
                                    <p:anim calcmode="lin" valueType="num">
                                      <p:cBhvr>
                                        <p:cTn id="59" dur="332" tmFilter="0, 0; 0.125,0.2665; 0.25,0.4; 0.375,0.465; 0.5,0.5;  0.625,0.535; 0.75,0.6; 0.875,0.7335; 1,1">
                                          <p:stCondLst>
                                            <p:cond delay="1324"/>
                                          </p:stCondLst>
                                        </p:cTn>
                                        <p:tgtEl>
                                          <p:spTgt spid="72707">
                                            <p:txEl>
                                              <p:charRg st="222" end="265"/>
                                            </p:txEl>
                                          </p:spTgt>
                                        </p:tgtEl>
                                        <p:attrNameLst>
                                          <p:attrName>ppt_y</p:attrName>
                                        </p:attrNameLst>
                                      </p:cBhvr>
                                      <p:tavLst>
                                        <p:tav tm="0" fmla="#ppt_y-sin(pi*$)/27">
                                          <p:val>
                                            <p:fltVal val="0.000000"/>
                                          </p:val>
                                        </p:tav>
                                        <p:tav tm="100000">
                                          <p:val>
                                            <p:fltVal val="1.000000"/>
                                          </p:val>
                                        </p:tav>
                                      </p:tavLst>
                                    </p:anim>
                                    <p:anim calcmode="lin" valueType="num">
                                      <p:cBhvr>
                                        <p:cTn id="60" dur="164" tmFilter="0, 0; 0.125,0.2665; 0.25,0.4; 0.375,0.465; 0.5,0.5;  0.625,0.535; 0.75,0.6; 0.875,0.7335; 1,1">
                                          <p:stCondLst>
                                            <p:cond delay="1656"/>
                                          </p:stCondLst>
                                        </p:cTn>
                                        <p:tgtEl>
                                          <p:spTgt spid="72707">
                                            <p:txEl>
                                              <p:charRg st="222" end="265"/>
                                            </p:txEl>
                                          </p:spTgt>
                                        </p:tgtEl>
                                        <p:attrNameLst>
                                          <p:attrName>ppt_y</p:attrName>
                                        </p:attrNameLst>
                                      </p:cBhvr>
                                      <p:tavLst>
                                        <p:tav tm="0" fmla="#ppt_y-sin(pi*$)/81">
                                          <p:val>
                                            <p:fltVal val="0.000000"/>
                                          </p:val>
                                        </p:tav>
                                        <p:tav tm="100000">
                                          <p:val>
                                            <p:fltVal val="1.000000"/>
                                          </p:val>
                                        </p:tav>
                                      </p:tavLst>
                                    </p:anim>
                                    <p:animScale>
                                      <p:cBhvr>
                                        <p:cTn id="61" dur="26">
                                          <p:stCondLst>
                                            <p:cond delay="650"/>
                                          </p:stCondLst>
                                        </p:cTn>
                                        <p:tgtEl>
                                          <p:spTgt spid="72707">
                                            <p:txEl>
                                              <p:charRg st="222" end="265"/>
                                            </p:txEl>
                                          </p:spTgt>
                                        </p:tgtEl>
                                      </p:cBhvr>
                                      <p:to x="100000" y="60000"/>
                                    </p:animScale>
                                    <p:animScale>
                                      <p:cBhvr>
                                        <p:cTn id="62" dur="166" decel="50000">
                                          <p:stCondLst>
                                            <p:cond delay="676"/>
                                          </p:stCondLst>
                                        </p:cTn>
                                        <p:tgtEl>
                                          <p:spTgt spid="72707">
                                            <p:txEl>
                                              <p:charRg st="222" end="265"/>
                                            </p:txEl>
                                          </p:spTgt>
                                        </p:tgtEl>
                                      </p:cBhvr>
                                      <p:to x="100000" y="100000"/>
                                    </p:animScale>
                                    <p:animScale>
                                      <p:cBhvr>
                                        <p:cTn id="63" dur="26">
                                          <p:stCondLst>
                                            <p:cond delay="1312"/>
                                          </p:stCondLst>
                                        </p:cTn>
                                        <p:tgtEl>
                                          <p:spTgt spid="72707">
                                            <p:txEl>
                                              <p:charRg st="222" end="265"/>
                                            </p:txEl>
                                          </p:spTgt>
                                        </p:tgtEl>
                                      </p:cBhvr>
                                      <p:to x="100000" y="80000"/>
                                    </p:animScale>
                                    <p:animScale>
                                      <p:cBhvr>
                                        <p:cTn id="64" dur="166" decel="50000">
                                          <p:stCondLst>
                                            <p:cond delay="1338"/>
                                          </p:stCondLst>
                                        </p:cTn>
                                        <p:tgtEl>
                                          <p:spTgt spid="72707">
                                            <p:txEl>
                                              <p:charRg st="222" end="265"/>
                                            </p:txEl>
                                          </p:spTgt>
                                        </p:tgtEl>
                                      </p:cBhvr>
                                      <p:to x="100000" y="100000"/>
                                    </p:animScale>
                                    <p:animScale>
                                      <p:cBhvr>
                                        <p:cTn id="65" dur="26">
                                          <p:stCondLst>
                                            <p:cond delay="1642"/>
                                          </p:stCondLst>
                                        </p:cTn>
                                        <p:tgtEl>
                                          <p:spTgt spid="72707">
                                            <p:txEl>
                                              <p:charRg st="222" end="265"/>
                                            </p:txEl>
                                          </p:spTgt>
                                        </p:tgtEl>
                                      </p:cBhvr>
                                      <p:to x="100000" y="90000"/>
                                    </p:animScale>
                                    <p:animScale>
                                      <p:cBhvr>
                                        <p:cTn id="66" dur="166" decel="50000">
                                          <p:stCondLst>
                                            <p:cond delay="1668"/>
                                          </p:stCondLst>
                                        </p:cTn>
                                        <p:tgtEl>
                                          <p:spTgt spid="72707">
                                            <p:txEl>
                                              <p:charRg st="222" end="265"/>
                                            </p:txEl>
                                          </p:spTgt>
                                        </p:tgtEl>
                                      </p:cBhvr>
                                      <p:to x="100000" y="100000"/>
                                    </p:animScale>
                                    <p:animScale>
                                      <p:cBhvr>
                                        <p:cTn id="67" dur="26">
                                          <p:stCondLst>
                                            <p:cond delay="1808"/>
                                          </p:stCondLst>
                                        </p:cTn>
                                        <p:tgtEl>
                                          <p:spTgt spid="72707">
                                            <p:txEl>
                                              <p:charRg st="222" end="265"/>
                                            </p:txEl>
                                          </p:spTgt>
                                        </p:tgtEl>
                                      </p:cBhvr>
                                      <p:to x="100000" y="95000"/>
                                    </p:animScale>
                                    <p:animScale>
                                      <p:cBhvr>
                                        <p:cTn id="68" dur="166" decel="50000">
                                          <p:stCondLst>
                                            <p:cond delay="1834"/>
                                          </p:stCondLst>
                                        </p:cTn>
                                        <p:tgtEl>
                                          <p:spTgt spid="72707">
                                            <p:txEl>
                                              <p:charRg st="222" end="265"/>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72707">
                                            <p:txEl>
                                              <p:charRg st="265" end="334"/>
                                            </p:txEl>
                                          </p:spTgt>
                                        </p:tgtEl>
                                        <p:attrNameLst>
                                          <p:attrName>style.visibility</p:attrName>
                                        </p:attrNameLst>
                                      </p:cBhvr>
                                      <p:to>
                                        <p:strVal val="visible"/>
                                      </p:to>
                                    </p:set>
                                    <p:animEffect transition="in" filter="wipe(down)">
                                      <p:cBhvr>
                                        <p:cTn id="71" dur="580">
                                          <p:stCondLst>
                                            <p:cond delay="0"/>
                                          </p:stCondLst>
                                        </p:cTn>
                                        <p:tgtEl>
                                          <p:spTgt spid="72707">
                                            <p:txEl>
                                              <p:charRg st="265" end="334"/>
                                            </p:txEl>
                                          </p:spTgt>
                                        </p:tgtEl>
                                      </p:cBhvr>
                                    </p:animEffect>
                                    <p:anim calcmode="lin" valueType="num">
                                      <p:cBhvr>
                                        <p:cTn id="72" dur="1822" tmFilter="0,0; 0.14,0.36; 0.43,0.73; 0.71,0.91; 1.0,1.0">
                                          <p:stCondLst>
                                            <p:cond delay="0"/>
                                          </p:stCondLst>
                                        </p:cTn>
                                        <p:tgtEl>
                                          <p:spTgt spid="72707">
                                            <p:txEl>
                                              <p:charRg st="265" end="33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72707">
                                            <p:txEl>
                                              <p:charRg st="265" end="334"/>
                                            </p:txEl>
                                          </p:spTgt>
                                        </p:tgtEl>
                                        <p:attrNameLst>
                                          <p:attrName>ppt_y</p:attrName>
                                        </p:attrNameLst>
                                      </p:cBhvr>
                                      <p:tavLst>
                                        <p:tav tm="0" fmla="#ppt_y-sin(pi*$)/3">
                                          <p:val>
                                            <p:fltVal val="0.500000"/>
                                          </p:val>
                                        </p:tav>
                                        <p:tav tm="100000">
                                          <p:val>
                                            <p:fltVal val="1.000000"/>
                                          </p:val>
                                        </p:tav>
                                      </p:tavLst>
                                    </p:anim>
                                    <p:anim calcmode="lin" valueType="num">
                                      <p:cBhvr>
                                        <p:cTn id="74" dur="664" tmFilter="0, 0; 0.125,0.2665; 0.25,0.4; 0.375,0.465; 0.5,0.5;  0.625,0.535; 0.75,0.6; 0.875,0.7335; 1,1">
                                          <p:stCondLst>
                                            <p:cond delay="664"/>
                                          </p:stCondLst>
                                        </p:cTn>
                                        <p:tgtEl>
                                          <p:spTgt spid="72707">
                                            <p:txEl>
                                              <p:charRg st="265" end="334"/>
                                            </p:txEl>
                                          </p:spTgt>
                                        </p:tgtEl>
                                        <p:attrNameLst>
                                          <p:attrName>ppt_y</p:attrName>
                                        </p:attrNameLst>
                                      </p:cBhvr>
                                      <p:tavLst>
                                        <p:tav tm="0" fmla="#ppt_y-sin(pi*$)/9">
                                          <p:val>
                                            <p:fltVal val="0.000000"/>
                                          </p:val>
                                        </p:tav>
                                        <p:tav tm="100000">
                                          <p:val>
                                            <p:fltVal val="1.000000"/>
                                          </p:val>
                                        </p:tav>
                                      </p:tavLst>
                                    </p:anim>
                                    <p:anim calcmode="lin" valueType="num">
                                      <p:cBhvr>
                                        <p:cTn id="75" dur="332" tmFilter="0, 0; 0.125,0.2665; 0.25,0.4; 0.375,0.465; 0.5,0.5;  0.625,0.535; 0.75,0.6; 0.875,0.7335; 1,1">
                                          <p:stCondLst>
                                            <p:cond delay="1324"/>
                                          </p:stCondLst>
                                        </p:cTn>
                                        <p:tgtEl>
                                          <p:spTgt spid="72707">
                                            <p:txEl>
                                              <p:charRg st="265" end="334"/>
                                            </p:txEl>
                                          </p:spTgt>
                                        </p:tgtEl>
                                        <p:attrNameLst>
                                          <p:attrName>ppt_y</p:attrName>
                                        </p:attrNameLst>
                                      </p:cBhvr>
                                      <p:tavLst>
                                        <p:tav tm="0" fmla="#ppt_y-sin(pi*$)/27">
                                          <p:val>
                                            <p:fltVal val="0.000000"/>
                                          </p:val>
                                        </p:tav>
                                        <p:tav tm="100000">
                                          <p:val>
                                            <p:fltVal val="1.000000"/>
                                          </p:val>
                                        </p:tav>
                                      </p:tavLst>
                                    </p:anim>
                                    <p:anim calcmode="lin" valueType="num">
                                      <p:cBhvr>
                                        <p:cTn id="76" dur="164" tmFilter="0, 0; 0.125,0.2665; 0.25,0.4; 0.375,0.465; 0.5,0.5;  0.625,0.535; 0.75,0.6; 0.875,0.7335; 1,1">
                                          <p:stCondLst>
                                            <p:cond delay="1656"/>
                                          </p:stCondLst>
                                        </p:cTn>
                                        <p:tgtEl>
                                          <p:spTgt spid="72707">
                                            <p:txEl>
                                              <p:charRg st="265" end="334"/>
                                            </p:txEl>
                                          </p:spTgt>
                                        </p:tgtEl>
                                        <p:attrNameLst>
                                          <p:attrName>ppt_y</p:attrName>
                                        </p:attrNameLst>
                                      </p:cBhvr>
                                      <p:tavLst>
                                        <p:tav tm="0" fmla="#ppt_y-sin(pi*$)/81">
                                          <p:val>
                                            <p:fltVal val="0.000000"/>
                                          </p:val>
                                        </p:tav>
                                        <p:tav tm="100000">
                                          <p:val>
                                            <p:fltVal val="1.000000"/>
                                          </p:val>
                                        </p:tav>
                                      </p:tavLst>
                                    </p:anim>
                                    <p:animScale>
                                      <p:cBhvr>
                                        <p:cTn id="77" dur="26">
                                          <p:stCondLst>
                                            <p:cond delay="650"/>
                                          </p:stCondLst>
                                        </p:cTn>
                                        <p:tgtEl>
                                          <p:spTgt spid="72707">
                                            <p:txEl>
                                              <p:charRg st="265" end="334"/>
                                            </p:txEl>
                                          </p:spTgt>
                                        </p:tgtEl>
                                      </p:cBhvr>
                                      <p:to x="100000" y="60000"/>
                                    </p:animScale>
                                    <p:animScale>
                                      <p:cBhvr>
                                        <p:cTn id="78" dur="166" decel="50000">
                                          <p:stCondLst>
                                            <p:cond delay="676"/>
                                          </p:stCondLst>
                                        </p:cTn>
                                        <p:tgtEl>
                                          <p:spTgt spid="72707">
                                            <p:txEl>
                                              <p:charRg st="265" end="334"/>
                                            </p:txEl>
                                          </p:spTgt>
                                        </p:tgtEl>
                                      </p:cBhvr>
                                      <p:to x="100000" y="100000"/>
                                    </p:animScale>
                                    <p:animScale>
                                      <p:cBhvr>
                                        <p:cTn id="79" dur="26">
                                          <p:stCondLst>
                                            <p:cond delay="1312"/>
                                          </p:stCondLst>
                                        </p:cTn>
                                        <p:tgtEl>
                                          <p:spTgt spid="72707">
                                            <p:txEl>
                                              <p:charRg st="265" end="334"/>
                                            </p:txEl>
                                          </p:spTgt>
                                        </p:tgtEl>
                                      </p:cBhvr>
                                      <p:to x="100000" y="80000"/>
                                    </p:animScale>
                                    <p:animScale>
                                      <p:cBhvr>
                                        <p:cTn id="80" dur="166" decel="50000">
                                          <p:stCondLst>
                                            <p:cond delay="1338"/>
                                          </p:stCondLst>
                                        </p:cTn>
                                        <p:tgtEl>
                                          <p:spTgt spid="72707">
                                            <p:txEl>
                                              <p:charRg st="265" end="334"/>
                                            </p:txEl>
                                          </p:spTgt>
                                        </p:tgtEl>
                                      </p:cBhvr>
                                      <p:to x="100000" y="100000"/>
                                    </p:animScale>
                                    <p:animScale>
                                      <p:cBhvr>
                                        <p:cTn id="81" dur="26">
                                          <p:stCondLst>
                                            <p:cond delay="1642"/>
                                          </p:stCondLst>
                                        </p:cTn>
                                        <p:tgtEl>
                                          <p:spTgt spid="72707">
                                            <p:txEl>
                                              <p:charRg st="265" end="334"/>
                                            </p:txEl>
                                          </p:spTgt>
                                        </p:tgtEl>
                                      </p:cBhvr>
                                      <p:to x="100000" y="90000"/>
                                    </p:animScale>
                                    <p:animScale>
                                      <p:cBhvr>
                                        <p:cTn id="82" dur="166" decel="50000">
                                          <p:stCondLst>
                                            <p:cond delay="1668"/>
                                          </p:stCondLst>
                                        </p:cTn>
                                        <p:tgtEl>
                                          <p:spTgt spid="72707">
                                            <p:txEl>
                                              <p:charRg st="265" end="334"/>
                                            </p:txEl>
                                          </p:spTgt>
                                        </p:tgtEl>
                                      </p:cBhvr>
                                      <p:to x="100000" y="100000"/>
                                    </p:animScale>
                                    <p:animScale>
                                      <p:cBhvr>
                                        <p:cTn id="83" dur="26">
                                          <p:stCondLst>
                                            <p:cond delay="1808"/>
                                          </p:stCondLst>
                                        </p:cTn>
                                        <p:tgtEl>
                                          <p:spTgt spid="72707">
                                            <p:txEl>
                                              <p:charRg st="265" end="334"/>
                                            </p:txEl>
                                          </p:spTgt>
                                        </p:tgtEl>
                                      </p:cBhvr>
                                      <p:to x="100000" y="95000"/>
                                    </p:animScale>
                                    <p:animScale>
                                      <p:cBhvr>
                                        <p:cTn id="84" dur="166" decel="50000">
                                          <p:stCondLst>
                                            <p:cond delay="1834"/>
                                          </p:stCondLst>
                                        </p:cTn>
                                        <p:tgtEl>
                                          <p:spTgt spid="72707">
                                            <p:txEl>
                                              <p:charRg st="265" end="334"/>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72707">
                                            <p:txEl>
                                              <p:charRg st="334" end="346"/>
                                            </p:txEl>
                                          </p:spTgt>
                                        </p:tgtEl>
                                        <p:attrNameLst>
                                          <p:attrName>style.visibility</p:attrName>
                                        </p:attrNameLst>
                                      </p:cBhvr>
                                      <p:to>
                                        <p:strVal val="visible"/>
                                      </p:to>
                                    </p:set>
                                    <p:animEffect transition="in" filter="wipe(down)">
                                      <p:cBhvr>
                                        <p:cTn id="87" dur="580">
                                          <p:stCondLst>
                                            <p:cond delay="0"/>
                                          </p:stCondLst>
                                        </p:cTn>
                                        <p:tgtEl>
                                          <p:spTgt spid="72707">
                                            <p:txEl>
                                              <p:charRg st="334" end="346"/>
                                            </p:txEl>
                                          </p:spTgt>
                                        </p:tgtEl>
                                      </p:cBhvr>
                                    </p:animEffect>
                                    <p:anim calcmode="lin" valueType="num">
                                      <p:cBhvr>
                                        <p:cTn id="88" dur="1822" tmFilter="0,0; 0.14,0.36; 0.43,0.73; 0.71,0.91; 1.0,1.0">
                                          <p:stCondLst>
                                            <p:cond delay="0"/>
                                          </p:stCondLst>
                                        </p:cTn>
                                        <p:tgtEl>
                                          <p:spTgt spid="72707">
                                            <p:txEl>
                                              <p:charRg st="334" end="346"/>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72707">
                                            <p:txEl>
                                              <p:charRg st="334" end="346"/>
                                            </p:txEl>
                                          </p:spTgt>
                                        </p:tgtEl>
                                        <p:attrNameLst>
                                          <p:attrName>ppt_y</p:attrName>
                                        </p:attrNameLst>
                                      </p:cBhvr>
                                      <p:tavLst>
                                        <p:tav tm="0" fmla="#ppt_y-sin(pi*$)/3">
                                          <p:val>
                                            <p:fltVal val="0.500000"/>
                                          </p:val>
                                        </p:tav>
                                        <p:tav tm="100000">
                                          <p:val>
                                            <p:fltVal val="1.000000"/>
                                          </p:val>
                                        </p:tav>
                                      </p:tavLst>
                                    </p:anim>
                                    <p:anim calcmode="lin" valueType="num">
                                      <p:cBhvr>
                                        <p:cTn id="90" dur="664" tmFilter="0, 0; 0.125,0.2665; 0.25,0.4; 0.375,0.465; 0.5,0.5;  0.625,0.535; 0.75,0.6; 0.875,0.7335; 1,1">
                                          <p:stCondLst>
                                            <p:cond delay="664"/>
                                          </p:stCondLst>
                                        </p:cTn>
                                        <p:tgtEl>
                                          <p:spTgt spid="72707">
                                            <p:txEl>
                                              <p:charRg st="334" end="346"/>
                                            </p:txEl>
                                          </p:spTgt>
                                        </p:tgtEl>
                                        <p:attrNameLst>
                                          <p:attrName>ppt_y</p:attrName>
                                        </p:attrNameLst>
                                      </p:cBhvr>
                                      <p:tavLst>
                                        <p:tav tm="0" fmla="#ppt_y-sin(pi*$)/9">
                                          <p:val>
                                            <p:fltVal val="0.000000"/>
                                          </p:val>
                                        </p:tav>
                                        <p:tav tm="100000">
                                          <p:val>
                                            <p:fltVal val="1.000000"/>
                                          </p:val>
                                        </p:tav>
                                      </p:tavLst>
                                    </p:anim>
                                    <p:anim calcmode="lin" valueType="num">
                                      <p:cBhvr>
                                        <p:cTn id="91" dur="332" tmFilter="0, 0; 0.125,0.2665; 0.25,0.4; 0.375,0.465; 0.5,0.5;  0.625,0.535; 0.75,0.6; 0.875,0.7335; 1,1">
                                          <p:stCondLst>
                                            <p:cond delay="1324"/>
                                          </p:stCondLst>
                                        </p:cTn>
                                        <p:tgtEl>
                                          <p:spTgt spid="72707">
                                            <p:txEl>
                                              <p:charRg st="334" end="346"/>
                                            </p:txEl>
                                          </p:spTgt>
                                        </p:tgtEl>
                                        <p:attrNameLst>
                                          <p:attrName>ppt_y</p:attrName>
                                        </p:attrNameLst>
                                      </p:cBhvr>
                                      <p:tavLst>
                                        <p:tav tm="0" fmla="#ppt_y-sin(pi*$)/27">
                                          <p:val>
                                            <p:fltVal val="0.000000"/>
                                          </p:val>
                                        </p:tav>
                                        <p:tav tm="100000">
                                          <p:val>
                                            <p:fltVal val="1.000000"/>
                                          </p:val>
                                        </p:tav>
                                      </p:tavLst>
                                    </p:anim>
                                    <p:anim calcmode="lin" valueType="num">
                                      <p:cBhvr>
                                        <p:cTn id="92" dur="164" tmFilter="0, 0; 0.125,0.2665; 0.25,0.4; 0.375,0.465; 0.5,0.5;  0.625,0.535; 0.75,0.6; 0.875,0.7335; 1,1">
                                          <p:stCondLst>
                                            <p:cond delay="1656"/>
                                          </p:stCondLst>
                                        </p:cTn>
                                        <p:tgtEl>
                                          <p:spTgt spid="72707">
                                            <p:txEl>
                                              <p:charRg st="334" end="346"/>
                                            </p:txEl>
                                          </p:spTgt>
                                        </p:tgtEl>
                                        <p:attrNameLst>
                                          <p:attrName>ppt_y</p:attrName>
                                        </p:attrNameLst>
                                      </p:cBhvr>
                                      <p:tavLst>
                                        <p:tav tm="0" fmla="#ppt_y-sin(pi*$)/81">
                                          <p:val>
                                            <p:fltVal val="0.000000"/>
                                          </p:val>
                                        </p:tav>
                                        <p:tav tm="100000">
                                          <p:val>
                                            <p:fltVal val="1.000000"/>
                                          </p:val>
                                        </p:tav>
                                      </p:tavLst>
                                    </p:anim>
                                    <p:animScale>
                                      <p:cBhvr>
                                        <p:cTn id="93" dur="26">
                                          <p:stCondLst>
                                            <p:cond delay="650"/>
                                          </p:stCondLst>
                                        </p:cTn>
                                        <p:tgtEl>
                                          <p:spTgt spid="72707">
                                            <p:txEl>
                                              <p:charRg st="334" end="346"/>
                                            </p:txEl>
                                          </p:spTgt>
                                        </p:tgtEl>
                                      </p:cBhvr>
                                      <p:to x="100000" y="60000"/>
                                    </p:animScale>
                                    <p:animScale>
                                      <p:cBhvr>
                                        <p:cTn id="94" dur="166" decel="50000">
                                          <p:stCondLst>
                                            <p:cond delay="676"/>
                                          </p:stCondLst>
                                        </p:cTn>
                                        <p:tgtEl>
                                          <p:spTgt spid="72707">
                                            <p:txEl>
                                              <p:charRg st="334" end="346"/>
                                            </p:txEl>
                                          </p:spTgt>
                                        </p:tgtEl>
                                      </p:cBhvr>
                                      <p:to x="100000" y="100000"/>
                                    </p:animScale>
                                    <p:animScale>
                                      <p:cBhvr>
                                        <p:cTn id="95" dur="26">
                                          <p:stCondLst>
                                            <p:cond delay="1312"/>
                                          </p:stCondLst>
                                        </p:cTn>
                                        <p:tgtEl>
                                          <p:spTgt spid="72707">
                                            <p:txEl>
                                              <p:charRg st="334" end="346"/>
                                            </p:txEl>
                                          </p:spTgt>
                                        </p:tgtEl>
                                      </p:cBhvr>
                                      <p:to x="100000" y="80000"/>
                                    </p:animScale>
                                    <p:animScale>
                                      <p:cBhvr>
                                        <p:cTn id="96" dur="166" decel="50000">
                                          <p:stCondLst>
                                            <p:cond delay="1338"/>
                                          </p:stCondLst>
                                        </p:cTn>
                                        <p:tgtEl>
                                          <p:spTgt spid="72707">
                                            <p:txEl>
                                              <p:charRg st="334" end="346"/>
                                            </p:txEl>
                                          </p:spTgt>
                                        </p:tgtEl>
                                      </p:cBhvr>
                                      <p:to x="100000" y="100000"/>
                                    </p:animScale>
                                    <p:animScale>
                                      <p:cBhvr>
                                        <p:cTn id="97" dur="26">
                                          <p:stCondLst>
                                            <p:cond delay="1642"/>
                                          </p:stCondLst>
                                        </p:cTn>
                                        <p:tgtEl>
                                          <p:spTgt spid="72707">
                                            <p:txEl>
                                              <p:charRg st="334" end="346"/>
                                            </p:txEl>
                                          </p:spTgt>
                                        </p:tgtEl>
                                      </p:cBhvr>
                                      <p:to x="100000" y="90000"/>
                                    </p:animScale>
                                    <p:animScale>
                                      <p:cBhvr>
                                        <p:cTn id="98" dur="166" decel="50000">
                                          <p:stCondLst>
                                            <p:cond delay="1668"/>
                                          </p:stCondLst>
                                        </p:cTn>
                                        <p:tgtEl>
                                          <p:spTgt spid="72707">
                                            <p:txEl>
                                              <p:charRg st="334" end="346"/>
                                            </p:txEl>
                                          </p:spTgt>
                                        </p:tgtEl>
                                      </p:cBhvr>
                                      <p:to x="100000" y="100000"/>
                                    </p:animScale>
                                    <p:animScale>
                                      <p:cBhvr>
                                        <p:cTn id="99" dur="26">
                                          <p:stCondLst>
                                            <p:cond delay="1808"/>
                                          </p:stCondLst>
                                        </p:cTn>
                                        <p:tgtEl>
                                          <p:spTgt spid="72707">
                                            <p:txEl>
                                              <p:charRg st="334" end="346"/>
                                            </p:txEl>
                                          </p:spTgt>
                                        </p:tgtEl>
                                      </p:cBhvr>
                                      <p:to x="100000" y="95000"/>
                                    </p:animScale>
                                    <p:animScale>
                                      <p:cBhvr>
                                        <p:cTn id="100" dur="166" decel="50000">
                                          <p:stCondLst>
                                            <p:cond delay="1834"/>
                                          </p:stCondLst>
                                        </p:cTn>
                                        <p:tgtEl>
                                          <p:spTgt spid="72707">
                                            <p:txEl>
                                              <p:charRg st="334" end="34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73731" name="内容占位符 2"/>
          <p:cNvSpPr>
            <a:spLocks noGrp="1"/>
          </p:cNvSpPr>
          <p:nvPr>
            <p:ph sz="quarter" idx="13"/>
          </p:nvPr>
        </p:nvSpPr>
        <p:spPr>
          <a:xfrm>
            <a:off x="533400" y="1257300"/>
            <a:ext cx="8305800" cy="51435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最高人民检察院关于办理利用互联网、移动通讯终端、声讯台制作、复制、出版、贩卖、传播淫秽电子信息刑事案件具体应用法律若干问题的解释（二）</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中华人民共和国最高人民检察院公告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最高人民法院、最高人民检察院关于办理利用互联网、移动通讯终端、声讯台制作、复制、出版、贩卖、传播淫秽电子信息刑事案件具体应用法律若干问题的解释（二）</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1483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日由最高人民检察院第十一届检察委员会第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二○一○年二月二日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关于办理利用互联网、移动通讯终端、声讯台制作、复制、出版、贩卖、传播淫秽电子信息刑事案件具体应用法律若干问题的解释（二）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1483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日最高人民检察院第十一届检察委员会第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28</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[2010]3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3731">
                                            <p:txEl>
                                              <p:charRg st="75" end="106"/>
                                            </p:txEl>
                                          </p:spTgt>
                                        </p:tgtEl>
                                        <p:attrNameLst>
                                          <p:attrName>style.visibility</p:attrName>
                                        </p:attrNameLst>
                                      </p:cBhvr>
                                      <p:to>
                                        <p:strVal val="visible"/>
                                      </p:to>
                                    </p:set>
                                    <p:animEffect transition="in" filter="circle(in)">
                                      <p:cBhvr>
                                        <p:cTn id="7" dur="2000"/>
                                        <p:tgtEl>
                                          <p:spTgt spid="73731">
                                            <p:txEl>
                                              <p:charRg st="75" end="106"/>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73731">
                                            <p:txEl>
                                              <p:charRg st="106" end="271"/>
                                            </p:txEl>
                                          </p:spTgt>
                                        </p:tgtEl>
                                        <p:attrNameLst>
                                          <p:attrName>style.visibility</p:attrName>
                                        </p:attrNameLst>
                                      </p:cBhvr>
                                      <p:to>
                                        <p:strVal val="visible"/>
                                      </p:to>
                                    </p:set>
                                    <p:animEffect transition="in" filter="circle(in)">
                                      <p:cBhvr>
                                        <p:cTn id="10" dur="2000"/>
                                        <p:tgtEl>
                                          <p:spTgt spid="73731">
                                            <p:txEl>
                                              <p:charRg st="106" end="27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73731">
                                            <p:txEl>
                                              <p:charRg st="271" end="281"/>
                                            </p:txEl>
                                          </p:spTgt>
                                        </p:tgtEl>
                                        <p:attrNameLst>
                                          <p:attrName>style.visibility</p:attrName>
                                        </p:attrNameLst>
                                      </p:cBhvr>
                                      <p:to>
                                        <p:strVal val="visible"/>
                                      </p:to>
                                    </p:set>
                                    <p:animEffect transition="in" filter="circle(in)">
                                      <p:cBhvr>
                                        <p:cTn id="13" dur="2000"/>
                                        <p:tgtEl>
                                          <p:spTgt spid="73731">
                                            <p:txEl>
                                              <p:charRg st="271" end="281"/>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73731">
                                            <p:txEl>
                                              <p:charRg st="281" end="342"/>
                                            </p:txEl>
                                          </p:spTgt>
                                        </p:tgtEl>
                                        <p:attrNameLst>
                                          <p:attrName>style.visibility</p:attrName>
                                        </p:attrNameLst>
                                      </p:cBhvr>
                                      <p:to>
                                        <p:strVal val="visible"/>
                                      </p:to>
                                    </p:set>
                                    <p:animEffect transition="in" filter="circle(in)">
                                      <p:cBhvr>
                                        <p:cTn id="16" dur="2000"/>
                                        <p:tgtEl>
                                          <p:spTgt spid="73731">
                                            <p:txEl>
                                              <p:charRg st="281" end="342"/>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73731">
                                            <p:txEl>
                                              <p:charRg st="342" end="409"/>
                                            </p:txEl>
                                          </p:spTgt>
                                        </p:tgtEl>
                                        <p:attrNameLst>
                                          <p:attrName>style.visibility</p:attrName>
                                        </p:attrNameLst>
                                      </p:cBhvr>
                                      <p:to>
                                        <p:strVal val="visible"/>
                                      </p:to>
                                    </p:set>
                                    <p:animEffect transition="in" filter="circle(in)">
                                      <p:cBhvr>
                                        <p:cTn id="19" dur="2000"/>
                                        <p:tgtEl>
                                          <p:spTgt spid="73731">
                                            <p:txEl>
                                              <p:charRg st="342" end="409"/>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73731">
                                            <p:txEl>
                                              <p:charRg st="409" end="420"/>
                                            </p:txEl>
                                          </p:spTgt>
                                        </p:tgtEl>
                                        <p:attrNameLst>
                                          <p:attrName>style.visibility</p:attrName>
                                        </p:attrNameLst>
                                      </p:cBhvr>
                                      <p:to>
                                        <p:strVal val="visible"/>
                                      </p:to>
                                    </p:set>
                                    <p:animEffect transition="in" filter="circle(in)">
                                      <p:cBhvr>
                                        <p:cTn id="22" dur="2000"/>
                                        <p:tgtEl>
                                          <p:spTgt spid="73731">
                                            <p:txEl>
                                              <p:charRg st="409" end="4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74755" name="内容占位符 2"/>
          <p:cNvSpPr>
            <a:spLocks noGrp="1"/>
          </p:cNvSpPr>
          <p:nvPr>
            <p:ph sz="quarter" idx="13"/>
          </p:nvPr>
        </p:nvSpPr>
        <p:spPr>
          <a:xfrm>
            <a:off x="609600" y="16002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最高人民法院关于审理破坏广播电视设施等刑事案件具体应用法律若干问题的解释</a:t>
            </a:r>
            <a:endParaRPr kumimoji="0" lang="en-US" altLang="zh-CN" sz="2800" b="1"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最高人民法院关于审理破坏广播电视设施等刑事案件具体应用法律若干问题的解释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1523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二○一一年六月七日</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最高人民法院关于审理破坏广播电视设施等刑事案件具体应用法律若干问题的解释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5</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1523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[2011]13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4755">
                                            <p:txEl>
                                              <p:charRg st="37" end="53"/>
                                            </p:txEl>
                                          </p:spTgt>
                                        </p:tgtEl>
                                        <p:attrNameLst>
                                          <p:attrName>style.visibility</p:attrName>
                                        </p:attrNameLst>
                                      </p:cBhvr>
                                      <p:to>
                                        <p:strVal val="visible"/>
                                      </p:to>
                                    </p:set>
                                    <p:animEffect transition="in" filter="fade">
                                      <p:cBhvr>
                                        <p:cTn id="7" dur="1000"/>
                                        <p:tgtEl>
                                          <p:spTgt spid="74755">
                                            <p:txEl>
                                              <p:charRg st="37" end="53"/>
                                            </p:txEl>
                                          </p:spTgt>
                                        </p:tgtEl>
                                      </p:cBhvr>
                                    </p:animEffect>
                                    <p:anim calcmode="lin" valueType="num">
                                      <p:cBhvr>
                                        <p:cTn id="8" dur="1000" fill="hold"/>
                                        <p:tgtEl>
                                          <p:spTgt spid="74755">
                                            <p:txEl>
                                              <p:charRg st="37" end="53"/>
                                            </p:txEl>
                                          </p:spTgt>
                                        </p:tgtEl>
                                        <p:attrNameLst>
                                          <p:attrName>ppt_x</p:attrName>
                                        </p:attrNameLst>
                                      </p:cBhvr>
                                      <p:tavLst>
                                        <p:tav tm="0">
                                          <p:val>
                                            <p:strVal val="#ppt_x"/>
                                          </p:val>
                                        </p:tav>
                                        <p:tav tm="100000">
                                          <p:val>
                                            <p:strVal val="#ppt_x"/>
                                          </p:val>
                                        </p:tav>
                                      </p:tavLst>
                                    </p:anim>
                                    <p:anim calcmode="lin" valueType="num">
                                      <p:cBhvr>
                                        <p:cTn id="9" dur="1000" fill="hold"/>
                                        <p:tgtEl>
                                          <p:spTgt spid="74755">
                                            <p:txEl>
                                              <p:charRg st="37" end="5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4755">
                                            <p:txEl>
                                              <p:charRg st="53" end="147"/>
                                            </p:txEl>
                                          </p:spTgt>
                                        </p:tgtEl>
                                        <p:attrNameLst>
                                          <p:attrName>style.visibility</p:attrName>
                                        </p:attrNameLst>
                                      </p:cBhvr>
                                      <p:to>
                                        <p:strVal val="visible"/>
                                      </p:to>
                                    </p:set>
                                    <p:animEffect transition="in" filter="fade">
                                      <p:cBhvr>
                                        <p:cTn id="12" dur="1000"/>
                                        <p:tgtEl>
                                          <p:spTgt spid="74755">
                                            <p:txEl>
                                              <p:charRg st="53" end="147"/>
                                            </p:txEl>
                                          </p:spTgt>
                                        </p:tgtEl>
                                      </p:cBhvr>
                                    </p:animEffect>
                                    <p:anim calcmode="lin" valueType="num">
                                      <p:cBhvr>
                                        <p:cTn id="13" dur="1000" fill="hold"/>
                                        <p:tgtEl>
                                          <p:spTgt spid="74755">
                                            <p:txEl>
                                              <p:charRg st="53" end="147"/>
                                            </p:txEl>
                                          </p:spTgt>
                                        </p:tgtEl>
                                        <p:attrNameLst>
                                          <p:attrName>ppt_x</p:attrName>
                                        </p:attrNameLst>
                                      </p:cBhvr>
                                      <p:tavLst>
                                        <p:tav tm="0">
                                          <p:val>
                                            <p:strVal val="#ppt_x"/>
                                          </p:val>
                                        </p:tav>
                                        <p:tav tm="100000">
                                          <p:val>
                                            <p:strVal val="#ppt_x"/>
                                          </p:val>
                                        </p:tav>
                                      </p:tavLst>
                                    </p:anim>
                                    <p:anim calcmode="lin" valueType="num">
                                      <p:cBhvr>
                                        <p:cTn id="14" dur="1000" fill="hold"/>
                                        <p:tgtEl>
                                          <p:spTgt spid="74755">
                                            <p:txEl>
                                              <p:charRg st="53" end="147"/>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4755">
                                            <p:txEl>
                                              <p:charRg st="147" end="157"/>
                                            </p:txEl>
                                          </p:spTgt>
                                        </p:tgtEl>
                                        <p:attrNameLst>
                                          <p:attrName>style.visibility</p:attrName>
                                        </p:attrNameLst>
                                      </p:cBhvr>
                                      <p:to>
                                        <p:strVal val="visible"/>
                                      </p:to>
                                    </p:set>
                                    <p:animEffect transition="in" filter="fade">
                                      <p:cBhvr>
                                        <p:cTn id="17" dur="1000"/>
                                        <p:tgtEl>
                                          <p:spTgt spid="74755">
                                            <p:txEl>
                                              <p:charRg st="147" end="157"/>
                                            </p:txEl>
                                          </p:spTgt>
                                        </p:tgtEl>
                                      </p:cBhvr>
                                    </p:animEffect>
                                    <p:anim calcmode="lin" valueType="num">
                                      <p:cBhvr>
                                        <p:cTn id="18" dur="1000" fill="hold"/>
                                        <p:tgtEl>
                                          <p:spTgt spid="74755">
                                            <p:txEl>
                                              <p:charRg st="147" end="157"/>
                                            </p:txEl>
                                          </p:spTgt>
                                        </p:tgtEl>
                                        <p:attrNameLst>
                                          <p:attrName>ppt_x</p:attrName>
                                        </p:attrNameLst>
                                      </p:cBhvr>
                                      <p:tavLst>
                                        <p:tav tm="0">
                                          <p:val>
                                            <p:strVal val="#ppt_x"/>
                                          </p:val>
                                        </p:tav>
                                        <p:tav tm="100000">
                                          <p:val>
                                            <p:strVal val="#ppt_x"/>
                                          </p:val>
                                        </p:tav>
                                      </p:tavLst>
                                    </p:anim>
                                    <p:anim calcmode="lin" valueType="num">
                                      <p:cBhvr>
                                        <p:cTn id="19" dur="1000" fill="hold"/>
                                        <p:tgtEl>
                                          <p:spTgt spid="74755">
                                            <p:txEl>
                                              <p:charRg st="147" end="15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4755">
                                            <p:txEl>
                                              <p:charRg st="157" end="194"/>
                                            </p:txEl>
                                          </p:spTgt>
                                        </p:tgtEl>
                                        <p:attrNameLst>
                                          <p:attrName>style.visibility</p:attrName>
                                        </p:attrNameLst>
                                      </p:cBhvr>
                                      <p:to>
                                        <p:strVal val="visible"/>
                                      </p:to>
                                    </p:set>
                                    <p:animEffect transition="in" filter="fade">
                                      <p:cBhvr>
                                        <p:cTn id="22" dur="1000"/>
                                        <p:tgtEl>
                                          <p:spTgt spid="74755">
                                            <p:txEl>
                                              <p:charRg st="157" end="194"/>
                                            </p:txEl>
                                          </p:spTgt>
                                        </p:tgtEl>
                                      </p:cBhvr>
                                    </p:animEffect>
                                    <p:anim calcmode="lin" valueType="num">
                                      <p:cBhvr>
                                        <p:cTn id="23" dur="1000" fill="hold"/>
                                        <p:tgtEl>
                                          <p:spTgt spid="74755">
                                            <p:txEl>
                                              <p:charRg st="157" end="194"/>
                                            </p:txEl>
                                          </p:spTgt>
                                        </p:tgtEl>
                                        <p:attrNameLst>
                                          <p:attrName>ppt_x</p:attrName>
                                        </p:attrNameLst>
                                      </p:cBhvr>
                                      <p:tavLst>
                                        <p:tav tm="0">
                                          <p:val>
                                            <p:strVal val="#ppt_x"/>
                                          </p:val>
                                        </p:tav>
                                        <p:tav tm="100000">
                                          <p:val>
                                            <p:strVal val="#ppt_x"/>
                                          </p:val>
                                        </p:tav>
                                      </p:tavLst>
                                    </p:anim>
                                    <p:anim calcmode="lin" valueType="num">
                                      <p:cBhvr>
                                        <p:cTn id="24" dur="1000" fill="hold"/>
                                        <p:tgtEl>
                                          <p:spTgt spid="74755">
                                            <p:txEl>
                                              <p:charRg st="157" end="19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4755">
                                            <p:txEl>
                                              <p:charRg st="194" end="228"/>
                                            </p:txEl>
                                          </p:spTgt>
                                        </p:tgtEl>
                                        <p:attrNameLst>
                                          <p:attrName>style.visibility</p:attrName>
                                        </p:attrNameLst>
                                      </p:cBhvr>
                                      <p:to>
                                        <p:strVal val="visible"/>
                                      </p:to>
                                    </p:set>
                                    <p:animEffect transition="in" filter="fade">
                                      <p:cBhvr>
                                        <p:cTn id="27" dur="1000"/>
                                        <p:tgtEl>
                                          <p:spTgt spid="74755">
                                            <p:txEl>
                                              <p:charRg st="194" end="228"/>
                                            </p:txEl>
                                          </p:spTgt>
                                        </p:tgtEl>
                                      </p:cBhvr>
                                    </p:animEffect>
                                    <p:anim calcmode="lin" valueType="num">
                                      <p:cBhvr>
                                        <p:cTn id="28" dur="1000" fill="hold"/>
                                        <p:tgtEl>
                                          <p:spTgt spid="74755">
                                            <p:txEl>
                                              <p:charRg st="194" end="228"/>
                                            </p:txEl>
                                          </p:spTgt>
                                        </p:tgtEl>
                                        <p:attrNameLst>
                                          <p:attrName>ppt_x</p:attrName>
                                        </p:attrNameLst>
                                      </p:cBhvr>
                                      <p:tavLst>
                                        <p:tav tm="0">
                                          <p:val>
                                            <p:strVal val="#ppt_x"/>
                                          </p:val>
                                        </p:tav>
                                        <p:tav tm="100000">
                                          <p:val>
                                            <p:strVal val="#ppt_x"/>
                                          </p:val>
                                        </p:tav>
                                      </p:tavLst>
                                    </p:anim>
                                    <p:anim calcmode="lin" valueType="num">
                                      <p:cBhvr>
                                        <p:cTn id="29" dur="1000" fill="hold"/>
                                        <p:tgtEl>
                                          <p:spTgt spid="74755">
                                            <p:txEl>
                                              <p:charRg st="194" end="22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4755">
                                            <p:txEl>
                                              <p:charRg st="228" end="240"/>
                                            </p:txEl>
                                          </p:spTgt>
                                        </p:tgtEl>
                                        <p:attrNameLst>
                                          <p:attrName>style.visibility</p:attrName>
                                        </p:attrNameLst>
                                      </p:cBhvr>
                                      <p:to>
                                        <p:strVal val="visible"/>
                                      </p:to>
                                    </p:set>
                                    <p:animEffect transition="in" filter="fade">
                                      <p:cBhvr>
                                        <p:cTn id="32" dur="1000"/>
                                        <p:tgtEl>
                                          <p:spTgt spid="74755">
                                            <p:txEl>
                                              <p:charRg st="228" end="240"/>
                                            </p:txEl>
                                          </p:spTgt>
                                        </p:tgtEl>
                                      </p:cBhvr>
                                    </p:animEffect>
                                    <p:anim calcmode="lin" valueType="num">
                                      <p:cBhvr>
                                        <p:cTn id="33" dur="1000" fill="hold"/>
                                        <p:tgtEl>
                                          <p:spTgt spid="74755">
                                            <p:txEl>
                                              <p:charRg st="228" end="240"/>
                                            </p:txEl>
                                          </p:spTgt>
                                        </p:tgtEl>
                                        <p:attrNameLst>
                                          <p:attrName>ppt_x</p:attrName>
                                        </p:attrNameLst>
                                      </p:cBhvr>
                                      <p:tavLst>
                                        <p:tav tm="0">
                                          <p:val>
                                            <p:strVal val="#ppt_x"/>
                                          </p:val>
                                        </p:tav>
                                        <p:tav tm="100000">
                                          <p:val>
                                            <p:strVal val="#ppt_x"/>
                                          </p:val>
                                        </p:tav>
                                      </p:tavLst>
                                    </p:anim>
                                    <p:anim calcmode="lin" valueType="num">
                                      <p:cBhvr>
                                        <p:cTn id="34" dur="1000" fill="hold"/>
                                        <p:tgtEl>
                                          <p:spTgt spid="74755">
                                            <p:txEl>
                                              <p:charRg st="228" end="24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1"/>
          <p:cNvSpPr>
            <a:spLocks noGrp="1"/>
          </p:cNvSpPr>
          <p:nvPr>
            <p:ph type="title"/>
          </p:nvPr>
        </p:nvSpPr>
        <p:spPr/>
        <p:txBody>
          <a:bodyPr vert="horz" wrap="square" lIns="91440" tIns="45720" rIns="91440" bIns="45720" anchor="ctr" anchorCtr="0"/>
          <a:p>
            <a:r>
              <a:rPr lang="zh-CN" altLang="en-US" b="1" dirty="0">
                <a:solidFill>
                  <a:srgbClr val="FFFFFF"/>
                </a:solidFill>
                <a:latin typeface="华文楷体" panose="02010600040101010101" pitchFamily="2" charset="-122"/>
                <a:ea typeface="华文楷体" panose="02010600040101010101" pitchFamily="2" charset="-122"/>
              </a:rPr>
              <a:t>相关法律问题的司法解释</a:t>
            </a:r>
            <a:endParaRPr lang="zh-CN" altLang="en-US" sz="2400" b="1" dirty="0">
              <a:ea typeface="宋体" panose="02010600030101010101" pitchFamily="2" charset="-122"/>
            </a:endParaRPr>
          </a:p>
        </p:txBody>
      </p:sp>
      <p:sp>
        <p:nvSpPr>
          <p:cNvPr id="75779" name="内容占位符 2"/>
          <p:cNvSpPr>
            <a:spLocks noGrp="1"/>
          </p:cNvSpPr>
          <p:nvPr>
            <p:ph sz="quarter" idx="13"/>
          </p:nvPr>
        </p:nvSpPr>
        <p:spPr>
          <a:xfrm>
            <a:off x="609600" y="1447800"/>
            <a:ext cx="8153400" cy="43688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最高人民检察院关于办理危害计算机信息系统安全刑事案件应用法律若干问题的解释</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中华人民共和国</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中华人民共和国最高人民检察院公告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最高人民法院、最高人民检察院关于办理危害计算机信息系统安全刑事案件应用法律若干问题的解释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已于</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1524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日由最高人民检察院第十一届检察委员会第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次会议通过，现予公布，自</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日起施行。</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二○一一年八月一日 </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最高人民法院 最高人民检察院关于办理危害计算机信息系统安全刑事案件应用法律若干问题的解释</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日最高人民法院审判委员会第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1524</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年</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7</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月</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11</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日最高人民检察院第十一届检察委员会第</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63</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次会议通过）</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FF0000"/>
              </a:buClr>
              <a:buSzTx/>
              <a:buFont typeface="Wingdings" panose="05000000000000000000" pitchFamily="2" charset="2"/>
              <a:buChar char="p"/>
              <a:defRPr/>
            </a:pP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法释</a:t>
            </a:r>
            <a:r>
              <a:rPr kumimoji="0" lang="en-US" altLang="zh-CN"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[2011]19</a:t>
            </a:r>
            <a:r>
              <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号</a:t>
            </a:r>
            <a:endParaRPr kumimoji="0" lang="zh-CN" altLang="en-US" sz="20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endParaRPr kumimoji="0" lang="en-US" altLang="zh-CN" sz="2000" b="0" i="0" u="none" strike="noStrike" kern="0" cap="none" spc="0" normalizeH="0" baseline="0" noProof="0" dirty="0" smtClean="0">
              <a:ln>
                <a:noFill/>
              </a:ln>
              <a:solidFill>
                <a:schemeClr val="tx1"/>
              </a:solidFill>
              <a:effectLst/>
              <a:uLnTx/>
              <a:uFillTx/>
              <a:latin typeface="+mn-lt"/>
              <a:ea typeface="华文仿宋" panose="02010600040101010101" pitchFamily="2" charset="-122"/>
              <a:cs typeface="+mn-cs"/>
            </a:endParaRP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5779">
                                            <p:txEl>
                                              <p:charRg st="45" end="76"/>
                                            </p:txEl>
                                          </p:spTgt>
                                        </p:tgtEl>
                                        <p:attrNameLst>
                                          <p:attrName>style.visibility</p:attrName>
                                        </p:attrNameLst>
                                      </p:cBhvr>
                                      <p:to>
                                        <p:strVal val="visible"/>
                                      </p:to>
                                    </p:set>
                                    <p:animEffect transition="in" filter="barn(inVertical)">
                                      <p:cBhvr>
                                        <p:cTn id="7" dur="500"/>
                                        <p:tgtEl>
                                          <p:spTgt spid="75779">
                                            <p:txEl>
                                              <p:charRg st="45" end="7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5779">
                                            <p:txEl>
                                              <p:charRg st="76" end="211"/>
                                            </p:txEl>
                                          </p:spTgt>
                                        </p:tgtEl>
                                        <p:attrNameLst>
                                          <p:attrName>style.visibility</p:attrName>
                                        </p:attrNameLst>
                                      </p:cBhvr>
                                      <p:to>
                                        <p:strVal val="visible"/>
                                      </p:to>
                                    </p:set>
                                    <p:animEffect transition="in" filter="barn(inVertical)">
                                      <p:cBhvr>
                                        <p:cTn id="10" dur="500"/>
                                        <p:tgtEl>
                                          <p:spTgt spid="75779">
                                            <p:txEl>
                                              <p:charRg st="76" end="21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5779">
                                            <p:txEl>
                                              <p:charRg st="211" end="222"/>
                                            </p:txEl>
                                          </p:spTgt>
                                        </p:tgtEl>
                                        <p:attrNameLst>
                                          <p:attrName>style.visibility</p:attrName>
                                        </p:attrNameLst>
                                      </p:cBhvr>
                                      <p:to>
                                        <p:strVal val="visible"/>
                                      </p:to>
                                    </p:set>
                                    <p:animEffect transition="in" filter="barn(inVertical)">
                                      <p:cBhvr>
                                        <p:cTn id="13" dur="500"/>
                                        <p:tgtEl>
                                          <p:spTgt spid="75779">
                                            <p:txEl>
                                              <p:charRg st="211" end="22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75779">
                                            <p:txEl>
                                              <p:charRg st="222" end="267"/>
                                            </p:txEl>
                                          </p:spTgt>
                                        </p:tgtEl>
                                        <p:attrNameLst>
                                          <p:attrName>style.visibility</p:attrName>
                                        </p:attrNameLst>
                                      </p:cBhvr>
                                      <p:to>
                                        <p:strVal val="visible"/>
                                      </p:to>
                                    </p:set>
                                    <p:animEffect transition="in" filter="barn(inVertical)">
                                      <p:cBhvr>
                                        <p:cTn id="16" dur="500"/>
                                        <p:tgtEl>
                                          <p:spTgt spid="75779">
                                            <p:txEl>
                                              <p:charRg st="222" end="267"/>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75779">
                                            <p:txEl>
                                              <p:charRg st="267" end="334"/>
                                            </p:txEl>
                                          </p:spTgt>
                                        </p:tgtEl>
                                        <p:attrNameLst>
                                          <p:attrName>style.visibility</p:attrName>
                                        </p:attrNameLst>
                                      </p:cBhvr>
                                      <p:to>
                                        <p:strVal val="visible"/>
                                      </p:to>
                                    </p:set>
                                    <p:animEffect transition="in" filter="barn(inVertical)">
                                      <p:cBhvr>
                                        <p:cTn id="19" dur="500"/>
                                        <p:tgtEl>
                                          <p:spTgt spid="75779">
                                            <p:txEl>
                                              <p:charRg st="267" end="334"/>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75779">
                                            <p:txEl>
                                              <p:charRg st="334" end="346"/>
                                            </p:txEl>
                                          </p:spTgt>
                                        </p:tgtEl>
                                        <p:attrNameLst>
                                          <p:attrName>style.visibility</p:attrName>
                                        </p:attrNameLst>
                                      </p:cBhvr>
                                      <p:to>
                                        <p:strVal val="visible"/>
                                      </p:to>
                                    </p:set>
                                    <p:animEffect transition="in" filter="barn(inVertical)">
                                      <p:cBhvr>
                                        <p:cTn id="22" dur="500"/>
                                        <p:tgtEl>
                                          <p:spTgt spid="75779">
                                            <p:txEl>
                                              <p:charRg st="334" end="3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Line 11"/>
          <p:cNvSpPr/>
          <p:nvPr/>
        </p:nvSpPr>
        <p:spPr>
          <a:xfrm>
            <a:off x="2057400" y="2133600"/>
            <a:ext cx="5791200" cy="1588"/>
          </a:xfrm>
          <a:prstGeom prst="line">
            <a:avLst/>
          </a:prstGeom>
          <a:ln w="25400" cap="flat" cmpd="sng">
            <a:solidFill>
              <a:srgbClr val="C0C0C0"/>
            </a:solidFill>
            <a:prstDash val="sysDot"/>
            <a:round/>
            <a:headEnd type="none" w="med" len="med"/>
            <a:tailEnd type="oval" w="med" len="med"/>
          </a:ln>
        </p:spPr>
      </p:sp>
      <p:sp>
        <p:nvSpPr>
          <p:cNvPr id="88066" name="Line 14"/>
          <p:cNvSpPr/>
          <p:nvPr/>
        </p:nvSpPr>
        <p:spPr>
          <a:xfrm flipV="1">
            <a:off x="2057400" y="2984500"/>
            <a:ext cx="5791200" cy="33338"/>
          </a:xfrm>
          <a:prstGeom prst="line">
            <a:avLst/>
          </a:prstGeom>
          <a:ln w="25400" cap="flat" cmpd="sng">
            <a:solidFill>
              <a:srgbClr val="C0C0C0"/>
            </a:solidFill>
            <a:prstDash val="sysDot"/>
            <a:round/>
            <a:headEnd type="none" w="med" len="med"/>
            <a:tailEnd type="oval" w="med" len="med"/>
          </a:ln>
        </p:spPr>
      </p:sp>
      <p:sp>
        <p:nvSpPr>
          <p:cNvPr id="88067" name="Line 25"/>
          <p:cNvSpPr/>
          <p:nvPr/>
        </p:nvSpPr>
        <p:spPr>
          <a:xfrm flipV="1">
            <a:off x="1981200" y="3932238"/>
            <a:ext cx="5867400" cy="17462"/>
          </a:xfrm>
          <a:prstGeom prst="line">
            <a:avLst/>
          </a:prstGeom>
          <a:ln w="25400" cap="flat" cmpd="sng">
            <a:solidFill>
              <a:srgbClr val="C0C0C0"/>
            </a:solidFill>
            <a:prstDash val="sysDot"/>
            <a:round/>
            <a:headEnd type="none" w="med" len="med"/>
            <a:tailEnd type="oval" w="med" len="med"/>
          </a:ln>
        </p:spPr>
      </p:sp>
      <p:sp>
        <p:nvSpPr>
          <p:cNvPr id="88068" name="Line 25"/>
          <p:cNvSpPr/>
          <p:nvPr/>
        </p:nvSpPr>
        <p:spPr>
          <a:xfrm flipV="1">
            <a:off x="1998663" y="4824413"/>
            <a:ext cx="5849937" cy="17462"/>
          </a:xfrm>
          <a:prstGeom prst="line">
            <a:avLst/>
          </a:prstGeom>
          <a:ln w="25400" cap="flat" cmpd="sng">
            <a:solidFill>
              <a:srgbClr val="C0C0C0"/>
            </a:solidFill>
            <a:prstDash val="sysDot"/>
            <a:round/>
            <a:headEnd type="none" w="med" len="med"/>
            <a:tailEnd type="oval" w="med" len="med"/>
          </a:ln>
        </p:spPr>
      </p:sp>
      <p:sp>
        <p:nvSpPr>
          <p:cNvPr id="88069" name="Rectangle 2"/>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88070" name="Group 3"/>
          <p:cNvGrpSpPr/>
          <p:nvPr/>
        </p:nvGrpSpPr>
        <p:grpSpPr>
          <a:xfrm>
            <a:off x="1524000" y="1524000"/>
            <a:ext cx="762000" cy="665163"/>
            <a:chOff x="1110" y="2656"/>
            <a:chExt cx="1549" cy="1351"/>
          </a:xfrm>
        </p:grpSpPr>
        <p:sp>
          <p:nvSpPr>
            <p:cNvPr id="8807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8807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88074" name="Group 7"/>
          <p:cNvGrpSpPr/>
          <p:nvPr/>
        </p:nvGrpSpPr>
        <p:grpSpPr>
          <a:xfrm>
            <a:off x="1524000" y="2374900"/>
            <a:ext cx="762000" cy="665163"/>
            <a:chOff x="3174" y="2656"/>
            <a:chExt cx="1549" cy="1351"/>
          </a:xfrm>
        </p:grpSpPr>
        <p:sp>
          <p:nvSpPr>
            <p:cNvPr id="8807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8807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88078" name="Text Box 12"/>
          <p:cNvSpPr txBox="1"/>
          <p:nvPr/>
        </p:nvSpPr>
        <p:spPr>
          <a:xfrm>
            <a:off x="2362200" y="1581150"/>
            <a:ext cx="56388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信息安全相关国家法律法规</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88079" name="Text Box 13"/>
          <p:cNvSpPr txBox="1"/>
          <p:nvPr/>
        </p:nvSpPr>
        <p:spPr>
          <a:xfrm>
            <a:off x="1733550" y="16224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1</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88080" name="Text Box 16"/>
          <p:cNvSpPr txBox="1"/>
          <p:nvPr/>
        </p:nvSpPr>
        <p:spPr>
          <a:xfrm>
            <a:off x="1733550" y="2536825"/>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2</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88081" name="Text Box 21"/>
          <p:cNvSpPr txBox="1"/>
          <p:nvPr/>
        </p:nvSpPr>
        <p:spPr>
          <a:xfrm>
            <a:off x="1733550" y="34290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3</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88082" name="Text Box 22"/>
          <p:cNvSpPr txBox="1"/>
          <p:nvPr/>
        </p:nvSpPr>
        <p:spPr>
          <a:xfrm>
            <a:off x="1689100" y="5029200"/>
            <a:ext cx="328613" cy="461963"/>
          </a:xfrm>
          <a:prstGeom prst="rect">
            <a:avLst/>
          </a:prstGeom>
          <a:noFill/>
          <a:ln w="9525">
            <a:noFill/>
          </a:ln>
        </p:spPr>
        <p:txBody>
          <a:bodyPr wrap="none" anchor="t" anchorCtr="0">
            <a:spAutoFit/>
          </a:bodyPr>
          <a:p>
            <a:pPr algn="ctr" eaLnBrk="0" hangingPunct="0"/>
            <a:r>
              <a:rPr lang="en-US" altLang="zh-CN" sz="2400" b="1" dirty="0">
                <a:solidFill>
                  <a:schemeClr val="bg1"/>
                </a:solidFill>
                <a:latin typeface="华文楷体" panose="02010600040101010101" pitchFamily="2" charset="-122"/>
                <a:ea typeface="华文楷体" panose="02010600040101010101" pitchFamily="2" charset="-122"/>
              </a:rPr>
              <a:t>5</a:t>
            </a:r>
            <a:endParaRPr lang="en-US" altLang="zh-CN" sz="2400" b="1" dirty="0">
              <a:solidFill>
                <a:schemeClr val="bg1"/>
              </a:solidFill>
              <a:latin typeface="华文楷体" panose="02010600040101010101" pitchFamily="2" charset="-122"/>
              <a:ea typeface="华文楷体" panose="02010600040101010101" pitchFamily="2" charset="-122"/>
            </a:endParaRPr>
          </a:p>
        </p:txBody>
      </p:sp>
      <p:sp>
        <p:nvSpPr>
          <p:cNvPr id="88083" name="Text Box 24"/>
          <p:cNvSpPr txBox="1"/>
          <p:nvPr/>
        </p:nvSpPr>
        <p:spPr>
          <a:xfrm>
            <a:off x="2286000" y="2490788"/>
            <a:ext cx="5715000" cy="523875"/>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信息安全相关行政法规与部门规范</a:t>
            </a:r>
            <a:endParaRPr lang="zh-CN" altLang="en-US" sz="2800" b="1" dirty="0">
              <a:solidFill>
                <a:schemeClr val="tx1"/>
              </a:solidFill>
              <a:latin typeface="华文楷体" panose="02010600040101010101" pitchFamily="2" charset="-122"/>
              <a:ea typeface="华文楷体" panose="02010600040101010101" pitchFamily="2" charset="-122"/>
            </a:endParaRPr>
          </a:p>
        </p:txBody>
      </p:sp>
      <p:sp>
        <p:nvSpPr>
          <p:cNvPr id="88084" name="Text Box 15"/>
          <p:cNvSpPr txBox="1"/>
          <p:nvPr/>
        </p:nvSpPr>
        <p:spPr>
          <a:xfrm>
            <a:off x="2292350" y="3416300"/>
            <a:ext cx="4953000" cy="522288"/>
          </a:xfrm>
          <a:prstGeom prst="rect">
            <a:avLst/>
          </a:prstGeom>
          <a:noFill/>
          <a:ln w="9525">
            <a:noFill/>
          </a:ln>
        </p:spPr>
        <p:txBody>
          <a:bodyPr anchor="t" anchorCtr="0">
            <a:spAutoFit/>
          </a:bodyPr>
          <a:p>
            <a:pPr eaLnBrk="0" hangingPunct="0"/>
            <a:r>
              <a:rPr lang="zh-CN" altLang="en-US" sz="2800" b="1" dirty="0">
                <a:solidFill>
                  <a:schemeClr val="tx1"/>
                </a:solidFill>
                <a:latin typeface="华文楷体" panose="02010600040101010101" pitchFamily="2" charset="-122"/>
                <a:ea typeface="华文楷体" panose="02010600040101010101" pitchFamily="2" charset="-122"/>
              </a:rPr>
              <a:t>相关法律问题的司法解释</a:t>
            </a:r>
            <a:endParaRPr lang="zh-CN" altLang="en-US" sz="2800" b="1" dirty="0">
              <a:solidFill>
                <a:schemeClr val="tx1"/>
              </a:solidFill>
              <a:latin typeface="华文楷体" panose="02010600040101010101" pitchFamily="2" charset="-122"/>
              <a:ea typeface="华文楷体" panose="02010600040101010101" pitchFamily="2" charset="-122"/>
            </a:endParaRPr>
          </a:p>
        </p:txBody>
      </p:sp>
      <p:grpSp>
        <p:nvGrpSpPr>
          <p:cNvPr id="88085" name="Group 17"/>
          <p:cNvGrpSpPr/>
          <p:nvPr/>
        </p:nvGrpSpPr>
        <p:grpSpPr>
          <a:xfrm>
            <a:off x="1524000" y="3317875"/>
            <a:ext cx="762000" cy="665163"/>
            <a:chOff x="1110" y="2656"/>
            <a:chExt cx="1549" cy="1351"/>
          </a:xfrm>
        </p:grpSpPr>
        <p:sp>
          <p:nvSpPr>
            <p:cNvPr id="88086"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88087"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88089" name="Text Box 15"/>
          <p:cNvSpPr txBox="1"/>
          <p:nvPr/>
        </p:nvSpPr>
        <p:spPr>
          <a:xfrm>
            <a:off x="2379663" y="4348163"/>
            <a:ext cx="4953000" cy="523875"/>
          </a:xfrm>
          <a:prstGeom prst="rect">
            <a:avLst/>
          </a:prstGeom>
          <a:noFill/>
          <a:ln w="9525">
            <a:noFill/>
          </a:ln>
        </p:spPr>
        <p:txBody>
          <a:bodyPr anchor="t" anchorCtr="0">
            <a:spAutoFit/>
          </a:bodyPr>
          <a:p>
            <a:pPr eaLnBrk="0" hangingPunct="0"/>
            <a:r>
              <a:rPr lang="zh-CN" altLang="en-US" sz="2800" b="1" dirty="0">
                <a:solidFill>
                  <a:srgbClr val="FF0000"/>
                </a:solidFill>
                <a:latin typeface="华文楷体" panose="02010600040101010101" pitchFamily="2" charset="-122"/>
                <a:ea typeface="华文楷体" panose="02010600040101010101" pitchFamily="2" charset="-122"/>
              </a:rPr>
              <a:t>思政点</a:t>
            </a:r>
            <a:endParaRPr lang="en-US" altLang="zh-CN" sz="2800" b="1" dirty="0">
              <a:solidFill>
                <a:srgbClr val="FF0000"/>
              </a:solidFill>
              <a:latin typeface="华文楷体" panose="02010600040101010101" pitchFamily="2" charset="-122"/>
              <a:ea typeface="华文楷体" panose="02010600040101010101" pitchFamily="2" charset="-122"/>
            </a:endParaRPr>
          </a:p>
        </p:txBody>
      </p:sp>
      <p:grpSp>
        <p:nvGrpSpPr>
          <p:cNvPr id="88090" name="Group 17"/>
          <p:cNvGrpSpPr/>
          <p:nvPr/>
        </p:nvGrpSpPr>
        <p:grpSpPr>
          <a:xfrm>
            <a:off x="1541463" y="4210050"/>
            <a:ext cx="762000" cy="665163"/>
            <a:chOff x="1110" y="2656"/>
            <a:chExt cx="1549" cy="1351"/>
          </a:xfrm>
        </p:grpSpPr>
        <p:sp>
          <p:nvSpPr>
            <p:cNvPr id="8809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8809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eaLnBrk="0" hangingPunct="0">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Tree>
  </p:cSld>
  <p:clrMapOvr>
    <a:masterClrMapping/>
  </p:clrMapOvr>
  <p:transition>
    <p:blinds dir="ver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思政点</a:t>
            </a:r>
            <a:endParaRPr lang="zh-CN" altLang="en-US" b="1" dirty="0">
              <a:ea typeface="宋体" panose="02010600030101010101" pitchFamily="2" charset="-122"/>
            </a:endParaRPr>
          </a:p>
        </p:txBody>
      </p:sp>
      <p:pic>
        <p:nvPicPr>
          <p:cNvPr id="90114" name="图片 1"/>
          <p:cNvPicPr>
            <a:picLocks noChangeAspect="1"/>
          </p:cNvPicPr>
          <p:nvPr/>
        </p:nvPicPr>
        <p:blipFill>
          <a:blip r:embed="rId1"/>
          <a:stretch>
            <a:fillRect/>
          </a:stretch>
        </p:blipFill>
        <p:spPr>
          <a:xfrm>
            <a:off x="152400" y="4572000"/>
            <a:ext cx="2979738" cy="2063750"/>
          </a:xfrm>
          <a:prstGeom prst="rect">
            <a:avLst/>
          </a:prstGeom>
          <a:noFill/>
          <a:ln w="9525">
            <a:noFill/>
          </a:ln>
        </p:spPr>
      </p:pic>
      <p:sp>
        <p:nvSpPr>
          <p:cNvPr id="48132" name="矩形 2"/>
          <p:cNvSpPr/>
          <p:nvPr/>
        </p:nvSpPr>
        <p:spPr>
          <a:xfrm>
            <a:off x="1524000" y="1828800"/>
            <a:ext cx="6858000" cy="2492375"/>
          </a:xfrm>
          <a:prstGeom prst="rect">
            <a:avLst/>
          </a:prstGeom>
          <a:noFill/>
          <a:ln w="9525">
            <a:noFill/>
          </a:ln>
        </p:spPr>
        <p:txBody>
          <a:bodyPr anchor="t" anchorCtr="0">
            <a:spAutoFit/>
          </a:bodyPr>
          <a:p>
            <a:pPr eaLnBrk="0" hangingPunct="0">
              <a:lnSpc>
                <a:spcPct val="150000"/>
              </a:lnSpc>
            </a:pPr>
            <a:r>
              <a:rPr lang="zh-CN" altLang="en-US" b="1" dirty="0">
                <a:latin typeface="华文楷体" panose="02010600040101010101" pitchFamily="2" charset="-122"/>
                <a:ea typeface="华文楷体" panose="02010600040101010101" pitchFamily="2" charset="-122"/>
              </a:rPr>
              <a:t>信息安全法律法规体系明确了信息安全的内涵和工作体制，反映了中央对国家信息安全工作的总体布局，标志着网络强国制度保障建设迈出了坚实的一步。</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charRg st="0" end="69"/>
                                            </p:txEl>
                                          </p:spTgt>
                                        </p:tgtEl>
                                        <p:attrNameLst>
                                          <p:attrName>style.visibility</p:attrName>
                                        </p:attrNameLst>
                                      </p:cBhvr>
                                      <p:to>
                                        <p:strVal val="visible"/>
                                      </p:to>
                                    </p:set>
                                    <p:animEffect transition="in" filter="circle(in)">
                                      <p:cBhvr>
                                        <p:cTn id="7" dur="2000"/>
                                        <p:tgtEl>
                                          <p:spTgt spid="48132">
                                            <p:txEl>
                                              <p:charRg st="0" end="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思政点</a:t>
            </a:r>
            <a:endParaRPr lang="zh-CN" altLang="en-US" b="1" dirty="0">
              <a:ea typeface="宋体" panose="02010600030101010101" pitchFamily="2" charset="-122"/>
            </a:endParaRPr>
          </a:p>
        </p:txBody>
      </p:sp>
      <p:pic>
        <p:nvPicPr>
          <p:cNvPr id="91138" name="图片 1"/>
          <p:cNvPicPr>
            <a:picLocks noChangeAspect="1"/>
          </p:cNvPicPr>
          <p:nvPr/>
        </p:nvPicPr>
        <p:blipFill>
          <a:blip r:embed="rId1"/>
          <a:stretch>
            <a:fillRect/>
          </a:stretch>
        </p:blipFill>
        <p:spPr>
          <a:xfrm>
            <a:off x="152400" y="4876800"/>
            <a:ext cx="2540000" cy="1758950"/>
          </a:xfrm>
          <a:prstGeom prst="rect">
            <a:avLst/>
          </a:prstGeom>
          <a:noFill/>
          <a:ln w="9525">
            <a:noFill/>
          </a:ln>
        </p:spPr>
      </p:pic>
      <p:sp>
        <p:nvSpPr>
          <p:cNvPr id="48132" name="矩形 2"/>
          <p:cNvSpPr/>
          <p:nvPr/>
        </p:nvSpPr>
        <p:spPr>
          <a:xfrm>
            <a:off x="2971800" y="1439863"/>
            <a:ext cx="5943600" cy="5494337"/>
          </a:xfrm>
          <a:prstGeom prst="rect">
            <a:avLst/>
          </a:prstGeom>
          <a:noFill/>
          <a:ln w="9525">
            <a:noFill/>
          </a:ln>
        </p:spPr>
        <p:txBody>
          <a:bodyPr anchor="t" anchorCtr="0">
            <a:spAutoFit/>
          </a:bodyPr>
          <a:p>
            <a:pPr eaLnBrk="0" hangingPunct="0">
              <a:lnSpc>
                <a:spcPct val="150000"/>
              </a:lnSpc>
            </a:pPr>
            <a:r>
              <a:rPr lang="zh-CN" altLang="en-US" b="1" dirty="0">
                <a:latin typeface="华文楷体" panose="02010600040101010101" pitchFamily="2" charset="-122"/>
                <a:ea typeface="华文楷体" panose="02010600040101010101" pitchFamily="2" charset="-122"/>
              </a:rPr>
              <a:t>思政六方面：一是服务于国家信息安全战略和网络强国战略；二是助力信息安全网络空间治理，护航“互联网</a:t>
            </a:r>
            <a:r>
              <a:rPr lang="en-US" altLang="zh-CN" b="1" dirty="0">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；三是构建我国信息安全管辖基本法；四是提供维护国家网络主权的法律依据；五是利于在信息安全领域贯彻落实依法治国精神；六是为信息安全参与者提供普遍法律准则和依据。</a:t>
            </a:r>
            <a:endParaRPr lang="en-US" altLang="zh-CN" b="1" dirty="0">
              <a:latin typeface="华文楷体" panose="02010600040101010101" pitchFamily="2" charset="-122"/>
              <a:ea typeface="华文楷体" panose="02010600040101010101" pitchFamily="2" charset="-122"/>
            </a:endParaRPr>
          </a:p>
          <a:p>
            <a:pPr eaLnBrk="0" hangingPunct="0">
              <a:lnSpc>
                <a:spcPct val="150000"/>
              </a:lnSpc>
            </a:pP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charRg st="0" end="130"/>
                                            </p:txEl>
                                          </p:spTgt>
                                        </p:tgtEl>
                                        <p:attrNameLst>
                                          <p:attrName>style.visibility</p:attrName>
                                        </p:attrNameLst>
                                      </p:cBhvr>
                                      <p:to>
                                        <p:strVal val="visible"/>
                                      </p:to>
                                    </p:set>
                                    <p:animEffect transition="in" filter="circle(in)">
                                      <p:cBhvr>
                                        <p:cTn id="7" dur="2000"/>
                                        <p:tgtEl>
                                          <p:spTgt spid="48132">
                                            <p:txEl>
                                              <p:charRg st="0" end="1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标题 1"/>
          <p:cNvSpPr>
            <a:spLocks noGrp="1"/>
          </p:cNvSpPr>
          <p:nvPr>
            <p:ph type="title"/>
          </p:nvPr>
        </p:nvSpPr>
        <p:spPr>
          <a:xfrm>
            <a:off x="838200" y="2590800"/>
            <a:ext cx="7010400" cy="563563"/>
          </a:xfrm>
        </p:spPr>
        <p:txBody>
          <a:bodyPr vert="horz" wrap="square" lIns="91440" tIns="45720" rIns="91440" bIns="45720" anchor="ctr" anchorCtr="0"/>
          <a:p>
            <a:r>
              <a:rPr lang="zh-CN" altLang="en-US" dirty="0">
                <a:ea typeface="宋体" panose="02010600030101010101" pitchFamily="2" charset="-122"/>
              </a:rPr>
              <a:t>思考题</a:t>
            </a:r>
            <a:endParaRPr lang="zh-CN" altLang="en-US" dirty="0">
              <a:ea typeface="宋体" panose="02010600030101010101" pitchFamily="2" charset="-122"/>
            </a:endParaRPr>
          </a:p>
        </p:txBody>
      </p:sp>
      <p:sp>
        <p:nvSpPr>
          <p:cNvPr id="22531" name="内容占位符 2"/>
          <p:cNvSpPr>
            <a:spLocks noGrp="1" noChangeArrowheads="1"/>
          </p:cNvSpPr>
          <p:nvPr>
            <p:ph idx="1"/>
          </p:nvPr>
        </p:nvSpPr>
        <p:spPr>
          <a:xfrm>
            <a:off x="152400" y="1219200"/>
            <a:ext cx="8229600" cy="51054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600" b="1" i="1" u="none" strike="noStrike" kern="0" cap="none" spc="0" normalizeH="0" baseline="0" noProof="0" dirty="0" smtClean="0">
              <a:ln>
                <a:noFill/>
              </a:ln>
              <a:solidFill>
                <a:srgbClr val="C00000"/>
              </a:solidFill>
              <a:effectLst/>
              <a:uLnTx/>
              <a:uFillTx/>
              <a:latin typeface="楷体_GB2312" pitchFamily="49" charset="-122"/>
              <a:ea typeface="楷体_GB2312" pitchFamily="49"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谢谢！</a:t>
            </a:r>
            <a:endParaRPr kumimoji="0" lang="en-US" altLang="zh-CN"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下节课再见</a:t>
            </a:r>
            <a:endPar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p:txBody>
      </p:sp>
    </p:spTree>
  </p:cSld>
  <p:clrMapOvr>
    <a:masterClrMapping/>
  </p:clrMapOvr>
  <p:transition spd="slow"/>
</p:sld>
</file>

<file path=ppt/tags/tag1.xml><?xml version="1.0" encoding="utf-8"?>
<p:tagLst xmlns:p="http://schemas.openxmlformats.org/presentationml/2006/main">
  <p:tag name="KSO_WPP_MARK_KEY" val="a8667709-7a6c-4e8e-b702-861c742c200f"/>
  <p:tag name="COMMONDATA" val="eyJoZGlkIjoiMTlhMTA5NGU4YTQ5MmY0MGQzMGY2YTA2YzFlYzk1YmUifQ=="/>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14053</Words>
  <Application>WPS 演示</Application>
  <PresentationFormat>全屏显示(4:3)</PresentationFormat>
  <Paragraphs>853</Paragraphs>
  <Slides>78</Slides>
  <Notes>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78</vt:i4>
      </vt:variant>
    </vt:vector>
  </HeadingPairs>
  <TitlesOfParts>
    <vt:vector size="96" baseType="lpstr">
      <vt:lpstr>Arial</vt:lpstr>
      <vt:lpstr>宋体</vt:lpstr>
      <vt:lpstr>Wingdings</vt:lpstr>
      <vt:lpstr>Times New Roman</vt:lpstr>
      <vt:lpstr>黑体</vt:lpstr>
      <vt:lpstr>华文楷体</vt:lpstr>
      <vt:lpstr>微软雅黑</vt:lpstr>
      <vt:lpstr>Wingdings</vt:lpstr>
      <vt:lpstr>Arial Unicode MS</vt:lpstr>
      <vt:lpstr>华文仿宋</vt:lpstr>
      <vt:lpstr>楷体_GB2312</vt:lpstr>
      <vt:lpstr>华文隶书</vt:lpstr>
      <vt:lpstr>仿宋</vt:lpstr>
      <vt:lpstr>新宋体</vt:lpstr>
      <vt:lpstr>默认设计模板</vt:lpstr>
      <vt:lpstr>Photoshop.Image.7</vt:lpstr>
      <vt:lpstr>Photoshop.Image.7</vt:lpstr>
      <vt:lpstr>Photoshop.Image.7</vt:lpstr>
      <vt:lpstr>第五章 信息安全法律法规体系层次</vt:lpstr>
      <vt:lpstr>本章授课内容</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信息安全相关国家法律法规</vt:lpstr>
      <vt:lpstr>本章授课内容</vt:lpstr>
      <vt:lpstr>信息安全相关行政法规与部门规范</vt:lpstr>
      <vt:lpstr>信息安全相关行政法规与部门规范</vt:lpstr>
      <vt:lpstr>信息安全相关行政法规与部门规范</vt:lpstr>
      <vt:lpstr> 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信息安全相关行政法规与部门规范</vt:lpstr>
      <vt:lpstr>本章授课内容</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相关法律问题的司法解释</vt:lpstr>
      <vt:lpstr>本章授课内容</vt:lpstr>
      <vt:lpstr>思政点</vt:lpstr>
      <vt:lpstr>思政点</vt:lpstr>
      <vt:lpstr>思考题</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Administrator</cp:lastModifiedBy>
  <cp:revision>1145</cp:revision>
  <dcterms:created xsi:type="dcterms:W3CDTF">2004-07-21T02:43:00Z</dcterms:created>
  <dcterms:modified xsi:type="dcterms:W3CDTF">2023-04-20T00:00:07Z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679C2518CE9F4991903D96046B7AF300_12</vt:lpwstr>
  </property>
</Properties>
</file>