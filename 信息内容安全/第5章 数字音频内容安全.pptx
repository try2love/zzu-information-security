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 id="2147483675" r:id="rId3"/>
    <p:sldMasterId id="2147483687" r:id="rId4"/>
    <p:sldMasterId id="2147483699" r:id="rId5"/>
  </p:sldMasterIdLst>
  <p:notesMasterIdLst>
    <p:notesMasterId r:id="rId69"/>
  </p:notesMasterIdLst>
  <p:handoutMasterIdLst>
    <p:handoutMasterId r:id="rId70"/>
  </p:handoutMasterIdLst>
  <p:sldIdLst>
    <p:sldId id="256" r:id="rId6"/>
    <p:sldId id="324" r:id="rId7"/>
    <p:sldId id="325" r:id="rId8"/>
    <p:sldId id="364" r:id="rId9"/>
    <p:sldId id="363" r:id="rId10"/>
    <p:sldId id="488" r:id="rId11"/>
    <p:sldId id="365" r:id="rId12"/>
    <p:sldId id="366" r:id="rId13"/>
    <p:sldId id="421" r:id="rId14"/>
    <p:sldId id="367" r:id="rId15"/>
    <p:sldId id="368" r:id="rId16"/>
    <p:sldId id="489" r:id="rId17"/>
    <p:sldId id="369" r:id="rId18"/>
    <p:sldId id="370" r:id="rId19"/>
    <p:sldId id="585" r:id="rId20"/>
    <p:sldId id="372" r:id="rId21"/>
    <p:sldId id="374" r:id="rId22"/>
    <p:sldId id="375" r:id="rId23"/>
    <p:sldId id="376" r:id="rId24"/>
    <p:sldId id="377" r:id="rId25"/>
    <p:sldId id="378" r:id="rId26"/>
    <p:sldId id="379" r:id="rId27"/>
    <p:sldId id="490" r:id="rId28"/>
    <p:sldId id="380" r:id="rId29"/>
    <p:sldId id="381" r:id="rId30"/>
    <p:sldId id="382" r:id="rId31"/>
    <p:sldId id="422" r:id="rId32"/>
    <p:sldId id="383" r:id="rId33"/>
    <p:sldId id="384" r:id="rId34"/>
    <p:sldId id="386" r:id="rId35"/>
    <p:sldId id="586" r:id="rId36"/>
    <p:sldId id="387" r:id="rId37"/>
    <p:sldId id="388" r:id="rId38"/>
    <p:sldId id="389" r:id="rId39"/>
    <p:sldId id="560" r:id="rId40"/>
    <p:sldId id="561" r:id="rId41"/>
    <p:sldId id="562" r:id="rId42"/>
    <p:sldId id="563" r:id="rId43"/>
    <p:sldId id="587" r:id="rId44"/>
    <p:sldId id="564" r:id="rId45"/>
    <p:sldId id="565" r:id="rId46"/>
    <p:sldId id="566" r:id="rId47"/>
    <p:sldId id="567" r:id="rId48"/>
    <p:sldId id="568" r:id="rId49"/>
    <p:sldId id="569" r:id="rId50"/>
    <p:sldId id="570" r:id="rId51"/>
    <p:sldId id="571" r:id="rId52"/>
    <p:sldId id="572" r:id="rId53"/>
    <p:sldId id="573" r:id="rId54"/>
    <p:sldId id="574" r:id="rId55"/>
    <p:sldId id="575" r:id="rId56"/>
    <p:sldId id="576" r:id="rId57"/>
    <p:sldId id="577" r:id="rId58"/>
    <p:sldId id="578" r:id="rId59"/>
    <p:sldId id="579" r:id="rId60"/>
    <p:sldId id="580" r:id="rId61"/>
    <p:sldId id="581" r:id="rId62"/>
    <p:sldId id="582" r:id="rId63"/>
    <p:sldId id="583" r:id="rId64"/>
    <p:sldId id="584" r:id="rId65"/>
    <p:sldId id="487" r:id="rId66"/>
    <p:sldId id="323" r:id="rId67"/>
    <p:sldId id="407" r:id="rId68"/>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6600CC"/>
    <a:srgbClr val="0066FF"/>
    <a:srgbClr val="0099FF"/>
    <a:srgbClr val="993366"/>
    <a:srgbClr val="333399"/>
    <a:srgbClr val="990099"/>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05"/>
    <p:restoredTop sz="94660"/>
  </p:normalViewPr>
  <p:slideViewPr>
    <p:cSldViewPr showGuides="1">
      <p:cViewPr varScale="1">
        <p:scale>
          <a:sx n="94" d="100"/>
          <a:sy n="94" d="100"/>
        </p:scale>
        <p:origin x="856" y="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华文细黑" panose="02010600040101010101" pitchFamily="2" charset="-122"/>
                <a:ea typeface="华文细黑" panose="02010600040101010101" pitchFamily="2" charset="-122"/>
                <a:cs typeface="+mn-cs"/>
              </a:rPr>
              <a:t>2022/11/15</a:t>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华文细黑" panose="02010600040101010101" pitchFamily="2" charset="-122"/>
                <a:ea typeface="华文细黑" panose="02010600040101010101" pitchFamily="2" charset="-122"/>
                <a:cs typeface="+mn-cs"/>
              </a:rPr>
              <a:t>‹#›</a:t>
            </a:fld>
            <a:endParaRPr lang="zh-CN" altLang="en-US"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页眉占位符 14337"/>
          <p:cNvSpPr>
            <a:spLocks noGrp="1"/>
          </p:cNvSpPr>
          <p:nvPr>
            <p:ph type="hdr" sz="quarter"/>
          </p:nvPr>
        </p:nvSpPr>
        <p:spPr>
          <a:xfrm>
            <a:off x="0" y="0"/>
            <a:ext cx="2971800" cy="457200"/>
          </a:xfrm>
          <a:prstGeom prst="rect">
            <a:avLst/>
          </a:prstGeom>
          <a:noFill/>
          <a:ln w="9525">
            <a:noFill/>
          </a:ln>
        </p:spPr>
        <p:txBody>
          <a:bodyPr/>
          <a:lstStyle/>
          <a:p>
            <a:pPr lvl="0" fontAlgn="base"/>
            <a:endParaRPr lang="zh-CN" altLang="en-US" sz="1200" b="0" strike="noStrike" noProof="1"/>
          </a:p>
        </p:txBody>
      </p:sp>
      <p:sp>
        <p:nvSpPr>
          <p:cNvPr id="14339" name="日期占位符 14338"/>
          <p:cNvSpPr>
            <a:spLocks noGrp="1"/>
          </p:cNvSpPr>
          <p:nvPr>
            <p:ph type="dt" idx="1"/>
          </p:nvPr>
        </p:nvSpPr>
        <p:spPr>
          <a:xfrm>
            <a:off x="3884613" y="0"/>
            <a:ext cx="2971800" cy="457200"/>
          </a:xfrm>
          <a:prstGeom prst="rect">
            <a:avLst/>
          </a:prstGeom>
          <a:noFill/>
          <a:ln w="9525">
            <a:noFill/>
          </a:ln>
        </p:spPr>
        <p:txBody>
          <a:bodyPr/>
          <a:lstStyle/>
          <a:p>
            <a:pPr lvl="0" algn="r" fontAlgn="base"/>
            <a:endParaRPr lang="zh-CN" altLang="en-US" sz="1200" b="0" strike="noStrike" noProof="1"/>
          </a:p>
        </p:txBody>
      </p:sp>
      <p:sp>
        <p:nvSpPr>
          <p:cNvPr id="20484" name="幻灯片图像占位符 14339"/>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0485" name="文本占位符 14340"/>
          <p:cNvSpPr>
            <a:spLocks noGrp="1"/>
          </p:cNvSpPr>
          <p:nvPr>
            <p:ph type="body" sz="quarter"/>
          </p:nvPr>
        </p:nvSpPr>
        <p:spPr>
          <a:xfrm>
            <a:off x="685800" y="4343400"/>
            <a:ext cx="5486400" cy="4114800"/>
          </a:xfrm>
          <a:prstGeom prst="rect">
            <a:avLst/>
          </a:prstGeom>
          <a:noFill/>
          <a:ln w="9525">
            <a:noFill/>
          </a:ln>
        </p:spPr>
        <p:txBody>
          <a:bodyPr anchor="t"/>
          <a:lstStyle/>
          <a:p>
            <a:pPr lvl="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14342" name="页脚占位符 14341"/>
          <p:cNvSpPr>
            <a:spLocks noGrp="1"/>
          </p:cNvSpPr>
          <p:nvPr>
            <p:ph type="ftr" sz="quarter" idx="4"/>
          </p:nvPr>
        </p:nvSpPr>
        <p:spPr>
          <a:xfrm>
            <a:off x="0" y="8685213"/>
            <a:ext cx="2971800" cy="457200"/>
          </a:xfrm>
          <a:prstGeom prst="rect">
            <a:avLst/>
          </a:prstGeom>
          <a:noFill/>
          <a:ln w="9525">
            <a:noFill/>
          </a:ln>
        </p:spPr>
        <p:txBody>
          <a:bodyPr anchor="b"/>
          <a:lstStyle/>
          <a:p>
            <a:pPr lvl="0" fontAlgn="base"/>
            <a:endParaRPr lang="zh-CN" altLang="en-US" sz="1200" b="0" strike="noStrike" noProof="1"/>
          </a:p>
        </p:txBody>
      </p:sp>
      <p:sp>
        <p:nvSpPr>
          <p:cNvPr id="14343" name="灯片编号占位符 14342"/>
          <p:cNvSpPr>
            <a:spLocks noGrp="1"/>
          </p:cNvSpPr>
          <p:nvPr>
            <p:ph type="sldNum" sz="quarter" idx="5"/>
          </p:nvPr>
        </p:nvSpPr>
        <p:spPr>
          <a:xfrm>
            <a:off x="3884613" y="8685213"/>
            <a:ext cx="2971800" cy="457200"/>
          </a:xfrm>
          <a:prstGeom prst="rect">
            <a:avLst/>
          </a:prstGeom>
          <a:noFill/>
          <a:ln w="9525">
            <a:noFill/>
          </a:ln>
        </p:spPr>
        <p:txBody>
          <a:bodyPr anchor="b"/>
          <a:lstStyle/>
          <a:p>
            <a:pPr lvl="0" algn="r" fontAlgn="base"/>
            <a:fld id="{9A0DB2DC-4C9A-4742-B13C-FB6460FD3503}" type="slidenum">
              <a:rPr lang="zh-CN" altLang="en-US" sz="1200" b="0" strike="noStrike" noProof="1" dirty="0">
                <a:latin typeface="华文细黑" panose="02010600040101010101" pitchFamily="2" charset="-122"/>
                <a:ea typeface="华文细黑" panose="02010600040101010101" pitchFamily="2" charset="-122"/>
                <a:cs typeface="+mn-cs"/>
              </a:rPr>
              <a:t>‹#›</a:t>
            </a:fld>
            <a:endParaRPr lang="zh-CN" altLang="en-US" sz="1200" b="0" strike="noStrike" noProof="1"/>
          </a:p>
        </p:txBody>
      </p:sp>
    </p:spTree>
  </p:cSld>
  <p:clrMap bg1="lt1" tx1="dk1" bg2="lt2" tx2="dk2" accent1="accent1" accent2="accent2" accent3="accent3" accent4="accent4" accent5="accent5" accent6="accent6" hlink="hlink" folHlink="folHlink"/>
  <p:hf sldNum="0"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baike.baidu.com/item/%E6%95%B0%E5%AD%A6?fromModule=lemma_inlink"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baike.baidu.com/item/%E4%BF%A1%E5%8F%B7/32683?fromModule=lemma_inlink" TargetMode="External"/><Relationship Id="rId5" Type="http://schemas.openxmlformats.org/officeDocument/2006/relationships/hyperlink" Target="https://baike.baidu.com/item/%E7%89%A9%E7%90%86?fromModule=lemma_inlink" TargetMode="External"/><Relationship Id="rId4" Type="http://schemas.openxmlformats.org/officeDocument/2006/relationships/hyperlink" Target="https://baike.baidu.com/item/%E5%87%BD%E6%95%B0?fromModule=lemma_inlink"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333333"/>
                </a:solidFill>
                <a:effectLst/>
                <a:latin typeface="Helvetica Neue"/>
              </a:rPr>
              <a:t>时域</a:t>
            </a:r>
            <a:r>
              <a:rPr lang="zh-CN" altLang="en-US" b="0" i="0" dirty="0">
                <a:solidFill>
                  <a:srgbClr val="333333"/>
                </a:solidFill>
                <a:effectLst/>
                <a:latin typeface="Helvetica Neue"/>
              </a:rPr>
              <a:t>（</a:t>
            </a:r>
            <a:r>
              <a:rPr lang="en-US" altLang="zh-CN" b="0" i="0" dirty="0">
                <a:solidFill>
                  <a:srgbClr val="333333"/>
                </a:solidFill>
                <a:effectLst/>
                <a:latin typeface="Helvetica Neue"/>
              </a:rPr>
              <a:t>Time domain</a:t>
            </a:r>
            <a:r>
              <a:rPr lang="zh-CN" altLang="en-US" b="0" i="0" dirty="0">
                <a:solidFill>
                  <a:srgbClr val="333333"/>
                </a:solidFill>
                <a:effectLst/>
                <a:latin typeface="Helvetica Neue"/>
              </a:rPr>
              <a:t>）是描述</a:t>
            </a:r>
            <a:r>
              <a:rPr lang="zh-CN" altLang="en-US" b="0" i="0" u="none" strike="noStrike" dirty="0">
                <a:solidFill>
                  <a:srgbClr val="136EC2"/>
                </a:solidFill>
                <a:effectLst/>
                <a:latin typeface="Helvetica Neue"/>
                <a:hlinkClick r:id="rId3"/>
              </a:rPr>
              <a:t>数学</a:t>
            </a:r>
            <a:r>
              <a:rPr lang="zh-CN" altLang="en-US" b="0" i="0" u="none" strike="noStrike" dirty="0">
                <a:solidFill>
                  <a:srgbClr val="136EC2"/>
                </a:solidFill>
                <a:effectLst/>
                <a:latin typeface="Helvetica Neue"/>
                <a:hlinkClick r:id="rId4"/>
              </a:rPr>
              <a:t>函数</a:t>
            </a:r>
            <a:r>
              <a:rPr lang="zh-CN" altLang="en-US" b="0" i="0" dirty="0">
                <a:solidFill>
                  <a:srgbClr val="333333"/>
                </a:solidFill>
                <a:effectLst/>
                <a:latin typeface="Helvetica Neue"/>
              </a:rPr>
              <a:t>或</a:t>
            </a:r>
            <a:r>
              <a:rPr lang="zh-CN" altLang="en-US" b="0" i="0" u="none" strike="noStrike" dirty="0">
                <a:solidFill>
                  <a:srgbClr val="136EC2"/>
                </a:solidFill>
                <a:effectLst/>
                <a:latin typeface="Helvetica Neue"/>
                <a:hlinkClick r:id="rId5"/>
              </a:rPr>
              <a:t>物理</a:t>
            </a:r>
            <a:r>
              <a:rPr lang="zh-CN" altLang="en-US" b="0" i="0" u="none" strike="noStrike" dirty="0">
                <a:solidFill>
                  <a:srgbClr val="136EC2"/>
                </a:solidFill>
                <a:effectLst/>
                <a:latin typeface="Helvetica Neue"/>
                <a:hlinkClick r:id="rId6"/>
              </a:rPr>
              <a:t>信号</a:t>
            </a:r>
            <a:r>
              <a:rPr lang="zh-CN" altLang="en-US" b="0" i="0" dirty="0">
                <a:solidFill>
                  <a:srgbClr val="333333"/>
                </a:solidFill>
                <a:effectLst/>
                <a:latin typeface="Helvetica Neue"/>
              </a:rPr>
              <a:t>对时间的关系。例如一个信号的时域波形可以表达信号随着时间的变化。</a:t>
            </a:r>
            <a:endParaRPr lang="zh-CN" altLang="en-US" dirty="0"/>
          </a:p>
        </p:txBody>
      </p:sp>
    </p:spTree>
    <p:extLst>
      <p:ext uri="{BB962C8B-B14F-4D97-AF65-F5344CB8AC3E}">
        <p14:creationId xmlns:p14="http://schemas.microsoft.com/office/powerpoint/2010/main" val="30128227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1.xml"/><Relationship Id="rId3" Type="http://schemas.openxmlformats.org/officeDocument/2006/relationships/tags" Target="../tags/tag6.xml"/><Relationship Id="rId7" Type="http://schemas.openxmlformats.org/officeDocument/2006/relationships/tags" Target="../tags/tag10.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5" Type="http://schemas.openxmlformats.org/officeDocument/2006/relationships/tags" Target="../tags/tag8.xml"/><Relationship Id="rId10" Type="http://schemas.openxmlformats.org/officeDocument/2006/relationships/image" Target="../media/image1.png"/><Relationship Id="rId4" Type="http://schemas.openxmlformats.org/officeDocument/2006/relationships/tags" Target="../tags/tag7.xml"/><Relationship Id="rId9"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5.xml"/><Relationship Id="rId1" Type="http://schemas.openxmlformats.org/officeDocument/2006/relationships/tags" Target="../tags/tag1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8" Type="http://schemas.openxmlformats.org/officeDocument/2006/relationships/tags" Target="../tags/tag22.xml"/><Relationship Id="rId3" Type="http://schemas.openxmlformats.org/officeDocument/2006/relationships/tags" Target="../tags/tag17.xml"/><Relationship Id="rId7" Type="http://schemas.openxmlformats.org/officeDocument/2006/relationships/tags" Target="../tags/tag21.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5" Type="http://schemas.openxmlformats.org/officeDocument/2006/relationships/tags" Target="../tags/tag19.xml"/><Relationship Id="rId10" Type="http://schemas.openxmlformats.org/officeDocument/2006/relationships/image" Target="../media/image1.png"/><Relationship Id="rId4" Type="http://schemas.openxmlformats.org/officeDocument/2006/relationships/tags" Target="../tags/tag18.xml"/><Relationship Id="rId9"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grpSp>
        <p:nvGrpSpPr>
          <p:cNvPr id="5122" name="组合 65"/>
          <p:cNvGrpSpPr/>
          <p:nvPr/>
        </p:nvGrpSpPr>
        <p:grpSpPr>
          <a:xfrm>
            <a:off x="1617663" y="1003300"/>
            <a:ext cx="5908675" cy="3073400"/>
            <a:chOff x="2014158" y="457200"/>
            <a:chExt cx="8163685" cy="3184013"/>
          </a:xfrm>
        </p:grpSpPr>
        <p:sp>
          <p:nvSpPr>
            <p:cNvPr id="37" name="Rectangle 9"/>
            <p:cNvSpPr>
              <a:spLocks noChangeArrowheads="1"/>
            </p:cNvSpPr>
            <p:nvPr/>
          </p:nvSpPr>
          <p:spPr bwMode="auto">
            <a:xfrm>
              <a:off x="4319862" y="677540"/>
              <a:ext cx="3552276" cy="2203393"/>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38" name="Rectangle 10"/>
            <p:cNvSpPr>
              <a:spLocks noChangeArrowheads="1"/>
            </p:cNvSpPr>
            <p:nvPr/>
          </p:nvSpPr>
          <p:spPr bwMode="auto">
            <a:xfrm>
              <a:off x="4497232" y="816588"/>
              <a:ext cx="3197535" cy="1801220"/>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39" name="Freeform 11"/>
            <p:cNvSpPr>
              <a:spLocks noEditPoints="1"/>
            </p:cNvSpPr>
            <p:nvPr/>
          </p:nvSpPr>
          <p:spPr bwMode="auto">
            <a:xfrm>
              <a:off x="4086608" y="457200"/>
              <a:ext cx="4018785" cy="2554224"/>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0" name="Freeform 12"/>
            <p:cNvSpPr/>
            <p:nvPr/>
          </p:nvSpPr>
          <p:spPr bwMode="auto">
            <a:xfrm>
              <a:off x="5128964" y="3174004"/>
              <a:ext cx="1924352" cy="434260"/>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1" name="Freeform 13"/>
            <p:cNvSpPr/>
            <p:nvPr/>
          </p:nvSpPr>
          <p:spPr bwMode="auto">
            <a:xfrm>
              <a:off x="5853026" y="3174004"/>
              <a:ext cx="1200290" cy="434260"/>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2" name="Rectangle 14"/>
            <p:cNvSpPr>
              <a:spLocks noChangeArrowheads="1"/>
            </p:cNvSpPr>
            <p:nvPr/>
          </p:nvSpPr>
          <p:spPr bwMode="auto">
            <a:xfrm>
              <a:off x="4497232" y="816588"/>
              <a:ext cx="1115251" cy="35938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3" name="Rectangle 15"/>
            <p:cNvSpPr>
              <a:spLocks noChangeArrowheads="1"/>
            </p:cNvSpPr>
            <p:nvPr/>
          </p:nvSpPr>
          <p:spPr bwMode="auto">
            <a:xfrm>
              <a:off x="4497232" y="1175976"/>
              <a:ext cx="1115251" cy="1441831"/>
            </a:xfrm>
            <a:prstGeom prst="rect">
              <a:avLst/>
            </a:prstGeom>
            <a:solidFill>
              <a:srgbClr val="3C4F5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4" name="Rectangle 16"/>
            <p:cNvSpPr>
              <a:spLocks noChangeArrowheads="1"/>
            </p:cNvSpPr>
            <p:nvPr/>
          </p:nvSpPr>
          <p:spPr bwMode="auto">
            <a:xfrm>
              <a:off x="4681893" y="1340697"/>
              <a:ext cx="743500" cy="295212"/>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5" name="Rectangle 17"/>
            <p:cNvSpPr>
              <a:spLocks noChangeArrowheads="1"/>
            </p:cNvSpPr>
            <p:nvPr/>
          </p:nvSpPr>
          <p:spPr bwMode="auto">
            <a:xfrm>
              <a:off x="4681893" y="1832716"/>
              <a:ext cx="743500" cy="293072"/>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6" name="Rectangle 18"/>
            <p:cNvSpPr>
              <a:spLocks noChangeArrowheads="1"/>
            </p:cNvSpPr>
            <p:nvPr/>
          </p:nvSpPr>
          <p:spPr bwMode="auto">
            <a:xfrm>
              <a:off x="4681893" y="2290509"/>
              <a:ext cx="743500" cy="164719"/>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7" name="Rectangle 19"/>
            <p:cNvSpPr>
              <a:spLocks noChangeArrowheads="1"/>
            </p:cNvSpPr>
            <p:nvPr/>
          </p:nvSpPr>
          <p:spPr bwMode="auto">
            <a:xfrm>
              <a:off x="6059555" y="1210204"/>
              <a:ext cx="1375231" cy="98404"/>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solidFill>
                  <a:srgbClr val="FFC543"/>
                </a:solidFill>
              </a:endParaRPr>
            </a:p>
          </p:txBody>
        </p:sp>
        <p:sp>
          <p:nvSpPr>
            <p:cNvPr id="48" name="Rectangle 20"/>
            <p:cNvSpPr>
              <a:spLocks noChangeArrowheads="1"/>
            </p:cNvSpPr>
            <p:nvPr/>
          </p:nvSpPr>
          <p:spPr bwMode="auto">
            <a:xfrm>
              <a:off x="6059555" y="1471188"/>
              <a:ext cx="1375231" cy="98404"/>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9" name="Rectangle 21"/>
            <p:cNvSpPr>
              <a:spLocks noChangeArrowheads="1"/>
            </p:cNvSpPr>
            <p:nvPr/>
          </p:nvSpPr>
          <p:spPr bwMode="auto">
            <a:xfrm>
              <a:off x="6059555" y="1734312"/>
              <a:ext cx="1375231" cy="98404"/>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0" name="Rectangle 22"/>
            <p:cNvSpPr>
              <a:spLocks noChangeArrowheads="1"/>
            </p:cNvSpPr>
            <p:nvPr/>
          </p:nvSpPr>
          <p:spPr bwMode="auto">
            <a:xfrm>
              <a:off x="6059555" y="1995297"/>
              <a:ext cx="1375231" cy="98404"/>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1" name="Rectangle 23"/>
            <p:cNvSpPr>
              <a:spLocks noChangeArrowheads="1"/>
            </p:cNvSpPr>
            <p:nvPr/>
          </p:nvSpPr>
          <p:spPr bwMode="auto">
            <a:xfrm>
              <a:off x="6059555" y="2258420"/>
              <a:ext cx="1375231" cy="98404"/>
            </a:xfrm>
            <a:prstGeom prst="rect">
              <a:avLst/>
            </a:prstGeom>
            <a:solidFill>
              <a:srgbClr val="FFC543"/>
            </a:solidFill>
            <a:ln>
              <a:noFill/>
            </a:ln>
          </p:spPr>
          <p:txBody>
            <a:bodyPr vert="horz" wrap="square" lIns="51448" tIns="25724" rIns="51448" bIns="25724" numCol="1" anchor="t" anchorCtr="0" compatLnSpc="1"/>
            <a:lstStyle/>
            <a:p>
              <a:pPr fontAlgn="base"/>
              <a:endParaRPr lang="zh-CN" altLang="en-US" sz="1015" strike="noStrike" noProof="1">
                <a:solidFill>
                  <a:srgbClr val="FFC000"/>
                </a:solidFill>
              </a:endParaRPr>
            </a:p>
          </p:txBody>
        </p:sp>
        <p:sp>
          <p:nvSpPr>
            <p:cNvPr id="52" name="Rectangle 25"/>
            <p:cNvSpPr>
              <a:spLocks noChangeArrowheads="1"/>
            </p:cNvSpPr>
            <p:nvPr/>
          </p:nvSpPr>
          <p:spPr bwMode="auto">
            <a:xfrm>
              <a:off x="2014158" y="3451765"/>
              <a:ext cx="300645" cy="18944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3" name="Rectangle 26"/>
            <p:cNvSpPr>
              <a:spLocks noChangeArrowheads="1"/>
            </p:cNvSpPr>
            <p:nvPr/>
          </p:nvSpPr>
          <p:spPr bwMode="auto">
            <a:xfrm>
              <a:off x="2314803" y="3095520"/>
              <a:ext cx="290350" cy="545691"/>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4" name="Rectangle 27"/>
            <p:cNvSpPr>
              <a:spLocks noChangeArrowheads="1"/>
            </p:cNvSpPr>
            <p:nvPr/>
          </p:nvSpPr>
          <p:spPr bwMode="auto">
            <a:xfrm>
              <a:off x="2605152" y="2560124"/>
              <a:ext cx="300645" cy="1081087"/>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5" name="Rectangle 28"/>
            <p:cNvSpPr>
              <a:spLocks noChangeArrowheads="1"/>
            </p:cNvSpPr>
            <p:nvPr/>
          </p:nvSpPr>
          <p:spPr bwMode="auto">
            <a:xfrm>
              <a:off x="2905798" y="2175052"/>
              <a:ext cx="298587" cy="1466161"/>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6" name="Rectangle 29"/>
            <p:cNvSpPr>
              <a:spLocks noChangeArrowheads="1"/>
            </p:cNvSpPr>
            <p:nvPr/>
          </p:nvSpPr>
          <p:spPr bwMode="auto">
            <a:xfrm>
              <a:off x="3204385" y="3009033"/>
              <a:ext cx="292409" cy="632178"/>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7" name="Rectangle 30"/>
            <p:cNvSpPr>
              <a:spLocks noChangeArrowheads="1"/>
            </p:cNvSpPr>
            <p:nvPr/>
          </p:nvSpPr>
          <p:spPr bwMode="auto">
            <a:xfrm>
              <a:off x="3496793" y="3379692"/>
              <a:ext cx="298587" cy="261520"/>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8" name="Rectangle 32"/>
            <p:cNvSpPr>
              <a:spLocks noChangeArrowheads="1"/>
            </p:cNvSpPr>
            <p:nvPr/>
          </p:nvSpPr>
          <p:spPr bwMode="auto">
            <a:xfrm>
              <a:off x="9887493" y="3451765"/>
              <a:ext cx="290350" cy="18944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9" name="Rectangle 33"/>
            <p:cNvSpPr>
              <a:spLocks noChangeArrowheads="1"/>
            </p:cNvSpPr>
            <p:nvPr/>
          </p:nvSpPr>
          <p:spPr bwMode="auto">
            <a:xfrm>
              <a:off x="9586848" y="3095520"/>
              <a:ext cx="300645" cy="545691"/>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0" name="Rectangle 34"/>
            <p:cNvSpPr>
              <a:spLocks noChangeArrowheads="1"/>
            </p:cNvSpPr>
            <p:nvPr/>
          </p:nvSpPr>
          <p:spPr bwMode="auto">
            <a:xfrm>
              <a:off x="9288261" y="2560124"/>
              <a:ext cx="298587" cy="1081087"/>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1" name="Rectangle 35"/>
            <p:cNvSpPr>
              <a:spLocks noChangeArrowheads="1"/>
            </p:cNvSpPr>
            <p:nvPr/>
          </p:nvSpPr>
          <p:spPr bwMode="auto">
            <a:xfrm>
              <a:off x="8995852" y="2175052"/>
              <a:ext cx="292409" cy="1466161"/>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2" name="Rectangle 36"/>
            <p:cNvSpPr>
              <a:spLocks noChangeArrowheads="1"/>
            </p:cNvSpPr>
            <p:nvPr/>
          </p:nvSpPr>
          <p:spPr bwMode="auto">
            <a:xfrm>
              <a:off x="8697266" y="3009033"/>
              <a:ext cx="298587" cy="632178"/>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3" name="Rectangle 37"/>
            <p:cNvSpPr>
              <a:spLocks noChangeArrowheads="1"/>
            </p:cNvSpPr>
            <p:nvPr/>
          </p:nvSpPr>
          <p:spPr bwMode="auto">
            <a:xfrm>
              <a:off x="8396621" y="3379692"/>
              <a:ext cx="300645" cy="261520"/>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grpSp>
      <p:sp>
        <p:nvSpPr>
          <p:cNvPr id="2" name="Title 1"/>
          <p:cNvSpPr>
            <a:spLocks noGrp="1"/>
          </p:cNvSpPr>
          <p:nvPr>
            <p:ph type="ctrTitle"/>
          </p:nvPr>
        </p:nvSpPr>
        <p:spPr>
          <a:xfrm>
            <a:off x="1143073" y="3471048"/>
            <a:ext cx="6858436" cy="1637564"/>
          </a:xfrm>
        </p:spPr>
        <p:txBody>
          <a:bodyPr anchor="b" anchorCtr="0">
            <a:normAutofit/>
          </a:bodyPr>
          <a:lstStyle>
            <a:lvl1pPr algn="ctr">
              <a:defRPr sz="4050">
                <a:solidFill>
                  <a:schemeClr val="accent1">
                    <a:lumMod val="75000"/>
                  </a:schemeClr>
                </a:solidFill>
              </a:defRPr>
            </a:lvl1pPr>
          </a:lstStyle>
          <a:p>
            <a:pPr fontAlgn="auto"/>
            <a:r>
              <a:rPr lang="zh-CN" altLang="en-US" sz="4050" strike="noStrike" noProof="1"/>
              <a:t>单击此处编辑母版标题样式</a:t>
            </a:r>
            <a:endParaRPr lang="en-US" strike="noStrike" noProof="1"/>
          </a:p>
        </p:txBody>
      </p:sp>
      <p:sp>
        <p:nvSpPr>
          <p:cNvPr id="3" name="Subtitle 2"/>
          <p:cNvSpPr>
            <a:spLocks noGrp="1"/>
          </p:cNvSpPr>
          <p:nvPr>
            <p:ph type="subTitle" idx="1"/>
          </p:nvPr>
        </p:nvSpPr>
        <p:spPr>
          <a:xfrm>
            <a:off x="1143073" y="5338631"/>
            <a:ext cx="6858436" cy="666863"/>
          </a:xfrm>
        </p:spPr>
        <p:txBody>
          <a:bodyPr/>
          <a:lstStyle>
            <a:lvl1pPr marL="0" indent="0" algn="ctr">
              <a:buNone/>
              <a:defRPr sz="1800">
                <a:solidFill>
                  <a:schemeClr val="accent1">
                    <a:lumMod val="75000"/>
                  </a:schemeClr>
                </a:solidFill>
              </a:defRPr>
            </a:lvl1pPr>
            <a:lvl2pPr marL="342900" indent="0" algn="ctr">
              <a:buNone/>
              <a:defRPr sz="1500"/>
            </a:lvl2pPr>
            <a:lvl3pPr marL="685800" indent="0" algn="ctr">
              <a:buNone/>
              <a:defRPr sz="1350"/>
            </a:lvl3pPr>
            <a:lvl4pPr marL="1028700" indent="0" algn="ctr">
              <a:buNone/>
              <a:defRPr sz="1200"/>
            </a:lvl4pPr>
            <a:lvl5pPr marL="1372235" indent="0" algn="ctr">
              <a:buNone/>
              <a:defRPr sz="1200"/>
            </a:lvl5pPr>
            <a:lvl6pPr marL="1715135" indent="0" algn="ctr">
              <a:buNone/>
              <a:defRPr sz="1200"/>
            </a:lvl6pPr>
            <a:lvl7pPr marL="2058035" indent="0" algn="ctr">
              <a:buNone/>
              <a:defRPr sz="1200"/>
            </a:lvl7pPr>
            <a:lvl8pPr marL="2400935" indent="0" algn="ctr">
              <a:buNone/>
              <a:defRPr sz="1200"/>
            </a:lvl8pPr>
            <a:lvl9pPr marL="2743835" indent="0" algn="ctr">
              <a:buNone/>
              <a:defRPr sz="1200"/>
            </a:lvl9pPr>
          </a:lstStyle>
          <a:p>
            <a:pPr fontAlgn="auto"/>
            <a:r>
              <a:rPr lang="zh-CN" altLang="en-US" strike="noStrike" noProof="1"/>
              <a:t>单击此处编辑母版副标题样式</a:t>
            </a:r>
            <a:endParaRPr lang="en-US" strike="noStrike" noProof="1"/>
          </a:p>
        </p:txBody>
      </p:sp>
      <p:sp>
        <p:nvSpPr>
          <p:cNvPr id="4" name="Date Placeholder 3"/>
          <p:cNvSpPr>
            <a:spLocks noGrp="1"/>
          </p:cNvSpPr>
          <p:nvPr>
            <p:ph type="dt" sz="half" idx="10"/>
          </p:nvPr>
        </p:nvSpPr>
        <p:spPr>
          <a:xfrm>
            <a:off x="628650" y="6356350"/>
            <a:ext cx="2057400" cy="366713"/>
          </a:xfrm>
          <a:prstGeom prst="rect">
            <a:avLst/>
          </a:prstGeom>
        </p:spPr>
        <p:txBody>
          <a:bodyPr vert="horz" lIns="91440" tIns="45720" rIns="91440" bIns="45720" rtlCol="0" anchor="ctr"/>
          <a:lstStyle/>
          <a:p>
            <a:pPr fontAlgn="base"/>
            <a:fld id="{BB962C8B-B14F-4D97-AF65-F5344CB8AC3E}" type="datetime1">
              <a:rPr lang="zh-CN" altLang="en-US" strike="noStrike" noProof="1" dirty="0">
                <a:latin typeface="Times New Roman" panose="02020603050405020304" pitchFamily="18" charset="0"/>
                <a:ea typeface="宋体" panose="02010600030101010101" pitchFamily="2" charset="-122"/>
                <a:cs typeface="+mn-cs"/>
              </a:rPr>
              <a:t>2022/11/15</a:t>
            </a:fld>
            <a:endParaRPr lang="zh-CN" altLang="en-US" strike="noStrike" noProof="1">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11"/>
          </p:nvPr>
        </p:nvSpPr>
        <p:spPr>
          <a:xfrm>
            <a:off x="3028950" y="6356350"/>
            <a:ext cx="3086100" cy="366713"/>
          </a:xfrm>
          <a:prstGeom prst="rect">
            <a:avLst/>
          </a:prstGeom>
        </p:spPr>
        <p:txBody>
          <a:bodyPr vert="horz" lIns="91440" tIns="45720" rIns="91440" bIns="45720" rtlCol="0" anchor="ctr"/>
          <a:lstStyle/>
          <a:p>
            <a:pPr fontAlgn="base"/>
            <a:endParaRPr lang="zh-CN" altLang="en-US" strike="noStrike" noProof="1">
              <a:ea typeface="宋体" panose="02010600030101010101" pitchFamily="2" charset="-122"/>
            </a:endParaRPr>
          </a:p>
        </p:txBody>
      </p:sp>
      <p:sp>
        <p:nvSpPr>
          <p:cNvPr id="6" name="Slide Number Placeholder 5"/>
          <p:cNvSpPr>
            <a:spLocks noGrp="1"/>
          </p:cNvSpPr>
          <p:nvPr>
            <p:ph type="sldNum" sz="quarter" idx="12"/>
          </p:nvPr>
        </p:nvSpPr>
        <p:spPr>
          <a:xfrm>
            <a:off x="6457950" y="6356350"/>
            <a:ext cx="2058988" cy="366713"/>
          </a:xfrm>
          <a:prstGeom prst="rect">
            <a:avLst/>
          </a:prstGeom>
        </p:spPr>
        <p:txBody>
          <a:bodyPr vert="horz" lIns="91440" tIns="45720" rIns="91440" bIns="45720" rtlCol="0" anchor="ctr"/>
          <a:lstStyle/>
          <a:p>
            <a:pPr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928" y="3893879"/>
            <a:ext cx="7887201" cy="1235811"/>
          </a:xfrm>
        </p:spPr>
        <p:txBody>
          <a:bodyPr anchor="b">
            <a:normAutofit/>
          </a:bodyPr>
          <a:lstStyle>
            <a:lvl1pPr algn="ctr">
              <a:defRPr sz="4050" b="1">
                <a:solidFill>
                  <a:schemeClr val="tx1"/>
                </a:solidFill>
              </a:defRPr>
            </a:lvl1pPr>
          </a:lstStyle>
          <a:p>
            <a:pPr fontAlgn="auto"/>
            <a:r>
              <a:rPr lang="zh-CN" altLang="en-US" sz="4050" strike="noStrike" noProof="1"/>
              <a:t>单击此处编辑母版标题样式</a:t>
            </a:r>
            <a:endParaRPr lang="en-US" strike="noStrike" noProof="1"/>
          </a:p>
        </p:txBody>
      </p:sp>
      <p:sp>
        <p:nvSpPr>
          <p:cNvPr id="3" name="Text Placeholder 2"/>
          <p:cNvSpPr>
            <a:spLocks noGrp="1"/>
          </p:cNvSpPr>
          <p:nvPr>
            <p:ph type="body" idx="1"/>
          </p:nvPr>
        </p:nvSpPr>
        <p:spPr>
          <a:xfrm>
            <a:off x="623928" y="5308445"/>
            <a:ext cx="7887201" cy="475235"/>
          </a:xfrm>
        </p:spPr>
        <p:txBody>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2235" indent="0">
              <a:buNone/>
              <a:defRPr sz="1200">
                <a:solidFill>
                  <a:schemeClr val="tx1">
                    <a:tint val="75000"/>
                  </a:schemeClr>
                </a:solidFill>
              </a:defRPr>
            </a:lvl5pPr>
            <a:lvl6pPr marL="1715135" indent="0">
              <a:buNone/>
              <a:defRPr sz="1200">
                <a:solidFill>
                  <a:schemeClr val="tx1">
                    <a:tint val="75000"/>
                  </a:schemeClr>
                </a:solidFill>
              </a:defRPr>
            </a:lvl6pPr>
            <a:lvl7pPr marL="2058035"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fontAlgn="auto"/>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3" name="Content Placeholder 2"/>
          <p:cNvSpPr>
            <a:spLocks noGrp="1"/>
          </p:cNvSpPr>
          <p:nvPr>
            <p:ph sz="half" idx="1"/>
          </p:nvPr>
        </p:nvSpPr>
        <p:spPr>
          <a:xfrm>
            <a:off x="628690"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Content Placeholder 3"/>
          <p:cNvSpPr>
            <a:spLocks noGrp="1"/>
          </p:cNvSpPr>
          <p:nvPr>
            <p:ph sz="half" idx="2"/>
          </p:nvPr>
        </p:nvSpPr>
        <p:spPr>
          <a:xfrm>
            <a:off x="4629444"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81" y="365125"/>
            <a:ext cx="7887201" cy="864000"/>
          </a:xfrm>
        </p:spPr>
        <p:txBody>
          <a:bodyPr/>
          <a:lstStyle/>
          <a:p>
            <a:pPr fontAlgn="auto"/>
            <a:r>
              <a:rPr lang="zh-CN" altLang="en-US" strike="noStrike" noProof="1"/>
              <a:t>单击此处编辑母版标题样式</a:t>
            </a:r>
            <a:endParaRPr lang="en-US" strike="noStrike" noProof="1"/>
          </a:p>
        </p:txBody>
      </p:sp>
      <p:sp>
        <p:nvSpPr>
          <p:cNvPr id="3" name="Text Placeholder 2"/>
          <p:cNvSpPr>
            <a:spLocks noGrp="1"/>
          </p:cNvSpPr>
          <p:nvPr>
            <p:ph type="body" idx="1"/>
          </p:nvPr>
        </p:nvSpPr>
        <p:spPr>
          <a:xfrm>
            <a:off x="629881" y="1681163"/>
            <a:ext cx="386858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auto"/>
            <a:r>
              <a:rPr lang="zh-CN" altLang="en-US" strike="noStrike" noProof="1"/>
              <a:t>单击此处编辑母版文本样式</a:t>
            </a:r>
          </a:p>
        </p:txBody>
      </p:sp>
      <p:sp>
        <p:nvSpPr>
          <p:cNvPr id="4" name="Content Placeholder 3"/>
          <p:cNvSpPr>
            <a:spLocks noGrp="1"/>
          </p:cNvSpPr>
          <p:nvPr>
            <p:ph sz="half" idx="2"/>
          </p:nvPr>
        </p:nvSpPr>
        <p:spPr>
          <a:xfrm>
            <a:off x="629881" y="2505075"/>
            <a:ext cx="3868586"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5" name="Text Placeholder 4"/>
          <p:cNvSpPr>
            <a:spLocks noGrp="1"/>
          </p:cNvSpPr>
          <p:nvPr>
            <p:ph type="body" sz="quarter" idx="3"/>
          </p:nvPr>
        </p:nvSpPr>
        <p:spPr>
          <a:xfrm>
            <a:off x="4629444" y="1681163"/>
            <a:ext cx="388763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auto"/>
            <a:r>
              <a:rPr lang="zh-CN" altLang="en-US" strike="noStrike" noProof="1"/>
              <a:t>单击此处编辑母版文本样式</a:t>
            </a:r>
          </a:p>
        </p:txBody>
      </p:sp>
      <p:sp>
        <p:nvSpPr>
          <p:cNvPr id="6" name="Content Placeholder 5"/>
          <p:cNvSpPr>
            <a:spLocks noGrp="1"/>
          </p:cNvSpPr>
          <p:nvPr>
            <p:ph sz="quarter" idx="4"/>
          </p:nvPr>
        </p:nvSpPr>
        <p:spPr>
          <a:xfrm>
            <a:off x="4629444" y="2505075"/>
            <a:ext cx="3887638"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8" name="页脚占位符 7"/>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0">
          <a:blip r:embed="rId3"/>
          <a:stretch>
            <a:fillRect/>
          </a:stretch>
        </a:blipFill>
        <a:effectLst/>
      </p:bgPr>
    </p:bg>
    <p:spTree>
      <p:nvGrpSpPr>
        <p:cNvPr id="1" name=""/>
        <p:cNvGrpSpPr/>
        <p:nvPr/>
      </p:nvGrpSpPr>
      <p:grpSpPr>
        <a:xfrm>
          <a:off x="0" y="0"/>
          <a:ext cx="0" cy="0"/>
          <a:chOff x="0" y="0"/>
          <a:chExt cx="0" cy="0"/>
        </a:xfrm>
      </p:grpSpPr>
      <p:sp>
        <p:nvSpPr>
          <p:cNvPr id="6" name="矩形 5"/>
          <p:cNvSpPr/>
          <p:nvPr>
            <p:custDataLst>
              <p:tags r:id="rId1"/>
            </p:custDataLst>
          </p:nvPr>
        </p:nvSpPr>
        <p:spPr>
          <a:xfrm>
            <a:off x="0" y="2260600"/>
            <a:ext cx="9144000" cy="251618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753" tIns="18876" rIns="37753" bIns="18876" numCol="1" spcCol="0" rtlCol="0" fromWordArt="0" anchor="ctr" anchorCtr="0" forceAA="0" compatLnSpc="1">
            <a:normAutofit/>
          </a:bodyPr>
          <a:lstStyle/>
          <a:p>
            <a:pPr algn="ctr" fontAlgn="base"/>
            <a:endParaRPr lang="zh-CN" altLang="en-US" sz="745" strike="noStrike" noProof="1"/>
          </a:p>
        </p:txBody>
      </p:sp>
      <p:sp>
        <p:nvSpPr>
          <p:cNvPr id="2" name="Title 1"/>
          <p:cNvSpPr>
            <a:spLocks noGrp="1"/>
          </p:cNvSpPr>
          <p:nvPr>
            <p:ph type="title"/>
          </p:nvPr>
        </p:nvSpPr>
        <p:spPr>
          <a:xfrm>
            <a:off x="628690" y="2490507"/>
            <a:ext cx="7887201" cy="2055731"/>
          </a:xfrm>
        </p:spPr>
        <p:txBody>
          <a:bodyPr>
            <a:normAutofit/>
          </a:bodyPr>
          <a:lstStyle>
            <a:lvl1pPr algn="ctr">
              <a:defRPr sz="4950"/>
            </a:lvl1pPr>
          </a:lstStyle>
          <a:p>
            <a:pPr fontAlgn="auto"/>
            <a:r>
              <a:rPr lang="zh-CN" altLang="en-US" sz="4950" strike="noStrike" noProof="1"/>
              <a:t>单击此处编辑母版标题样式</a:t>
            </a:r>
            <a:endParaRPr lang="en-US" strike="noStrike" noProof="1"/>
          </a:p>
        </p:txBody>
      </p:sp>
      <p:sp>
        <p:nvSpPr>
          <p:cNvPr id="3" name="Date Placeholder 2"/>
          <p:cNvSpPr>
            <a:spLocks noGrp="1"/>
          </p:cNvSpPr>
          <p:nvPr>
            <p:ph type="dt" sz="half" idx="10"/>
          </p:nvPr>
        </p:nvSpPr>
        <p:spPr>
          <a:xfrm>
            <a:off x="628650" y="6356350"/>
            <a:ext cx="2057400" cy="366713"/>
          </a:xfrm>
          <a:prstGeom prst="rect">
            <a:avLst/>
          </a:prstGeom>
        </p:spPr>
        <p:txBody>
          <a:bodyPr vert="horz" lIns="91440" tIns="45720" rIns="91440" bIns="45720" rtlCol="0" anchor="ct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Footer Placeholder 3"/>
          <p:cNvSpPr>
            <a:spLocks noGrp="1"/>
          </p:cNvSpPr>
          <p:nvPr>
            <p:ph type="ftr" sz="quarter" idx="11"/>
          </p:nvPr>
        </p:nvSpPr>
        <p:spPr>
          <a:xfrm>
            <a:off x="3028950" y="6356350"/>
            <a:ext cx="3086100" cy="366713"/>
          </a:xfrm>
          <a:prstGeom prst="rect">
            <a:avLst/>
          </a:prstGeom>
        </p:spPr>
        <p:txBody>
          <a:bodyPr vert="horz" lIns="91440" tIns="45720" rIns="91440" bIns="45720" rtlCol="0" anchor="ctr"/>
          <a:lstStyle/>
          <a:p>
            <a:pPr lvl="0" fontAlgn="base"/>
            <a:endParaRPr lang="zh-CN" altLang="en-US" strike="noStrike" noProof="1">
              <a:ea typeface="宋体" panose="02010600030101010101" pitchFamily="2" charset="-122"/>
            </a:endParaRPr>
          </a:p>
        </p:txBody>
      </p:sp>
      <p:sp>
        <p:nvSpPr>
          <p:cNvPr id="5" name="Slide Number Placeholder 4"/>
          <p:cNvSpPr>
            <a:spLocks noGrp="1"/>
          </p:cNvSpPr>
          <p:nvPr>
            <p:ph type="sldNum" sz="quarter" idx="12"/>
          </p:nvPr>
        </p:nvSpPr>
        <p:spPr>
          <a:xfrm>
            <a:off x="6457950" y="6356350"/>
            <a:ext cx="2058988" cy="366713"/>
          </a:xfrm>
          <a:prstGeom prst="rect">
            <a:avLst/>
          </a:prstGeom>
        </p:spPr>
        <p:txBody>
          <a:bodyPr vert="horz" lIns="91440" tIns="45720" rIns="91440" bIns="45720" rtlCol="0" anchor="ct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3" name="页脚占位符 2"/>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80" y="457200"/>
            <a:ext cx="3124099" cy="1600200"/>
          </a:xfrm>
        </p:spPr>
        <p:txBody>
          <a:bodyPr anchor="b"/>
          <a:lstStyle>
            <a:lvl1pPr>
              <a:defRPr sz="2400"/>
            </a:lvl1pPr>
          </a:lstStyle>
          <a:p>
            <a:pPr fontAlgn="auto"/>
            <a:r>
              <a:rPr lang="zh-CN" altLang="en-US" strike="noStrike" noProof="1"/>
              <a:t>单击此处编辑母版标题样式</a:t>
            </a:r>
            <a:endParaRPr lang="en-US" strike="noStrike" noProof="1"/>
          </a:p>
        </p:txBody>
      </p:sp>
      <p:sp>
        <p:nvSpPr>
          <p:cNvPr id="3" name="Picture Placeholder 2"/>
          <p:cNvSpPr>
            <a:spLocks noGrp="1" noChangeAspect="1"/>
          </p:cNvSpPr>
          <p:nvPr>
            <p:ph type="pic" idx="1"/>
          </p:nvPr>
        </p:nvSpPr>
        <p:spPr>
          <a:xfrm>
            <a:off x="3887638" y="457201"/>
            <a:ext cx="4629444" cy="540385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2235" indent="0">
              <a:buNone/>
              <a:defRPr sz="1500"/>
            </a:lvl5pPr>
            <a:lvl6pPr marL="1715135" indent="0">
              <a:buNone/>
              <a:defRPr sz="1500"/>
            </a:lvl6pPr>
            <a:lvl7pPr marL="2058035" indent="0">
              <a:buNone/>
              <a:defRPr sz="1500"/>
            </a:lvl7pPr>
            <a:lvl8pPr marL="2400935" indent="0">
              <a:buNone/>
              <a:defRPr sz="1500"/>
            </a:lvl8pPr>
            <a:lvl9pPr marL="2743835" indent="0">
              <a:buNone/>
              <a:defRPr sz="1500"/>
            </a:lvl9pPr>
          </a:lstStyle>
          <a:p>
            <a:pPr fontAlgn="auto"/>
            <a:r>
              <a:rPr lang="zh-CN" altLang="en-US" strike="noStrike" noProof="1"/>
              <a:t>单击图标添加图片</a:t>
            </a:r>
            <a:endParaRPr lang="en-US" strike="noStrike" noProof="1"/>
          </a:p>
        </p:txBody>
      </p:sp>
      <p:sp>
        <p:nvSpPr>
          <p:cNvPr id="4" name="Text Placeholder 3"/>
          <p:cNvSpPr>
            <a:spLocks noGrp="1"/>
          </p:cNvSpPr>
          <p:nvPr>
            <p:ph type="body" sz="half" idx="2"/>
          </p:nvPr>
        </p:nvSpPr>
        <p:spPr>
          <a:xfrm>
            <a:off x="629880" y="2057400"/>
            <a:ext cx="3124099" cy="3811588"/>
          </a:xfrm>
        </p:spPr>
        <p:txBody>
          <a:bodyPr>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2235" indent="0">
              <a:buNone/>
              <a:defRPr sz="750"/>
            </a:lvl5pPr>
            <a:lvl6pPr marL="1715135" indent="0">
              <a:buNone/>
              <a:defRPr sz="750"/>
            </a:lvl6pPr>
            <a:lvl7pPr marL="2058035" indent="0">
              <a:buNone/>
              <a:defRPr sz="750"/>
            </a:lvl7pPr>
            <a:lvl8pPr marL="2400935" indent="0">
              <a:buNone/>
              <a:defRPr sz="750"/>
            </a:lvl8pPr>
            <a:lvl9pPr marL="2743835" indent="0">
              <a:buNone/>
              <a:defRPr sz="75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4091" y="365125"/>
            <a:ext cx="1971801" cy="5811839"/>
          </a:xfrm>
        </p:spPr>
        <p:txBody>
          <a:bodyPr vert="eaVert"/>
          <a:lstStyle/>
          <a:p>
            <a:pPr fontAlgn="auto"/>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a:xfrm>
            <a:off x="628690" y="365125"/>
            <a:ext cx="5801094" cy="5811839"/>
          </a:xfrm>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blipFill rotWithShape="0">
          <a:blip r:embed="rId10"/>
          <a:stretch>
            <a:fillRect/>
          </a:stretch>
        </a:blipFill>
        <a:effectLst/>
      </p:bgPr>
    </p:bg>
    <p:spTree>
      <p:nvGrpSpPr>
        <p:cNvPr id="1" name=""/>
        <p:cNvGrpSpPr/>
        <p:nvPr/>
      </p:nvGrpSpPr>
      <p:grpSpPr>
        <a:xfrm>
          <a:off x="0" y="0"/>
          <a:ext cx="0" cy="0"/>
          <a:chOff x="0" y="0"/>
          <a:chExt cx="0" cy="0"/>
        </a:xfrm>
      </p:grpSpPr>
      <p:sp>
        <p:nvSpPr>
          <p:cNvPr id="6" name="任意多边形 5"/>
          <p:cNvSpPr/>
          <p:nvPr>
            <p:custDataLst>
              <p:tags r:id="rId1"/>
            </p:custDataLst>
          </p:nvPr>
        </p:nvSpPr>
        <p:spPr bwMode="auto">
          <a:xfrm rot="5400000">
            <a:off x="-1384300" y="2308225"/>
            <a:ext cx="5157788" cy="2243138"/>
          </a:xfrm>
          <a:custGeom>
            <a:avLst/>
            <a:gdLst>
              <a:gd name="connsiteX0" fmla="*/ 1545218 w 6857999"/>
              <a:gd name="connsiteY0" fmla="*/ 1776499 h 2243879"/>
              <a:gd name="connsiteX1" fmla="*/ 1613276 w 6857999"/>
              <a:gd name="connsiteY1" fmla="*/ 1749943 h 2243879"/>
              <a:gd name="connsiteX2" fmla="*/ 6751717 w 6857999"/>
              <a:gd name="connsiteY2" fmla="*/ 16733 h 2243879"/>
              <a:gd name="connsiteX3" fmla="*/ 6857999 w 6857999"/>
              <a:gd name="connsiteY3" fmla="*/ 0 h 2243879"/>
              <a:gd name="connsiteX4" fmla="*/ 6857999 w 6857999"/>
              <a:gd name="connsiteY4" fmla="*/ 688560 h 2243879"/>
              <a:gd name="connsiteX5" fmla="*/ 0 w 6857999"/>
              <a:gd name="connsiteY5" fmla="*/ 2243879 h 2243879"/>
              <a:gd name="connsiteX6" fmla="*/ 0 w 6857999"/>
              <a:gd name="connsiteY6" fmla="*/ 2092925 h 2243879"/>
              <a:gd name="connsiteX7" fmla="*/ 1545218 w 6857999"/>
              <a:gd name="connsiteY7" fmla="*/ 1776499 h 2243879"/>
              <a:gd name="connsiteX8" fmla="*/ 1290271 w 6857999"/>
              <a:gd name="connsiteY8" fmla="*/ 1875977 h 2243879"/>
              <a:gd name="connsiteX9" fmla="*/ 12659 w 6857999"/>
              <a:gd name="connsiteY9" fmla="*/ 2241297 h 224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7999" h="2243879">
                <a:moveTo>
                  <a:pt x="1545218" y="1776499"/>
                </a:moveTo>
                <a:lnTo>
                  <a:pt x="1613276" y="1749943"/>
                </a:lnTo>
                <a:cubicBezTo>
                  <a:pt x="3218965" y="1085212"/>
                  <a:pt x="5141370" y="301068"/>
                  <a:pt x="6751717" y="16733"/>
                </a:cubicBezTo>
                <a:lnTo>
                  <a:pt x="6857999" y="0"/>
                </a:lnTo>
                <a:lnTo>
                  <a:pt x="6857999" y="688560"/>
                </a:lnTo>
                <a:close/>
                <a:moveTo>
                  <a:pt x="0" y="2243879"/>
                </a:moveTo>
                <a:lnTo>
                  <a:pt x="0" y="2092925"/>
                </a:lnTo>
                <a:lnTo>
                  <a:pt x="1545218" y="1776499"/>
                </a:lnTo>
                <a:lnTo>
                  <a:pt x="1290271" y="1875977"/>
                </a:lnTo>
                <a:cubicBezTo>
                  <a:pt x="857799" y="2033950"/>
                  <a:pt x="420887" y="2152451"/>
                  <a:pt x="12659" y="2241297"/>
                </a:cubicBezTo>
                <a:close/>
              </a:path>
            </a:pathLst>
          </a:custGeom>
          <a:noFill/>
          <a:ln w="6350" cap="flat" cmpd="sng">
            <a:solidFill>
              <a:srgbClr val="FFC543"/>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5" name="任意多边形 4"/>
          <p:cNvSpPr/>
          <p:nvPr>
            <p:custDataLst>
              <p:tags r:id="rId2"/>
            </p:custDataLst>
          </p:nvPr>
        </p:nvSpPr>
        <p:spPr bwMode="auto">
          <a:xfrm rot="6500300">
            <a:off x="-1632744" y="2631281"/>
            <a:ext cx="5143500" cy="1789113"/>
          </a:xfrm>
          <a:custGeom>
            <a:avLst/>
            <a:gdLst>
              <a:gd name="connsiteX0" fmla="*/ 438383 w 6855925"/>
              <a:gd name="connsiteY0" fmla="*/ 1655318 h 1789626"/>
              <a:gd name="connsiteX1" fmla="*/ 1015664 w 6855925"/>
              <a:gd name="connsiteY1" fmla="*/ 1456491 h 1789626"/>
              <a:gd name="connsiteX2" fmla="*/ 4733900 w 6855925"/>
              <a:gd name="connsiteY2" fmla="*/ 230107 h 1789626"/>
              <a:gd name="connsiteX3" fmla="*/ 6507764 w 6855925"/>
              <a:gd name="connsiteY3" fmla="*/ 8765 h 1789626"/>
              <a:gd name="connsiteX4" fmla="*/ 6652649 w 6855925"/>
              <a:gd name="connsiteY4" fmla="*/ 0 h 1789626"/>
              <a:gd name="connsiteX5" fmla="*/ 6855925 w 6855925"/>
              <a:gd name="connsiteY5" fmla="*/ 613271 h 1789626"/>
              <a:gd name="connsiteX6" fmla="*/ 20923 w 6855925"/>
              <a:gd name="connsiteY6" fmla="*/ 1789626 h 1789626"/>
              <a:gd name="connsiteX7" fmla="*/ 0 w 6855925"/>
              <a:gd name="connsiteY7" fmla="*/ 1726500 h 1789626"/>
              <a:gd name="connsiteX8" fmla="*/ 438383 w 6855925"/>
              <a:gd name="connsiteY8" fmla="*/ 1655318 h 1789626"/>
              <a:gd name="connsiteX9" fmla="*/ 371503 w 6855925"/>
              <a:gd name="connsiteY9" fmla="*/ 1678353 h 1789626"/>
              <a:gd name="connsiteX10" fmla="*/ 49503 w 6855925"/>
              <a:gd name="connsiteY10" fmla="*/ 1781131 h 178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5925" h="1789626">
                <a:moveTo>
                  <a:pt x="438383" y="1655318"/>
                </a:moveTo>
                <a:lnTo>
                  <a:pt x="1015664" y="1456491"/>
                </a:lnTo>
                <a:cubicBezTo>
                  <a:pt x="2302761" y="996373"/>
                  <a:pt x="3576744" y="459271"/>
                  <a:pt x="4733900" y="230107"/>
                </a:cubicBezTo>
                <a:cubicBezTo>
                  <a:pt x="5255786" y="125339"/>
                  <a:pt x="5873289" y="52897"/>
                  <a:pt x="6507764" y="8765"/>
                </a:cubicBezTo>
                <a:lnTo>
                  <a:pt x="6652649" y="0"/>
                </a:lnTo>
                <a:lnTo>
                  <a:pt x="6855925" y="613271"/>
                </a:lnTo>
                <a:close/>
                <a:moveTo>
                  <a:pt x="20923" y="1789626"/>
                </a:moveTo>
                <a:lnTo>
                  <a:pt x="0" y="1726500"/>
                </a:lnTo>
                <a:lnTo>
                  <a:pt x="438383" y="1655318"/>
                </a:lnTo>
                <a:lnTo>
                  <a:pt x="371503" y="1678353"/>
                </a:lnTo>
                <a:cubicBezTo>
                  <a:pt x="264121" y="1713666"/>
                  <a:pt x="156767" y="1748000"/>
                  <a:pt x="49503" y="1781131"/>
                </a:cubicBezTo>
                <a:close/>
              </a:path>
            </a:pathLst>
          </a:custGeom>
          <a:noFill/>
          <a:ln w="6350" cap="flat" cmpd="sng">
            <a:solidFill>
              <a:schemeClr val="accent1"/>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24" name="Freeform 10"/>
          <p:cNvSpPr/>
          <p:nvPr>
            <p:custDataLst>
              <p:tags r:id="rId3"/>
            </p:custDataLst>
          </p:nvPr>
        </p:nvSpPr>
        <p:spPr bwMode="auto">
          <a:xfrm rot="900000">
            <a:off x="879475" y="2084388"/>
            <a:ext cx="1176338" cy="1511300"/>
          </a:xfrm>
          <a:prstGeom prst="rect">
            <a:avLst/>
          </a:prstGeom>
          <a:solidFill>
            <a:srgbClr val="FFC543"/>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7" name="任意多边形 6"/>
          <p:cNvSpPr/>
          <p:nvPr>
            <p:custDataLst>
              <p:tags r:id="rId4"/>
            </p:custDataLst>
          </p:nvPr>
        </p:nvSpPr>
        <p:spPr bwMode="auto">
          <a:xfrm rot="6693539">
            <a:off x="-1237456" y="2451894"/>
            <a:ext cx="5116513" cy="2159000"/>
          </a:xfrm>
          <a:custGeom>
            <a:avLst/>
            <a:gdLst>
              <a:gd name="connsiteX0" fmla="*/ 2159840 w 6821848"/>
              <a:gd name="connsiteY0" fmla="*/ 1586583 h 2158689"/>
              <a:gd name="connsiteX1" fmla="*/ 2227887 w 6821848"/>
              <a:gd name="connsiteY1" fmla="*/ 1560027 h 2158689"/>
              <a:gd name="connsiteX2" fmla="*/ 6367033 w 6821848"/>
              <a:gd name="connsiteY2" fmla="*/ 52441 h 2158689"/>
              <a:gd name="connsiteX3" fmla="*/ 6572243 w 6821848"/>
              <a:gd name="connsiteY3" fmla="*/ 0 h 2158689"/>
              <a:gd name="connsiteX4" fmla="*/ 6821848 w 6821848"/>
              <a:gd name="connsiteY4" fmla="*/ 631753 h 2158689"/>
              <a:gd name="connsiteX5" fmla="*/ 51263 w 6821848"/>
              <a:gd name="connsiteY5" fmla="*/ 2158689 h 2158689"/>
              <a:gd name="connsiteX6" fmla="*/ 0 w 6821848"/>
              <a:gd name="connsiteY6" fmla="*/ 2028942 h 2158689"/>
              <a:gd name="connsiteX7" fmla="*/ 2159840 w 6821848"/>
              <a:gd name="connsiteY7" fmla="*/ 1586583 h 2158689"/>
              <a:gd name="connsiteX8" fmla="*/ 1904935 w 6821848"/>
              <a:gd name="connsiteY8" fmla="*/ 1686061 h 2158689"/>
              <a:gd name="connsiteX9" fmla="*/ 327301 w 6821848"/>
              <a:gd name="connsiteY9" fmla="*/ 2112610 h 215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21848" h="2158689">
                <a:moveTo>
                  <a:pt x="2159840" y="1586583"/>
                </a:moveTo>
                <a:lnTo>
                  <a:pt x="2227887" y="1560027"/>
                </a:lnTo>
                <a:cubicBezTo>
                  <a:pt x="3512231" y="1028242"/>
                  <a:pt x="4999240" y="420033"/>
                  <a:pt x="6367033" y="52441"/>
                </a:cubicBezTo>
                <a:lnTo>
                  <a:pt x="6572243" y="0"/>
                </a:lnTo>
                <a:lnTo>
                  <a:pt x="6821848" y="631753"/>
                </a:lnTo>
                <a:close/>
                <a:moveTo>
                  <a:pt x="51263" y="2158689"/>
                </a:moveTo>
                <a:lnTo>
                  <a:pt x="0" y="2028942"/>
                </a:lnTo>
                <a:lnTo>
                  <a:pt x="2159840" y="1586583"/>
                </a:lnTo>
                <a:lnTo>
                  <a:pt x="1904935" y="1686061"/>
                </a:lnTo>
                <a:cubicBezTo>
                  <a:pt x="1364431" y="1883528"/>
                  <a:pt x="816994" y="2019318"/>
                  <a:pt x="327301" y="2112610"/>
                </a:cubicBezTo>
                <a:close/>
              </a:path>
            </a:pathLst>
          </a:custGeom>
          <a:noFill/>
          <a:ln w="6350" cap="flat" cmpd="sng">
            <a:solidFill>
              <a:srgbClr val="464F5A"/>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20" name="Freeform 6"/>
          <p:cNvSpPr/>
          <p:nvPr>
            <p:custDataLst>
              <p:tags r:id="rId5"/>
            </p:custDataLst>
          </p:nvPr>
        </p:nvSpPr>
        <p:spPr bwMode="auto">
          <a:xfrm>
            <a:off x="488950" y="1141413"/>
            <a:ext cx="263525" cy="357188"/>
          </a:xfrm>
          <a:prstGeom prst="rect">
            <a:avLst/>
          </a:prstGeom>
          <a:solidFill>
            <a:schemeClr val="accent1"/>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1" name="Freeform 7"/>
          <p:cNvSpPr/>
          <p:nvPr>
            <p:custDataLst>
              <p:tags r:id="rId6"/>
            </p:custDataLst>
          </p:nvPr>
        </p:nvSpPr>
        <p:spPr bwMode="auto">
          <a:xfrm>
            <a:off x="282575" y="4922838"/>
            <a:ext cx="412750" cy="557213"/>
          </a:xfrm>
          <a:prstGeom prst="rect">
            <a:avLst/>
          </a:prstGeom>
          <a:solidFill>
            <a:srgbClr val="FFC543"/>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2" name="Freeform 8"/>
          <p:cNvSpPr/>
          <p:nvPr>
            <p:custDataLst>
              <p:tags r:id="rId7"/>
            </p:custDataLst>
          </p:nvPr>
        </p:nvSpPr>
        <p:spPr bwMode="auto">
          <a:xfrm>
            <a:off x="1600200" y="5073650"/>
            <a:ext cx="307975" cy="406400"/>
          </a:xfrm>
          <a:prstGeom prst="rect">
            <a:avLst/>
          </a:prstGeom>
          <a:solidFill>
            <a:srgbClr val="464F5A"/>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36" name="Freeform 22"/>
          <p:cNvSpPr/>
          <p:nvPr>
            <p:custDataLst>
              <p:tags r:id="rId8"/>
            </p:custDataLst>
          </p:nvPr>
        </p:nvSpPr>
        <p:spPr bwMode="auto">
          <a:xfrm rot="5400000">
            <a:off x="557213" y="2586038"/>
            <a:ext cx="1282700" cy="1892300"/>
          </a:xfrm>
          <a:prstGeom prst="rect">
            <a:avLst/>
          </a:prstGeom>
          <a:solidFill>
            <a:srgbClr val="464F5A"/>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 name="日期占位符 1"/>
          <p:cNvSpPr>
            <a:spLocks noGrp="1"/>
          </p:cNvSpPr>
          <p:nvPr>
            <p:ph type="dt" sz="half" idx="10"/>
          </p:nvPr>
        </p:nvSpPr>
        <p:spPr>
          <a:xfrm>
            <a:off x="628650" y="6356350"/>
            <a:ext cx="2057400" cy="366713"/>
          </a:xfrm>
          <a:prstGeom prst="rect">
            <a:avLst/>
          </a:prstGeom>
        </p:spPr>
        <p:txBody>
          <a:bodyPr vert="horz" lIns="91440" tIns="45720" rIns="91440" bIns="45720" rtlCol="0" anchor="ctr"/>
          <a:lstStyle/>
          <a:p>
            <a:pPr fontAlgn="base"/>
            <a:fld id="{6554F731-F1D9-405D-9569-D30D95C59ADF}" type="datetimeFigureOut">
              <a:rPr lang="zh-CN" altLang="en-US" strike="noStrike" noProof="1" smtClean="0">
                <a:latin typeface="FrutigerNext LT Regular" pitchFamily="2" charset="0"/>
                <a:ea typeface="华文细黑" panose="02010600040101010101" pitchFamily="2" charset="-122"/>
                <a:cs typeface="+mn-cs"/>
              </a:rPr>
              <a:t>2022/11/15</a:t>
            </a:fld>
            <a:endParaRPr lang="zh-CN" altLang="en-US" strike="noStrike" noProof="1"/>
          </a:p>
        </p:txBody>
      </p:sp>
      <p:sp>
        <p:nvSpPr>
          <p:cNvPr id="3" name="页脚占位符 2"/>
          <p:cNvSpPr>
            <a:spLocks noGrp="1"/>
          </p:cNvSpPr>
          <p:nvPr>
            <p:ph type="ftr" sz="quarter" idx="11"/>
          </p:nvPr>
        </p:nvSpPr>
        <p:spPr>
          <a:xfrm>
            <a:off x="3028950" y="6356350"/>
            <a:ext cx="3086100" cy="366713"/>
          </a:xfrm>
          <a:prstGeom prst="rect">
            <a:avLst/>
          </a:prstGeom>
        </p:spPr>
        <p:txBody>
          <a:bodyPr vert="horz" lIns="91440" tIns="45720" rIns="91440" bIns="45720" rtlCol="0" anchor="ctr"/>
          <a:lstStyle/>
          <a:p>
            <a:pPr fontAlgn="base"/>
            <a:endParaRPr lang="zh-CN" altLang="en-US" strike="noStrike" noProof="1"/>
          </a:p>
        </p:txBody>
      </p:sp>
      <p:sp>
        <p:nvSpPr>
          <p:cNvPr id="4" name="灯片编号占位符 3"/>
          <p:cNvSpPr>
            <a:spLocks noGrp="1"/>
          </p:cNvSpPr>
          <p:nvPr>
            <p:ph type="sldNum" sz="quarter" idx="12"/>
          </p:nvPr>
        </p:nvSpPr>
        <p:spPr>
          <a:xfrm>
            <a:off x="6457950" y="6356350"/>
            <a:ext cx="2058988" cy="366713"/>
          </a:xfrm>
          <a:prstGeom prst="rect">
            <a:avLst/>
          </a:prstGeom>
        </p:spPr>
        <p:txBody>
          <a:bodyPr vert="horz" lIns="91440" tIns="45720" rIns="91440" bIns="45720" rtlCol="0" anchor="ctr"/>
          <a:lstStyle/>
          <a:p>
            <a:pPr fontAlgn="base"/>
            <a:fld id="{341D1296-2E93-47A3-B509-9CB210ECFEC1}" type="slidenum">
              <a:rPr lang="zh-CN" altLang="en-US" strike="noStrike" noProof="1" smtClean="0">
                <a:latin typeface="FrutigerNext LT Regular" pitchFamily="2" charset="0"/>
                <a:ea typeface="华文细黑" panose="02010600040101010101" pitchFamily="2" charset="-122"/>
                <a:cs typeface="+mn-cs"/>
              </a:rPr>
              <a:t>‹#›</a:t>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10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200"/>
                                  </p:stCondLst>
                                  <p:childTnLst>
                                    <p:set>
                                      <p:cBhvr>
                                        <p:cTn id="10" dur="1" fill="hold">
                                          <p:stCondLst>
                                            <p:cond delay="0"/>
                                          </p:stCondLst>
                                        </p:cTn>
                                        <p:tgtEl>
                                          <p:spTgt spid="21"/>
                                        </p:tgtEl>
                                        <p:attrNameLst>
                                          <p:attrName>style.visibility</p:attrName>
                                        </p:attrNameLst>
                                      </p:cBhvr>
                                      <p:to>
                                        <p:strVal val="visible"/>
                                      </p:to>
                                    </p:set>
                                    <p:anim calcmode="lin" valueType="num">
                                      <p:cBhvr>
                                        <p:cTn id="11" dur="500" fill="hold"/>
                                        <p:tgtEl>
                                          <p:spTgt spid="21"/>
                                        </p:tgtEl>
                                        <p:attrNameLst>
                                          <p:attrName>ppt_w</p:attrName>
                                        </p:attrNameLst>
                                      </p:cBhvr>
                                      <p:tavLst>
                                        <p:tav tm="0">
                                          <p:val>
                                            <p:fltVal val="0"/>
                                          </p:val>
                                        </p:tav>
                                        <p:tav tm="100000">
                                          <p:val>
                                            <p:strVal val="#ppt_w"/>
                                          </p:val>
                                        </p:tav>
                                      </p:tavLst>
                                    </p:anim>
                                    <p:anim calcmode="lin" valueType="num">
                                      <p:cBhvr>
                                        <p:cTn id="12" dur="500" fill="hold"/>
                                        <p:tgtEl>
                                          <p:spTgt spid="21"/>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400"/>
                                  </p:stCondLst>
                                  <p:childTnLst>
                                    <p:set>
                                      <p:cBhvr>
                                        <p:cTn id="14" dur="1" fill="hold">
                                          <p:stCondLst>
                                            <p:cond delay="0"/>
                                          </p:stCondLst>
                                        </p:cTn>
                                        <p:tgtEl>
                                          <p:spTgt spid="24"/>
                                        </p:tgtEl>
                                        <p:attrNameLst>
                                          <p:attrName>style.visibility</p:attrName>
                                        </p:attrNameLst>
                                      </p:cBhvr>
                                      <p:to>
                                        <p:strVal val="visible"/>
                                      </p:to>
                                    </p:set>
                                    <p:anim calcmode="lin" valueType="num">
                                      <p:cBhvr>
                                        <p:cTn id="15" dur="500" fill="hold"/>
                                        <p:tgtEl>
                                          <p:spTgt spid="24"/>
                                        </p:tgtEl>
                                        <p:attrNameLst>
                                          <p:attrName>ppt_w</p:attrName>
                                        </p:attrNameLst>
                                      </p:cBhvr>
                                      <p:tavLst>
                                        <p:tav tm="0">
                                          <p:val>
                                            <p:fltVal val="0"/>
                                          </p:val>
                                        </p:tav>
                                        <p:tav tm="100000">
                                          <p:val>
                                            <p:strVal val="#ppt_w"/>
                                          </p:val>
                                        </p:tav>
                                      </p:tavLst>
                                    </p:anim>
                                    <p:anim calcmode="lin" valueType="num">
                                      <p:cBhvr>
                                        <p:cTn id="16" dur="500" fill="hold"/>
                                        <p:tgtEl>
                                          <p:spTgt spid="24"/>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400"/>
                                  </p:stCondLst>
                                  <p:childTnLst>
                                    <p:set>
                                      <p:cBhvr>
                                        <p:cTn id="18" dur="1" fill="hold">
                                          <p:stCondLst>
                                            <p:cond delay="0"/>
                                          </p:stCondLst>
                                        </p:cTn>
                                        <p:tgtEl>
                                          <p:spTgt spid="22"/>
                                        </p:tgtEl>
                                        <p:attrNameLst>
                                          <p:attrName>style.visibility</p:attrName>
                                        </p:attrNameLst>
                                      </p:cBhvr>
                                      <p:to>
                                        <p:strVal val="visible"/>
                                      </p:to>
                                    </p:set>
                                    <p:anim calcmode="lin" valueType="num">
                                      <p:cBhvr>
                                        <p:cTn id="19" dur="500" fill="hold"/>
                                        <p:tgtEl>
                                          <p:spTgt spid="22"/>
                                        </p:tgtEl>
                                        <p:attrNameLst>
                                          <p:attrName>ppt_w</p:attrName>
                                        </p:attrNameLst>
                                      </p:cBhvr>
                                      <p:tavLst>
                                        <p:tav tm="0">
                                          <p:val>
                                            <p:fltVal val="0"/>
                                          </p:val>
                                        </p:tav>
                                        <p:tav tm="100000">
                                          <p:val>
                                            <p:strVal val="#ppt_w"/>
                                          </p:val>
                                        </p:tav>
                                      </p:tavLst>
                                    </p:anim>
                                    <p:anim calcmode="lin" valueType="num">
                                      <p:cBhvr>
                                        <p:cTn id="20" dur="500" fill="hold"/>
                                        <p:tgtEl>
                                          <p:spTgt spid="22"/>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100"/>
                                  </p:stCondLst>
                                  <p:childTnLst>
                                    <p:set>
                                      <p:cBhvr>
                                        <p:cTn id="22" dur="1" fill="hold">
                                          <p:stCondLst>
                                            <p:cond delay="0"/>
                                          </p:stCondLst>
                                        </p:cTn>
                                        <p:tgtEl>
                                          <p:spTgt spid="36"/>
                                        </p:tgtEl>
                                        <p:attrNameLst>
                                          <p:attrName>style.visibility</p:attrName>
                                        </p:attrNameLst>
                                      </p:cBhvr>
                                      <p:to>
                                        <p:strVal val="visible"/>
                                      </p:to>
                                    </p:set>
                                    <p:anim calcmode="lin" valueType="num">
                                      <p:cBhvr>
                                        <p:cTn id="23" dur="500" fill="hold"/>
                                        <p:tgtEl>
                                          <p:spTgt spid="36"/>
                                        </p:tgtEl>
                                        <p:attrNameLst>
                                          <p:attrName>ppt_w</p:attrName>
                                        </p:attrNameLst>
                                      </p:cBhvr>
                                      <p:tavLst>
                                        <p:tav tm="0">
                                          <p:val>
                                            <p:fltVal val="0"/>
                                          </p:val>
                                        </p:tav>
                                        <p:tav tm="100000">
                                          <p:val>
                                            <p:strVal val="#ppt_w"/>
                                          </p:val>
                                        </p:tav>
                                      </p:tavLst>
                                    </p:anim>
                                    <p:anim calcmode="lin" valueType="num">
                                      <p:cBhvr>
                                        <p:cTn id="24" dur="500" fill="hold"/>
                                        <p:tgtEl>
                                          <p:spTgt spid="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0" grpId="0" bldLvl="0" animBg="1"/>
      <p:bldP spid="21" grpId="0" bldLvl="0" animBg="1"/>
      <p:bldP spid="22" grpId="0" bldLvl="0" animBg="1"/>
      <p:bldP spid="36" grpId="0" bldLvl="0" animBg="1"/>
    </p:bldLst>
  </p:timing>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8194" name="Picture 2" descr="2"/>
          <p:cNvPicPr>
            <a:picLocks noChangeAspect="1"/>
          </p:cNvPicPr>
          <p:nvPr/>
        </p:nvPicPr>
        <p:blipFill>
          <a:blip r:embed="rId2"/>
          <a:stretch>
            <a:fillRect/>
          </a:stretch>
        </p:blipFill>
        <p:spPr>
          <a:xfrm>
            <a:off x="-14287" y="754063"/>
            <a:ext cx="9142412" cy="3810000"/>
          </a:xfrm>
          <a:prstGeom prst="rect">
            <a:avLst/>
          </a:prstGeom>
          <a:noFill/>
          <a:ln w="9525">
            <a:noFill/>
          </a:ln>
        </p:spPr>
      </p:pic>
      <p:pic>
        <p:nvPicPr>
          <p:cNvPr id="8195" name="Picture 6" descr="院徽副本"/>
          <p:cNvPicPr>
            <a:picLocks noChangeAspect="1"/>
          </p:cNvPicPr>
          <p:nvPr/>
        </p:nvPicPr>
        <p:blipFill>
          <a:blip r:embed="rId3"/>
          <a:stretch>
            <a:fillRect/>
          </a:stretch>
        </p:blipFill>
        <p:spPr>
          <a:xfrm>
            <a:off x="7759700" y="823913"/>
            <a:ext cx="957263" cy="1189037"/>
          </a:xfrm>
          <a:prstGeom prst="rect">
            <a:avLst/>
          </a:prstGeom>
          <a:noFill/>
          <a:ln w="9525">
            <a:noFill/>
          </a:ln>
        </p:spPr>
      </p:pic>
      <p:sp>
        <p:nvSpPr>
          <p:cNvPr id="2051" name="Rectangle 3"/>
          <p:cNvSpPr>
            <a:spLocks noGrp="1" noChangeArrowheads="1"/>
          </p:cNvSpPr>
          <p:nvPr>
            <p:ph type="ctrTitle" sz="quarter"/>
          </p:nvPr>
        </p:nvSpPr>
        <p:spPr>
          <a:xfrm>
            <a:off x="685598" y="1392465"/>
            <a:ext cx="5304953" cy="1666119"/>
          </a:xfrm>
        </p:spPr>
        <p:txBody>
          <a:bodyPr/>
          <a:lstStyle>
            <a:lvl1pPr algn="ctr">
              <a:defRPr sz="3900" b="1">
                <a:solidFill>
                  <a:schemeClr val="bg1"/>
                </a:solidFill>
                <a:latin typeface="微软雅黑" panose="020B0503020204020204" charset="-122"/>
                <a:ea typeface="微软雅黑" panose="020B0503020204020204" charset="-122"/>
              </a:defRPr>
            </a:lvl1pPr>
          </a:lstStyle>
          <a:p>
            <a:pPr fontAlgn="base"/>
            <a:r>
              <a:rPr lang="zh-CN" altLang="en-US" strike="noStrike" noProof="1"/>
              <a:t>单击此处编辑母版标题样式</a:t>
            </a:r>
          </a:p>
        </p:txBody>
      </p:sp>
      <p:sp>
        <p:nvSpPr>
          <p:cNvPr id="2052" name="Rectangle 4"/>
          <p:cNvSpPr>
            <a:spLocks noGrp="1" noChangeArrowheads="1"/>
          </p:cNvSpPr>
          <p:nvPr>
            <p:ph type="subTitle" sz="quarter" idx="1"/>
          </p:nvPr>
        </p:nvSpPr>
        <p:spPr>
          <a:xfrm>
            <a:off x="684193" y="3182560"/>
            <a:ext cx="5306358" cy="864809"/>
          </a:xfrm>
        </p:spPr>
        <p:txBody>
          <a:bodyPr lIns="71551" tIns="35775" rIns="71551" bIns="35775"/>
          <a:lstStyle>
            <a:lvl1pPr marL="0" indent="0" algn="ctr">
              <a:buFont typeface="Wingdings" panose="05000000000000000000" pitchFamily="2" charset="2"/>
              <a:buNone/>
              <a:defRPr sz="2300" b="0">
                <a:solidFill>
                  <a:schemeClr val="bg1"/>
                </a:solidFill>
                <a:latin typeface="微软雅黑" panose="020B0503020204020204" charset="-122"/>
                <a:ea typeface="微软雅黑" panose="020B0503020204020204" charset="-122"/>
              </a:defRPr>
            </a:lvl1pPr>
          </a:lstStyle>
          <a:p>
            <a:pPr fontAlgn="base"/>
            <a:r>
              <a:rPr lang="zh-CN" altLang="en-US" sz="3065" strike="noStrike" noProof="1"/>
              <a:t>单击此处编辑母版副标题样式</a:t>
            </a:r>
            <a:endParaRPr lang="zh-CN" altLang="en-US" strike="noStrike" noProof="1"/>
          </a:p>
        </p:txBody>
      </p:sp>
      <p:sp>
        <p:nvSpPr>
          <p:cNvPr id="12" name="Rectangle 5"/>
          <p:cNvSpPr>
            <a:spLocks noGrp="1" noChangeArrowheads="1"/>
          </p:cNvSpPr>
          <p:nvPr>
            <p:ph type="dt" sz="quarter" idx="2"/>
          </p:nvPr>
        </p:nvSpPr>
        <p:spPr bwMode="auto">
          <a:xfrm>
            <a:off x="8050213" y="4246563"/>
            <a:ext cx="2135188" cy="473075"/>
          </a:xfrm>
          <a:prstGeom prst="rect">
            <a:avLst/>
          </a:prstGeom>
          <a:noFill/>
          <a:ln w="9525">
            <a:noFill/>
            <a:miter lim="800000"/>
          </a:ln>
          <a:effectLst/>
        </p:spPr>
        <p:txBody>
          <a:bodyPr vert="horz" wrap="square" lIns="71551" tIns="35775" rIns="71551" bIns="35775" numCol="1" anchor="t" anchorCtr="0" compatLnSpc="1"/>
          <a:lstStyle>
            <a:lvl1pPr>
              <a:lnSpc>
                <a:spcPct val="100000"/>
              </a:lnSpc>
              <a:defRPr>
                <a:latin typeface="FrutigerNext LT Regular" pitchFamily="2"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8C9600A3-AC53-410A-A21C-D3D4BEE729DE}" type="datetime1">
              <a:rPr kumimoji="0" lang="zh-CN" altLang="en-US" sz="1100" b="0" i="0" u="none" strike="noStrike" kern="1200" cap="none" spc="0" normalizeH="0" baseline="0" noProof="0">
                <a:ln>
                  <a:noFill/>
                </a:ln>
                <a:solidFill>
                  <a:schemeClr val="tx1"/>
                </a:solidFill>
                <a:effectLst/>
                <a:uLnTx/>
                <a:uFillTx/>
                <a:latin typeface="FrutigerNext LT Regular" pitchFamily="2" charset="0"/>
                <a:ea typeface="MS PGothic" panose="020B0600070205080204" pitchFamily="34" charset="-128"/>
                <a:cs typeface="+mn-cs"/>
              </a:rPr>
              <a:t>2022/11/15</a:t>
            </a:fld>
            <a:endParaRPr kumimoji="0" lang="en-US" altLang="zh-CN" sz="1100" b="0" i="0" u="none" strike="noStrike" kern="1200" cap="none" spc="0" normalizeH="0" baseline="0" noProof="0">
              <a:ln>
                <a:noFill/>
              </a:ln>
              <a:solidFill>
                <a:schemeClr val="tx1"/>
              </a:solidFill>
              <a:effectLst/>
              <a:uLnTx/>
              <a:uFillTx/>
              <a:latin typeface="FrutigerNext LT Regular" pitchFamily="2" charset="0"/>
              <a:ea typeface="MS PGothic" panose="020B0600070205080204" pitchFamily="34" charset="-128"/>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300"/>
            </a:lvl1p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lvl1pPr>
              <a:lnSpc>
                <a:spcPct val="150000"/>
              </a:lnSpc>
              <a:defRPr sz="2000"/>
            </a:lvl1pPr>
            <a:lvl2pPr>
              <a:lnSpc>
                <a:spcPct val="150000"/>
              </a:lnSpc>
              <a:defRPr sz="2000"/>
            </a:lvl2pPr>
            <a:lvl3pPr>
              <a:lnSpc>
                <a:spcPct val="150000"/>
              </a:lnSpc>
              <a:defRPr sz="2000"/>
            </a:lvl3pPr>
            <a:lvl4pPr>
              <a:lnSpc>
                <a:spcPct val="150000"/>
              </a:lnSpc>
              <a:defRPr sz="2000"/>
            </a:lvl4pPr>
            <a:lvl5pPr>
              <a:lnSpc>
                <a:spcPct val="150000"/>
              </a:lnSpc>
              <a:defRPr sz="2000"/>
            </a:lvl5pPr>
          </a:lstStyle>
          <a:p>
            <a:pPr lvl="0" fontAlgn="base"/>
            <a:r>
              <a:rPr lang="zh-CN" altLang="en-US" sz="26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665" strike="noStrike" noProof="1"/>
              <a:t>第四级</a:t>
            </a:r>
            <a:endParaRPr lang="zh-CN" altLang="en-US" strike="noStrike" noProof="1"/>
          </a:p>
          <a:p>
            <a:pPr lvl="4" fontAlgn="base"/>
            <a:r>
              <a:rPr lang="zh-CN" altLang="en-US" sz="2665" strike="noStrike" noProof="1"/>
              <a:t>第五级</a:t>
            </a:r>
            <a:endParaRPr lang="zh-CN" altLang="en-US" strike="noStrike" noProof="1"/>
          </a:p>
        </p:txBody>
      </p:sp>
      <p:sp>
        <p:nvSpPr>
          <p:cNvPr id="9" name="日期占位符 3"/>
          <p:cNvSpPr>
            <a:spLocks noGrp="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lvl1pPr>
              <a:defRPr/>
            </a:lvl1pPr>
          </a:lstStyle>
          <a:p>
            <a:pPr marL="0" marR="0" lvl="0" indent="0" algn="l" defTabSz="914400" rtl="0" eaLnBrk="0" fontAlgn="base" latinLnBrk="0" hangingPunct="0">
              <a:lnSpc>
                <a:spcPct val="85000"/>
              </a:lnSpc>
              <a:spcBef>
                <a:spcPct val="0"/>
              </a:spcBef>
              <a:spcAft>
                <a:spcPct val="0"/>
              </a:spcAft>
              <a:buClrTx/>
              <a:buSzTx/>
              <a:buFontTx/>
              <a:buNone/>
              <a:defRPr/>
            </a:pPr>
            <a:endParaRPr kumimoji="0" lang="en-GB" altLang="en-US" sz="1100" b="0" i="0" u="none" strike="noStrike" kern="1200" cap="none" spc="0" normalizeH="0" baseline="0" noProof="0">
              <a:ln>
                <a:noFill/>
              </a:ln>
              <a:solidFill>
                <a:schemeClr val="tx1"/>
              </a:solidFill>
              <a:effectLst/>
              <a:uLnTx/>
              <a:uFillTx/>
              <a:latin typeface="FrutigerNext LT Bold" pitchFamily="4" charset="0"/>
              <a:ea typeface="MS PGothic" panose="020B0600070205080204" pitchFamily="34" charset="-128"/>
              <a:cs typeface="+mn-cs"/>
            </a:endParaRPr>
          </a:p>
        </p:txBody>
      </p:sp>
      <p:sp>
        <p:nvSpPr>
          <p:cNvPr id="11"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sz="1100">
                <a:latin typeface="FrutigerNext LT Regular" pitchFamily="2" charset="0"/>
              </a:rPr>
              <a:t> HTTP://DLS.ZZU.EDU.CN</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p:spPr>
        <p:txBody>
          <a:bodyPr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p:spPr>
        <p:txBody>
          <a:bodyPr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z="2135" strike="noStrike" noProof="1"/>
              <a:t>单击此处编辑母版文本样式</a:t>
            </a:r>
            <a:endParaRPr lang="zh-CN" altLang="en-US" strike="noStrike" noProof="1"/>
          </a:p>
        </p:txBody>
      </p:sp>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4" name="页脚占位符 3"/>
          <p:cNvSpPr>
            <a:spLocks noGrp="1"/>
          </p:cNvSpPr>
          <p:nvPr>
            <p:ph type="ftr" sz="quarter" idx="10"/>
          </p:nvPr>
        </p:nvSpPr>
        <p:spPr>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a:latin typeface="微软雅黑" panose="020B0503020204020204" charset="-122"/>
                <a:ea typeface="微软雅黑" panose="020B0503020204020204" charset="-122"/>
              </a:rPr>
              <a:t> HTTP://DLS.ZZU.EDU.CN</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735" strike="noStrike" noProof="1"/>
              <a:t>单击此处编辑母版标题样式</a:t>
            </a:r>
            <a:endParaRPr lang="zh-CN" altLang="en-US" strike="noStrike" noProof="1"/>
          </a:p>
        </p:txBody>
      </p:sp>
      <p:sp>
        <p:nvSpPr>
          <p:cNvPr id="3" name="内容占位符 2"/>
          <p:cNvSpPr>
            <a:spLocks noGrp="1"/>
          </p:cNvSpPr>
          <p:nvPr>
            <p:ph sz="half" idx="1"/>
          </p:nvPr>
        </p:nvSpPr>
        <p:spPr>
          <a:xfrm>
            <a:off x="653286"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85387"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9" name="Rectangle 3"/>
          <p:cNvSpPr>
            <a:spLocks noGrp="1" noChangeArrowheads="1"/>
          </p:cNvSpPr>
          <p:nvPr>
            <p:ph type="dt" sz="half" idx="1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5" name="页脚占位符 4"/>
          <p:cNvSpPr>
            <a:spLocks noGrp="1"/>
          </p:cNvSpPr>
          <p:nvPr>
            <p:ph type="ftr" sz="quarter" idx="13"/>
          </p:nvPr>
        </p:nvSpPr>
        <p:spPr>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a:latin typeface="微软雅黑" panose="020B0503020204020204" charset="-122"/>
                <a:ea typeface="微软雅黑" panose="020B0503020204020204" charset="-122"/>
              </a:rPr>
              <a:t> HTTP://DLS.ZZU.EDU.CN</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p:spPr>
        <p:txBody>
          <a:bodyPr/>
          <a:lstStyle>
            <a:lvl1pPr>
              <a:defRPr/>
            </a:lvl1pPr>
          </a:lstStyle>
          <a:p>
            <a:pPr fontAlgn="base"/>
            <a:r>
              <a:rPr lang="zh-CN" altLang="en-US" sz="3735" strike="noStrike" noProof="1"/>
              <a:t>单击此处编辑母版标题样式</a:t>
            </a:r>
            <a:endParaRPr lang="zh-CN" altLang="en-US" strike="noStrike" noProof="1"/>
          </a:p>
        </p:txBody>
      </p:sp>
      <p:sp>
        <p:nvSpPr>
          <p:cNvPr id="3" name="文本占位符 2"/>
          <p:cNvSpPr>
            <a:spLocks noGrp="1"/>
          </p:cNvSpPr>
          <p:nvPr>
            <p:ph type="body" idx="1"/>
          </p:nvPr>
        </p:nvSpPr>
        <p:spPr>
          <a:xfrm>
            <a:off x="456597" y="1534584"/>
            <a:ext cx="404053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4" name="内容占位符 3"/>
          <p:cNvSpPr>
            <a:spLocks noGrp="1"/>
          </p:cNvSpPr>
          <p:nvPr>
            <p:ph sz="half" idx="2"/>
          </p:nvPr>
        </p:nvSpPr>
        <p:spPr>
          <a:xfrm>
            <a:off x="456597" y="2175632"/>
            <a:ext cx="404053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
        <p:nvSpPr>
          <p:cNvPr id="5" name="文本占位符 4"/>
          <p:cNvSpPr>
            <a:spLocks noGrp="1"/>
          </p:cNvSpPr>
          <p:nvPr>
            <p:ph type="body" sz="quarter" idx="3"/>
          </p:nvPr>
        </p:nvSpPr>
        <p:spPr>
          <a:xfrm>
            <a:off x="4644643" y="1534584"/>
            <a:ext cx="404334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4643" y="2175632"/>
            <a:ext cx="404334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
        <p:nvSpPr>
          <p:cNvPr id="9" name="Rectangle 3"/>
          <p:cNvSpPr>
            <a:spLocks noGrp="1" noChangeArrowheads="1"/>
          </p:cNvSpPr>
          <p:nvPr>
            <p:ph type="dt" sz="half" idx="1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7" name="页脚占位符 6"/>
          <p:cNvSpPr>
            <a:spLocks noGrp="1"/>
          </p:cNvSpPr>
          <p:nvPr>
            <p:ph type="ftr" sz="quarter" idx="13"/>
          </p:nvPr>
        </p:nvSpPr>
        <p:spPr>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a:latin typeface="微软雅黑" panose="020B0503020204020204" charset="-122"/>
                <a:ea typeface="微软雅黑" panose="020B0503020204020204" charset="-122"/>
              </a:rPr>
              <a:t> HTTP://DLS.ZZU.EDU.CN</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735" strike="noStrike" noProof="1"/>
              <a:t>单击此处编辑母版标题样式</a:t>
            </a:r>
            <a:endParaRPr lang="zh-CN" altLang="en-US" strike="noStrike" noProof="1"/>
          </a:p>
        </p:txBody>
      </p:sp>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sz="1300">
                <a:latin typeface="FrutigerNext LT Regular" pitchFamily="2" charset="0"/>
              </a:rPr>
              <a:t> HTTP://DLS.ZZU.EDU.CN</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2" name="页脚占位符 1"/>
          <p:cNvSpPr>
            <a:spLocks noGrp="1"/>
          </p:cNvSpPr>
          <p:nvPr>
            <p:ph type="ftr" sz="quarter" idx="10"/>
          </p:nvPr>
        </p:nvSpPr>
        <p:spPr>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a:latin typeface="微软雅黑" panose="020B0503020204020204" charset="-122"/>
                <a:ea typeface="微软雅黑" panose="020B0503020204020204" charset="-122"/>
              </a:rPr>
              <a:t> HTTP://DLS.ZZU.EDU.CN</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p:spPr>
        <p:txBody>
          <a:bodyPr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内容占位符 2"/>
          <p:cNvSpPr>
            <a:spLocks noGrp="1"/>
          </p:cNvSpPr>
          <p:nvPr>
            <p:ph idx="1"/>
          </p:nvPr>
        </p:nvSpPr>
        <p:spPr>
          <a:xfrm>
            <a:off x="3575505" y="273656"/>
            <a:ext cx="5112479" cy="5852583"/>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z="3465" strike="noStrike" noProof="1"/>
              <a:t>单击此处编辑母版文本样式</a:t>
            </a:r>
            <a:endParaRPr lang="zh-CN" altLang="en-US" strike="noStrike" noProof="1"/>
          </a:p>
          <a:p>
            <a:pPr lvl="1" fontAlgn="base"/>
            <a:r>
              <a:rPr lang="zh-CN" altLang="en-US" sz="30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135" strike="noStrike" noProof="1"/>
              <a:t>第四级</a:t>
            </a:r>
            <a:endParaRPr lang="zh-CN" altLang="en-US" strike="noStrike" noProof="1"/>
          </a:p>
          <a:p>
            <a:pPr lvl="4" fontAlgn="base"/>
            <a:r>
              <a:rPr lang="zh-CN" altLang="en-US" sz="2135" strike="noStrike" noProof="1"/>
              <a:t>第五级</a:t>
            </a:r>
            <a:endParaRPr lang="zh-CN" altLang="en-US" strike="noStrike" noProof="1"/>
          </a:p>
        </p:txBody>
      </p:sp>
      <p:sp>
        <p:nvSpPr>
          <p:cNvPr id="4" name="文本占位符 3"/>
          <p:cNvSpPr>
            <a:spLocks noGrp="1"/>
          </p:cNvSpPr>
          <p:nvPr>
            <p:ph type="body" sz="half" idx="2"/>
          </p:nvPr>
        </p:nvSpPr>
        <p:spPr>
          <a:xfrm>
            <a:off x="456598" y="1434799"/>
            <a:ext cx="3009325" cy="4691440"/>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
        <p:nvSpPr>
          <p:cNvPr id="9" name="Rectangle 3"/>
          <p:cNvSpPr>
            <a:spLocks noGrp="1" noChangeArrowheads="1"/>
          </p:cNvSpPr>
          <p:nvPr>
            <p:ph type="dt" sz="half" idx="1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5" name="页脚占位符 4"/>
          <p:cNvSpPr>
            <a:spLocks noGrp="1"/>
          </p:cNvSpPr>
          <p:nvPr>
            <p:ph type="ftr" sz="quarter" idx="13"/>
          </p:nvPr>
        </p:nvSpPr>
        <p:spPr>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a:latin typeface="微软雅黑" panose="020B0503020204020204" charset="-122"/>
                <a:ea typeface="微软雅黑" panose="020B0503020204020204" charset="-122"/>
              </a:rPr>
              <a:t> HTTP://DLS.ZZU.EDU.CN</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p:spPr>
        <p:txBody>
          <a:bodyPr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图片占位符 2"/>
          <p:cNvSpPr>
            <a:spLocks noGrp="1"/>
          </p:cNvSpPr>
          <p:nvPr>
            <p:ph type="pic" idx="1"/>
          </p:nvPr>
        </p:nvSpPr>
        <p:spPr>
          <a:xfrm>
            <a:off x="1792670" y="612323"/>
            <a:ext cx="5486187" cy="4115405"/>
          </a:xfrm>
        </p:spPr>
        <p:txBody>
          <a:bodyPr vert="horz" wrap="square" lIns="71562" tIns="35781" rIns="71562" bIns="35781" numCol="1" anchor="t" anchorCtr="0" compatLnSpc="1"/>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40000"/>
              </a:lnSpc>
              <a:spcBef>
                <a:spcPct val="0"/>
              </a:spcBef>
              <a:spcAft>
                <a:spcPct val="0"/>
              </a:spcAft>
              <a:buClr>
                <a:schemeClr val="bg2"/>
              </a:buClr>
              <a:buSzPct val="60000"/>
              <a:buFont typeface="Wingdings" panose="05000000000000000000" pitchFamily="2" charset="2"/>
              <a:buNone/>
              <a:defRPr/>
            </a:pPr>
            <a:endParaRPr kumimoji="0" lang="zh-CN" altLang="en-US" sz="2600" b="1" i="0" u="none" strike="noStrike" kern="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
        <p:nvSpPr>
          <p:cNvPr id="4" name="文本占位符 3"/>
          <p:cNvSpPr>
            <a:spLocks noGrp="1"/>
          </p:cNvSpPr>
          <p:nvPr>
            <p:ph type="body" sz="half" idx="2"/>
          </p:nvPr>
        </p:nvSpPr>
        <p:spPr>
          <a:xfrm>
            <a:off x="1792670" y="5367261"/>
            <a:ext cx="5486187" cy="804333"/>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
        <p:nvSpPr>
          <p:cNvPr id="9" name="Rectangle 3"/>
          <p:cNvSpPr>
            <a:spLocks noGrp="1" noChangeArrowheads="1"/>
          </p:cNvSpPr>
          <p:nvPr>
            <p:ph type="dt" sz="half" idx="1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5" name="页脚占位符 4"/>
          <p:cNvSpPr>
            <a:spLocks noGrp="1"/>
          </p:cNvSpPr>
          <p:nvPr>
            <p:ph type="ftr" sz="quarter" idx="13"/>
          </p:nvPr>
        </p:nvSpPr>
        <p:spPr>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a:latin typeface="微软雅黑" panose="020B0503020204020204" charset="-122"/>
                <a:ea typeface="微软雅黑" panose="020B0503020204020204" charset="-122"/>
              </a:rPr>
              <a:t> HTTP://DLS.ZZU.EDU.CN</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7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z="26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665" strike="noStrike" noProof="1"/>
              <a:t>第四级</a:t>
            </a:r>
            <a:endParaRPr lang="zh-CN" altLang="en-US" strike="noStrike" noProof="1"/>
          </a:p>
          <a:p>
            <a:pPr lvl="4" fontAlgn="base"/>
            <a:r>
              <a:rPr lang="zh-CN" altLang="en-US" sz="2665" strike="noStrike" noProof="1"/>
              <a:t>第五级</a:t>
            </a:r>
            <a:endParaRPr lang="zh-CN" altLang="en-US" strike="noStrike" noProof="1"/>
          </a:p>
        </p:txBody>
      </p:sp>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4" name="页脚占位符 3"/>
          <p:cNvSpPr>
            <a:spLocks noGrp="1"/>
          </p:cNvSpPr>
          <p:nvPr>
            <p:ph type="ftr" sz="quarter" idx="10"/>
          </p:nvPr>
        </p:nvSpPr>
        <p:spPr>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a:latin typeface="微软雅黑" panose="020B0503020204020204" charset="-122"/>
                <a:ea typeface="微软雅黑" panose="020B0503020204020204" charset="-122"/>
              </a:rPr>
              <a:t> HTTP://DLS.ZZU.EDU.CN</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0284" y="430893"/>
            <a:ext cx="1982333" cy="5405059"/>
          </a:xfrm>
        </p:spPr>
        <p:txBody>
          <a:bodyPr vert="eaVert"/>
          <a:lstStyle/>
          <a:p>
            <a:pPr fontAlgn="base"/>
            <a:r>
              <a:rPr lang="zh-CN" altLang="en-US" sz="37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53286" y="430893"/>
            <a:ext cx="5812127" cy="5405059"/>
          </a:xfrm>
        </p:spPr>
        <p:txBody>
          <a:bodyPr vert="eaVert"/>
          <a:lstStyle/>
          <a:p>
            <a:pPr lvl="0" fontAlgn="base"/>
            <a:r>
              <a:rPr lang="zh-CN" altLang="en-US" sz="26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665" strike="noStrike" noProof="1"/>
              <a:t>第四级</a:t>
            </a:r>
            <a:endParaRPr lang="zh-CN" altLang="en-US" strike="noStrike" noProof="1"/>
          </a:p>
          <a:p>
            <a:pPr lvl="4" fontAlgn="base"/>
            <a:r>
              <a:rPr lang="zh-CN" altLang="en-US" sz="2665" strike="noStrike" noProof="1"/>
              <a:t>第五级</a:t>
            </a:r>
            <a:endParaRPr lang="zh-CN" altLang="en-US" strike="noStrike" noProof="1"/>
          </a:p>
        </p:txBody>
      </p:sp>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4" name="页脚占位符 3"/>
          <p:cNvSpPr>
            <a:spLocks noGrp="1"/>
          </p:cNvSpPr>
          <p:nvPr>
            <p:ph type="ftr" sz="quarter" idx="10"/>
          </p:nvPr>
        </p:nvSpPr>
        <p:spPr>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a:latin typeface="微软雅黑" panose="020B0503020204020204" charset="-122"/>
                <a:ea typeface="微软雅黑" panose="020B0503020204020204" charset="-122"/>
              </a:rPr>
              <a:t> HTTP://DLS.ZZU.EDU.CN</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598" y="2130275"/>
            <a:ext cx="7773386" cy="1469572"/>
          </a:xfrm>
        </p:spPr>
        <p:txBody>
          <a:bodyPr/>
          <a:lstStyle/>
          <a:p>
            <a:pPr fontAlgn="base"/>
            <a:r>
              <a:rPr lang="zh-CN" altLang="en-US" sz="4135" strike="noStrike" noProof="1"/>
              <a:t>单击此处编辑母版标题样式</a:t>
            </a:r>
            <a:endParaRPr lang="zh-CN" altLang="en-US" strike="noStrike" noProof="1"/>
          </a:p>
        </p:txBody>
      </p:sp>
      <p:sp>
        <p:nvSpPr>
          <p:cNvPr id="3" name="副标题 2"/>
          <p:cNvSpPr>
            <a:spLocks noGrp="1"/>
          </p:cNvSpPr>
          <p:nvPr>
            <p:ph type="subTitle" idx="1"/>
          </p:nvPr>
        </p:nvSpPr>
        <p:spPr>
          <a:xfrm>
            <a:off x="1371195" y="3885596"/>
            <a:ext cx="6402191" cy="1753809"/>
          </a:xfrm>
        </p:spPr>
        <p:txBody>
          <a:bodyPr/>
          <a:lstStyle>
            <a:lvl1pPr marL="0" indent="0" algn="ctr">
              <a:buNone/>
              <a:defRPr/>
            </a:lvl1pPr>
            <a:lvl2pPr marL="372745" indent="0" algn="ctr">
              <a:buNone/>
              <a:defRPr/>
            </a:lvl2pPr>
            <a:lvl3pPr marL="744855" indent="0" algn="ctr">
              <a:buNone/>
              <a:defRPr/>
            </a:lvl3pPr>
            <a:lvl4pPr marL="1118235" indent="0" algn="ctr">
              <a:buNone/>
              <a:defRPr/>
            </a:lvl4pPr>
            <a:lvl5pPr marL="1490345" indent="0" algn="ctr">
              <a:buNone/>
              <a:defRPr/>
            </a:lvl5pPr>
            <a:lvl6pPr marL="1863090" indent="0" algn="ctr">
              <a:buNone/>
              <a:defRPr/>
            </a:lvl6pPr>
            <a:lvl7pPr marL="2235835" indent="0" algn="ctr">
              <a:buNone/>
              <a:defRPr/>
            </a:lvl7pPr>
            <a:lvl8pPr marL="2608580" indent="0" algn="ctr">
              <a:buNone/>
              <a:defRPr/>
            </a:lvl8pPr>
            <a:lvl9pPr marL="2980690" indent="0" algn="ctr">
              <a:buNone/>
              <a:defRPr/>
            </a:lvl9pPr>
          </a:lstStyle>
          <a:p>
            <a:pPr fontAlgn="base"/>
            <a:r>
              <a:rPr lang="zh-CN" altLang="en-US" strike="noStrike" noProof="1"/>
              <a:t>单击此处编辑母版副标题样式</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4135"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535" strike="noStrike" noProof="1"/>
              <a:t>第四级</a:t>
            </a:r>
            <a:endParaRPr lang="zh-CN" altLang="en-US" strike="noStrike" noProof="1"/>
          </a:p>
          <a:p>
            <a:pPr lvl="4" fontAlgn="base"/>
            <a:r>
              <a:rPr lang="zh-CN" altLang="en-US" sz="2265" strike="noStrike" noProof="1"/>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p:spPr>
        <p:txBody>
          <a:bodyPr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p:spPr>
        <p:txBody>
          <a:bodyPr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z="2135" strike="noStrike" noProof="1"/>
              <a:t>单击此处编辑母版文本样式</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4135" strike="noStrike" noProof="1"/>
              <a:t>单击此处编辑母版标题样式</a:t>
            </a:r>
            <a:endParaRPr lang="zh-CN" altLang="en-US" strike="noStrike" noProof="1"/>
          </a:p>
        </p:txBody>
      </p:sp>
      <p:sp>
        <p:nvSpPr>
          <p:cNvPr id="3" name="内容占位符 2"/>
          <p:cNvSpPr>
            <a:spLocks noGrp="1"/>
          </p:cNvSpPr>
          <p:nvPr>
            <p:ph sz="half" idx="1"/>
          </p:nvPr>
        </p:nvSpPr>
        <p:spPr>
          <a:xfrm>
            <a:off x="653286"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85387"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p:spPr>
        <p:txBody>
          <a:bodyPr/>
          <a:lstStyle>
            <a:lvl1pPr>
              <a:defRPr/>
            </a:lvl1pPr>
          </a:lstStyle>
          <a:p>
            <a:pPr fontAlgn="base"/>
            <a:r>
              <a:rPr lang="zh-CN" altLang="en-US" sz="4135" strike="noStrike" noProof="1"/>
              <a:t>单击此处编辑母版标题样式</a:t>
            </a:r>
            <a:endParaRPr lang="zh-CN" altLang="en-US" strike="noStrike" noProof="1"/>
          </a:p>
        </p:txBody>
      </p:sp>
      <p:sp>
        <p:nvSpPr>
          <p:cNvPr id="3" name="文本占位符 2"/>
          <p:cNvSpPr>
            <a:spLocks noGrp="1"/>
          </p:cNvSpPr>
          <p:nvPr>
            <p:ph type="body" idx="1"/>
          </p:nvPr>
        </p:nvSpPr>
        <p:spPr>
          <a:xfrm>
            <a:off x="456597" y="1534584"/>
            <a:ext cx="404053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4" name="内容占位符 3"/>
          <p:cNvSpPr>
            <a:spLocks noGrp="1"/>
          </p:cNvSpPr>
          <p:nvPr>
            <p:ph sz="half" idx="2"/>
          </p:nvPr>
        </p:nvSpPr>
        <p:spPr>
          <a:xfrm>
            <a:off x="456597" y="2175632"/>
            <a:ext cx="404053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
        <p:nvSpPr>
          <p:cNvPr id="5" name="文本占位符 4"/>
          <p:cNvSpPr>
            <a:spLocks noGrp="1"/>
          </p:cNvSpPr>
          <p:nvPr>
            <p:ph type="body" sz="quarter" idx="3"/>
          </p:nvPr>
        </p:nvSpPr>
        <p:spPr>
          <a:xfrm>
            <a:off x="4644643" y="1534584"/>
            <a:ext cx="404334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4643" y="2175632"/>
            <a:ext cx="404334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4135" strike="noStrike" noProof="1"/>
              <a:t>单击此处编辑母版标题样式</a:t>
            </a:r>
            <a:endParaRPr lang="zh-CN" altLang="en-US" strike="noStrike"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p:spPr>
        <p:txBody>
          <a:bodyPr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内容占位符 2"/>
          <p:cNvSpPr>
            <a:spLocks noGrp="1"/>
          </p:cNvSpPr>
          <p:nvPr>
            <p:ph idx="1"/>
          </p:nvPr>
        </p:nvSpPr>
        <p:spPr>
          <a:xfrm>
            <a:off x="3575505" y="273656"/>
            <a:ext cx="5112479" cy="5852583"/>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z="3465" strike="noStrike" noProof="1"/>
              <a:t>单击此处编辑母版文本样式</a:t>
            </a:r>
            <a:endParaRPr lang="zh-CN" altLang="en-US" strike="noStrike" noProof="1"/>
          </a:p>
          <a:p>
            <a:pPr lvl="1" fontAlgn="base"/>
            <a:r>
              <a:rPr lang="zh-CN" altLang="en-US" sz="30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135" strike="noStrike" noProof="1"/>
              <a:t>第四级</a:t>
            </a:r>
            <a:endParaRPr lang="zh-CN" altLang="en-US" strike="noStrike" noProof="1"/>
          </a:p>
          <a:p>
            <a:pPr lvl="4" fontAlgn="base"/>
            <a:r>
              <a:rPr lang="zh-CN" altLang="en-US" sz="2135" strike="noStrike" noProof="1"/>
              <a:t>第五级</a:t>
            </a:r>
            <a:endParaRPr lang="zh-CN" altLang="en-US" strike="noStrike" noProof="1"/>
          </a:p>
        </p:txBody>
      </p:sp>
      <p:sp>
        <p:nvSpPr>
          <p:cNvPr id="4" name="文本占位符 3"/>
          <p:cNvSpPr>
            <a:spLocks noGrp="1"/>
          </p:cNvSpPr>
          <p:nvPr>
            <p:ph type="body" sz="half" idx="2"/>
          </p:nvPr>
        </p:nvSpPr>
        <p:spPr>
          <a:xfrm>
            <a:off x="456598" y="1434799"/>
            <a:ext cx="3009325" cy="4691440"/>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p:spPr>
        <p:txBody>
          <a:bodyPr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图片占位符 2"/>
          <p:cNvSpPr>
            <a:spLocks noGrp="1"/>
          </p:cNvSpPr>
          <p:nvPr>
            <p:ph type="pic" idx="1"/>
          </p:nvPr>
        </p:nvSpPr>
        <p:spPr>
          <a:xfrm>
            <a:off x="1792670" y="612323"/>
            <a:ext cx="5486187" cy="4115405"/>
          </a:xfrm>
        </p:spPr>
        <p:txBody>
          <a:bodyPr vert="horz" wrap="square" lIns="71562" tIns="35781" rIns="71562" bIns="35781" numCol="1" anchor="t" anchorCtr="0" compatLnSpc="1"/>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40000"/>
              </a:lnSpc>
              <a:spcBef>
                <a:spcPct val="0"/>
              </a:spcBef>
              <a:spcAft>
                <a:spcPct val="0"/>
              </a:spcAft>
              <a:buClrTx/>
              <a:buSzTx/>
              <a:buFontTx/>
              <a:buNone/>
              <a:defRPr/>
            </a:pPr>
            <a:endParaRPr kumimoji="0" lang="zh-CN" altLang="en-US" sz="26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670" y="5367261"/>
            <a:ext cx="5486187" cy="804333"/>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41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535" strike="noStrike" noProof="1"/>
              <a:t>第四级</a:t>
            </a:r>
            <a:endParaRPr lang="zh-CN" altLang="en-US" strike="noStrike" noProof="1"/>
          </a:p>
          <a:p>
            <a:pPr lvl="4" fontAlgn="base"/>
            <a:r>
              <a:rPr lang="zh-CN" altLang="en-US" sz="2265" strike="noStrike" noProof="1"/>
              <a:t>第五级</a:t>
            </a:r>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0284" y="638024"/>
            <a:ext cx="1982333" cy="5197928"/>
          </a:xfrm>
        </p:spPr>
        <p:txBody>
          <a:bodyPr vert="eaVert"/>
          <a:lstStyle/>
          <a:p>
            <a:pPr fontAlgn="base"/>
            <a:r>
              <a:rPr lang="zh-CN" altLang="en-US" sz="41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53286" y="638024"/>
            <a:ext cx="5812127" cy="5197928"/>
          </a:xfrm>
        </p:spPr>
        <p:txBody>
          <a:bodyPr vert="eaVert"/>
          <a:lstStyle/>
          <a:p>
            <a:pPr lvl="0" fontAlgn="base"/>
            <a:r>
              <a:rPr lang="zh-CN" altLang="en-US" strike="noStrike" noProof="1"/>
              <a:t>单击此处编辑母版文本样式</a:t>
            </a:r>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535" strike="noStrike" noProof="1"/>
              <a:t>第四级</a:t>
            </a:r>
            <a:endParaRPr lang="zh-CN" altLang="en-US" strike="noStrike" noProof="1"/>
          </a:p>
          <a:p>
            <a:pPr lvl="4" fontAlgn="base"/>
            <a:r>
              <a:rPr lang="zh-CN" altLang="en-US" sz="2265" strike="noStrike" noProof="1"/>
              <a:t>第五级</a:t>
            </a:r>
            <a:endParaRPr lang="zh-CN" altLang="en-US" strike="noStrike"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598" y="2130275"/>
            <a:ext cx="7773386" cy="1469572"/>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
        <p:nvSpPr>
          <p:cNvPr id="3" name="副标题 2"/>
          <p:cNvSpPr>
            <a:spLocks noGrp="1"/>
          </p:cNvSpPr>
          <p:nvPr>
            <p:ph type="subTitle" idx="1"/>
          </p:nvPr>
        </p:nvSpPr>
        <p:spPr>
          <a:xfrm>
            <a:off x="1371195" y="3885596"/>
            <a:ext cx="6402191" cy="1753809"/>
          </a:xfrm>
          <a:prstGeom prst="rect">
            <a:avLst/>
          </a:prstGeom>
        </p:spPr>
        <p:txBody>
          <a:bodyPr lIns="74505" tIns="37253" rIns="74505" bIns="37253"/>
          <a:lstStyle>
            <a:lvl1pPr marL="0" indent="0" algn="ctr">
              <a:buNone/>
              <a:defRPr/>
            </a:lvl1pPr>
            <a:lvl2pPr marL="372745" indent="0" algn="ctr">
              <a:buNone/>
              <a:defRPr/>
            </a:lvl2pPr>
            <a:lvl3pPr marL="744855" indent="0" algn="ctr">
              <a:buNone/>
              <a:defRPr/>
            </a:lvl3pPr>
            <a:lvl4pPr marL="1118235" indent="0" algn="ctr">
              <a:buNone/>
              <a:defRPr/>
            </a:lvl4pPr>
            <a:lvl5pPr marL="1490345" indent="0" algn="ctr">
              <a:buNone/>
              <a:defRPr/>
            </a:lvl5pPr>
            <a:lvl6pPr marL="1863090" indent="0" algn="ctr">
              <a:buNone/>
              <a:defRPr/>
            </a:lvl6pPr>
            <a:lvl7pPr marL="2235835" indent="0" algn="ctr">
              <a:buNone/>
              <a:defRPr/>
            </a:lvl7pPr>
            <a:lvl8pPr marL="2608580" indent="0" algn="ctr">
              <a:buNone/>
              <a:defRPr/>
            </a:lvl8pPr>
            <a:lvl9pPr marL="2980690" indent="0" algn="ctr">
              <a:buNone/>
              <a:defRPr/>
            </a:lvl9pPr>
          </a:lstStyle>
          <a:p>
            <a:pPr fontAlgn="base"/>
            <a:r>
              <a:rPr lang="zh-CN" altLang="en-US" sz="3335" strike="noStrike" noProof="1"/>
              <a:t>单击此处编辑母版副标题样式</a:t>
            </a:r>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
        <p:nvSpPr>
          <p:cNvPr id="3" name="内容占位符 2"/>
          <p:cNvSpPr>
            <a:spLocks noGrp="1"/>
          </p:cNvSpPr>
          <p:nvPr>
            <p:ph idx="1"/>
          </p:nvPr>
        </p:nvSpPr>
        <p:spPr>
          <a:xfrm>
            <a:off x="456597" y="1599596"/>
            <a:ext cx="8231387" cy="4526643"/>
          </a:xfrm>
          <a:prstGeom prst="rect">
            <a:avLst/>
          </a:prstGeom>
        </p:spPr>
        <p:txBody>
          <a:bodyPr lIns="74505" tIns="37253" rIns="74505" bIns="37253"/>
          <a:lstStyle/>
          <a:p>
            <a:pPr lvl="0" fontAlgn="base"/>
            <a:r>
              <a:rPr lang="zh-CN" altLang="en-US" sz="3335" strike="noStrike" noProof="1"/>
              <a:t>单击此处编辑母版文本样式</a:t>
            </a:r>
            <a:endParaRPr lang="zh-CN" altLang="en-US" strike="noStrike" noProof="1"/>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a:prstGeom prst="rect">
            <a:avLst/>
          </a:prstGeom>
        </p:spPr>
        <p:txBody>
          <a:bodyPr lIns="74505" tIns="37253" rIns="74505" bIns="37253"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a:prstGeom prst="rect">
            <a:avLst/>
          </a:prstGeom>
        </p:spPr>
        <p:txBody>
          <a:bodyPr lIns="74505" tIns="37253" rIns="74505" bIns="37253"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z="2135" strike="noStrike" noProof="1"/>
              <a:t>单击此处编辑母版文本样式</a:t>
            </a:r>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
        <p:nvSpPr>
          <p:cNvPr id="3" name="内容占位符 2"/>
          <p:cNvSpPr>
            <a:spLocks noGrp="1"/>
          </p:cNvSpPr>
          <p:nvPr>
            <p:ph sz="half" idx="1"/>
          </p:nvPr>
        </p:nvSpPr>
        <p:spPr>
          <a:xfrm>
            <a:off x="456597" y="1599596"/>
            <a:ext cx="4047555" cy="4526643"/>
          </a:xfrm>
          <a:prstGeom prst="rect">
            <a:avLst/>
          </a:prstGeom>
        </p:spPr>
        <p:txBody>
          <a:bodyPr lIns="74505" tIns="37253" rIns="74505" bIns="37253"/>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39024" y="1599596"/>
            <a:ext cx="4048960" cy="4526643"/>
          </a:xfrm>
          <a:prstGeom prst="rect">
            <a:avLst/>
          </a:prstGeom>
        </p:spPr>
        <p:txBody>
          <a:bodyPr lIns="74505" tIns="37253" rIns="74505" bIns="37253"/>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lvl1pPr>
              <a:defRPr/>
            </a:lvl1pPr>
          </a:lstStyle>
          <a:p>
            <a:pPr fontAlgn="base"/>
            <a:r>
              <a:rPr lang="zh-CN" altLang="en-US" sz="4535" strike="noStrike" noProof="1"/>
              <a:t>单击此处编辑母版标题样式</a:t>
            </a:r>
            <a:endParaRPr lang="zh-CN" altLang="en-US" strike="noStrike" noProof="1"/>
          </a:p>
        </p:txBody>
      </p:sp>
      <p:sp>
        <p:nvSpPr>
          <p:cNvPr id="3" name="文本占位符 2"/>
          <p:cNvSpPr>
            <a:spLocks noGrp="1"/>
          </p:cNvSpPr>
          <p:nvPr>
            <p:ph type="body" idx="1"/>
          </p:nvPr>
        </p:nvSpPr>
        <p:spPr>
          <a:xfrm>
            <a:off x="456597" y="1534584"/>
            <a:ext cx="4040531" cy="641048"/>
          </a:xfrm>
          <a:prstGeom prst="rect">
            <a:avLst/>
          </a:prstGeom>
        </p:spPr>
        <p:txBody>
          <a:bodyPr lIns="74505" tIns="37253" rIns="74505" bIns="37253"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4" name="内容占位符 3"/>
          <p:cNvSpPr>
            <a:spLocks noGrp="1"/>
          </p:cNvSpPr>
          <p:nvPr>
            <p:ph sz="half" idx="2"/>
          </p:nvPr>
        </p:nvSpPr>
        <p:spPr>
          <a:xfrm>
            <a:off x="456597" y="2175632"/>
            <a:ext cx="4040531" cy="3950607"/>
          </a:xfrm>
          <a:prstGeom prst="rect">
            <a:avLst/>
          </a:prstGeom>
        </p:spPr>
        <p:txBody>
          <a:bodyPr lIns="74505" tIns="37253" rIns="74505" bIns="37253"/>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
        <p:nvSpPr>
          <p:cNvPr id="5" name="文本占位符 4"/>
          <p:cNvSpPr>
            <a:spLocks noGrp="1"/>
          </p:cNvSpPr>
          <p:nvPr>
            <p:ph type="body" sz="quarter" idx="3"/>
          </p:nvPr>
        </p:nvSpPr>
        <p:spPr>
          <a:xfrm>
            <a:off x="4644643" y="1534584"/>
            <a:ext cx="4043341" cy="641048"/>
          </a:xfrm>
          <a:prstGeom prst="rect">
            <a:avLst/>
          </a:prstGeom>
        </p:spPr>
        <p:txBody>
          <a:bodyPr lIns="74505" tIns="37253" rIns="74505" bIns="37253"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4643" y="2175632"/>
            <a:ext cx="4043341" cy="3950607"/>
          </a:xfrm>
          <a:prstGeom prst="rect">
            <a:avLst/>
          </a:prstGeom>
        </p:spPr>
        <p:txBody>
          <a:bodyPr lIns="74505" tIns="37253" rIns="74505" bIns="37253"/>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a:prstGeom prst="rect">
            <a:avLst/>
          </a:prstGeom>
        </p:spPr>
        <p:txBody>
          <a:bodyPr lIns="74505" tIns="37253" rIns="74505" bIns="37253"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内容占位符 2"/>
          <p:cNvSpPr>
            <a:spLocks noGrp="1"/>
          </p:cNvSpPr>
          <p:nvPr>
            <p:ph idx="1"/>
          </p:nvPr>
        </p:nvSpPr>
        <p:spPr>
          <a:xfrm>
            <a:off x="3575505" y="273656"/>
            <a:ext cx="5112479" cy="5852583"/>
          </a:xfrm>
          <a:prstGeom prst="rect">
            <a:avLst/>
          </a:prstGeom>
        </p:spPr>
        <p:txBody>
          <a:bodyPr lIns="74505" tIns="37253" rIns="74505" bIns="37253"/>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z="3465" strike="noStrike" noProof="1"/>
              <a:t>单击此处编辑母版文本样式</a:t>
            </a:r>
            <a:endParaRPr lang="zh-CN" altLang="en-US" strike="noStrike" noProof="1"/>
          </a:p>
          <a:p>
            <a:pPr lvl="1" fontAlgn="base"/>
            <a:r>
              <a:rPr lang="zh-CN" altLang="en-US" sz="30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135" strike="noStrike" noProof="1"/>
              <a:t>第四级</a:t>
            </a:r>
            <a:endParaRPr lang="zh-CN" altLang="en-US" strike="noStrike" noProof="1"/>
          </a:p>
          <a:p>
            <a:pPr lvl="4" fontAlgn="base"/>
            <a:r>
              <a:rPr lang="zh-CN" altLang="en-US" sz="2135" strike="noStrike" noProof="1"/>
              <a:t>第五级</a:t>
            </a:r>
            <a:endParaRPr lang="zh-CN" altLang="en-US" strike="noStrike" noProof="1"/>
          </a:p>
        </p:txBody>
      </p:sp>
      <p:sp>
        <p:nvSpPr>
          <p:cNvPr id="4" name="文本占位符 3"/>
          <p:cNvSpPr>
            <a:spLocks noGrp="1"/>
          </p:cNvSpPr>
          <p:nvPr>
            <p:ph type="body" sz="half" idx="2"/>
          </p:nvPr>
        </p:nvSpPr>
        <p:spPr>
          <a:xfrm>
            <a:off x="456598" y="1434799"/>
            <a:ext cx="3009325" cy="4691440"/>
          </a:xfrm>
          <a:prstGeom prst="rect">
            <a:avLst/>
          </a:prstGeom>
        </p:spPr>
        <p:txBody>
          <a:bodyPr lIns="74505" tIns="37253" rIns="74505" bIns="37253"/>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a:prstGeom prst="rect">
            <a:avLst/>
          </a:prstGeom>
        </p:spPr>
        <p:txBody>
          <a:bodyPr lIns="74505" tIns="37253" rIns="74505" bIns="37253"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图片占位符 2"/>
          <p:cNvSpPr>
            <a:spLocks noGrp="1"/>
          </p:cNvSpPr>
          <p:nvPr>
            <p:ph type="pic" idx="1"/>
          </p:nvPr>
        </p:nvSpPr>
        <p:spPr>
          <a:xfrm>
            <a:off x="1792670" y="612323"/>
            <a:ext cx="5486187" cy="4115405"/>
          </a:xfrm>
          <a:prstGeom prst="rect">
            <a:avLst/>
          </a:prstGeom>
        </p:spPr>
        <p:txBody>
          <a:bodyPr lIns="74505" tIns="37253" rIns="74505" bIns="37253"/>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00000"/>
              </a:lnSpc>
              <a:spcBef>
                <a:spcPct val="20000"/>
              </a:spcBef>
              <a:spcAft>
                <a:spcPct val="0"/>
              </a:spcAft>
              <a:buClrTx/>
              <a:buSzTx/>
              <a:buFontTx/>
              <a:buNone/>
              <a:defRPr/>
            </a:pPr>
            <a:endParaRPr kumimoji="0" lang="zh-CN" altLang="en-US" sz="26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670" y="5367261"/>
            <a:ext cx="5486187" cy="804333"/>
          </a:xfrm>
          <a:prstGeom prst="rect">
            <a:avLst/>
          </a:prstGeom>
        </p:spPr>
        <p:txBody>
          <a:bodyPr lIns="74505" tIns="37253" rIns="74505" bIns="37253"/>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6597" y="1599596"/>
            <a:ext cx="8231387" cy="4526643"/>
          </a:xfrm>
          <a:prstGeom prst="rect">
            <a:avLst/>
          </a:prstGeom>
        </p:spPr>
        <p:txBody>
          <a:bodyPr vert="eaVert" lIns="74505" tIns="37253" rIns="74505" bIns="37253"/>
          <a:lstStyle/>
          <a:p>
            <a:pPr lvl="0" fontAlgn="base"/>
            <a:r>
              <a:rPr lang="zh-CN" altLang="en-US" sz="3335" strike="noStrike" noProof="1"/>
              <a:t>单击此处编辑母版文本样式</a:t>
            </a:r>
            <a:endParaRPr lang="zh-CN" altLang="en-US" strike="noStrike" noProof="1"/>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1191" y="275167"/>
            <a:ext cx="2056793" cy="5851072"/>
          </a:xfrm>
          <a:prstGeom prst="rect">
            <a:avLst/>
          </a:prstGeom>
        </p:spPr>
        <p:txBody>
          <a:bodyPr vert="eaVert" lIns="74505" tIns="37253" rIns="74505" bIns="37253"/>
          <a:lstStyle/>
          <a:p>
            <a:pPr fontAlgn="base"/>
            <a:r>
              <a:rPr lang="zh-CN" altLang="en-US" sz="45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6597" y="275167"/>
            <a:ext cx="6039722" cy="5851072"/>
          </a:xfrm>
          <a:prstGeom prst="rect">
            <a:avLst/>
          </a:prstGeom>
        </p:spPr>
        <p:txBody>
          <a:bodyPr vert="eaVert" lIns="74505" tIns="37253" rIns="74505" bIns="37253"/>
          <a:lstStyle/>
          <a:p>
            <a:pPr lvl="0" fontAlgn="base"/>
            <a:r>
              <a:rPr lang="zh-CN" altLang="en-US" sz="3335" strike="noStrike" noProof="1"/>
              <a:t>单击此处编辑母版文本样式</a:t>
            </a:r>
            <a:endParaRPr lang="zh-CN" altLang="en-US" strike="noStrike" noProof="1"/>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grpSp>
        <p:nvGrpSpPr>
          <p:cNvPr id="5122" name="组合 65"/>
          <p:cNvGrpSpPr/>
          <p:nvPr/>
        </p:nvGrpSpPr>
        <p:grpSpPr>
          <a:xfrm>
            <a:off x="1617663" y="1003300"/>
            <a:ext cx="5908675" cy="3073400"/>
            <a:chOff x="2014158" y="457200"/>
            <a:chExt cx="8163685" cy="3184013"/>
          </a:xfrm>
        </p:grpSpPr>
        <p:sp>
          <p:nvSpPr>
            <p:cNvPr id="37" name="Rectangle 9"/>
            <p:cNvSpPr>
              <a:spLocks noChangeArrowheads="1"/>
            </p:cNvSpPr>
            <p:nvPr/>
          </p:nvSpPr>
          <p:spPr bwMode="auto">
            <a:xfrm>
              <a:off x="4319862" y="677540"/>
              <a:ext cx="3552276" cy="2203393"/>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38" name="Rectangle 10"/>
            <p:cNvSpPr>
              <a:spLocks noChangeArrowheads="1"/>
            </p:cNvSpPr>
            <p:nvPr/>
          </p:nvSpPr>
          <p:spPr bwMode="auto">
            <a:xfrm>
              <a:off x="4497232" y="816588"/>
              <a:ext cx="3197535" cy="1801220"/>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39" name="Freeform 11"/>
            <p:cNvSpPr>
              <a:spLocks noEditPoints="1"/>
            </p:cNvSpPr>
            <p:nvPr/>
          </p:nvSpPr>
          <p:spPr bwMode="auto">
            <a:xfrm>
              <a:off x="4086608" y="457200"/>
              <a:ext cx="4018785" cy="2554224"/>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0" name="Freeform 12"/>
            <p:cNvSpPr/>
            <p:nvPr/>
          </p:nvSpPr>
          <p:spPr bwMode="auto">
            <a:xfrm>
              <a:off x="5128964" y="3174004"/>
              <a:ext cx="1924352" cy="434260"/>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1" name="Freeform 13"/>
            <p:cNvSpPr/>
            <p:nvPr/>
          </p:nvSpPr>
          <p:spPr bwMode="auto">
            <a:xfrm>
              <a:off x="5853026" y="3174004"/>
              <a:ext cx="1200290" cy="434260"/>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2" name="Rectangle 14"/>
            <p:cNvSpPr>
              <a:spLocks noChangeArrowheads="1"/>
            </p:cNvSpPr>
            <p:nvPr/>
          </p:nvSpPr>
          <p:spPr bwMode="auto">
            <a:xfrm>
              <a:off x="4497232" y="816588"/>
              <a:ext cx="1115251" cy="35938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3" name="Rectangle 15"/>
            <p:cNvSpPr>
              <a:spLocks noChangeArrowheads="1"/>
            </p:cNvSpPr>
            <p:nvPr/>
          </p:nvSpPr>
          <p:spPr bwMode="auto">
            <a:xfrm>
              <a:off x="4497232" y="1175976"/>
              <a:ext cx="1115251" cy="1441831"/>
            </a:xfrm>
            <a:prstGeom prst="rect">
              <a:avLst/>
            </a:prstGeom>
            <a:solidFill>
              <a:srgbClr val="3C4F5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4" name="Rectangle 16"/>
            <p:cNvSpPr>
              <a:spLocks noChangeArrowheads="1"/>
            </p:cNvSpPr>
            <p:nvPr/>
          </p:nvSpPr>
          <p:spPr bwMode="auto">
            <a:xfrm>
              <a:off x="4681893" y="1340697"/>
              <a:ext cx="743500" cy="295212"/>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5" name="Rectangle 17"/>
            <p:cNvSpPr>
              <a:spLocks noChangeArrowheads="1"/>
            </p:cNvSpPr>
            <p:nvPr/>
          </p:nvSpPr>
          <p:spPr bwMode="auto">
            <a:xfrm>
              <a:off x="4681893" y="1832716"/>
              <a:ext cx="743500" cy="293072"/>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6" name="Rectangle 18"/>
            <p:cNvSpPr>
              <a:spLocks noChangeArrowheads="1"/>
            </p:cNvSpPr>
            <p:nvPr/>
          </p:nvSpPr>
          <p:spPr bwMode="auto">
            <a:xfrm>
              <a:off x="4681893" y="2290509"/>
              <a:ext cx="743500" cy="164719"/>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7" name="Rectangle 19"/>
            <p:cNvSpPr>
              <a:spLocks noChangeArrowheads="1"/>
            </p:cNvSpPr>
            <p:nvPr/>
          </p:nvSpPr>
          <p:spPr bwMode="auto">
            <a:xfrm>
              <a:off x="6059555" y="1210204"/>
              <a:ext cx="1375231" cy="98404"/>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solidFill>
                  <a:srgbClr val="FFC543"/>
                </a:solidFill>
              </a:endParaRPr>
            </a:p>
          </p:txBody>
        </p:sp>
        <p:sp>
          <p:nvSpPr>
            <p:cNvPr id="48" name="Rectangle 20"/>
            <p:cNvSpPr>
              <a:spLocks noChangeArrowheads="1"/>
            </p:cNvSpPr>
            <p:nvPr/>
          </p:nvSpPr>
          <p:spPr bwMode="auto">
            <a:xfrm>
              <a:off x="6059555" y="1471188"/>
              <a:ext cx="1375231" cy="98404"/>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9" name="Rectangle 21"/>
            <p:cNvSpPr>
              <a:spLocks noChangeArrowheads="1"/>
            </p:cNvSpPr>
            <p:nvPr/>
          </p:nvSpPr>
          <p:spPr bwMode="auto">
            <a:xfrm>
              <a:off x="6059555" y="1734312"/>
              <a:ext cx="1375231" cy="98404"/>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0" name="Rectangle 22"/>
            <p:cNvSpPr>
              <a:spLocks noChangeArrowheads="1"/>
            </p:cNvSpPr>
            <p:nvPr/>
          </p:nvSpPr>
          <p:spPr bwMode="auto">
            <a:xfrm>
              <a:off x="6059555" y="1995297"/>
              <a:ext cx="1375231" cy="98404"/>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1" name="Rectangle 23"/>
            <p:cNvSpPr>
              <a:spLocks noChangeArrowheads="1"/>
            </p:cNvSpPr>
            <p:nvPr/>
          </p:nvSpPr>
          <p:spPr bwMode="auto">
            <a:xfrm>
              <a:off x="6059555" y="2258420"/>
              <a:ext cx="1375231" cy="98404"/>
            </a:xfrm>
            <a:prstGeom prst="rect">
              <a:avLst/>
            </a:prstGeom>
            <a:solidFill>
              <a:srgbClr val="FFC543"/>
            </a:solidFill>
            <a:ln>
              <a:noFill/>
            </a:ln>
          </p:spPr>
          <p:txBody>
            <a:bodyPr vert="horz" wrap="square" lIns="51448" tIns="25724" rIns="51448" bIns="25724" numCol="1" anchor="t" anchorCtr="0" compatLnSpc="1"/>
            <a:lstStyle/>
            <a:p>
              <a:pPr fontAlgn="base"/>
              <a:endParaRPr lang="zh-CN" altLang="en-US" sz="1015" strike="noStrike" noProof="1">
                <a:solidFill>
                  <a:srgbClr val="FFC000"/>
                </a:solidFill>
              </a:endParaRPr>
            </a:p>
          </p:txBody>
        </p:sp>
        <p:sp>
          <p:nvSpPr>
            <p:cNvPr id="52" name="Rectangle 25"/>
            <p:cNvSpPr>
              <a:spLocks noChangeArrowheads="1"/>
            </p:cNvSpPr>
            <p:nvPr/>
          </p:nvSpPr>
          <p:spPr bwMode="auto">
            <a:xfrm>
              <a:off x="2014158" y="3451765"/>
              <a:ext cx="300645" cy="18944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3" name="Rectangle 26"/>
            <p:cNvSpPr>
              <a:spLocks noChangeArrowheads="1"/>
            </p:cNvSpPr>
            <p:nvPr/>
          </p:nvSpPr>
          <p:spPr bwMode="auto">
            <a:xfrm>
              <a:off x="2314803" y="3095520"/>
              <a:ext cx="290350" cy="545691"/>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4" name="Rectangle 27"/>
            <p:cNvSpPr>
              <a:spLocks noChangeArrowheads="1"/>
            </p:cNvSpPr>
            <p:nvPr/>
          </p:nvSpPr>
          <p:spPr bwMode="auto">
            <a:xfrm>
              <a:off x="2605152" y="2560124"/>
              <a:ext cx="300645" cy="1081087"/>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5" name="Rectangle 28"/>
            <p:cNvSpPr>
              <a:spLocks noChangeArrowheads="1"/>
            </p:cNvSpPr>
            <p:nvPr/>
          </p:nvSpPr>
          <p:spPr bwMode="auto">
            <a:xfrm>
              <a:off x="2905798" y="2175052"/>
              <a:ext cx="298587" cy="1466161"/>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6" name="Rectangle 29"/>
            <p:cNvSpPr>
              <a:spLocks noChangeArrowheads="1"/>
            </p:cNvSpPr>
            <p:nvPr/>
          </p:nvSpPr>
          <p:spPr bwMode="auto">
            <a:xfrm>
              <a:off x="3204385" y="3009033"/>
              <a:ext cx="292409" cy="632178"/>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7" name="Rectangle 30"/>
            <p:cNvSpPr>
              <a:spLocks noChangeArrowheads="1"/>
            </p:cNvSpPr>
            <p:nvPr/>
          </p:nvSpPr>
          <p:spPr bwMode="auto">
            <a:xfrm>
              <a:off x="3496793" y="3379692"/>
              <a:ext cx="298587" cy="261520"/>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8" name="Rectangle 32"/>
            <p:cNvSpPr>
              <a:spLocks noChangeArrowheads="1"/>
            </p:cNvSpPr>
            <p:nvPr/>
          </p:nvSpPr>
          <p:spPr bwMode="auto">
            <a:xfrm>
              <a:off x="9887493" y="3451765"/>
              <a:ext cx="290350" cy="18944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9" name="Rectangle 33"/>
            <p:cNvSpPr>
              <a:spLocks noChangeArrowheads="1"/>
            </p:cNvSpPr>
            <p:nvPr/>
          </p:nvSpPr>
          <p:spPr bwMode="auto">
            <a:xfrm>
              <a:off x="9586848" y="3095520"/>
              <a:ext cx="300645" cy="545691"/>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0" name="Rectangle 34"/>
            <p:cNvSpPr>
              <a:spLocks noChangeArrowheads="1"/>
            </p:cNvSpPr>
            <p:nvPr/>
          </p:nvSpPr>
          <p:spPr bwMode="auto">
            <a:xfrm>
              <a:off x="9288261" y="2560124"/>
              <a:ext cx="298587" cy="1081087"/>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1" name="Rectangle 35"/>
            <p:cNvSpPr>
              <a:spLocks noChangeArrowheads="1"/>
            </p:cNvSpPr>
            <p:nvPr/>
          </p:nvSpPr>
          <p:spPr bwMode="auto">
            <a:xfrm>
              <a:off x="8995852" y="2175052"/>
              <a:ext cx="292409" cy="1466161"/>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2" name="Rectangle 36"/>
            <p:cNvSpPr>
              <a:spLocks noChangeArrowheads="1"/>
            </p:cNvSpPr>
            <p:nvPr/>
          </p:nvSpPr>
          <p:spPr bwMode="auto">
            <a:xfrm>
              <a:off x="8697266" y="3009033"/>
              <a:ext cx="298587" cy="632178"/>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3" name="Rectangle 37"/>
            <p:cNvSpPr>
              <a:spLocks noChangeArrowheads="1"/>
            </p:cNvSpPr>
            <p:nvPr/>
          </p:nvSpPr>
          <p:spPr bwMode="auto">
            <a:xfrm>
              <a:off x="8396621" y="3379692"/>
              <a:ext cx="300645" cy="261520"/>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grpSp>
      <p:sp>
        <p:nvSpPr>
          <p:cNvPr id="2" name="Title 1"/>
          <p:cNvSpPr>
            <a:spLocks noGrp="1"/>
          </p:cNvSpPr>
          <p:nvPr>
            <p:ph type="ctrTitle"/>
          </p:nvPr>
        </p:nvSpPr>
        <p:spPr>
          <a:xfrm>
            <a:off x="1143073" y="3471048"/>
            <a:ext cx="6858436" cy="1637564"/>
          </a:xfrm>
        </p:spPr>
        <p:txBody>
          <a:bodyPr anchor="b" anchorCtr="0">
            <a:normAutofit/>
          </a:bodyPr>
          <a:lstStyle>
            <a:lvl1pPr algn="ctr">
              <a:defRPr sz="4050">
                <a:solidFill>
                  <a:schemeClr val="accent1">
                    <a:lumMod val="75000"/>
                  </a:schemeClr>
                </a:solidFill>
              </a:defRPr>
            </a:lvl1pPr>
          </a:lstStyle>
          <a:p>
            <a:pPr fontAlgn="auto"/>
            <a:r>
              <a:rPr lang="zh-CN" altLang="en-US" sz="4050" strike="noStrike" noProof="1"/>
              <a:t>单击此处编辑母版标题样式</a:t>
            </a:r>
            <a:endParaRPr lang="en-US" strike="noStrike" noProof="1"/>
          </a:p>
        </p:txBody>
      </p:sp>
      <p:sp>
        <p:nvSpPr>
          <p:cNvPr id="3" name="Subtitle 2"/>
          <p:cNvSpPr>
            <a:spLocks noGrp="1"/>
          </p:cNvSpPr>
          <p:nvPr>
            <p:ph type="subTitle" idx="1"/>
          </p:nvPr>
        </p:nvSpPr>
        <p:spPr>
          <a:xfrm>
            <a:off x="1143073" y="5338631"/>
            <a:ext cx="6858436" cy="666863"/>
          </a:xfrm>
        </p:spPr>
        <p:txBody>
          <a:bodyPr/>
          <a:lstStyle>
            <a:lvl1pPr marL="0" indent="0" algn="ctr">
              <a:buNone/>
              <a:defRPr sz="1800">
                <a:solidFill>
                  <a:schemeClr val="accent1">
                    <a:lumMod val="75000"/>
                  </a:schemeClr>
                </a:solidFill>
              </a:defRPr>
            </a:lvl1pPr>
            <a:lvl2pPr marL="342900" indent="0" algn="ctr">
              <a:buNone/>
              <a:defRPr sz="1500"/>
            </a:lvl2pPr>
            <a:lvl3pPr marL="685800" indent="0" algn="ctr">
              <a:buNone/>
              <a:defRPr sz="1350"/>
            </a:lvl3pPr>
            <a:lvl4pPr marL="1028700" indent="0" algn="ctr">
              <a:buNone/>
              <a:defRPr sz="1200"/>
            </a:lvl4pPr>
            <a:lvl5pPr marL="1372235" indent="0" algn="ctr">
              <a:buNone/>
              <a:defRPr sz="1200"/>
            </a:lvl5pPr>
            <a:lvl6pPr marL="1715135" indent="0" algn="ctr">
              <a:buNone/>
              <a:defRPr sz="1200"/>
            </a:lvl6pPr>
            <a:lvl7pPr marL="2058035" indent="0" algn="ctr">
              <a:buNone/>
              <a:defRPr sz="1200"/>
            </a:lvl7pPr>
            <a:lvl8pPr marL="2400935" indent="0" algn="ctr">
              <a:buNone/>
              <a:defRPr sz="1200"/>
            </a:lvl8pPr>
            <a:lvl9pPr marL="2743835" indent="0" algn="ctr">
              <a:buNone/>
              <a:defRPr sz="1200"/>
            </a:lvl9pPr>
          </a:lstStyle>
          <a:p>
            <a:pPr fontAlgn="auto"/>
            <a:r>
              <a:rPr lang="zh-CN" altLang="en-US" strike="noStrike" noProof="1"/>
              <a:t>单击此处编辑母版副标题样式</a:t>
            </a:r>
            <a:endParaRPr lang="en-US" strike="noStrike" noProof="1"/>
          </a:p>
        </p:txBody>
      </p:sp>
      <p:sp>
        <p:nvSpPr>
          <p:cNvPr id="4" name="Date Placeholder 3"/>
          <p:cNvSpPr>
            <a:spLocks noGrp="1"/>
          </p:cNvSpPr>
          <p:nvPr>
            <p:ph type="dt" sz="half" idx="10"/>
          </p:nvPr>
        </p:nvSpPr>
        <p:spPr>
          <a:xfrm>
            <a:off x="628650" y="6356350"/>
            <a:ext cx="2057400" cy="366713"/>
          </a:xfrm>
          <a:prstGeom prst="rect">
            <a:avLst/>
          </a:prstGeom>
        </p:spPr>
        <p:txBody>
          <a:bodyPr vert="horz" lIns="91440" tIns="45720" rIns="91440" bIns="45720" rtlCol="0" anchor="ctr"/>
          <a:lstStyle/>
          <a:p>
            <a:pPr fontAlgn="base"/>
            <a:fld id="{BB962C8B-B14F-4D97-AF65-F5344CB8AC3E}" type="datetime1">
              <a:rPr lang="zh-CN" altLang="en-US" strike="noStrike" noProof="1" dirty="0">
                <a:latin typeface="Times New Roman" panose="02020603050405020304" pitchFamily="18" charset="0"/>
                <a:ea typeface="宋体" panose="02010600030101010101" pitchFamily="2" charset="-122"/>
                <a:cs typeface="+mn-cs"/>
              </a:rPr>
              <a:t>2022/11/15</a:t>
            </a:fld>
            <a:endParaRPr lang="zh-CN" altLang="en-US" strike="noStrike" noProof="1">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11"/>
          </p:nvPr>
        </p:nvSpPr>
        <p:spPr>
          <a:xfrm>
            <a:off x="3028950" y="6356350"/>
            <a:ext cx="3086100" cy="366713"/>
          </a:xfrm>
          <a:prstGeom prst="rect">
            <a:avLst/>
          </a:prstGeom>
        </p:spPr>
        <p:txBody>
          <a:bodyPr vert="horz" lIns="91440" tIns="45720" rIns="91440" bIns="45720" rtlCol="0" anchor="ctr"/>
          <a:lstStyle/>
          <a:p>
            <a:pPr fontAlgn="base"/>
            <a:endParaRPr lang="zh-CN" altLang="en-US" strike="noStrike" noProof="1">
              <a:ea typeface="宋体" panose="02010600030101010101" pitchFamily="2" charset="-122"/>
            </a:endParaRPr>
          </a:p>
        </p:txBody>
      </p:sp>
      <p:sp>
        <p:nvSpPr>
          <p:cNvPr id="6" name="Slide Number Placeholder 5"/>
          <p:cNvSpPr>
            <a:spLocks noGrp="1"/>
          </p:cNvSpPr>
          <p:nvPr>
            <p:ph type="sldNum" sz="quarter" idx="12"/>
          </p:nvPr>
        </p:nvSpPr>
        <p:spPr>
          <a:xfrm>
            <a:off x="6457950" y="6356350"/>
            <a:ext cx="2058988" cy="366713"/>
          </a:xfrm>
          <a:prstGeom prst="rect">
            <a:avLst/>
          </a:prstGeom>
        </p:spPr>
        <p:txBody>
          <a:bodyPr vert="horz" lIns="91440" tIns="45720" rIns="91440" bIns="45720" rtlCol="0" anchor="ctr"/>
          <a:lstStyle/>
          <a:p>
            <a:pPr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928" y="3893879"/>
            <a:ext cx="7887201" cy="1235811"/>
          </a:xfrm>
        </p:spPr>
        <p:txBody>
          <a:bodyPr anchor="b">
            <a:normAutofit/>
          </a:bodyPr>
          <a:lstStyle>
            <a:lvl1pPr algn="ctr">
              <a:defRPr sz="4050" b="1">
                <a:solidFill>
                  <a:schemeClr val="tx1"/>
                </a:solidFill>
              </a:defRPr>
            </a:lvl1pPr>
          </a:lstStyle>
          <a:p>
            <a:pPr fontAlgn="auto"/>
            <a:r>
              <a:rPr lang="zh-CN" altLang="en-US" sz="4050" strike="noStrike" noProof="1"/>
              <a:t>单击此处编辑母版标题样式</a:t>
            </a:r>
            <a:endParaRPr lang="en-US" strike="noStrike" noProof="1"/>
          </a:p>
        </p:txBody>
      </p:sp>
      <p:sp>
        <p:nvSpPr>
          <p:cNvPr id="3" name="Text Placeholder 2"/>
          <p:cNvSpPr>
            <a:spLocks noGrp="1"/>
          </p:cNvSpPr>
          <p:nvPr>
            <p:ph type="body" idx="1"/>
          </p:nvPr>
        </p:nvSpPr>
        <p:spPr>
          <a:xfrm>
            <a:off x="623928" y="5308445"/>
            <a:ext cx="7887201" cy="475235"/>
          </a:xfrm>
        </p:spPr>
        <p:txBody>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2235" indent="0">
              <a:buNone/>
              <a:defRPr sz="1200">
                <a:solidFill>
                  <a:schemeClr val="tx1">
                    <a:tint val="75000"/>
                  </a:schemeClr>
                </a:solidFill>
              </a:defRPr>
            </a:lvl5pPr>
            <a:lvl6pPr marL="1715135" indent="0">
              <a:buNone/>
              <a:defRPr sz="1200">
                <a:solidFill>
                  <a:schemeClr val="tx1">
                    <a:tint val="75000"/>
                  </a:schemeClr>
                </a:solidFill>
              </a:defRPr>
            </a:lvl6pPr>
            <a:lvl7pPr marL="2058035"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fontAlgn="auto"/>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3" name="Content Placeholder 2"/>
          <p:cNvSpPr>
            <a:spLocks noGrp="1"/>
          </p:cNvSpPr>
          <p:nvPr>
            <p:ph sz="half" idx="1"/>
          </p:nvPr>
        </p:nvSpPr>
        <p:spPr>
          <a:xfrm>
            <a:off x="628690"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Content Placeholder 3"/>
          <p:cNvSpPr>
            <a:spLocks noGrp="1"/>
          </p:cNvSpPr>
          <p:nvPr>
            <p:ph sz="half" idx="2"/>
          </p:nvPr>
        </p:nvSpPr>
        <p:spPr>
          <a:xfrm>
            <a:off x="4629444"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81" y="365125"/>
            <a:ext cx="7887201" cy="864000"/>
          </a:xfrm>
        </p:spPr>
        <p:txBody>
          <a:bodyPr/>
          <a:lstStyle/>
          <a:p>
            <a:pPr fontAlgn="auto"/>
            <a:r>
              <a:rPr lang="zh-CN" altLang="en-US" strike="noStrike" noProof="1"/>
              <a:t>单击此处编辑母版标题样式</a:t>
            </a:r>
            <a:endParaRPr lang="en-US" strike="noStrike" noProof="1"/>
          </a:p>
        </p:txBody>
      </p:sp>
      <p:sp>
        <p:nvSpPr>
          <p:cNvPr id="3" name="Text Placeholder 2"/>
          <p:cNvSpPr>
            <a:spLocks noGrp="1"/>
          </p:cNvSpPr>
          <p:nvPr>
            <p:ph type="body" idx="1"/>
          </p:nvPr>
        </p:nvSpPr>
        <p:spPr>
          <a:xfrm>
            <a:off x="629881" y="1681163"/>
            <a:ext cx="386858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auto"/>
            <a:r>
              <a:rPr lang="zh-CN" altLang="en-US" strike="noStrike" noProof="1"/>
              <a:t>单击此处编辑母版文本样式</a:t>
            </a:r>
          </a:p>
        </p:txBody>
      </p:sp>
      <p:sp>
        <p:nvSpPr>
          <p:cNvPr id="4" name="Content Placeholder 3"/>
          <p:cNvSpPr>
            <a:spLocks noGrp="1"/>
          </p:cNvSpPr>
          <p:nvPr>
            <p:ph sz="half" idx="2"/>
          </p:nvPr>
        </p:nvSpPr>
        <p:spPr>
          <a:xfrm>
            <a:off x="629881" y="2505075"/>
            <a:ext cx="3868586"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5" name="Text Placeholder 4"/>
          <p:cNvSpPr>
            <a:spLocks noGrp="1"/>
          </p:cNvSpPr>
          <p:nvPr>
            <p:ph type="body" sz="quarter" idx="3"/>
          </p:nvPr>
        </p:nvSpPr>
        <p:spPr>
          <a:xfrm>
            <a:off x="4629444" y="1681163"/>
            <a:ext cx="388763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auto"/>
            <a:r>
              <a:rPr lang="zh-CN" altLang="en-US" strike="noStrike" noProof="1"/>
              <a:t>单击此处编辑母版文本样式</a:t>
            </a:r>
          </a:p>
        </p:txBody>
      </p:sp>
      <p:sp>
        <p:nvSpPr>
          <p:cNvPr id="6" name="Content Placeholder 5"/>
          <p:cNvSpPr>
            <a:spLocks noGrp="1"/>
          </p:cNvSpPr>
          <p:nvPr>
            <p:ph sz="quarter" idx="4"/>
          </p:nvPr>
        </p:nvSpPr>
        <p:spPr>
          <a:xfrm>
            <a:off x="4629444" y="2505075"/>
            <a:ext cx="3887638"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8" name="页脚占位符 7"/>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0">
          <a:blip r:embed="rId3"/>
          <a:stretch>
            <a:fillRect/>
          </a:stretch>
        </a:blipFill>
        <a:effectLst/>
      </p:bgPr>
    </p:bg>
    <p:spTree>
      <p:nvGrpSpPr>
        <p:cNvPr id="1" name=""/>
        <p:cNvGrpSpPr/>
        <p:nvPr/>
      </p:nvGrpSpPr>
      <p:grpSpPr>
        <a:xfrm>
          <a:off x="0" y="0"/>
          <a:ext cx="0" cy="0"/>
          <a:chOff x="0" y="0"/>
          <a:chExt cx="0" cy="0"/>
        </a:xfrm>
      </p:grpSpPr>
      <p:sp>
        <p:nvSpPr>
          <p:cNvPr id="6" name="矩形 5"/>
          <p:cNvSpPr/>
          <p:nvPr>
            <p:custDataLst>
              <p:tags r:id="rId1"/>
            </p:custDataLst>
          </p:nvPr>
        </p:nvSpPr>
        <p:spPr>
          <a:xfrm>
            <a:off x="0" y="2260600"/>
            <a:ext cx="9144000" cy="251618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753" tIns="18876" rIns="37753" bIns="18876" numCol="1" spcCol="0" rtlCol="0" fromWordArt="0" anchor="ctr" anchorCtr="0" forceAA="0" compatLnSpc="1">
            <a:normAutofit/>
          </a:bodyPr>
          <a:lstStyle/>
          <a:p>
            <a:pPr algn="ctr" fontAlgn="base"/>
            <a:endParaRPr lang="zh-CN" altLang="en-US" sz="745" strike="noStrike" noProof="1"/>
          </a:p>
        </p:txBody>
      </p:sp>
      <p:sp>
        <p:nvSpPr>
          <p:cNvPr id="2" name="Title 1"/>
          <p:cNvSpPr>
            <a:spLocks noGrp="1"/>
          </p:cNvSpPr>
          <p:nvPr>
            <p:ph type="title"/>
          </p:nvPr>
        </p:nvSpPr>
        <p:spPr>
          <a:xfrm>
            <a:off x="628690" y="2490507"/>
            <a:ext cx="7887201" cy="2055731"/>
          </a:xfrm>
        </p:spPr>
        <p:txBody>
          <a:bodyPr>
            <a:normAutofit/>
          </a:bodyPr>
          <a:lstStyle>
            <a:lvl1pPr algn="ctr">
              <a:defRPr sz="4950"/>
            </a:lvl1pPr>
          </a:lstStyle>
          <a:p>
            <a:pPr fontAlgn="auto"/>
            <a:r>
              <a:rPr lang="zh-CN" altLang="en-US" sz="4950" strike="noStrike" noProof="1"/>
              <a:t>单击此处编辑母版标题样式</a:t>
            </a:r>
            <a:endParaRPr lang="en-US" strike="noStrike" noProof="1"/>
          </a:p>
        </p:txBody>
      </p:sp>
      <p:sp>
        <p:nvSpPr>
          <p:cNvPr id="3" name="Date Placeholder 2"/>
          <p:cNvSpPr>
            <a:spLocks noGrp="1"/>
          </p:cNvSpPr>
          <p:nvPr>
            <p:ph type="dt" sz="half" idx="10"/>
          </p:nvPr>
        </p:nvSpPr>
        <p:spPr>
          <a:xfrm>
            <a:off x="628650" y="6356350"/>
            <a:ext cx="2057400" cy="366713"/>
          </a:xfrm>
          <a:prstGeom prst="rect">
            <a:avLst/>
          </a:prstGeom>
        </p:spPr>
        <p:txBody>
          <a:bodyPr vert="horz" lIns="91440" tIns="45720" rIns="91440" bIns="45720" rtlCol="0" anchor="ct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Footer Placeholder 3"/>
          <p:cNvSpPr>
            <a:spLocks noGrp="1"/>
          </p:cNvSpPr>
          <p:nvPr>
            <p:ph type="ftr" sz="quarter" idx="11"/>
          </p:nvPr>
        </p:nvSpPr>
        <p:spPr>
          <a:xfrm>
            <a:off x="3028950" y="6356350"/>
            <a:ext cx="3086100" cy="366713"/>
          </a:xfrm>
          <a:prstGeom prst="rect">
            <a:avLst/>
          </a:prstGeom>
        </p:spPr>
        <p:txBody>
          <a:bodyPr vert="horz" lIns="91440" tIns="45720" rIns="91440" bIns="45720" rtlCol="0" anchor="ctr"/>
          <a:lstStyle/>
          <a:p>
            <a:pPr lvl="0" fontAlgn="base"/>
            <a:endParaRPr lang="zh-CN" altLang="en-US" strike="noStrike" noProof="1">
              <a:ea typeface="宋体" panose="02010600030101010101" pitchFamily="2" charset="-122"/>
            </a:endParaRPr>
          </a:p>
        </p:txBody>
      </p:sp>
      <p:sp>
        <p:nvSpPr>
          <p:cNvPr id="5" name="Slide Number Placeholder 4"/>
          <p:cNvSpPr>
            <a:spLocks noGrp="1"/>
          </p:cNvSpPr>
          <p:nvPr>
            <p:ph type="sldNum" sz="quarter" idx="12"/>
          </p:nvPr>
        </p:nvSpPr>
        <p:spPr>
          <a:xfrm>
            <a:off x="6457950" y="6356350"/>
            <a:ext cx="2058988" cy="366713"/>
          </a:xfrm>
          <a:prstGeom prst="rect">
            <a:avLst/>
          </a:prstGeom>
        </p:spPr>
        <p:txBody>
          <a:bodyPr vert="horz" lIns="91440" tIns="45720" rIns="91440" bIns="45720" rtlCol="0" anchor="ct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3" name="页脚占位符 2"/>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80" y="457200"/>
            <a:ext cx="3124099" cy="1600200"/>
          </a:xfrm>
        </p:spPr>
        <p:txBody>
          <a:bodyPr anchor="b"/>
          <a:lstStyle>
            <a:lvl1pPr>
              <a:defRPr sz="2400"/>
            </a:lvl1pPr>
          </a:lstStyle>
          <a:p>
            <a:pPr fontAlgn="auto"/>
            <a:r>
              <a:rPr lang="zh-CN" altLang="en-US" strike="noStrike" noProof="1"/>
              <a:t>单击此处编辑母版标题样式</a:t>
            </a:r>
            <a:endParaRPr lang="en-US" strike="noStrike" noProof="1"/>
          </a:p>
        </p:txBody>
      </p:sp>
      <p:sp>
        <p:nvSpPr>
          <p:cNvPr id="3" name="Picture Placeholder 2"/>
          <p:cNvSpPr>
            <a:spLocks noGrp="1" noChangeAspect="1"/>
          </p:cNvSpPr>
          <p:nvPr>
            <p:ph type="pic" idx="1"/>
          </p:nvPr>
        </p:nvSpPr>
        <p:spPr>
          <a:xfrm>
            <a:off x="3887638" y="457201"/>
            <a:ext cx="4629444" cy="540385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2235" indent="0">
              <a:buNone/>
              <a:defRPr sz="1500"/>
            </a:lvl5pPr>
            <a:lvl6pPr marL="1715135" indent="0">
              <a:buNone/>
              <a:defRPr sz="1500"/>
            </a:lvl6pPr>
            <a:lvl7pPr marL="2058035" indent="0">
              <a:buNone/>
              <a:defRPr sz="1500"/>
            </a:lvl7pPr>
            <a:lvl8pPr marL="2400935" indent="0">
              <a:buNone/>
              <a:defRPr sz="1500"/>
            </a:lvl8pPr>
            <a:lvl9pPr marL="2743835" indent="0">
              <a:buNone/>
              <a:defRPr sz="1500"/>
            </a:lvl9pPr>
          </a:lstStyle>
          <a:p>
            <a:pPr fontAlgn="auto"/>
            <a:r>
              <a:rPr lang="zh-CN" altLang="en-US" strike="noStrike" noProof="1"/>
              <a:t>单击图标添加图片</a:t>
            </a:r>
            <a:endParaRPr lang="en-US" strike="noStrike" noProof="1"/>
          </a:p>
        </p:txBody>
      </p:sp>
      <p:sp>
        <p:nvSpPr>
          <p:cNvPr id="4" name="Text Placeholder 3"/>
          <p:cNvSpPr>
            <a:spLocks noGrp="1"/>
          </p:cNvSpPr>
          <p:nvPr>
            <p:ph type="body" sz="half" idx="2"/>
          </p:nvPr>
        </p:nvSpPr>
        <p:spPr>
          <a:xfrm>
            <a:off x="629880" y="2057400"/>
            <a:ext cx="3124099" cy="3811588"/>
          </a:xfrm>
        </p:spPr>
        <p:txBody>
          <a:bodyPr>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2235" indent="0">
              <a:buNone/>
              <a:defRPr sz="750"/>
            </a:lvl5pPr>
            <a:lvl6pPr marL="1715135" indent="0">
              <a:buNone/>
              <a:defRPr sz="750"/>
            </a:lvl6pPr>
            <a:lvl7pPr marL="2058035" indent="0">
              <a:buNone/>
              <a:defRPr sz="750"/>
            </a:lvl7pPr>
            <a:lvl8pPr marL="2400935" indent="0">
              <a:buNone/>
              <a:defRPr sz="750"/>
            </a:lvl8pPr>
            <a:lvl9pPr marL="2743835" indent="0">
              <a:buNone/>
              <a:defRPr sz="75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4091" y="365125"/>
            <a:ext cx="1971801" cy="5811839"/>
          </a:xfrm>
        </p:spPr>
        <p:txBody>
          <a:bodyPr vert="eaVert"/>
          <a:lstStyle/>
          <a:p>
            <a:pPr fontAlgn="auto"/>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a:xfrm>
            <a:off x="628690" y="365125"/>
            <a:ext cx="5801094" cy="5811839"/>
          </a:xfrm>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内容">
    <p:bg>
      <p:bgPr>
        <a:blipFill rotWithShape="0">
          <a:blip r:embed="rId10"/>
          <a:stretch>
            <a:fillRect/>
          </a:stretch>
        </a:blipFill>
        <a:effectLst/>
      </p:bgPr>
    </p:bg>
    <p:spTree>
      <p:nvGrpSpPr>
        <p:cNvPr id="1" name=""/>
        <p:cNvGrpSpPr/>
        <p:nvPr/>
      </p:nvGrpSpPr>
      <p:grpSpPr>
        <a:xfrm>
          <a:off x="0" y="0"/>
          <a:ext cx="0" cy="0"/>
          <a:chOff x="0" y="0"/>
          <a:chExt cx="0" cy="0"/>
        </a:xfrm>
      </p:grpSpPr>
      <p:sp>
        <p:nvSpPr>
          <p:cNvPr id="6" name="任意多边形 5"/>
          <p:cNvSpPr/>
          <p:nvPr>
            <p:custDataLst>
              <p:tags r:id="rId1"/>
            </p:custDataLst>
          </p:nvPr>
        </p:nvSpPr>
        <p:spPr bwMode="auto">
          <a:xfrm rot="5400000">
            <a:off x="-1384300" y="2308225"/>
            <a:ext cx="5157788" cy="2243138"/>
          </a:xfrm>
          <a:custGeom>
            <a:avLst/>
            <a:gdLst>
              <a:gd name="connsiteX0" fmla="*/ 1545218 w 6857999"/>
              <a:gd name="connsiteY0" fmla="*/ 1776499 h 2243879"/>
              <a:gd name="connsiteX1" fmla="*/ 1613276 w 6857999"/>
              <a:gd name="connsiteY1" fmla="*/ 1749943 h 2243879"/>
              <a:gd name="connsiteX2" fmla="*/ 6751717 w 6857999"/>
              <a:gd name="connsiteY2" fmla="*/ 16733 h 2243879"/>
              <a:gd name="connsiteX3" fmla="*/ 6857999 w 6857999"/>
              <a:gd name="connsiteY3" fmla="*/ 0 h 2243879"/>
              <a:gd name="connsiteX4" fmla="*/ 6857999 w 6857999"/>
              <a:gd name="connsiteY4" fmla="*/ 688560 h 2243879"/>
              <a:gd name="connsiteX5" fmla="*/ 0 w 6857999"/>
              <a:gd name="connsiteY5" fmla="*/ 2243879 h 2243879"/>
              <a:gd name="connsiteX6" fmla="*/ 0 w 6857999"/>
              <a:gd name="connsiteY6" fmla="*/ 2092925 h 2243879"/>
              <a:gd name="connsiteX7" fmla="*/ 1545218 w 6857999"/>
              <a:gd name="connsiteY7" fmla="*/ 1776499 h 2243879"/>
              <a:gd name="connsiteX8" fmla="*/ 1290271 w 6857999"/>
              <a:gd name="connsiteY8" fmla="*/ 1875977 h 2243879"/>
              <a:gd name="connsiteX9" fmla="*/ 12659 w 6857999"/>
              <a:gd name="connsiteY9" fmla="*/ 2241297 h 224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7999" h="2243879">
                <a:moveTo>
                  <a:pt x="1545218" y="1776499"/>
                </a:moveTo>
                <a:lnTo>
                  <a:pt x="1613276" y="1749943"/>
                </a:lnTo>
                <a:cubicBezTo>
                  <a:pt x="3218965" y="1085212"/>
                  <a:pt x="5141370" y="301068"/>
                  <a:pt x="6751717" y="16733"/>
                </a:cubicBezTo>
                <a:lnTo>
                  <a:pt x="6857999" y="0"/>
                </a:lnTo>
                <a:lnTo>
                  <a:pt x="6857999" y="688560"/>
                </a:lnTo>
                <a:close/>
                <a:moveTo>
                  <a:pt x="0" y="2243879"/>
                </a:moveTo>
                <a:lnTo>
                  <a:pt x="0" y="2092925"/>
                </a:lnTo>
                <a:lnTo>
                  <a:pt x="1545218" y="1776499"/>
                </a:lnTo>
                <a:lnTo>
                  <a:pt x="1290271" y="1875977"/>
                </a:lnTo>
                <a:cubicBezTo>
                  <a:pt x="857799" y="2033950"/>
                  <a:pt x="420887" y="2152451"/>
                  <a:pt x="12659" y="2241297"/>
                </a:cubicBezTo>
                <a:close/>
              </a:path>
            </a:pathLst>
          </a:custGeom>
          <a:noFill/>
          <a:ln w="6350" cap="flat" cmpd="sng">
            <a:solidFill>
              <a:srgbClr val="FFC543"/>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5" name="任意多边形 4"/>
          <p:cNvSpPr/>
          <p:nvPr>
            <p:custDataLst>
              <p:tags r:id="rId2"/>
            </p:custDataLst>
          </p:nvPr>
        </p:nvSpPr>
        <p:spPr bwMode="auto">
          <a:xfrm rot="6500300">
            <a:off x="-1632744" y="2631281"/>
            <a:ext cx="5143500" cy="1789113"/>
          </a:xfrm>
          <a:custGeom>
            <a:avLst/>
            <a:gdLst>
              <a:gd name="connsiteX0" fmla="*/ 438383 w 6855925"/>
              <a:gd name="connsiteY0" fmla="*/ 1655318 h 1789626"/>
              <a:gd name="connsiteX1" fmla="*/ 1015664 w 6855925"/>
              <a:gd name="connsiteY1" fmla="*/ 1456491 h 1789626"/>
              <a:gd name="connsiteX2" fmla="*/ 4733900 w 6855925"/>
              <a:gd name="connsiteY2" fmla="*/ 230107 h 1789626"/>
              <a:gd name="connsiteX3" fmla="*/ 6507764 w 6855925"/>
              <a:gd name="connsiteY3" fmla="*/ 8765 h 1789626"/>
              <a:gd name="connsiteX4" fmla="*/ 6652649 w 6855925"/>
              <a:gd name="connsiteY4" fmla="*/ 0 h 1789626"/>
              <a:gd name="connsiteX5" fmla="*/ 6855925 w 6855925"/>
              <a:gd name="connsiteY5" fmla="*/ 613271 h 1789626"/>
              <a:gd name="connsiteX6" fmla="*/ 20923 w 6855925"/>
              <a:gd name="connsiteY6" fmla="*/ 1789626 h 1789626"/>
              <a:gd name="connsiteX7" fmla="*/ 0 w 6855925"/>
              <a:gd name="connsiteY7" fmla="*/ 1726500 h 1789626"/>
              <a:gd name="connsiteX8" fmla="*/ 438383 w 6855925"/>
              <a:gd name="connsiteY8" fmla="*/ 1655318 h 1789626"/>
              <a:gd name="connsiteX9" fmla="*/ 371503 w 6855925"/>
              <a:gd name="connsiteY9" fmla="*/ 1678353 h 1789626"/>
              <a:gd name="connsiteX10" fmla="*/ 49503 w 6855925"/>
              <a:gd name="connsiteY10" fmla="*/ 1781131 h 178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5925" h="1789626">
                <a:moveTo>
                  <a:pt x="438383" y="1655318"/>
                </a:moveTo>
                <a:lnTo>
                  <a:pt x="1015664" y="1456491"/>
                </a:lnTo>
                <a:cubicBezTo>
                  <a:pt x="2302761" y="996373"/>
                  <a:pt x="3576744" y="459271"/>
                  <a:pt x="4733900" y="230107"/>
                </a:cubicBezTo>
                <a:cubicBezTo>
                  <a:pt x="5255786" y="125339"/>
                  <a:pt x="5873289" y="52897"/>
                  <a:pt x="6507764" y="8765"/>
                </a:cubicBezTo>
                <a:lnTo>
                  <a:pt x="6652649" y="0"/>
                </a:lnTo>
                <a:lnTo>
                  <a:pt x="6855925" y="613271"/>
                </a:lnTo>
                <a:close/>
                <a:moveTo>
                  <a:pt x="20923" y="1789626"/>
                </a:moveTo>
                <a:lnTo>
                  <a:pt x="0" y="1726500"/>
                </a:lnTo>
                <a:lnTo>
                  <a:pt x="438383" y="1655318"/>
                </a:lnTo>
                <a:lnTo>
                  <a:pt x="371503" y="1678353"/>
                </a:lnTo>
                <a:cubicBezTo>
                  <a:pt x="264121" y="1713666"/>
                  <a:pt x="156767" y="1748000"/>
                  <a:pt x="49503" y="1781131"/>
                </a:cubicBezTo>
                <a:close/>
              </a:path>
            </a:pathLst>
          </a:custGeom>
          <a:noFill/>
          <a:ln w="6350" cap="flat" cmpd="sng">
            <a:solidFill>
              <a:schemeClr val="accent1"/>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24" name="Freeform 10"/>
          <p:cNvSpPr/>
          <p:nvPr>
            <p:custDataLst>
              <p:tags r:id="rId3"/>
            </p:custDataLst>
          </p:nvPr>
        </p:nvSpPr>
        <p:spPr bwMode="auto">
          <a:xfrm rot="900000">
            <a:off x="879475" y="2084388"/>
            <a:ext cx="1176338" cy="1511300"/>
          </a:xfrm>
          <a:prstGeom prst="rect">
            <a:avLst/>
          </a:prstGeom>
          <a:solidFill>
            <a:srgbClr val="FFC543"/>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7" name="任意多边形 6"/>
          <p:cNvSpPr/>
          <p:nvPr>
            <p:custDataLst>
              <p:tags r:id="rId4"/>
            </p:custDataLst>
          </p:nvPr>
        </p:nvSpPr>
        <p:spPr bwMode="auto">
          <a:xfrm rot="6693539">
            <a:off x="-1237456" y="2451894"/>
            <a:ext cx="5116513" cy="2159000"/>
          </a:xfrm>
          <a:custGeom>
            <a:avLst/>
            <a:gdLst>
              <a:gd name="connsiteX0" fmla="*/ 2159840 w 6821848"/>
              <a:gd name="connsiteY0" fmla="*/ 1586583 h 2158689"/>
              <a:gd name="connsiteX1" fmla="*/ 2227887 w 6821848"/>
              <a:gd name="connsiteY1" fmla="*/ 1560027 h 2158689"/>
              <a:gd name="connsiteX2" fmla="*/ 6367033 w 6821848"/>
              <a:gd name="connsiteY2" fmla="*/ 52441 h 2158689"/>
              <a:gd name="connsiteX3" fmla="*/ 6572243 w 6821848"/>
              <a:gd name="connsiteY3" fmla="*/ 0 h 2158689"/>
              <a:gd name="connsiteX4" fmla="*/ 6821848 w 6821848"/>
              <a:gd name="connsiteY4" fmla="*/ 631753 h 2158689"/>
              <a:gd name="connsiteX5" fmla="*/ 51263 w 6821848"/>
              <a:gd name="connsiteY5" fmla="*/ 2158689 h 2158689"/>
              <a:gd name="connsiteX6" fmla="*/ 0 w 6821848"/>
              <a:gd name="connsiteY6" fmla="*/ 2028942 h 2158689"/>
              <a:gd name="connsiteX7" fmla="*/ 2159840 w 6821848"/>
              <a:gd name="connsiteY7" fmla="*/ 1586583 h 2158689"/>
              <a:gd name="connsiteX8" fmla="*/ 1904935 w 6821848"/>
              <a:gd name="connsiteY8" fmla="*/ 1686061 h 2158689"/>
              <a:gd name="connsiteX9" fmla="*/ 327301 w 6821848"/>
              <a:gd name="connsiteY9" fmla="*/ 2112610 h 215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21848" h="2158689">
                <a:moveTo>
                  <a:pt x="2159840" y="1586583"/>
                </a:moveTo>
                <a:lnTo>
                  <a:pt x="2227887" y="1560027"/>
                </a:lnTo>
                <a:cubicBezTo>
                  <a:pt x="3512231" y="1028242"/>
                  <a:pt x="4999240" y="420033"/>
                  <a:pt x="6367033" y="52441"/>
                </a:cubicBezTo>
                <a:lnTo>
                  <a:pt x="6572243" y="0"/>
                </a:lnTo>
                <a:lnTo>
                  <a:pt x="6821848" y="631753"/>
                </a:lnTo>
                <a:close/>
                <a:moveTo>
                  <a:pt x="51263" y="2158689"/>
                </a:moveTo>
                <a:lnTo>
                  <a:pt x="0" y="2028942"/>
                </a:lnTo>
                <a:lnTo>
                  <a:pt x="2159840" y="1586583"/>
                </a:lnTo>
                <a:lnTo>
                  <a:pt x="1904935" y="1686061"/>
                </a:lnTo>
                <a:cubicBezTo>
                  <a:pt x="1364431" y="1883528"/>
                  <a:pt x="816994" y="2019318"/>
                  <a:pt x="327301" y="2112610"/>
                </a:cubicBezTo>
                <a:close/>
              </a:path>
            </a:pathLst>
          </a:custGeom>
          <a:noFill/>
          <a:ln w="6350" cap="flat" cmpd="sng">
            <a:solidFill>
              <a:srgbClr val="464F5A"/>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20" name="Freeform 6"/>
          <p:cNvSpPr/>
          <p:nvPr>
            <p:custDataLst>
              <p:tags r:id="rId5"/>
            </p:custDataLst>
          </p:nvPr>
        </p:nvSpPr>
        <p:spPr bwMode="auto">
          <a:xfrm>
            <a:off x="488950" y="1141413"/>
            <a:ext cx="263525" cy="357188"/>
          </a:xfrm>
          <a:prstGeom prst="rect">
            <a:avLst/>
          </a:prstGeom>
          <a:solidFill>
            <a:schemeClr val="accent1"/>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1" name="Freeform 7"/>
          <p:cNvSpPr/>
          <p:nvPr>
            <p:custDataLst>
              <p:tags r:id="rId6"/>
            </p:custDataLst>
          </p:nvPr>
        </p:nvSpPr>
        <p:spPr bwMode="auto">
          <a:xfrm>
            <a:off x="282575" y="4922838"/>
            <a:ext cx="412750" cy="557213"/>
          </a:xfrm>
          <a:prstGeom prst="rect">
            <a:avLst/>
          </a:prstGeom>
          <a:solidFill>
            <a:srgbClr val="FFC543"/>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2" name="Freeform 8"/>
          <p:cNvSpPr/>
          <p:nvPr>
            <p:custDataLst>
              <p:tags r:id="rId7"/>
            </p:custDataLst>
          </p:nvPr>
        </p:nvSpPr>
        <p:spPr bwMode="auto">
          <a:xfrm>
            <a:off x="1600200" y="5073650"/>
            <a:ext cx="307975" cy="406400"/>
          </a:xfrm>
          <a:prstGeom prst="rect">
            <a:avLst/>
          </a:prstGeom>
          <a:solidFill>
            <a:srgbClr val="464F5A"/>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36" name="Freeform 22"/>
          <p:cNvSpPr/>
          <p:nvPr>
            <p:custDataLst>
              <p:tags r:id="rId8"/>
            </p:custDataLst>
          </p:nvPr>
        </p:nvSpPr>
        <p:spPr bwMode="auto">
          <a:xfrm rot="5400000">
            <a:off x="557213" y="2586038"/>
            <a:ext cx="1282700" cy="1892300"/>
          </a:xfrm>
          <a:prstGeom prst="rect">
            <a:avLst/>
          </a:prstGeom>
          <a:solidFill>
            <a:srgbClr val="464F5A"/>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 name="日期占位符 1"/>
          <p:cNvSpPr>
            <a:spLocks noGrp="1"/>
          </p:cNvSpPr>
          <p:nvPr>
            <p:ph type="dt" sz="half" idx="10"/>
          </p:nvPr>
        </p:nvSpPr>
        <p:spPr>
          <a:xfrm>
            <a:off x="628650" y="6356350"/>
            <a:ext cx="2057400" cy="366713"/>
          </a:xfrm>
          <a:prstGeom prst="rect">
            <a:avLst/>
          </a:prstGeom>
        </p:spPr>
        <p:txBody>
          <a:bodyPr vert="horz" lIns="91440" tIns="45720" rIns="91440" bIns="45720" rtlCol="0" anchor="ctr"/>
          <a:lstStyle/>
          <a:p>
            <a:pPr fontAlgn="base"/>
            <a:fld id="{6554F731-F1D9-405D-9569-D30D95C59ADF}" type="datetimeFigureOut">
              <a:rPr lang="zh-CN" altLang="en-US" strike="noStrike" noProof="1" smtClean="0">
                <a:latin typeface="FrutigerNext LT Regular" pitchFamily="2" charset="0"/>
                <a:ea typeface="华文细黑" panose="02010600040101010101" pitchFamily="2" charset="-122"/>
                <a:cs typeface="+mn-cs"/>
              </a:rPr>
              <a:t>2022/11/15</a:t>
            </a:fld>
            <a:endParaRPr lang="zh-CN" altLang="en-US" strike="noStrike" noProof="1"/>
          </a:p>
        </p:txBody>
      </p:sp>
      <p:sp>
        <p:nvSpPr>
          <p:cNvPr id="3" name="页脚占位符 2"/>
          <p:cNvSpPr>
            <a:spLocks noGrp="1"/>
          </p:cNvSpPr>
          <p:nvPr>
            <p:ph type="ftr" sz="quarter" idx="11"/>
          </p:nvPr>
        </p:nvSpPr>
        <p:spPr>
          <a:xfrm>
            <a:off x="3028950" y="6356350"/>
            <a:ext cx="3086100" cy="366713"/>
          </a:xfrm>
          <a:prstGeom prst="rect">
            <a:avLst/>
          </a:prstGeom>
        </p:spPr>
        <p:txBody>
          <a:bodyPr vert="horz" lIns="91440" tIns="45720" rIns="91440" bIns="45720" rtlCol="0" anchor="ctr"/>
          <a:lstStyle/>
          <a:p>
            <a:pPr fontAlgn="base"/>
            <a:endParaRPr lang="zh-CN" altLang="en-US" strike="noStrike" noProof="1"/>
          </a:p>
        </p:txBody>
      </p:sp>
      <p:sp>
        <p:nvSpPr>
          <p:cNvPr id="4" name="灯片编号占位符 3"/>
          <p:cNvSpPr>
            <a:spLocks noGrp="1"/>
          </p:cNvSpPr>
          <p:nvPr>
            <p:ph type="sldNum" sz="quarter" idx="12"/>
          </p:nvPr>
        </p:nvSpPr>
        <p:spPr>
          <a:xfrm>
            <a:off x="6457950" y="6356350"/>
            <a:ext cx="2058988" cy="366713"/>
          </a:xfrm>
          <a:prstGeom prst="rect">
            <a:avLst/>
          </a:prstGeom>
        </p:spPr>
        <p:txBody>
          <a:bodyPr vert="horz" lIns="91440" tIns="45720" rIns="91440" bIns="45720" rtlCol="0" anchor="ctr"/>
          <a:lstStyle/>
          <a:p>
            <a:pPr fontAlgn="base"/>
            <a:fld id="{341D1296-2E93-47A3-B509-9CB210ECFEC1}" type="slidenum">
              <a:rPr lang="zh-CN" altLang="en-US" strike="noStrike" noProof="1" smtClean="0">
                <a:latin typeface="FrutigerNext LT Regular" pitchFamily="2" charset="0"/>
                <a:ea typeface="华文细黑" panose="02010600040101010101" pitchFamily="2" charset="-122"/>
                <a:cs typeface="+mn-cs"/>
              </a:rPr>
              <a:t>‹#›</a:t>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10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200"/>
                                  </p:stCondLst>
                                  <p:childTnLst>
                                    <p:set>
                                      <p:cBhvr>
                                        <p:cTn id="10" dur="1" fill="hold">
                                          <p:stCondLst>
                                            <p:cond delay="0"/>
                                          </p:stCondLst>
                                        </p:cTn>
                                        <p:tgtEl>
                                          <p:spTgt spid="21"/>
                                        </p:tgtEl>
                                        <p:attrNameLst>
                                          <p:attrName>style.visibility</p:attrName>
                                        </p:attrNameLst>
                                      </p:cBhvr>
                                      <p:to>
                                        <p:strVal val="visible"/>
                                      </p:to>
                                    </p:set>
                                    <p:anim calcmode="lin" valueType="num">
                                      <p:cBhvr>
                                        <p:cTn id="11" dur="500" fill="hold"/>
                                        <p:tgtEl>
                                          <p:spTgt spid="21"/>
                                        </p:tgtEl>
                                        <p:attrNameLst>
                                          <p:attrName>ppt_w</p:attrName>
                                        </p:attrNameLst>
                                      </p:cBhvr>
                                      <p:tavLst>
                                        <p:tav tm="0">
                                          <p:val>
                                            <p:fltVal val="0"/>
                                          </p:val>
                                        </p:tav>
                                        <p:tav tm="100000">
                                          <p:val>
                                            <p:strVal val="#ppt_w"/>
                                          </p:val>
                                        </p:tav>
                                      </p:tavLst>
                                    </p:anim>
                                    <p:anim calcmode="lin" valueType="num">
                                      <p:cBhvr>
                                        <p:cTn id="12" dur="500" fill="hold"/>
                                        <p:tgtEl>
                                          <p:spTgt spid="21"/>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400"/>
                                  </p:stCondLst>
                                  <p:childTnLst>
                                    <p:set>
                                      <p:cBhvr>
                                        <p:cTn id="14" dur="1" fill="hold">
                                          <p:stCondLst>
                                            <p:cond delay="0"/>
                                          </p:stCondLst>
                                        </p:cTn>
                                        <p:tgtEl>
                                          <p:spTgt spid="24"/>
                                        </p:tgtEl>
                                        <p:attrNameLst>
                                          <p:attrName>style.visibility</p:attrName>
                                        </p:attrNameLst>
                                      </p:cBhvr>
                                      <p:to>
                                        <p:strVal val="visible"/>
                                      </p:to>
                                    </p:set>
                                    <p:anim calcmode="lin" valueType="num">
                                      <p:cBhvr>
                                        <p:cTn id="15" dur="500" fill="hold"/>
                                        <p:tgtEl>
                                          <p:spTgt spid="24"/>
                                        </p:tgtEl>
                                        <p:attrNameLst>
                                          <p:attrName>ppt_w</p:attrName>
                                        </p:attrNameLst>
                                      </p:cBhvr>
                                      <p:tavLst>
                                        <p:tav tm="0">
                                          <p:val>
                                            <p:fltVal val="0"/>
                                          </p:val>
                                        </p:tav>
                                        <p:tav tm="100000">
                                          <p:val>
                                            <p:strVal val="#ppt_w"/>
                                          </p:val>
                                        </p:tav>
                                      </p:tavLst>
                                    </p:anim>
                                    <p:anim calcmode="lin" valueType="num">
                                      <p:cBhvr>
                                        <p:cTn id="16" dur="500" fill="hold"/>
                                        <p:tgtEl>
                                          <p:spTgt spid="24"/>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400"/>
                                  </p:stCondLst>
                                  <p:childTnLst>
                                    <p:set>
                                      <p:cBhvr>
                                        <p:cTn id="18" dur="1" fill="hold">
                                          <p:stCondLst>
                                            <p:cond delay="0"/>
                                          </p:stCondLst>
                                        </p:cTn>
                                        <p:tgtEl>
                                          <p:spTgt spid="22"/>
                                        </p:tgtEl>
                                        <p:attrNameLst>
                                          <p:attrName>style.visibility</p:attrName>
                                        </p:attrNameLst>
                                      </p:cBhvr>
                                      <p:to>
                                        <p:strVal val="visible"/>
                                      </p:to>
                                    </p:set>
                                    <p:anim calcmode="lin" valueType="num">
                                      <p:cBhvr>
                                        <p:cTn id="19" dur="500" fill="hold"/>
                                        <p:tgtEl>
                                          <p:spTgt spid="22"/>
                                        </p:tgtEl>
                                        <p:attrNameLst>
                                          <p:attrName>ppt_w</p:attrName>
                                        </p:attrNameLst>
                                      </p:cBhvr>
                                      <p:tavLst>
                                        <p:tav tm="0">
                                          <p:val>
                                            <p:fltVal val="0"/>
                                          </p:val>
                                        </p:tav>
                                        <p:tav tm="100000">
                                          <p:val>
                                            <p:strVal val="#ppt_w"/>
                                          </p:val>
                                        </p:tav>
                                      </p:tavLst>
                                    </p:anim>
                                    <p:anim calcmode="lin" valueType="num">
                                      <p:cBhvr>
                                        <p:cTn id="20" dur="500" fill="hold"/>
                                        <p:tgtEl>
                                          <p:spTgt spid="22"/>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100"/>
                                  </p:stCondLst>
                                  <p:childTnLst>
                                    <p:set>
                                      <p:cBhvr>
                                        <p:cTn id="22" dur="1" fill="hold">
                                          <p:stCondLst>
                                            <p:cond delay="0"/>
                                          </p:stCondLst>
                                        </p:cTn>
                                        <p:tgtEl>
                                          <p:spTgt spid="36"/>
                                        </p:tgtEl>
                                        <p:attrNameLst>
                                          <p:attrName>style.visibility</p:attrName>
                                        </p:attrNameLst>
                                      </p:cBhvr>
                                      <p:to>
                                        <p:strVal val="visible"/>
                                      </p:to>
                                    </p:set>
                                    <p:anim calcmode="lin" valueType="num">
                                      <p:cBhvr>
                                        <p:cTn id="23" dur="500" fill="hold"/>
                                        <p:tgtEl>
                                          <p:spTgt spid="36"/>
                                        </p:tgtEl>
                                        <p:attrNameLst>
                                          <p:attrName>ppt_w</p:attrName>
                                        </p:attrNameLst>
                                      </p:cBhvr>
                                      <p:tavLst>
                                        <p:tav tm="0">
                                          <p:val>
                                            <p:fltVal val="0"/>
                                          </p:val>
                                        </p:tav>
                                        <p:tav tm="100000">
                                          <p:val>
                                            <p:strVal val="#ppt_w"/>
                                          </p:val>
                                        </p:tav>
                                      </p:tavLst>
                                    </p:anim>
                                    <p:anim calcmode="lin" valueType="num">
                                      <p:cBhvr>
                                        <p:cTn id="24" dur="500" fill="hold"/>
                                        <p:tgtEl>
                                          <p:spTgt spid="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0" grpId="0" bldLvl="0" animBg="1"/>
      <p:bldP spid="21" grpId="0" bldLvl="0" animBg="1"/>
      <p:bldP spid="22" grpId="0" bldLvl="0" animBg="1"/>
      <p:bldP spid="36" grpId="0" bldLvl="0" animBg="1"/>
    </p:bldLst>
  </p:timing>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2.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4.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image" Target="../media/image1.png"/><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tags" Target="../tags/tag13.xml"/><Relationship Id="rId2" Type="http://schemas.openxmlformats.org/officeDocument/2006/relationships/slideLayout" Target="../slideLayouts/slideLayout49.xml"/><Relationship Id="rId16" Type="http://schemas.openxmlformats.org/officeDocument/2006/relationships/tags" Target="../tags/tag12.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theme" Target="../theme/theme5.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8"/>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custDataLst>
              <p:tags r:id="rId16"/>
            </p:custDataLst>
          </p:nvPr>
        </p:nvSpPr>
        <p:spPr>
          <a:xfrm>
            <a:off x="628650" y="366713"/>
            <a:ext cx="7888288" cy="863600"/>
          </a:xfrm>
          <a:prstGeom prst="rect">
            <a:avLst/>
          </a:prstGeom>
          <a:noFill/>
          <a:ln w="9525">
            <a:noFill/>
          </a:ln>
        </p:spPr>
        <p:txBody>
          <a:bodyPr lIns="91440" tIns="45720" rIns="91440" bIns="45720" anchor="ctr"/>
          <a:lstStyle/>
          <a:p>
            <a:pPr lvl="0"/>
            <a:r>
              <a:rPr lang="zh-CN" altLang="en-US"/>
              <a:t>单击此处编辑母版标题样式</a:t>
            </a:r>
            <a:endParaRPr lang="en-US" altLang="zh-CN" dirty="0"/>
          </a:p>
        </p:txBody>
      </p:sp>
      <p:sp>
        <p:nvSpPr>
          <p:cNvPr id="3" name="Text Placeholder 2"/>
          <p:cNvSpPr>
            <a:spLocks noGrp="1"/>
          </p:cNvSpPr>
          <p:nvPr>
            <p:ph type="body" idx="1"/>
            <p:custDataLst>
              <p:tags r:id="rId17"/>
            </p:custDataLst>
          </p:nvPr>
        </p:nvSpPr>
        <p:spPr>
          <a:xfrm>
            <a:off x="628650" y="1462088"/>
            <a:ext cx="7888288" cy="4714875"/>
          </a:xfrm>
          <a:prstGeom prst="rect">
            <a:avLst/>
          </a:prstGeom>
        </p:spPr>
        <p:txBody>
          <a:bodyPr vert="horz" lIns="91440" tIns="45720" rIns="91440" bIns="4572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Date Placeholder 3"/>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lgn="l">
              <a:defRPr sz="900">
                <a:solidFill>
                  <a:schemeClr val="tx1">
                    <a:tint val="75000"/>
                  </a:schemeClr>
                </a:solidFill>
              </a:defRPr>
            </a:lvl1p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lgn="ctr">
              <a:defRPr sz="900">
                <a:solidFill>
                  <a:schemeClr val="tx1">
                    <a:tint val="75000"/>
                  </a:schemeClr>
                </a:solidFill>
              </a:defRPr>
            </a:lvl1pPr>
          </a:lstStyle>
          <a:p>
            <a:pPr lvl="0" fontAlgn="base"/>
            <a:endParaRPr lang="zh-CN" altLang="en-US" strike="noStrike" noProof="1">
              <a:ea typeface="宋体" panose="02010600030101010101" pitchFamily="2" charset="-122"/>
            </a:endParaRPr>
          </a:p>
        </p:txBody>
      </p:sp>
      <p:sp>
        <p:nvSpPr>
          <p:cNvPr id="6" name="Slide Number Placeholder 5"/>
          <p:cNvSpPr>
            <a:spLocks noGrp="1"/>
          </p:cNvSpPr>
          <p:nvPr>
            <p:ph type="sldNum" sz="quarter" idx="4"/>
          </p:nvPr>
        </p:nvSpPr>
        <p:spPr>
          <a:xfrm>
            <a:off x="6457950" y="6356350"/>
            <a:ext cx="2058988" cy="366713"/>
          </a:xfrm>
          <a:prstGeom prst="rect">
            <a:avLst/>
          </a:prstGeom>
        </p:spPr>
        <p:txBody>
          <a:bodyPr vert="horz" lIns="91440" tIns="45720" rIns="91440" bIns="45720" rtlCol="0" anchor="ctr"/>
          <a:lstStyle>
            <a:lvl1pPr algn="r">
              <a:defRPr sz="900">
                <a:solidFill>
                  <a:schemeClr val="tx1">
                    <a:tint val="75000"/>
                  </a:schemeClr>
                </a:solidFill>
              </a:defRPr>
            </a:lvl1p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p:titleStyle>
    <p:bodyStyle>
      <a:lvl1pPr marL="273685" indent="-273685" algn="l" defTabSz="685800" rtl="0" eaLnBrk="1" latinLnBrk="0" hangingPunct="1">
        <a:lnSpc>
          <a:spcPct val="90000"/>
        </a:lnSpc>
        <a:spcBef>
          <a:spcPts val="750"/>
        </a:spcBef>
        <a:buClr>
          <a:schemeClr val="accent1"/>
        </a:buClr>
        <a:buFont typeface="Wingdings" panose="05000000000000000000" pitchFamily="2" charset="2"/>
        <a:buChar char="!"/>
        <a:defRPr sz="1800" kern="1200">
          <a:solidFill>
            <a:schemeClr val="accent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accent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4pPr>
      <a:lvl5pPr marL="1543685"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2235" algn="l" defTabSz="685800" rtl="0" eaLnBrk="1" latinLnBrk="0" hangingPunct="1">
        <a:defRPr sz="1350" kern="1200">
          <a:solidFill>
            <a:schemeClr val="tx1"/>
          </a:solidFill>
          <a:latin typeface="+mn-lt"/>
          <a:ea typeface="+mn-ea"/>
          <a:cs typeface="+mn-cs"/>
        </a:defRPr>
      </a:lvl5pPr>
      <a:lvl6pPr marL="1715135"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2" descr="7"/>
          <p:cNvPicPr>
            <a:picLocks noChangeAspect="1"/>
          </p:cNvPicPr>
          <p:nvPr/>
        </p:nvPicPr>
        <p:blipFill>
          <a:blip r:embed="rId13"/>
          <a:stretch>
            <a:fillRect/>
          </a:stretch>
        </p:blipFill>
        <p:spPr>
          <a:xfrm>
            <a:off x="0" y="6572250"/>
            <a:ext cx="9142413" cy="285750"/>
          </a:xfrm>
          <a:prstGeom prst="rect">
            <a:avLst/>
          </a:prstGeom>
          <a:noFill/>
          <a:ln w="9525">
            <a:noFill/>
          </a:ln>
        </p:spPr>
      </p:pic>
      <p:sp>
        <p:nvSpPr>
          <p:cNvPr id="1027"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lvl1pPr algn="l">
              <a:defRPr sz="1100">
                <a:latin typeface="FrutigerNext LT Bold" pitchFamily="4" charset="0"/>
                <a:ea typeface="MS PGothic" panose="020B0600070205080204" pitchFamily="34" charset="-128"/>
              </a:defRPr>
            </a:lvl1pPr>
          </a:lstStyle>
          <a:p>
            <a:pPr lvl="0"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100" strike="noStrike" noProof="1" dirty="0">
                <a:latin typeface="FrutigerNext LT Bold" pitchFamily="4" charset="0"/>
                <a:ea typeface="MS PGothic" panose="020B0600070205080204" pitchFamily="34" charset="-128"/>
                <a:cs typeface="+mn-cs"/>
              </a:rPr>
              <a:t>‹#›</a:t>
            </a:fld>
            <a:endParaRPr lang="de-DE" altLang="en-US" sz="1100" strike="noStrike" noProof="1">
              <a:latin typeface="FrutigerNext LT Bold" pitchFamily="4" charset="0"/>
              <a:ea typeface="MS PGothic" panose="020B0600070205080204" pitchFamily="34" charset="-128"/>
            </a:endParaRPr>
          </a:p>
        </p:txBody>
      </p:sp>
      <p:sp>
        <p:nvSpPr>
          <p:cNvPr id="1028" name="Rectangle 4"/>
          <p:cNvSpPr>
            <a:spLocks noGrp="1"/>
          </p:cNvSpPr>
          <p:nvPr>
            <p:ph type="title"/>
          </p:nvPr>
        </p:nvSpPr>
        <p:spPr>
          <a:xfrm>
            <a:off x="652463" y="190500"/>
            <a:ext cx="7745413" cy="869950"/>
          </a:xfrm>
          <a:prstGeom prst="rect">
            <a:avLst/>
          </a:prstGeom>
          <a:noFill/>
          <a:ln w="9525">
            <a:noFill/>
          </a:ln>
        </p:spPr>
        <p:txBody>
          <a:bodyPr lIns="71551" tIns="35775" rIns="71551" bIns="35775" anchor="ctr"/>
          <a:lstStyle/>
          <a:p>
            <a:pPr lvl="0" fontAlgn="base"/>
            <a:r>
              <a:rPr lang="zh-CN" altLang="en-US" sz="3735" strike="noStrike" noProof="1"/>
              <a:t>单击此处编辑母版标题样式</a:t>
            </a:r>
            <a:endParaRPr lang="zh-CN" altLang="en-US" strike="noStrike" noProof="1"/>
          </a:p>
        </p:txBody>
      </p:sp>
      <p:sp>
        <p:nvSpPr>
          <p:cNvPr id="1029" name="Rectangle 5"/>
          <p:cNvSpPr>
            <a:spLocks noGrp="1"/>
          </p:cNvSpPr>
          <p:nvPr>
            <p:ph type="body"/>
          </p:nvPr>
        </p:nvSpPr>
        <p:spPr>
          <a:xfrm>
            <a:off x="652463" y="1428750"/>
            <a:ext cx="7931150" cy="4667250"/>
          </a:xfrm>
          <a:prstGeom prst="rect">
            <a:avLst/>
          </a:prstGeom>
          <a:noFill/>
          <a:ln w="9525">
            <a:noFill/>
          </a:ln>
        </p:spPr>
        <p:txBody>
          <a:bodyPr lIns="71562" tIns="35781" rIns="71562" bIns="35781" anchor="t"/>
          <a:lstStyle/>
          <a:p>
            <a:pPr lvl="0" indent="-266700" fontAlgn="base"/>
            <a:r>
              <a:rPr lang="zh-CN" altLang="en-US" sz="2665" strike="noStrike" noProof="1"/>
              <a:t>单击此处编辑母版文本样式</a:t>
            </a:r>
            <a:endParaRPr lang="zh-CN" altLang="en-US" strike="noStrike" noProof="1"/>
          </a:p>
          <a:p>
            <a:pPr lvl="1" indent="-222250" fontAlgn="base"/>
            <a:r>
              <a:rPr lang="zh-CN" altLang="en-US" sz="2665" strike="noStrike" noProof="1"/>
              <a:t>第二级</a:t>
            </a:r>
            <a:endParaRPr lang="zh-CN" altLang="en-US" strike="noStrike" noProof="1"/>
          </a:p>
          <a:p>
            <a:pPr lvl="2" indent="-179705" fontAlgn="base"/>
            <a:r>
              <a:rPr lang="zh-CN" altLang="en-US" sz="2665" strike="noStrike" noProof="1"/>
              <a:t>第三级</a:t>
            </a:r>
            <a:endParaRPr lang="zh-CN" altLang="en-US" strike="noStrike" noProof="1"/>
          </a:p>
          <a:p>
            <a:pPr lvl="3" indent="-179070" fontAlgn="base"/>
            <a:r>
              <a:rPr lang="zh-CN" altLang="en-US" sz="2665" strike="noStrike" noProof="1"/>
              <a:t>第四级</a:t>
            </a:r>
            <a:endParaRPr lang="zh-CN" altLang="en-US" strike="noStrike" noProof="1"/>
          </a:p>
          <a:p>
            <a:pPr lvl="4" indent="-179070" fontAlgn="base"/>
            <a:r>
              <a:rPr lang="zh-CN" altLang="en-US" sz="2665" strike="noStrike" noProof="1"/>
              <a:t>第五级</a:t>
            </a:r>
            <a:endParaRPr lang="zh-CN" altLang="en-US" strike="noStrike" noProof="1"/>
          </a:p>
        </p:txBody>
      </p:sp>
      <p:pic>
        <p:nvPicPr>
          <p:cNvPr id="2054" name="Picture 6" descr="院徽副本"/>
          <p:cNvPicPr>
            <a:picLocks noChangeAspect="1"/>
          </p:cNvPicPr>
          <p:nvPr/>
        </p:nvPicPr>
        <p:blipFill>
          <a:blip r:embed="rId14"/>
          <a:stretch>
            <a:fillRect/>
          </a:stretch>
        </p:blipFill>
        <p:spPr>
          <a:xfrm>
            <a:off x="7904163" y="190500"/>
            <a:ext cx="741362" cy="890588"/>
          </a:xfrm>
          <a:prstGeom prst="rect">
            <a:avLst/>
          </a:prstGeom>
          <a:noFill/>
          <a:ln w="9525">
            <a:noFill/>
          </a:ln>
        </p:spPr>
      </p:pic>
      <p:sp>
        <p:nvSpPr>
          <p:cNvPr id="7" name="Line 4"/>
          <p:cNvSpPr>
            <a:spLocks noChangeShapeType="1"/>
          </p:cNvSpPr>
          <p:nvPr/>
        </p:nvSpPr>
        <p:spPr bwMode="auto">
          <a:xfrm>
            <a:off x="19050" y="1143000"/>
            <a:ext cx="9080500" cy="0"/>
          </a:xfrm>
          <a:prstGeom prst="line">
            <a:avLst/>
          </a:prstGeom>
          <a:noFill/>
          <a:ln w="38100" cap="flat" cmpd="dbl">
            <a:solidFill>
              <a:srgbClr val="B2B2B2"/>
            </a:solidFill>
            <a:round/>
          </a:ln>
          <a:effectLst/>
        </p:spPr>
        <p:txBody>
          <a:bodyPr lIns="55893" tIns="27947" rIns="55893" bIns="27947"/>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75"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sym typeface="+mn-ea"/>
            </a:endParaRPr>
          </a:p>
        </p:txBody>
      </p:sp>
      <p:sp>
        <p:nvSpPr>
          <p:cNvPr id="10"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lgn="ctr">
              <a:defRPr sz="900" b="0">
                <a:latin typeface="微软雅黑" panose="020B0503020204020204" charset="-122"/>
                <a:ea typeface="微软雅黑" panose="020B0503020204020204" charset="-122"/>
              </a:defRPr>
            </a:lvl1pPr>
          </a:lstStyle>
          <a:p>
            <a:pPr lvl="0">
              <a:buSzTx/>
            </a:pPr>
            <a:r>
              <a:rPr lang="en-US" altLang="zh-CN"/>
              <a:t> HTTP://DLS.ZZU.EDU.CN</a:t>
            </a:r>
            <a:endParaRPr lang="en-US" altLang="zh-CN" sz="900" b="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p:txStyles>
    <p:titleStyle>
      <a:lvl1pPr algn="l" defTabSz="714375" rtl="0" eaLnBrk="0" fontAlgn="base" hangingPunct="0">
        <a:spcBef>
          <a:spcPct val="0"/>
        </a:spcBef>
        <a:spcAft>
          <a:spcPct val="0"/>
        </a:spcAft>
        <a:defRPr sz="2800">
          <a:solidFill>
            <a:srgbClr val="990000"/>
          </a:solidFill>
          <a:latin typeface="+mj-lt"/>
          <a:ea typeface="+mj-ea"/>
          <a:cs typeface="+mj-cs"/>
        </a:defRPr>
      </a:lvl1pPr>
      <a:lvl2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2pPr>
      <a:lvl3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3pPr>
      <a:lvl4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4pPr>
      <a:lvl5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5pPr>
      <a:lvl6pPr marL="372745"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6pPr>
      <a:lvl7pPr marL="744855"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7pPr>
      <a:lvl8pPr marL="1117600"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8pPr>
      <a:lvl9pPr marL="1490345"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9pPr>
    </p:titleStyle>
    <p:bodyStyle>
      <a:lvl1pPr marL="266700" indent="-266700" algn="l" defTabSz="714375" rtl="0" eaLnBrk="0" fontAlgn="base" hangingPunct="0">
        <a:lnSpc>
          <a:spcPct val="140000"/>
        </a:lnSpc>
        <a:spcBef>
          <a:spcPct val="0"/>
        </a:spcBef>
        <a:spcAft>
          <a:spcPct val="0"/>
        </a:spcAft>
        <a:buClr>
          <a:schemeClr val="bg2"/>
        </a:buClr>
        <a:buSzPct val="60000"/>
        <a:buFont typeface="Wingdings" panose="05000000000000000000" pitchFamily="2" charset="2"/>
        <a:buChar char="l"/>
        <a:defRPr sz="2000" b="1">
          <a:solidFill>
            <a:schemeClr val="tx1"/>
          </a:solidFill>
          <a:latin typeface="微软雅黑" panose="020B0503020204020204" charset="-122"/>
          <a:ea typeface="微软雅黑" panose="020B0503020204020204" charset="-122"/>
          <a:cs typeface="+mn-cs"/>
        </a:defRPr>
      </a:lvl1pPr>
      <a:lvl2pPr marL="581025" indent="-222250" algn="l" defTabSz="714375" rtl="0" eaLnBrk="0" fontAlgn="base" hangingPunct="0">
        <a:lnSpc>
          <a:spcPct val="140000"/>
        </a:lnSpc>
        <a:spcBef>
          <a:spcPct val="0"/>
        </a:spcBef>
        <a:spcAft>
          <a:spcPct val="0"/>
        </a:spcAft>
        <a:buClr>
          <a:schemeClr val="tx1"/>
        </a:buClr>
        <a:buSzPct val="50000"/>
        <a:buFont typeface="Wingdings" panose="05000000000000000000" pitchFamily="2" charset="2"/>
        <a:buChar char="p"/>
        <a:defRPr sz="2000">
          <a:solidFill>
            <a:schemeClr val="tx1"/>
          </a:solidFill>
          <a:latin typeface="微软雅黑" panose="020B0503020204020204" charset="-122"/>
          <a:ea typeface="微软雅黑" panose="020B0503020204020204" charset="-122"/>
        </a:defRPr>
      </a:lvl2pPr>
      <a:lvl3pPr marL="894080" indent="-179705" algn="l" defTabSz="714375" rtl="0" eaLnBrk="0" fontAlgn="base" hangingPunct="0">
        <a:lnSpc>
          <a:spcPct val="140000"/>
        </a:lnSpc>
        <a:spcBef>
          <a:spcPct val="0"/>
        </a:spcBef>
        <a:spcAft>
          <a:spcPct val="0"/>
        </a:spcAft>
        <a:buSzPct val="50000"/>
        <a:buFont typeface="Wingdings" panose="05000000000000000000" pitchFamily="2" charset="2"/>
        <a:buChar char="n"/>
        <a:defRPr sz="2000">
          <a:solidFill>
            <a:schemeClr val="tx1"/>
          </a:solidFill>
          <a:latin typeface="微软雅黑" panose="020B0503020204020204" charset="-122"/>
          <a:ea typeface="微软雅黑" panose="020B0503020204020204" charset="-122"/>
        </a:defRPr>
      </a:lvl3pPr>
      <a:lvl4pPr marL="1251585" indent="-179705" algn="l" defTabSz="714375" rtl="0" eaLnBrk="0" fontAlgn="base" hangingPunct="0">
        <a:lnSpc>
          <a:spcPct val="140000"/>
        </a:lnSpc>
        <a:spcBef>
          <a:spcPct val="0"/>
        </a:spcBef>
        <a:spcAft>
          <a:spcPct val="0"/>
        </a:spcAft>
        <a:buChar char="–"/>
        <a:defRPr sz="2000">
          <a:solidFill>
            <a:schemeClr val="tx1"/>
          </a:solidFill>
          <a:latin typeface="微软雅黑" panose="020B0503020204020204" charset="-122"/>
          <a:ea typeface="微软雅黑" panose="020B0503020204020204" charset="-122"/>
        </a:defRPr>
      </a:lvl4pPr>
      <a:lvl5pPr marL="1610360" indent="-179705" algn="l" defTabSz="714375" rtl="0" eaLnBrk="0" fontAlgn="base" hangingPunct="0">
        <a:lnSpc>
          <a:spcPct val="140000"/>
        </a:lnSpc>
        <a:spcBef>
          <a:spcPct val="0"/>
        </a:spcBef>
        <a:spcAft>
          <a:spcPct val="0"/>
        </a:spcAft>
        <a:buFont typeface="FrutigerNext LT Medium" pitchFamily="2" charset="0"/>
        <a:buChar char="~"/>
        <a:defRPr sz="2000">
          <a:solidFill>
            <a:schemeClr val="tx1"/>
          </a:solidFill>
          <a:latin typeface="+mj-lt"/>
          <a:ea typeface="+mn-ea"/>
        </a:defRPr>
      </a:lvl5pPr>
      <a:lvl6pPr marL="1983740"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6pPr>
      <a:lvl7pPr marL="2355850"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7pPr>
      <a:lvl8pPr marL="272859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8pPr>
      <a:lvl9pPr marL="310197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4450" y="98425"/>
            <a:ext cx="239713" cy="252413"/>
          </a:xfrm>
          <a:prstGeom prst="rect">
            <a:avLst/>
          </a:prstGeom>
          <a:solidFill>
            <a:srgbClr val="DDDDDD"/>
          </a:solidFill>
          <a:ln w="9525">
            <a:noFill/>
            <a:miter lim="800000"/>
          </a:ln>
          <a:effectLst/>
        </p:spPr>
        <p:txBody>
          <a:bodyPr wrap="none" lIns="55884" tIns="27941" rIns="55884" bIns="27941"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75"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sym typeface="+mn-ea"/>
            </a:endParaRPr>
          </a:p>
        </p:txBody>
      </p:sp>
      <p:sp>
        <p:nvSpPr>
          <p:cNvPr id="2051" name="Rectangle 3"/>
          <p:cNvSpPr>
            <a:spLocks noGrp="1"/>
          </p:cNvSpPr>
          <p:nvPr>
            <p:ph type="title"/>
          </p:nvPr>
        </p:nvSpPr>
        <p:spPr>
          <a:xfrm>
            <a:off x="652463" y="636588"/>
            <a:ext cx="7931150" cy="869950"/>
          </a:xfrm>
          <a:prstGeom prst="rect">
            <a:avLst/>
          </a:prstGeom>
          <a:noFill/>
          <a:ln w="9525">
            <a:noFill/>
          </a:ln>
        </p:spPr>
        <p:txBody>
          <a:bodyPr lIns="71562" tIns="35781" rIns="71562" bIns="35781" anchor="ctr"/>
          <a:lstStyle/>
          <a:p>
            <a:pPr lvl="0" fontAlgn="base"/>
            <a:r>
              <a:rPr lang="zh-CN" altLang="en-US" sz="4135" strike="noStrike" noProof="1"/>
              <a:t>单击此处编辑母版标题样式</a:t>
            </a:r>
            <a:endParaRPr lang="zh-CN" altLang="en-US" strike="noStrike" noProof="1"/>
          </a:p>
        </p:txBody>
      </p:sp>
      <p:sp>
        <p:nvSpPr>
          <p:cNvPr id="2052" name="Rectangle 4"/>
          <p:cNvSpPr>
            <a:spLocks noGrp="1"/>
          </p:cNvSpPr>
          <p:nvPr>
            <p:ph type="body"/>
          </p:nvPr>
        </p:nvSpPr>
        <p:spPr>
          <a:xfrm>
            <a:off x="652463" y="1643063"/>
            <a:ext cx="7931150" cy="4192588"/>
          </a:xfrm>
          <a:prstGeom prst="rect">
            <a:avLst/>
          </a:prstGeom>
          <a:noFill/>
          <a:ln w="9525">
            <a:noFill/>
          </a:ln>
        </p:spPr>
        <p:txBody>
          <a:bodyPr lIns="71562" tIns="35781" rIns="71562" bIns="35781" anchor="t"/>
          <a:lstStyle/>
          <a:p>
            <a:pPr lvl="0" indent="-266700" fontAlgn="base"/>
            <a:r>
              <a:rPr lang="zh-CN" altLang="en-US" strike="noStrike" noProof="1"/>
              <a:t>单击此处编辑母版文本样式</a:t>
            </a:r>
          </a:p>
          <a:p>
            <a:pPr lvl="1" indent="-222250" fontAlgn="base"/>
            <a:r>
              <a:rPr lang="zh-CN" altLang="en-US" sz="2935" strike="noStrike" noProof="1"/>
              <a:t>第二级</a:t>
            </a:r>
            <a:endParaRPr lang="zh-CN" altLang="en-US" strike="noStrike" noProof="1"/>
          </a:p>
          <a:p>
            <a:pPr lvl="2" indent="-179705" fontAlgn="base"/>
            <a:r>
              <a:rPr lang="zh-CN" altLang="en-US" sz="2665" strike="noStrike" noProof="1"/>
              <a:t>第三级</a:t>
            </a:r>
            <a:endParaRPr lang="zh-CN" altLang="en-US" strike="noStrike" noProof="1"/>
          </a:p>
          <a:p>
            <a:pPr lvl="3" indent="-177800" fontAlgn="base"/>
            <a:r>
              <a:rPr lang="zh-CN" altLang="en-US" sz="2535" strike="noStrike" noProof="1"/>
              <a:t>第四级</a:t>
            </a:r>
            <a:endParaRPr lang="zh-CN" altLang="en-US" strike="noStrike" noProof="1"/>
          </a:p>
          <a:p>
            <a:pPr lvl="4" indent="-179070" fontAlgn="base"/>
            <a:r>
              <a:rPr lang="zh-CN" altLang="en-US" sz="2265" strike="noStrike" noProof="1"/>
              <a:t>第五级</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sldNum="0" hdr="0" ftr="0" dt="0"/>
  <p:txStyles>
    <p:titleStyle>
      <a:lvl1pPr algn="l" defTabSz="714375" rtl="0" eaLnBrk="0" fontAlgn="base" hangingPunct="0">
        <a:spcBef>
          <a:spcPct val="0"/>
        </a:spcBef>
        <a:spcAft>
          <a:spcPct val="0"/>
        </a:spcAft>
        <a:defRPr sz="3100">
          <a:solidFill>
            <a:srgbClr val="990000"/>
          </a:solidFill>
          <a:latin typeface="+mj-lt"/>
          <a:ea typeface="+mj-ea"/>
          <a:cs typeface="+mj-cs"/>
        </a:defRPr>
      </a:lvl1pPr>
      <a:lvl2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2pPr>
      <a:lvl3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3pPr>
      <a:lvl4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4pPr>
      <a:lvl5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5pPr>
      <a:lvl6pPr marL="372745"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6pPr>
      <a:lvl7pPr marL="744855"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7pPr>
      <a:lvl8pPr marL="1117600"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8pPr>
      <a:lvl9pPr marL="1490345"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9pPr>
    </p:titleStyle>
    <p:bodyStyle>
      <a:lvl1pPr marL="266700" indent="-266700" algn="l" defTabSz="714375" rtl="0" eaLnBrk="0" fontAlgn="base" hangingPunct="0">
        <a:lnSpc>
          <a:spcPct val="140000"/>
        </a:lnSpc>
        <a:spcBef>
          <a:spcPct val="0"/>
        </a:spcBef>
        <a:spcAft>
          <a:spcPct val="0"/>
        </a:spcAft>
        <a:buChar char="•"/>
        <a:defRPr sz="2400" b="1">
          <a:solidFill>
            <a:schemeClr val="tx1"/>
          </a:solidFill>
          <a:latin typeface="+mn-lt"/>
          <a:ea typeface="+mn-ea"/>
          <a:cs typeface="+mn-cs"/>
        </a:defRPr>
      </a:lvl1pPr>
      <a:lvl2pPr marL="581025" indent="-222250" algn="l" defTabSz="714375" rtl="0" eaLnBrk="0" fontAlgn="base" hangingPunct="0">
        <a:lnSpc>
          <a:spcPct val="140000"/>
        </a:lnSpc>
        <a:spcBef>
          <a:spcPct val="0"/>
        </a:spcBef>
        <a:spcAft>
          <a:spcPct val="0"/>
        </a:spcAft>
        <a:buSzPct val="50000"/>
        <a:buFont typeface="Wingdings" panose="05000000000000000000" pitchFamily="2" charset="2"/>
        <a:buChar char="p"/>
        <a:defRPr sz="2200">
          <a:solidFill>
            <a:schemeClr val="tx1"/>
          </a:solidFill>
          <a:latin typeface="+mn-lt"/>
          <a:ea typeface="+mn-ea"/>
        </a:defRPr>
      </a:lvl2pPr>
      <a:lvl3pPr marL="894080" indent="-179705" algn="l" defTabSz="714375" rtl="0" eaLnBrk="0" fontAlgn="base" hangingPunct="0">
        <a:lnSpc>
          <a:spcPct val="140000"/>
        </a:lnSpc>
        <a:spcBef>
          <a:spcPct val="0"/>
        </a:spcBef>
        <a:spcAft>
          <a:spcPct val="0"/>
        </a:spcAft>
        <a:buSzPct val="50000"/>
        <a:buFont typeface="Wingdings" panose="05000000000000000000" pitchFamily="2" charset="2"/>
        <a:buChar char="n"/>
        <a:defRPr sz="2000">
          <a:solidFill>
            <a:schemeClr val="tx1"/>
          </a:solidFill>
          <a:latin typeface="+mn-lt"/>
          <a:ea typeface="+mn-ea"/>
        </a:defRPr>
      </a:lvl3pPr>
      <a:lvl4pPr marL="1251585" indent="-177800" algn="l" defTabSz="714375" rtl="0" eaLnBrk="0" fontAlgn="base" hangingPunct="0">
        <a:lnSpc>
          <a:spcPct val="140000"/>
        </a:lnSpc>
        <a:spcBef>
          <a:spcPct val="0"/>
        </a:spcBef>
        <a:spcAft>
          <a:spcPct val="0"/>
        </a:spcAft>
        <a:buFont typeface="Arial" panose="020B0604020202020204" pitchFamily="34" charset="0"/>
        <a:buChar char="–"/>
        <a:defRPr sz="1900">
          <a:solidFill>
            <a:schemeClr val="tx1"/>
          </a:solidFill>
          <a:latin typeface="+mn-lt"/>
          <a:ea typeface="+mn-ea"/>
        </a:defRPr>
      </a:lvl4pPr>
      <a:lvl5pPr marL="1610360" indent="-179705" algn="l" defTabSz="714375" rtl="0" eaLnBrk="0" fontAlgn="base" hangingPunct="0">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5pPr>
      <a:lvl6pPr marL="1983740"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6pPr>
      <a:lvl7pPr marL="2355850"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7pPr>
      <a:lvl8pPr marL="272859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8pPr>
      <a:lvl9pPr marL="310197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990000"/>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sldNum="0" hdr="0" ftr="0" dt="0"/>
  <p:txStyles>
    <p:titleStyle>
      <a:lvl1pPr algn="ctr" defTabSz="714375" rtl="0" eaLnBrk="0" fontAlgn="base" hangingPunct="0">
        <a:spcBef>
          <a:spcPct val="0"/>
        </a:spcBef>
        <a:spcAft>
          <a:spcPct val="0"/>
        </a:spcAft>
        <a:defRPr sz="3400">
          <a:solidFill>
            <a:schemeClr val="tx2"/>
          </a:solidFill>
          <a:latin typeface="+mj-lt"/>
          <a:ea typeface="+mj-ea"/>
          <a:cs typeface="+mj-cs"/>
        </a:defRPr>
      </a:lvl1pPr>
      <a:lvl2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2pPr>
      <a:lvl3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3pPr>
      <a:lvl4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4pPr>
      <a:lvl5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5pPr>
      <a:lvl6pPr marL="37274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6pPr>
      <a:lvl7pPr marL="74485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7pPr>
      <a:lvl8pPr marL="1117600"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8pPr>
      <a:lvl9pPr marL="149034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9pPr>
    </p:titleStyle>
    <p:bodyStyle>
      <a:lvl1pPr marL="266700" indent="-266700" algn="l" defTabSz="714375" rtl="0" eaLnBrk="0" fontAlgn="base" hangingPunct="0">
        <a:spcBef>
          <a:spcPct val="20000"/>
        </a:spcBef>
        <a:spcAft>
          <a:spcPct val="0"/>
        </a:spcAft>
        <a:buChar char="•"/>
        <a:defRPr sz="2500">
          <a:solidFill>
            <a:schemeClr val="tx1"/>
          </a:solidFill>
          <a:latin typeface="+mn-lt"/>
          <a:ea typeface="+mn-ea"/>
          <a:cs typeface="+mn-cs"/>
        </a:defRPr>
      </a:lvl1pPr>
      <a:lvl2pPr marL="581025" indent="-222250" algn="l" defTabSz="714375" rtl="0" eaLnBrk="0" fontAlgn="base" hangingPunct="0">
        <a:spcBef>
          <a:spcPct val="20000"/>
        </a:spcBef>
        <a:spcAft>
          <a:spcPct val="0"/>
        </a:spcAft>
        <a:buChar char="–"/>
        <a:defRPr sz="2200">
          <a:solidFill>
            <a:schemeClr val="tx1"/>
          </a:solidFill>
          <a:latin typeface="+mn-lt"/>
          <a:ea typeface="+mn-ea"/>
        </a:defRPr>
      </a:lvl2pPr>
      <a:lvl3pPr marL="894080" indent="-179705" algn="l" defTabSz="714375" rtl="0" eaLnBrk="0" fontAlgn="base" hangingPunct="0">
        <a:spcBef>
          <a:spcPct val="20000"/>
        </a:spcBef>
        <a:spcAft>
          <a:spcPct val="0"/>
        </a:spcAft>
        <a:buChar char="•"/>
        <a:defRPr sz="2000">
          <a:solidFill>
            <a:schemeClr val="tx1"/>
          </a:solidFill>
          <a:latin typeface="+mn-lt"/>
          <a:ea typeface="+mn-ea"/>
        </a:defRPr>
      </a:lvl3pPr>
      <a:lvl4pPr marL="1251585" indent="-179705" algn="l" defTabSz="714375" rtl="0" eaLnBrk="0" fontAlgn="base" hangingPunct="0">
        <a:spcBef>
          <a:spcPct val="20000"/>
        </a:spcBef>
        <a:spcAft>
          <a:spcPct val="0"/>
        </a:spcAft>
        <a:buChar char="–"/>
        <a:defRPr sz="1500">
          <a:solidFill>
            <a:schemeClr val="tx1"/>
          </a:solidFill>
          <a:latin typeface="+mn-lt"/>
          <a:ea typeface="+mn-ea"/>
        </a:defRPr>
      </a:lvl4pPr>
      <a:lvl5pPr marL="1610360" indent="-179705" algn="l" defTabSz="714375" rtl="0" eaLnBrk="0" fontAlgn="base" hangingPunct="0">
        <a:spcBef>
          <a:spcPct val="20000"/>
        </a:spcBef>
        <a:spcAft>
          <a:spcPct val="0"/>
        </a:spcAft>
        <a:buChar char="»"/>
        <a:defRPr sz="1500">
          <a:solidFill>
            <a:schemeClr val="tx1"/>
          </a:solidFill>
          <a:latin typeface="+mn-lt"/>
          <a:ea typeface="+mn-ea"/>
        </a:defRPr>
      </a:lvl5pPr>
      <a:lvl6pPr marL="1983740" indent="-179705" algn="l" defTabSz="715010" rtl="0" fontAlgn="base">
        <a:spcBef>
          <a:spcPct val="20000"/>
        </a:spcBef>
        <a:spcAft>
          <a:spcPct val="0"/>
        </a:spcAft>
        <a:buChar char="»"/>
        <a:defRPr sz="1500">
          <a:solidFill>
            <a:schemeClr val="tx1"/>
          </a:solidFill>
          <a:latin typeface="+mn-lt"/>
          <a:ea typeface="+mn-ea"/>
        </a:defRPr>
      </a:lvl6pPr>
      <a:lvl7pPr marL="2355850" indent="-179705" algn="l" defTabSz="715010" rtl="0" fontAlgn="base">
        <a:spcBef>
          <a:spcPct val="20000"/>
        </a:spcBef>
        <a:spcAft>
          <a:spcPct val="0"/>
        </a:spcAft>
        <a:buChar char="»"/>
        <a:defRPr sz="1500">
          <a:solidFill>
            <a:schemeClr val="tx1"/>
          </a:solidFill>
          <a:latin typeface="+mn-lt"/>
          <a:ea typeface="+mn-ea"/>
        </a:defRPr>
      </a:lvl7pPr>
      <a:lvl8pPr marL="2728595" indent="-179705" algn="l" defTabSz="715010" rtl="0" fontAlgn="base">
        <a:spcBef>
          <a:spcPct val="20000"/>
        </a:spcBef>
        <a:spcAft>
          <a:spcPct val="0"/>
        </a:spcAft>
        <a:buChar char="»"/>
        <a:defRPr sz="1500">
          <a:solidFill>
            <a:schemeClr val="tx1"/>
          </a:solidFill>
          <a:latin typeface="+mn-lt"/>
          <a:ea typeface="+mn-ea"/>
        </a:defRPr>
      </a:lvl8pPr>
      <a:lvl9pPr marL="3101975" indent="-179705" algn="l" defTabSz="715010" rtl="0" fontAlgn="base">
        <a:spcBef>
          <a:spcPct val="20000"/>
        </a:spcBef>
        <a:spcAft>
          <a:spcPct val="0"/>
        </a:spcAft>
        <a:buChar char="»"/>
        <a:defRPr sz="1500">
          <a:solidFill>
            <a:schemeClr val="tx1"/>
          </a:solidFill>
          <a:latin typeface="+mn-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8"/>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custDataLst>
              <p:tags r:id="rId16"/>
            </p:custDataLst>
          </p:nvPr>
        </p:nvSpPr>
        <p:spPr>
          <a:xfrm>
            <a:off x="628650" y="366713"/>
            <a:ext cx="7888288" cy="863600"/>
          </a:xfrm>
          <a:prstGeom prst="rect">
            <a:avLst/>
          </a:prstGeom>
          <a:noFill/>
          <a:ln w="9525">
            <a:noFill/>
          </a:ln>
        </p:spPr>
        <p:txBody>
          <a:bodyPr lIns="91440" tIns="45720" rIns="91440" bIns="45720" anchor="ctr"/>
          <a:lstStyle/>
          <a:p>
            <a:pPr lvl="0"/>
            <a:r>
              <a:rPr lang="zh-CN" altLang="en-US"/>
              <a:t>单击此处编辑母版标题样式</a:t>
            </a:r>
            <a:endParaRPr lang="en-US" altLang="zh-CN" dirty="0"/>
          </a:p>
        </p:txBody>
      </p:sp>
      <p:sp>
        <p:nvSpPr>
          <p:cNvPr id="3" name="Text Placeholder 2"/>
          <p:cNvSpPr>
            <a:spLocks noGrp="1"/>
          </p:cNvSpPr>
          <p:nvPr>
            <p:ph type="body" idx="1"/>
            <p:custDataLst>
              <p:tags r:id="rId17"/>
            </p:custDataLst>
          </p:nvPr>
        </p:nvSpPr>
        <p:spPr>
          <a:xfrm>
            <a:off x="628650" y="1462088"/>
            <a:ext cx="7888288" cy="4714875"/>
          </a:xfrm>
          <a:prstGeom prst="rect">
            <a:avLst/>
          </a:prstGeom>
        </p:spPr>
        <p:txBody>
          <a:bodyPr vert="horz" lIns="91440" tIns="45720" rIns="91440" bIns="4572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Date Placeholder 3"/>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lgn="l">
              <a:defRPr sz="900">
                <a:solidFill>
                  <a:schemeClr val="tx1">
                    <a:tint val="75000"/>
                  </a:schemeClr>
                </a:solidFill>
              </a:defRPr>
            </a:lvl1p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lgn="ctr">
              <a:defRPr sz="900">
                <a:solidFill>
                  <a:schemeClr val="tx1">
                    <a:tint val="75000"/>
                  </a:schemeClr>
                </a:solidFill>
              </a:defRPr>
            </a:lvl1pPr>
          </a:lstStyle>
          <a:p>
            <a:pPr lvl="0" fontAlgn="base"/>
            <a:endParaRPr lang="zh-CN" altLang="en-US" strike="noStrike" noProof="1">
              <a:ea typeface="宋体" panose="02010600030101010101" pitchFamily="2" charset="-122"/>
            </a:endParaRPr>
          </a:p>
        </p:txBody>
      </p:sp>
      <p:sp>
        <p:nvSpPr>
          <p:cNvPr id="6" name="Slide Number Placeholder 5"/>
          <p:cNvSpPr>
            <a:spLocks noGrp="1"/>
          </p:cNvSpPr>
          <p:nvPr>
            <p:ph type="sldNum" sz="quarter" idx="4"/>
          </p:nvPr>
        </p:nvSpPr>
        <p:spPr>
          <a:xfrm>
            <a:off x="6457950" y="6356350"/>
            <a:ext cx="2058988" cy="366713"/>
          </a:xfrm>
          <a:prstGeom prst="rect">
            <a:avLst/>
          </a:prstGeom>
        </p:spPr>
        <p:txBody>
          <a:bodyPr vert="horz" lIns="91440" tIns="45720" rIns="91440" bIns="45720" rtlCol="0" anchor="ctr"/>
          <a:lstStyle>
            <a:lvl1pPr algn="r">
              <a:defRPr sz="900">
                <a:solidFill>
                  <a:schemeClr val="tx1">
                    <a:tint val="75000"/>
                  </a:schemeClr>
                </a:solidFill>
              </a:defRPr>
            </a:lvl1p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Lst>
  <p:hf sldNum="0" hdr="0" ftr="0" dt="0"/>
  <p:txStyles>
    <p:title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p:titleStyle>
    <p:bodyStyle>
      <a:lvl1pPr marL="273685" indent="-273685" algn="l" defTabSz="685800" rtl="0" eaLnBrk="1" latinLnBrk="0" hangingPunct="1">
        <a:lnSpc>
          <a:spcPct val="90000"/>
        </a:lnSpc>
        <a:spcBef>
          <a:spcPts val="750"/>
        </a:spcBef>
        <a:buClr>
          <a:schemeClr val="accent1"/>
        </a:buClr>
        <a:buFont typeface="Wingdings" panose="05000000000000000000" pitchFamily="2" charset="2"/>
        <a:buChar char="!"/>
        <a:defRPr sz="1800" kern="1200">
          <a:solidFill>
            <a:schemeClr val="accent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accent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4pPr>
      <a:lvl5pPr marL="1543685"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2235" algn="l" defTabSz="685800" rtl="0" eaLnBrk="1" latinLnBrk="0" hangingPunct="1">
        <a:defRPr sz="1350" kern="1200">
          <a:solidFill>
            <a:schemeClr val="tx1"/>
          </a:solidFill>
          <a:latin typeface="+mn-lt"/>
          <a:ea typeface="+mn-ea"/>
          <a:cs typeface="+mn-cs"/>
        </a:defRPr>
      </a:lvl5pPr>
      <a:lvl6pPr marL="1715135"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a:t>
            </a:fld>
            <a:endParaRPr lang="zh-CN" altLang="en-US" sz="1400" b="0" dirty="0">
              <a:latin typeface="Times New Roman" panose="02020603050405020304" pitchFamily="18" charset="0"/>
              <a:ea typeface="宋体" panose="02010600030101010101" pitchFamily="2" charset="-122"/>
            </a:endParaRPr>
          </a:p>
        </p:txBody>
      </p:sp>
      <p:sp>
        <p:nvSpPr>
          <p:cNvPr id="21506" name="副标题 1"/>
          <p:cNvSpPr>
            <a:spLocks noGrp="1"/>
          </p:cNvSpPr>
          <p:nvPr>
            <p:ph type="subTitle" idx="1"/>
          </p:nvPr>
        </p:nvSpPr>
        <p:spPr>
          <a:xfrm>
            <a:off x="1143000" y="5445125"/>
            <a:ext cx="6858000" cy="666750"/>
          </a:xfrm>
          <a:noFill/>
          <a:ln>
            <a:noFill/>
          </a:ln>
        </p:spPr>
        <p:txBody>
          <a:bodyPr vert="horz" wrap="square" lIns="91440" tIns="45720" rIns="91440" bIns="45720" anchor="t"/>
          <a:lstStyle/>
          <a:p>
            <a:pPr defTabSz="685800">
              <a:buSzTx/>
            </a:pPr>
            <a:endParaRPr lang="zh-CN" altLang="en-US" sz="2000" kern="1200" dirty="0">
              <a:solidFill>
                <a:srgbClr val="DB4603"/>
              </a:solidFill>
              <a:latin typeface="+mn-lt"/>
              <a:ea typeface="+mn-ea"/>
              <a:cs typeface="+mn-cs"/>
            </a:endParaRPr>
          </a:p>
        </p:txBody>
      </p:sp>
      <p:sp>
        <p:nvSpPr>
          <p:cNvPr id="4" name="标题 2049"/>
          <p:cNvSpPr>
            <a:spLocks noGrp="1"/>
          </p:cNvSpPr>
          <p:nvPr/>
        </p:nvSpPr>
        <p:spPr>
          <a:xfrm>
            <a:off x="511175" y="3578225"/>
            <a:ext cx="8164513" cy="1636713"/>
          </a:xfrm>
          <a:prstGeom prst="rect">
            <a:avLst/>
          </a:prstGeom>
          <a:noFill/>
          <a:ln w="9525">
            <a:noFill/>
          </a:ln>
        </p:spPr>
        <p:txBody>
          <a:bodyPr vert="horz" wrap="square" lIns="92075" tIns="46038" rIns="92075" bIns="46038" numCol="1" anchor="b" anchorCtr="0" compatLnSpc="1">
            <a:normAutofit/>
          </a:bodyPr>
          <a:lstStyle>
            <a:lvl1pPr algn="ctr" defTabSz="685800" rtl="0" eaLnBrk="0" fontAlgn="base" hangingPunct="0">
              <a:lnSpc>
                <a:spcPct val="90000"/>
              </a:lnSpc>
              <a:spcBef>
                <a:spcPct val="0"/>
              </a:spcBef>
              <a:spcAft>
                <a:spcPct val="0"/>
              </a:spcAft>
              <a:defRPr sz="4050" kern="1200">
                <a:solidFill>
                  <a:schemeClr val="accent1">
                    <a:lumMod val="75000"/>
                  </a:schemeClr>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charset="-122"/>
              </a:defRPr>
            </a:lvl2pPr>
            <a:lvl3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charset="-122"/>
              </a:defRPr>
            </a:lvl3pPr>
            <a:lvl4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charset="-122"/>
              </a:defRPr>
            </a:lvl4pPr>
            <a:lvl5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charset="-122"/>
              </a:defRPr>
            </a:lvl5pPr>
            <a:lvl6pPr marL="4572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charset="-122"/>
              </a:defRPr>
            </a:lvl6pPr>
            <a:lvl7pPr marL="9144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charset="-122"/>
              </a:defRPr>
            </a:lvl7pPr>
            <a:lvl8pPr marL="13716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charset="-122"/>
              </a:defRPr>
            </a:lvl8pPr>
            <a:lvl9pPr marL="18288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1">
                <a:ln>
                  <a:noFill/>
                </a:ln>
                <a:solidFill>
                  <a:srgbClr val="DB4603"/>
                </a:solidFill>
                <a:effectLst/>
                <a:uLnTx/>
                <a:uFillTx/>
                <a:latin typeface="微软雅黑" panose="020B0503020204020204" charset="-122"/>
                <a:ea typeface="微软雅黑" panose="020B0503020204020204" charset="-122"/>
                <a:cs typeface="+mj-cs"/>
                <a:sym typeface="+mn-ea"/>
              </a:rPr>
              <a:t>数字内容安全</a:t>
            </a:r>
            <a:r>
              <a:rPr kumimoji="0" lang="en-US" altLang="zh-CN" sz="3600" b="1" i="0" u="none" strike="noStrike" kern="1200" cap="none" spc="0" normalizeH="0" baseline="0" noProof="1">
                <a:ln>
                  <a:noFill/>
                </a:ln>
                <a:solidFill>
                  <a:srgbClr val="DB4603"/>
                </a:solidFill>
                <a:effectLst/>
                <a:uLnTx/>
                <a:uFillTx/>
                <a:latin typeface="微软雅黑" panose="020B0503020204020204" charset="-122"/>
                <a:ea typeface="微软雅黑" panose="020B0503020204020204" charset="-122"/>
                <a:cs typeface="+mj-cs"/>
                <a:sym typeface="+mn-ea"/>
              </a:rPr>
              <a:t>—</a:t>
            </a:r>
            <a:r>
              <a:rPr kumimoji="0" lang="zh-CN" altLang="en-US" sz="3600" b="1" i="0" u="none" strike="noStrike" kern="1200" cap="none" spc="0" normalizeH="0" baseline="0" noProof="1">
                <a:ln>
                  <a:noFill/>
                </a:ln>
                <a:solidFill>
                  <a:srgbClr val="DB4603"/>
                </a:solidFill>
                <a:effectLst/>
                <a:uLnTx/>
                <a:uFillTx/>
                <a:latin typeface="微软雅黑" panose="020B0503020204020204" charset="-122"/>
                <a:ea typeface="微软雅黑" panose="020B0503020204020204" charset="-122"/>
                <a:cs typeface="+mj-cs"/>
                <a:sym typeface="+mn-ea"/>
              </a:rPr>
              <a:t>数字音频内容安全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a:t>
            </a:fld>
            <a:endParaRPr lang="zh-CN" altLang="en-US" sz="1400" b="0" dirty="0">
              <a:latin typeface="Times New Roman" panose="02020603050405020304" pitchFamily="18" charset="0"/>
              <a:ea typeface="宋体" panose="02010600030101010101" pitchFamily="2" charset="-122"/>
            </a:endParaRPr>
          </a:p>
        </p:txBody>
      </p:sp>
      <p:sp>
        <p:nvSpPr>
          <p:cNvPr id="109570" name="标题 10956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本章内容</a:t>
            </a:r>
          </a:p>
        </p:txBody>
      </p:sp>
      <p:sp>
        <p:nvSpPr>
          <p:cNvPr id="22531" name="文本占位符 109570"/>
          <p:cNvSpPr>
            <a:spLocks noGrp="1"/>
          </p:cNvSpPr>
          <p:nvPr>
            <p:ph idx="1"/>
          </p:nvPr>
        </p:nvSpPr>
        <p:spPr>
          <a:noFill/>
          <a:ln>
            <a:noFill/>
          </a:ln>
        </p:spPr>
        <p:txBody>
          <a:bodyPr lIns="91440" tIns="45720" rIns="91440" bIns="45720" anchor="t">
            <a:normAutofit/>
          </a:bodyPr>
          <a:lstStyle/>
          <a:p>
            <a:pPr marL="0" indent="457200" defTabSz="685800" fontAlgn="base">
              <a:lnSpc>
                <a:spcPct val="150000"/>
              </a:lnSpc>
              <a:spcBef>
                <a:spcPts val="600"/>
              </a:spcBef>
              <a:buClr>
                <a:schemeClr val="accent2"/>
              </a:buClr>
              <a:buSzPct val="80000"/>
            </a:pPr>
            <a:r>
              <a:rPr lang="zh-CN" altLang="en-US" sz="2400" b="1" kern="1200" dirty="0">
                <a:solidFill>
                  <a:schemeClr val="accent1"/>
                </a:solidFill>
                <a:latin typeface="+mn-lt"/>
                <a:ea typeface="华文细黑" panose="02010600040101010101" pitchFamily="2" charset="-122"/>
                <a:cs typeface="+mn-cs"/>
              </a:rPr>
              <a:t>数字音频内容安全基本概念</a:t>
            </a:r>
          </a:p>
          <a:p>
            <a:pPr marL="0" indent="457200" defTabSz="685800" fontAlgn="base">
              <a:lnSpc>
                <a:spcPct val="150000"/>
              </a:lnSpc>
              <a:spcBef>
                <a:spcPts val="600"/>
              </a:spcBef>
              <a:buClr>
                <a:schemeClr val="accent2"/>
              </a:buClr>
              <a:buSzPct val="80000"/>
            </a:pPr>
            <a:r>
              <a:rPr lang="zh-CN" altLang="en-US" sz="2400" b="1" kern="1200" dirty="0">
                <a:solidFill>
                  <a:schemeClr val="accent1"/>
                </a:solidFill>
                <a:latin typeface="+mn-lt"/>
                <a:ea typeface="华文细黑" panose="02010600040101010101" pitchFamily="2" charset="-122"/>
                <a:cs typeface="+mn-cs"/>
              </a:rPr>
              <a:t>数字音频内容加密技术</a:t>
            </a:r>
          </a:p>
          <a:p>
            <a:pPr marL="0" indent="457200" defTabSz="685800" fontAlgn="base">
              <a:lnSpc>
                <a:spcPct val="150000"/>
              </a:lnSpc>
              <a:spcBef>
                <a:spcPts val="600"/>
              </a:spcBef>
              <a:buClr>
                <a:schemeClr val="accent2"/>
              </a:buClr>
              <a:buSzPct val="80000"/>
            </a:pPr>
            <a:r>
              <a:rPr lang="zh-CN" altLang="en-US" sz="2400" b="1" kern="1200" dirty="0">
                <a:solidFill>
                  <a:schemeClr val="accent1"/>
                </a:solidFill>
                <a:latin typeface="+mn-lt"/>
                <a:ea typeface="华文细黑" panose="02010600040101010101" pitchFamily="2" charset="-122"/>
                <a:cs typeface="+mn-cs"/>
              </a:rPr>
              <a:t>数字音频内容水印技术</a:t>
            </a:r>
          </a:p>
          <a:p>
            <a:pPr marL="0" indent="457200" defTabSz="685800" fontAlgn="base">
              <a:lnSpc>
                <a:spcPct val="150000"/>
              </a:lnSpc>
              <a:spcBef>
                <a:spcPts val="600"/>
              </a:spcBef>
              <a:buClr>
                <a:schemeClr val="accent2"/>
              </a:buClr>
              <a:buSzPct val="80000"/>
            </a:pPr>
            <a:r>
              <a:rPr lang="zh-CN" altLang="en-US" sz="2400" b="1" kern="1200" dirty="0">
                <a:solidFill>
                  <a:schemeClr val="accent1"/>
                </a:solidFill>
                <a:latin typeface="+mn-lt"/>
                <a:ea typeface="华文细黑" panose="02010600040101010101" pitchFamily="2" charset="-122"/>
                <a:cs typeface="+mn-cs"/>
              </a:rPr>
              <a:t>数字音频隐写分析技术</a:t>
            </a:r>
          </a:p>
          <a:p>
            <a:pPr marL="0" indent="457200" defTabSz="685800" fontAlgn="base">
              <a:lnSpc>
                <a:spcPct val="150000"/>
              </a:lnSpc>
              <a:spcBef>
                <a:spcPts val="600"/>
              </a:spcBef>
              <a:buClr>
                <a:schemeClr val="accent2"/>
              </a:buClr>
              <a:buSzPct val="80000"/>
            </a:pPr>
            <a:r>
              <a:rPr lang="zh-CN" altLang="en-US" sz="2400" b="1" kern="1200" dirty="0">
                <a:solidFill>
                  <a:schemeClr val="accent1"/>
                </a:solidFill>
                <a:latin typeface="+mn-lt"/>
                <a:ea typeface="华文细黑" panose="02010600040101010101" pitchFamily="2" charset="-122"/>
                <a:cs typeface="+mn-cs"/>
              </a:rPr>
              <a:t>数字音频取证技术</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a:t>
            </a:fld>
            <a:endParaRPr lang="zh-CN" altLang="en-US" sz="1400" b="0" dirty="0">
              <a:latin typeface="Times New Roman" panose="02020603050405020304" pitchFamily="18" charset="0"/>
              <a:ea typeface="宋体" panose="02010600030101010101" pitchFamily="2" charset="-122"/>
            </a:endParaRPr>
          </a:p>
        </p:txBody>
      </p:sp>
      <p:sp>
        <p:nvSpPr>
          <p:cNvPr id="110594" name="标题 11059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学习目标</a:t>
            </a:r>
          </a:p>
        </p:txBody>
      </p:sp>
      <p:sp>
        <p:nvSpPr>
          <p:cNvPr id="8195" name="文本占位符 110594"/>
          <p:cNvSpPr>
            <a:spLocks noGrp="1"/>
          </p:cNvSpPr>
          <p:nvPr>
            <p:ph idx="1"/>
          </p:nvPr>
        </p:nvSpPr>
        <p:spPr/>
        <p:txBody>
          <a:bodyPr anchor="t">
            <a:normAutofit/>
          </a:bodyPr>
          <a:lstStyle/>
          <a:p>
            <a:pPr marL="0" marR="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pPr>
            <a:r>
              <a:rPr kumimoji="0" lang="zh-CN" altLang="en-US" sz="2400" b="1" i="0" u="none" strike="noStrike" kern="1200" cap="none" spc="0" normalizeH="0" baseline="0" noProof="1">
                <a:solidFill>
                  <a:schemeClr val="accent1"/>
                </a:solidFill>
                <a:latin typeface="+mn-lt"/>
                <a:ea typeface="华文细黑" panose="02010600040101010101" pitchFamily="2" charset="-122"/>
                <a:cs typeface="+mn-cs"/>
              </a:rPr>
              <a:t>了解数字音频内容安全基本概念</a:t>
            </a:r>
          </a:p>
          <a:p>
            <a:pPr marL="0" marR="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pPr>
            <a:r>
              <a:rPr kumimoji="0" lang="zh-CN" altLang="en-US" sz="2400" b="1" i="0" u="none" strike="noStrike" kern="1200" cap="none" spc="0" normalizeH="0" baseline="0" noProof="1">
                <a:solidFill>
                  <a:schemeClr val="accent1"/>
                </a:solidFill>
                <a:latin typeface="+mn-lt"/>
                <a:ea typeface="华文细黑" panose="02010600040101010101" pitchFamily="2" charset="-122"/>
                <a:cs typeface="+mn-cs"/>
              </a:rPr>
              <a:t>掌握数字音频内容加密技术</a:t>
            </a:r>
          </a:p>
          <a:p>
            <a:pPr marL="0" marR="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pPr>
            <a:r>
              <a:rPr kumimoji="0" lang="zh-CN" altLang="en-US" sz="2400" b="1" i="0" u="none" strike="noStrike" kern="1200" cap="none" spc="0" normalizeH="0" baseline="0" noProof="1">
                <a:solidFill>
                  <a:schemeClr val="accent1"/>
                </a:solidFill>
                <a:latin typeface="+mn-lt"/>
                <a:ea typeface="华文细黑" panose="02010600040101010101" pitchFamily="2" charset="-122"/>
                <a:cs typeface="+mn-cs"/>
              </a:rPr>
              <a:t>掌握数字音频内容水印技术</a:t>
            </a:r>
          </a:p>
          <a:p>
            <a:pPr marL="0" marR="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pPr>
            <a:r>
              <a:rPr kumimoji="0" lang="zh-CN" altLang="en-US" sz="2400" b="1" i="0" u="none" strike="noStrike" kern="1200" cap="none" spc="0" normalizeH="0" baseline="0" noProof="1">
                <a:solidFill>
                  <a:schemeClr val="accent1"/>
                </a:solidFill>
                <a:latin typeface="+mn-lt"/>
                <a:ea typeface="华文细黑" panose="02010600040101010101" pitchFamily="2" charset="-122"/>
                <a:cs typeface="+mn-cs"/>
              </a:rPr>
              <a:t>掌握数字音频隐写分析技术</a:t>
            </a:r>
          </a:p>
          <a:p>
            <a:pPr marL="0" marR="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pPr>
            <a:r>
              <a:rPr kumimoji="0" lang="zh-CN" altLang="en-US" sz="2400" b="1" i="0" u="none" strike="noStrike" kern="1200" cap="none" spc="0" normalizeH="0" baseline="0" noProof="1">
                <a:solidFill>
                  <a:schemeClr val="accent1"/>
                </a:solidFill>
                <a:latin typeface="+mn-lt"/>
                <a:ea typeface="华文细黑" panose="02010600040101010101" pitchFamily="2" charset="-122"/>
                <a:cs typeface="+mn-cs"/>
              </a:rPr>
              <a:t>掌握数字音频取证技术</a:t>
            </a:r>
          </a:p>
          <a:p>
            <a:pPr marL="0" marR="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pPr>
            <a:r>
              <a:rPr kumimoji="0" lang="zh-CN" altLang="en-US" sz="2400" b="1" i="0" u="none" strike="noStrike" kern="1200" cap="none" spc="0" normalizeH="0" baseline="0" noProof="1">
                <a:solidFill>
                  <a:schemeClr val="accent1"/>
                </a:solidFill>
                <a:latin typeface="+mn-lt"/>
                <a:ea typeface="华文细黑" panose="02010600040101010101" pitchFamily="2" charset="-122"/>
                <a:cs typeface="+mn-cs"/>
              </a:rPr>
              <a:t>理解音频隐写与数字水印的差别</a:t>
            </a:r>
          </a:p>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None/>
            </a:pPr>
            <a:endParaRPr kumimoji="0" lang="zh-CN" altLang="en-US" sz="1600" b="0" i="0" u="none" strike="noStrike" kern="1200" cap="none" spc="0" normalizeH="0" baseline="0" noProof="1">
              <a:solidFill>
                <a:schemeClr val="tx1"/>
              </a:solidFill>
              <a:latin typeface="+mn-lt"/>
              <a:ea typeface="华文细黑" panose="02010600040101010101" pitchFamily="2"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a:t>
            </a:fld>
            <a:endParaRPr lang="zh-CN" altLang="en-US" sz="1400" b="0" dirty="0">
              <a:latin typeface="Times New Roman" panose="02020603050405020304" pitchFamily="18" charset="0"/>
              <a:ea typeface="宋体" panose="02010600030101010101" pitchFamily="2" charset="-122"/>
            </a:endParaRPr>
          </a:p>
        </p:txBody>
      </p:sp>
      <p:sp>
        <p:nvSpPr>
          <p:cNvPr id="156674" name="标题 15667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引言</a:t>
            </a:r>
          </a:p>
        </p:txBody>
      </p:sp>
      <p:sp>
        <p:nvSpPr>
          <p:cNvPr id="9219" name="文本占位符 156674"/>
          <p:cNvSpPr>
            <a:spLocks noGrp="1"/>
          </p:cNvSpPr>
          <p:nvPr>
            <p:ph idx="1"/>
          </p:nvPr>
        </p:nvSpPr>
        <p:spPr>
          <a:xfrm>
            <a:off x="628650" y="1462087"/>
            <a:ext cx="7888288" cy="5260976"/>
          </a:xfrm>
        </p:spPr>
        <p:txBody>
          <a:bodyPr anchor="t">
            <a:noAutofit/>
          </a:bodyPr>
          <a:lstStyle/>
          <a:p>
            <a:pPr marL="609600" marR="0" indent="-6096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Char char="!"/>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数字媒体产品具有容易复制、保存、篡改和传播的特点。由于没有从技术上彻底解决如何防止信道窃听和实施盗版源头追踪这两个问题，盗版现象仍然存在。如何保证数字音频内容安全成为了一个重要的难题。</a:t>
            </a:r>
          </a:p>
          <a:p>
            <a:pPr marL="609600" marR="0" indent="-6096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Char char="!"/>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要研究数字音频的安全问题，就需要了解数字音频区别于其他信息载体的特点，需要了解人类听觉的特殊性。如何能够很好地利用语音的各种处理方法，设计出对各种处理方法具有鲁棒性的音频数字水印和隐写算法。</a:t>
            </a:r>
          </a:p>
        </p:txBody>
      </p:sp>
      <p:pic>
        <p:nvPicPr>
          <p:cNvPr id="3" name="图片 2">
            <a:extLst>
              <a:ext uri="{FF2B5EF4-FFF2-40B4-BE49-F238E27FC236}">
                <a16:creationId xmlns:a16="http://schemas.microsoft.com/office/drawing/2014/main" id="{3F8F9032-6679-790D-BC97-C0CD3E2AD8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0800000">
            <a:off x="5436096" y="765617"/>
            <a:ext cx="2936924" cy="52211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1+#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a:t>
            </a:fld>
            <a:endParaRPr lang="zh-CN" altLang="en-US" sz="1400" b="0" dirty="0">
              <a:latin typeface="Times New Roman" panose="02020603050405020304" pitchFamily="18" charset="0"/>
              <a:ea typeface="宋体" panose="02010600030101010101" pitchFamily="2" charset="-122"/>
            </a:endParaRPr>
          </a:p>
        </p:txBody>
      </p:sp>
      <p:sp>
        <p:nvSpPr>
          <p:cNvPr id="155650" name="标题 15564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5.1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数字音频安全基本概念</a:t>
            </a:r>
          </a:p>
        </p:txBody>
      </p:sp>
      <p:sp>
        <p:nvSpPr>
          <p:cNvPr id="10243" name="文本占位符 155650"/>
          <p:cNvSpPr>
            <a:spLocks noGrp="1"/>
          </p:cNvSpPr>
          <p:nvPr>
            <p:ph idx="1"/>
          </p:nvPr>
        </p:nvSpPr>
        <p:spPr/>
        <p:txBody>
          <a:bodyPr anchor="t">
            <a:normAutofit/>
          </a:bodyPr>
          <a:lstStyle/>
          <a:p>
            <a:pPr marL="609600" marR="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音频信号的数字表示</a:t>
            </a:r>
          </a:p>
          <a:p>
            <a:pPr marL="609600" marR="0" indent="-609600" algn="l" defTabSz="685800" rtl="0" eaLnBrk="1" fontAlgn="auto" latinLnBrk="0" hangingPunct="1">
              <a:lnSpc>
                <a:spcPct val="80000"/>
              </a:lnSpc>
              <a:spcBef>
                <a:spcPts val="750"/>
              </a:spcBef>
              <a:spcAft>
                <a:spcPct val="0"/>
              </a:spcAft>
              <a:buClr>
                <a:schemeClr val="accent1"/>
              </a:buClr>
              <a:buSzTx/>
              <a:buFont typeface="Wingdings" panose="05000000000000000000" pitchFamily="2" charset="2"/>
              <a:buChar char="!"/>
            </a:pPr>
            <a:endParaRPr kumimoji="0" lang="zh-CN" altLang="en-US" sz="600" b="1" i="0" u="none" strike="noStrike" kern="1200" cap="none" spc="0" normalizeH="0" baseline="0" noProof="1">
              <a:solidFill>
                <a:schemeClr val="tx1"/>
              </a:solidFill>
              <a:latin typeface="+mn-lt"/>
              <a:ea typeface="华文细黑" panose="02010600040101010101" pitchFamily="2" charset="-122"/>
              <a:cs typeface="+mn-cs"/>
            </a:endParaRP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计算机只能处理时间和幅度上有限的信号，即数字信号。</a:t>
            </a: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要对声音信号进行计算机处理，就必须对声音信号进行数字化（</a:t>
            </a:r>
            <a:r>
              <a:rPr kumimoji="0" lang="en-US" altLang="zh-CN"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A/D </a:t>
            </a: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转换）。</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a:t>
            </a:fld>
            <a:endParaRPr lang="zh-CN" altLang="en-US" sz="1400" b="0" dirty="0">
              <a:latin typeface="Times New Roman" panose="02020603050405020304" pitchFamily="18" charset="0"/>
              <a:ea typeface="宋体" panose="02010600030101010101" pitchFamily="2" charset="-122"/>
            </a:endParaRPr>
          </a:p>
        </p:txBody>
      </p:sp>
      <p:sp>
        <p:nvSpPr>
          <p:cNvPr id="155650" name="标题 15564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5.1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数字音频安全基本概念</a:t>
            </a:r>
          </a:p>
        </p:txBody>
      </p:sp>
      <p:sp>
        <p:nvSpPr>
          <p:cNvPr id="10243" name="文本占位符 155650"/>
          <p:cNvSpPr>
            <a:spLocks noGrp="1"/>
          </p:cNvSpPr>
          <p:nvPr>
            <p:ph idx="1"/>
          </p:nvPr>
        </p:nvSpPr>
        <p:spPr/>
        <p:txBody>
          <a:bodyPr anchor="t">
            <a:normAutofit/>
          </a:bodyPr>
          <a:lstStyle/>
          <a:p>
            <a:pPr marL="609600" marR="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音频信号的数字表示</a:t>
            </a:r>
          </a:p>
          <a:p>
            <a:pPr marL="609600" marR="0" indent="-609600" algn="l" defTabSz="685800" rtl="0" eaLnBrk="1" fontAlgn="auto" latinLnBrk="0" hangingPunct="1">
              <a:lnSpc>
                <a:spcPct val="80000"/>
              </a:lnSpc>
              <a:spcBef>
                <a:spcPts val="750"/>
              </a:spcBef>
              <a:spcAft>
                <a:spcPct val="0"/>
              </a:spcAft>
              <a:buClr>
                <a:schemeClr val="accent1"/>
              </a:buClr>
              <a:buSzTx/>
              <a:buFont typeface="Wingdings" panose="05000000000000000000" pitchFamily="2" charset="2"/>
              <a:buChar char="!"/>
            </a:pPr>
            <a:endParaRPr kumimoji="0" lang="zh-CN" altLang="en-US" sz="600" b="1" i="0" u="none" strike="noStrike" kern="1200" cap="none" spc="0" normalizeH="0" baseline="0" noProof="1">
              <a:solidFill>
                <a:schemeClr val="tx1"/>
              </a:solidFill>
              <a:latin typeface="+mn-lt"/>
              <a:ea typeface="华文细黑" panose="02010600040101010101" pitchFamily="2" charset="-122"/>
              <a:cs typeface="+mn-cs"/>
            </a:endParaRP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sym typeface="+mn-ea"/>
              </a:rPr>
              <a:t>数字化实际上就是</a:t>
            </a:r>
            <a:r>
              <a:rPr kumimoji="0" lang="zh-CN" altLang="en-US" sz="22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sym typeface="+mn-ea"/>
              </a:rPr>
              <a:t>采样</a:t>
            </a: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sym typeface="+mn-ea"/>
              </a:rPr>
              <a:t>和</a:t>
            </a:r>
            <a:r>
              <a:rPr kumimoji="0" lang="zh-CN" altLang="en-US" sz="22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sym typeface="+mn-ea"/>
              </a:rPr>
              <a:t>量化</a:t>
            </a: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sym typeface="+mn-ea"/>
              </a:rPr>
              <a:t>、</a:t>
            </a:r>
            <a:r>
              <a:rPr kumimoji="0" lang="zh-CN" altLang="en-US" sz="22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sym typeface="+mn-ea"/>
              </a:rPr>
              <a:t>编码</a:t>
            </a: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sym typeface="+mn-ea"/>
              </a:rPr>
              <a:t>。</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连续时间离散化通过采样实现，某些时刻对模拟信号进行测量叫采样。连续幅度的离散化通过量化实现，把信号强度划分成不同等级。</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采样精度，样本大小用每个声音样本比特率（bit/s）表示，它反映度量声音波形幅度的精度。脉冲编码调制 PCM 是最简单的波形编码方式。</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7</a:t>
            </a:fld>
            <a:endParaRPr lang="zh-CN" altLang="en-US" sz="1400" b="0" dirty="0">
              <a:latin typeface="Times New Roman" panose="02020603050405020304" pitchFamily="18" charset="0"/>
              <a:ea typeface="宋体" panose="02010600030101010101" pitchFamily="2" charset="-122"/>
            </a:endParaRPr>
          </a:p>
        </p:txBody>
      </p:sp>
      <p:sp>
        <p:nvSpPr>
          <p:cNvPr id="158722" name="标题 15872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5.1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数字音频安全基本概念</a:t>
            </a:r>
          </a:p>
        </p:txBody>
      </p:sp>
      <p:sp>
        <p:nvSpPr>
          <p:cNvPr id="11267" name="文本占位符 158722"/>
          <p:cNvSpPr>
            <a:spLocks noGrp="1"/>
          </p:cNvSpPr>
          <p:nvPr>
            <p:ph idx="1"/>
          </p:nvPr>
        </p:nvSpPr>
        <p:spPr/>
        <p:txBody>
          <a:bodyPr anchor="t">
            <a:normAutofit fontScale="97500"/>
          </a:bodyPr>
          <a:lstStyle/>
          <a:p>
            <a:pPr marL="609600" marR="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9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音频文件的存储格式</a:t>
            </a:r>
          </a:p>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pPr>
            <a:endParaRPr kumimoji="0" lang="zh-CN" altLang="en-US" sz="6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576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声音文件格式很多，wav 格式文件主要用在 PC 机上，au 格式文件用于 Unix 工作站，aifr 和 snd 用于苹果机和SGI 工作站。</a:t>
            </a:r>
          </a:p>
          <a:p>
            <a:pPr marL="0" marR="0" indent="576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在互联网上绝大多数是 MP3 格式文件。MP3 格式是MPEG-1 标准第三层，具有非常高的压缩率。但由于 MP3 文件是熵编码，无法直接得到音频信号的原始幅值，无法直接作信号处理。因此使用的水印载体是 wav 格式音频文件。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8</a:t>
            </a:fld>
            <a:endParaRPr lang="zh-CN" altLang="en-US" sz="1400" b="0" dirty="0">
              <a:latin typeface="Times New Roman" panose="02020603050405020304" pitchFamily="18" charset="0"/>
              <a:ea typeface="宋体" panose="02010600030101010101" pitchFamily="2" charset="-122"/>
            </a:endParaRPr>
          </a:p>
        </p:txBody>
      </p:sp>
      <p:sp>
        <p:nvSpPr>
          <p:cNvPr id="159746" name="标题 15974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5.1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数字音频安全基本概念</a:t>
            </a:r>
          </a:p>
        </p:txBody>
      </p:sp>
      <p:sp>
        <p:nvSpPr>
          <p:cNvPr id="12291" name="文本占位符 159746"/>
          <p:cNvSpPr>
            <a:spLocks noGrp="1"/>
          </p:cNvSpPr>
          <p:nvPr>
            <p:ph idx="1"/>
          </p:nvPr>
        </p:nvSpPr>
        <p:spPr>
          <a:xfrm>
            <a:off x="628650" y="1462088"/>
            <a:ext cx="7975798" cy="4714875"/>
          </a:xfrm>
        </p:spPr>
        <p:txBody>
          <a:bodyPr anchor="t">
            <a:normAutofit/>
          </a:bodyPr>
          <a:lstStyle/>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音频信号的传输环境</a:t>
            </a:r>
            <a:r>
              <a:rPr kumimoji="0" lang="zh-CN" altLang="en-US" sz="2800" b="0"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 </a:t>
            </a:r>
          </a:p>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pPr>
            <a:endParaRPr kumimoji="0" lang="zh-CN" altLang="en-US" sz="600" b="0"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（1）声音文件从一台机器通过存储介质或网络复制到另一台机器，其中没有任何形式的改变。</a:t>
            </a: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（2）信号仍然保持数字的形式，但采样率发生变化。这一变化保持了大多数信号的幅度和相位值，但是改变了信号的时域特性。</a:t>
            </a:r>
            <a:endParaRPr kumimoji="0" lang="zh-CN" altLang="en-US" sz="2800" b="0"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9</a:t>
            </a:fld>
            <a:endParaRPr lang="zh-CN" altLang="en-US" sz="1400" b="0" dirty="0">
              <a:latin typeface="Times New Roman" panose="02020603050405020304" pitchFamily="18" charset="0"/>
              <a:ea typeface="宋体" panose="02010600030101010101" pitchFamily="2" charset="-122"/>
            </a:endParaRPr>
          </a:p>
        </p:txBody>
      </p:sp>
      <p:sp>
        <p:nvSpPr>
          <p:cNvPr id="228354" name="标题 22835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5.1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数字音频安全基本概念</a:t>
            </a:r>
          </a:p>
        </p:txBody>
      </p:sp>
      <p:sp>
        <p:nvSpPr>
          <p:cNvPr id="13315" name="文本占位符 228354"/>
          <p:cNvSpPr>
            <a:spLocks noGrp="1"/>
          </p:cNvSpPr>
          <p:nvPr>
            <p:ph idx="1"/>
          </p:nvPr>
        </p:nvSpPr>
        <p:spPr/>
        <p:txBody>
          <a:bodyPr anchor="t">
            <a:normAutofit fontScale="97500"/>
          </a:bodyPr>
          <a:lstStyle/>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pPr>
            <a:r>
              <a:rPr kumimoji="0" lang="en-US" altLang="en-US" sz="29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音频信号的传输环境</a:t>
            </a:r>
            <a:r>
              <a:rPr kumimoji="0" lang="zh-CN" altLang="en-US" sz="2900" b="0"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 </a:t>
            </a:r>
          </a:p>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pPr>
            <a:endParaRPr kumimoji="0" lang="zh-CN" altLang="en-US" sz="6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5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（3）信号被转换为模拟形式，通过模拟线路进行传播，然后在终端被重新采样。此过程中信号的幅度、量化方式和时域采样率都得不到保持，但信号的相位值可以得到保持。</a:t>
            </a: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5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（4）信号在空气中传播，经过麦克风重新采样。这时的信号受到未知的非线性改变，会导致相位改变、幅度改变、不同频率成分的漂移和产生回声等。</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10</a:t>
            </a:fld>
            <a:endParaRPr lang="zh-CN" altLang="en-US" sz="1400" b="0" dirty="0">
              <a:latin typeface="Times New Roman" panose="02020603050405020304" pitchFamily="18" charset="0"/>
              <a:ea typeface="宋体" panose="02010600030101010101" pitchFamily="2" charset="-122"/>
            </a:endParaRPr>
          </a:p>
        </p:txBody>
      </p:sp>
      <p:sp>
        <p:nvSpPr>
          <p:cNvPr id="160770" name="标题 16076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5.1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数字音频安全基本概念</a:t>
            </a:r>
          </a:p>
        </p:txBody>
      </p:sp>
      <p:sp>
        <p:nvSpPr>
          <p:cNvPr id="14339" name="文本占位符 160770"/>
          <p:cNvSpPr>
            <a:spLocks noGrp="1"/>
          </p:cNvSpPr>
          <p:nvPr>
            <p:ph idx="1"/>
          </p:nvPr>
        </p:nvSpPr>
        <p:spPr/>
        <p:txBody>
          <a:bodyPr anchor="t">
            <a:normAutofit fontScale="87500" lnSpcReduction="10000"/>
          </a:bodyPr>
          <a:lstStyle/>
          <a:p>
            <a:pPr marL="609600" indent="-609600" algn="l" defTabSz="685800" fontAlgn="base">
              <a:lnSpc>
                <a:spcPct val="100000"/>
              </a:lnSpc>
              <a:buSzTx/>
            </a:pPr>
            <a:r>
              <a:rPr lang="en-US" altLang="en-US" sz="3200" b="1" kern="1200" dirty="0">
                <a:solidFill>
                  <a:schemeClr val="accent1"/>
                </a:solidFill>
                <a:latin typeface="华文细黑" panose="02010600040101010101" pitchFamily="2" charset="-122"/>
                <a:ea typeface="华文细黑" panose="02010600040101010101" pitchFamily="2" charset="-122"/>
                <a:cs typeface="+mn-cs"/>
              </a:rPr>
              <a:t>人类听觉特性</a:t>
            </a:r>
          </a:p>
          <a:p>
            <a:pPr marL="609600" indent="-609600" defTabSz="685800"/>
            <a:endParaRPr lang="zh-CN" altLang="en-US" sz="700" kern="1200" dirty="0">
              <a:latin typeface="华文细黑" panose="02010600040101010101" pitchFamily="2" charset="-122"/>
              <a:ea typeface="华文细黑" panose="02010600040101010101" pitchFamily="2" charset="-122"/>
              <a:cs typeface="+mn-cs"/>
            </a:endParaRPr>
          </a:p>
          <a:p>
            <a:pPr marL="0" indent="457200" fontAlgn="auto">
              <a:lnSpc>
                <a:spcPct val="150000"/>
              </a:lnSpc>
              <a:spcBef>
                <a:spcPts val="600"/>
              </a:spcBef>
              <a:buNone/>
            </a:pPr>
            <a:r>
              <a:rPr lang="zh-CN" altLang="en-US" sz="2400" b="1" dirty="0">
                <a:latin typeface="华文细黑" panose="02010600040101010101" pitchFamily="2" charset="-122"/>
                <a:ea typeface="华文细黑" panose="02010600040101010101" pitchFamily="2" charset="-122"/>
                <a:sym typeface="+mn-ea"/>
              </a:rPr>
              <a:t>人类听觉系统对音频文件中附加的随机噪声敏感，并能觉察出微小扰动。人耳听觉系统具有复杂的特性。</a:t>
            </a:r>
            <a:endParaRPr lang="zh-CN" altLang="en-US" sz="24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400" b="1" dirty="0">
                <a:latin typeface="华文细黑" panose="02010600040101010101" pitchFamily="2" charset="-122"/>
                <a:ea typeface="华文细黑" panose="02010600040101010101" pitchFamily="2" charset="-122"/>
                <a:sym typeface="+mn-ea"/>
              </a:rPr>
              <a:t>（1）人的听觉具有掩蔽效应。掩蔽效应是指一个较弱但可以听到的声音由于另外一个较强的声音的出现而变得无法听到的现象。听觉掩蔽可以分为频域掩蔽和时域掩蔽。 </a:t>
            </a:r>
            <a:endParaRPr lang="zh-CN" altLang="en-US" sz="24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400" b="1" dirty="0">
                <a:latin typeface="华文细黑" panose="02010600040101010101" pitchFamily="2" charset="-122"/>
                <a:ea typeface="华文细黑" panose="02010600040101010101" pitchFamily="2" charset="-122"/>
                <a:sym typeface="+mn-ea"/>
              </a:rPr>
              <a:t>（2）人耳对声音信号的绝对相位不敏感，而只对其相对相位敏感。</a:t>
            </a:r>
            <a:endParaRPr lang="zh-CN" altLang="en-US" sz="24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400" b="1" dirty="0">
                <a:latin typeface="华文细黑" panose="02010600040101010101" pitchFamily="2" charset="-122"/>
                <a:ea typeface="华文细黑" panose="02010600040101010101" pitchFamily="2" charset="-122"/>
                <a:sym typeface="+mn-ea"/>
              </a:rPr>
              <a:t>（3）人耳对不同频段声音的敏感程度不同 。</a:t>
            </a:r>
            <a:endParaRPr lang="en-US" altLang="zh-CN" sz="2200"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11</a:t>
            </a:fld>
            <a:endParaRPr lang="zh-CN" altLang="en-US" sz="1400" b="0" dirty="0">
              <a:latin typeface="Times New Roman" panose="02020603050405020304" pitchFamily="18" charset="0"/>
              <a:ea typeface="宋体" panose="02010600030101010101" pitchFamily="2" charset="-122"/>
            </a:endParaRPr>
          </a:p>
        </p:txBody>
      </p:sp>
      <p:sp>
        <p:nvSpPr>
          <p:cNvPr id="161794" name="标题 16179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数字音频内容加密技术</a:t>
            </a:r>
          </a:p>
        </p:txBody>
      </p:sp>
      <p:sp>
        <p:nvSpPr>
          <p:cNvPr id="15363" name="文本占位符 161794"/>
          <p:cNvSpPr>
            <a:spLocks noGrp="1"/>
          </p:cNvSpPr>
          <p:nvPr>
            <p:ph idx="1"/>
          </p:nvPr>
        </p:nvSpPr>
        <p:spPr/>
        <p:txBody>
          <a:bodyPr anchor="t">
            <a:normAutofit/>
          </a:bodyPr>
          <a:lstStyle/>
          <a:p>
            <a:pPr marL="609600" indent="-609600"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数字音频加密技术</a:t>
            </a:r>
          </a:p>
          <a:p>
            <a:pPr marL="609600" indent="-609600" defTabSz="685800"/>
            <a:endParaRPr lang="zh-CN" altLang="en-US" sz="600" kern="1200" dirty="0">
              <a:latin typeface="华文细黑" panose="02010600040101010101" pitchFamily="2" charset="-122"/>
              <a:ea typeface="华文细黑" panose="02010600040101010101" pitchFamily="2" charset="-122"/>
              <a:cs typeface="+mn-cs"/>
            </a:endParaRPr>
          </a:p>
          <a:p>
            <a:pPr marL="0" indent="612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sym typeface="+mn-ea"/>
              </a:rPr>
              <a:t>音频加密技术包括两个元素：算法和密钥。</a:t>
            </a:r>
          </a:p>
          <a:p>
            <a:pPr marL="0" indent="612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sym typeface="+mn-ea"/>
              </a:rPr>
              <a:t>算法是将数字音频信息与一串数字（密钥）的结合，产生不可理解的密文的步骤；</a:t>
            </a:r>
          </a:p>
          <a:p>
            <a:pPr marL="0" indent="612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sym typeface="+mn-ea"/>
              </a:rPr>
              <a:t>密钥是用来对数据进行编码和解码的一种算法。</a:t>
            </a:r>
            <a:endParaRPr lang="en-US" altLang="zh-CN" sz="2800"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12</a:t>
            </a:fld>
            <a:endParaRPr lang="zh-CN" altLang="en-US" sz="1400" b="0" dirty="0">
              <a:latin typeface="Times New Roman" panose="02020603050405020304" pitchFamily="18" charset="0"/>
              <a:ea typeface="宋体" panose="02010600030101010101" pitchFamily="2" charset="-122"/>
            </a:endParaRPr>
          </a:p>
        </p:txBody>
      </p:sp>
      <p:sp>
        <p:nvSpPr>
          <p:cNvPr id="161794" name="标题 16179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数字音频内容加密技术</a:t>
            </a:r>
          </a:p>
        </p:txBody>
      </p:sp>
      <p:sp>
        <p:nvSpPr>
          <p:cNvPr id="15363" name="文本占位符 161794"/>
          <p:cNvSpPr>
            <a:spLocks noGrp="1"/>
          </p:cNvSpPr>
          <p:nvPr>
            <p:ph idx="1"/>
          </p:nvPr>
        </p:nvSpPr>
        <p:spPr/>
        <p:txBody>
          <a:bodyPr anchor="t">
            <a:normAutofit/>
          </a:bodyPr>
          <a:lstStyle/>
          <a:p>
            <a:pPr marL="609600" marR="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数字音频加密技术</a:t>
            </a:r>
          </a:p>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pPr>
            <a:endParaRPr kumimoji="0" lang="zh-CN" altLang="en-US" sz="600" b="0"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音频数据加密的技术分为两类，即音频对称加密（私人密钥加密）和非对称加密（公开密钥加密）。</a:t>
            </a: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对称加密以数据 DES（Data Encryption Standard）算法为典型代表；</a:t>
            </a: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非对称加密通常以 RSA（Rivest Shamirh Ad1eman）算法为代表。</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13</a:t>
            </a:fld>
            <a:endParaRPr lang="zh-CN" altLang="en-US" sz="1400" b="0" dirty="0">
              <a:latin typeface="Times New Roman" panose="02020603050405020304" pitchFamily="18" charset="0"/>
              <a:ea typeface="宋体" panose="02010600030101010101" pitchFamily="2" charset="-122"/>
            </a:endParaRPr>
          </a:p>
        </p:txBody>
      </p:sp>
      <p:sp>
        <p:nvSpPr>
          <p:cNvPr id="162818" name="标题 16281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数字音频内容加密技术</a:t>
            </a:r>
          </a:p>
        </p:txBody>
      </p:sp>
      <p:sp>
        <p:nvSpPr>
          <p:cNvPr id="162819" name="内容占位符 162818"/>
          <p:cNvSpPr>
            <a:spLocks noGrp="1"/>
          </p:cNvSpPr>
          <p:nvPr>
            <p:ph idx="1"/>
          </p:nvPr>
        </p:nvSpPr>
        <p:spPr/>
        <p:txBody>
          <a:bodyPr anchor="t">
            <a:normAutofit/>
          </a:bodyPr>
          <a:lstStyle/>
          <a:p>
            <a:pPr marL="609600" indent="-609600"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数字音频加密技术分类</a:t>
            </a:r>
          </a:p>
          <a:p>
            <a:pPr marL="609600" indent="-609600" defTabSz="685800">
              <a:lnSpc>
                <a:spcPct val="80000"/>
              </a:lnSpc>
            </a:pPr>
            <a:endParaRPr lang="zh-CN" altLang="en-US" sz="600" kern="1200" dirty="0">
              <a:latin typeface="华文细黑" panose="02010600040101010101" pitchFamily="2" charset="-122"/>
              <a:ea typeface="华文细黑" panose="02010600040101010101" pitchFamily="2" charset="-122"/>
              <a:cs typeface="+mn-cs"/>
            </a:endParaRPr>
          </a:p>
          <a:p>
            <a:pPr marL="0" indent="612000" fontAlgn="auto">
              <a:lnSpc>
                <a:spcPct val="150000"/>
              </a:lnSpc>
              <a:spcBef>
                <a:spcPts val="600"/>
              </a:spcBef>
              <a:buNone/>
            </a:pPr>
            <a:r>
              <a:rPr lang="zh-CN" altLang="en-US" sz="2400" b="1" dirty="0">
                <a:latin typeface="华文细黑" panose="02010600040101010101" pitchFamily="2" charset="-122"/>
                <a:ea typeface="华文细黑" panose="02010600040101010101" pitchFamily="2" charset="-122"/>
                <a:sym typeface="+mn-ea"/>
              </a:rPr>
              <a:t>按加密算法在数字音频编码压缩过程的所处位置，音频数据加密方法可分为完全加密（位置 1 和位置 3 ）以及选择性加密（位置 2 ）。</a:t>
            </a:r>
            <a:endParaRPr lang="en-US" altLang="zh-CN" sz="2400" kern="1200" dirty="0">
              <a:latin typeface="华文细黑" panose="02010600040101010101" pitchFamily="2" charset="-122"/>
              <a:ea typeface="华文细黑" panose="02010600040101010101" pitchFamily="2" charset="-122"/>
              <a:cs typeface="+mn-cs"/>
            </a:endParaRPr>
          </a:p>
        </p:txBody>
      </p:sp>
      <p:pic>
        <p:nvPicPr>
          <p:cNvPr id="2" name="图片 1"/>
          <p:cNvPicPr>
            <a:picLocks noChangeAspect="1"/>
          </p:cNvPicPr>
          <p:nvPr>
            <p:custDataLst>
              <p:tags r:id="rId1"/>
            </p:custDataLst>
          </p:nvPr>
        </p:nvPicPr>
        <p:blipFill>
          <a:blip r:embed="rId3"/>
          <a:srcRect b="33125"/>
          <a:stretch>
            <a:fillRect/>
          </a:stretch>
        </p:blipFill>
        <p:spPr>
          <a:xfrm>
            <a:off x="1022985" y="4570730"/>
            <a:ext cx="7097395" cy="917257"/>
          </a:xfrm>
          <a:prstGeom prst="rect">
            <a:avLst/>
          </a:prstGeom>
          <a:noFill/>
          <a:ln w="1270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14</a:t>
            </a:fld>
            <a:endParaRPr lang="zh-CN" altLang="en-US" sz="1400" b="0" dirty="0">
              <a:latin typeface="Times New Roman" panose="02020603050405020304" pitchFamily="18" charset="0"/>
              <a:ea typeface="宋体" panose="02010600030101010101" pitchFamily="2" charset="-122"/>
            </a:endParaRPr>
          </a:p>
        </p:txBody>
      </p:sp>
      <p:sp>
        <p:nvSpPr>
          <p:cNvPr id="165890" name="标题 16588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数字音频内容加密技术</a:t>
            </a:r>
          </a:p>
        </p:txBody>
      </p:sp>
      <p:sp>
        <p:nvSpPr>
          <p:cNvPr id="165891" name="内容占位符 165890"/>
          <p:cNvSpPr>
            <a:spLocks noGrp="1"/>
          </p:cNvSpPr>
          <p:nvPr>
            <p:ph idx="1"/>
          </p:nvPr>
        </p:nvSpPr>
        <p:spPr/>
        <p:txBody>
          <a:bodyPr anchor="t">
            <a:normAutofit/>
          </a:bodyPr>
          <a:lstStyle/>
          <a:p>
            <a:pPr marL="609600" indent="-609600" algn="l"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数字音频加密技术分类</a:t>
            </a:r>
          </a:p>
          <a:p>
            <a:pPr marL="609600" indent="-609600" defTabSz="685800"/>
            <a:endParaRPr lang="zh-CN" altLang="en-US" sz="600" kern="1200" dirty="0">
              <a:latin typeface="华文细黑" panose="02010600040101010101" pitchFamily="2" charset="-122"/>
              <a:ea typeface="华文细黑" panose="02010600040101010101" pitchFamily="2" charset="-122"/>
              <a:cs typeface="+mn-cs"/>
            </a:endParaRPr>
          </a:p>
          <a:p>
            <a:pPr marL="0" indent="612000" algn="l" fontAlgn="auto">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sym typeface="+mn-ea"/>
              </a:rPr>
              <a:t>（1）完全加密</a:t>
            </a:r>
            <a:endParaRPr lang="zh-CN" altLang="en-US" sz="2400" b="1" dirty="0">
              <a:latin typeface="华文细黑" panose="02010600040101010101" pitchFamily="2" charset="-122"/>
              <a:ea typeface="华文细黑" panose="02010600040101010101" pitchFamily="2" charset="-122"/>
            </a:endParaRPr>
          </a:p>
          <a:p>
            <a:pPr marL="0" indent="612000" algn="l" fontAlgn="auto">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sym typeface="+mn-ea"/>
              </a:rPr>
              <a:t>完全加密又可具体分为对原始多媒体数据（即压缩前）和压缩后的数据进行加密。</a:t>
            </a:r>
          </a:p>
          <a:p>
            <a:pPr marL="0" indent="612000" algn="l" fontAlgn="auto">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sym typeface="+mn-ea"/>
              </a:rPr>
              <a:t>该类加密方法把多媒体数据当成普通二进制数据，直接使用传统的 RSA、DES 等加密算法。 </a:t>
            </a:r>
            <a:endParaRPr lang="en-US" altLang="zh-CN" sz="2400" kern="1200" dirty="0">
              <a:latin typeface="华文细黑" panose="02010600040101010101" pitchFamily="2" charset="-122"/>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5891">
                                            <p:txEl>
                                              <p:charRg st="83" end="9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5891">
                                            <p:txEl>
                                              <p:charRg st="97" end="10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15</a:t>
            </a:fld>
            <a:endParaRPr lang="zh-CN" altLang="en-US" sz="1400" b="0" dirty="0">
              <a:latin typeface="Times New Roman" panose="02020603050405020304" pitchFamily="18" charset="0"/>
              <a:ea typeface="宋体" panose="02010600030101010101" pitchFamily="2" charset="-122"/>
            </a:endParaRPr>
          </a:p>
        </p:txBody>
      </p:sp>
      <p:sp>
        <p:nvSpPr>
          <p:cNvPr id="165890" name="标题 16588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数字音频内容加密技术</a:t>
            </a:r>
          </a:p>
        </p:txBody>
      </p:sp>
      <p:sp>
        <p:nvSpPr>
          <p:cNvPr id="165891" name="内容占位符 165890"/>
          <p:cNvSpPr>
            <a:spLocks noGrp="1"/>
          </p:cNvSpPr>
          <p:nvPr>
            <p:ph idx="1"/>
          </p:nvPr>
        </p:nvSpPr>
        <p:spPr/>
        <p:txBody>
          <a:bodyPr anchor="t">
            <a:normAutofit/>
          </a:bodyPr>
          <a:lstStyle/>
          <a:p>
            <a:pPr marL="609600" indent="-609600" algn="l"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数字音频加密技术分类</a:t>
            </a:r>
          </a:p>
          <a:p>
            <a:pPr marL="609600" indent="-609600" defTabSz="685800"/>
            <a:endParaRPr lang="zh-CN" altLang="en-US" sz="600" kern="1200" dirty="0">
              <a:latin typeface="华文细黑" panose="02010600040101010101" pitchFamily="2" charset="-122"/>
              <a:ea typeface="华文细黑" panose="02010600040101010101" pitchFamily="2" charset="-122"/>
              <a:cs typeface="+mn-cs"/>
            </a:endParaRPr>
          </a:p>
          <a:p>
            <a:pPr marL="0" indent="612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sym typeface="+mn-ea"/>
              </a:rPr>
              <a:t>（2）选择性加密</a:t>
            </a:r>
            <a:endParaRPr lang="zh-CN" altLang="en-US" sz="2400" b="1" dirty="0">
              <a:latin typeface="华文细黑" panose="02010600040101010101" pitchFamily="2" charset="-122"/>
              <a:ea typeface="华文细黑" panose="02010600040101010101" pitchFamily="2" charset="-122"/>
            </a:endParaRPr>
          </a:p>
          <a:p>
            <a:pPr marL="0" indent="612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sym typeface="+mn-ea"/>
              </a:rPr>
              <a:t>选择性加密又称部分加密。该类算法通过对精心选择的部分重要数据进行加密就实现了所需加密效果。选择性加密可控制加密程度，能应用于“预览版”、“体验版”多媒体产品编辑。 </a:t>
            </a:r>
            <a:endParaRPr lang="en-US" altLang="zh-CN" sz="2400" kern="1200" dirty="0">
              <a:latin typeface="华文细黑" panose="02010600040101010101" pitchFamily="2" charset="-122"/>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5891">
                                            <p:txEl>
                                              <p:charRg st="83" end="9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5891">
                                            <p:txEl>
                                              <p:charRg st="97" end="10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16</a:t>
            </a:fld>
            <a:endParaRPr lang="zh-CN" altLang="en-US" sz="1400" b="0" dirty="0">
              <a:latin typeface="Times New Roman" panose="02020603050405020304" pitchFamily="18" charset="0"/>
              <a:ea typeface="宋体" panose="02010600030101010101" pitchFamily="2" charset="-122"/>
            </a:endParaRPr>
          </a:p>
        </p:txBody>
      </p:sp>
      <p:sp>
        <p:nvSpPr>
          <p:cNvPr id="167938" name="标题 16793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18435" name="文本占位符 167938"/>
          <p:cNvSpPr>
            <a:spLocks noGrp="1"/>
          </p:cNvSpPr>
          <p:nvPr>
            <p:ph idx="1"/>
          </p:nvPr>
        </p:nvSpPr>
        <p:spPr/>
        <p:txBody>
          <a:bodyPr anchor="t">
            <a:normAutofit fontScale="87500"/>
          </a:bodyPr>
          <a:lstStyle/>
          <a:p>
            <a:pPr marL="609600" indent="-609600" algn="l" defTabSz="685800" fontAlgn="base">
              <a:lnSpc>
                <a:spcPct val="100000"/>
              </a:lnSpc>
              <a:buSzTx/>
            </a:pPr>
            <a:r>
              <a:rPr lang="en-US" altLang="en-US" sz="3200" b="1" kern="1200" dirty="0">
                <a:solidFill>
                  <a:schemeClr val="accent1"/>
                </a:solidFill>
                <a:latin typeface="华文细黑" panose="02010600040101010101" pitchFamily="2" charset="-122"/>
                <a:ea typeface="华文细黑" panose="02010600040101010101" pitchFamily="2" charset="-122"/>
                <a:cs typeface="+mn-cs"/>
              </a:rPr>
              <a:t>数字音频加密技术</a:t>
            </a:r>
          </a:p>
          <a:p>
            <a:pPr marL="609600" indent="-609600" defTabSz="685800"/>
            <a:endParaRPr lang="zh-CN" altLang="en-US" sz="700" b="1" kern="1200" dirty="0">
              <a:latin typeface="+mn-lt"/>
              <a:ea typeface="华文细黑" panose="02010600040101010101" pitchFamily="2" charset="-122"/>
              <a:cs typeface="+mn-cs"/>
            </a:endParaRPr>
          </a:p>
          <a:p>
            <a:pPr marL="0" indent="558000" algn="l">
              <a:lnSpc>
                <a:spcPct val="150000"/>
              </a:lnSpc>
              <a:spcBef>
                <a:spcPts val="600"/>
              </a:spcBef>
              <a:buSzTx/>
              <a:buNone/>
            </a:pPr>
            <a:r>
              <a:rPr lang="zh-CN" altLang="en-US" sz="2500" b="1" dirty="0">
                <a:latin typeface="华文细黑" panose="02010600040101010101" pitchFamily="2" charset="-122"/>
                <a:ea typeface="华文细黑" panose="02010600040101010101" pitchFamily="2" charset="-122"/>
                <a:sym typeface="+mn-ea"/>
              </a:rPr>
              <a:t>音频信息在网络上的传递、发布和扩散带来了一系列的问题和应用需求，从总体上来说可以分为两大部分：</a:t>
            </a:r>
            <a:r>
              <a:rPr lang="zh-CN" altLang="en-US" sz="2500" b="1" dirty="0">
                <a:solidFill>
                  <a:schemeClr val="accent1"/>
                </a:solidFill>
                <a:latin typeface="华文细黑" panose="02010600040101010101" pitchFamily="2" charset="-122"/>
                <a:ea typeface="华文细黑" panose="02010600040101010101" pitchFamily="2" charset="-122"/>
                <a:sym typeface="+mn-ea"/>
              </a:rPr>
              <a:t>伪装式保密</a:t>
            </a:r>
            <a:r>
              <a:rPr lang="zh-CN" altLang="en-US" sz="2500" b="1" dirty="0">
                <a:latin typeface="华文细黑" panose="02010600040101010101" pitchFamily="2" charset="-122"/>
                <a:ea typeface="华文细黑" panose="02010600040101010101" pitchFamily="2" charset="-122"/>
                <a:sym typeface="+mn-ea"/>
              </a:rPr>
              <a:t>音频信息传递（隐写术）和</a:t>
            </a:r>
            <a:r>
              <a:rPr lang="zh-CN" altLang="en-US" sz="2500" b="1" dirty="0">
                <a:solidFill>
                  <a:schemeClr val="accent1"/>
                </a:solidFill>
                <a:latin typeface="华文细黑" panose="02010600040101010101" pitchFamily="2" charset="-122"/>
                <a:ea typeface="华文细黑" panose="02010600040101010101" pitchFamily="2" charset="-122"/>
                <a:sym typeface="+mn-ea"/>
              </a:rPr>
              <a:t>音频信息的版权保护</a:t>
            </a:r>
            <a:r>
              <a:rPr lang="zh-CN" altLang="en-US" sz="2500" b="1" dirty="0">
                <a:latin typeface="华文细黑" panose="02010600040101010101" pitchFamily="2" charset="-122"/>
                <a:ea typeface="华文细黑" panose="02010600040101010101" pitchFamily="2" charset="-122"/>
                <a:sym typeface="+mn-ea"/>
              </a:rPr>
              <a:t>问题（数字水印）。</a:t>
            </a:r>
            <a:endParaRPr lang="zh-CN" altLang="en-US" sz="25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None/>
            </a:pPr>
            <a:r>
              <a:rPr lang="zh-CN" altLang="en-US" sz="2500" b="1" dirty="0">
                <a:latin typeface="华文细黑" panose="02010600040101010101" pitchFamily="2" charset="-122"/>
                <a:ea typeface="华文细黑" panose="02010600040101010101" pitchFamily="2" charset="-122"/>
                <a:sym typeface="+mn-ea"/>
              </a:rPr>
              <a:t>隐写术主要应用在需要安全保密通信的部门，利用音频信息中的冗余空间携带隐蔽信息，达到秘密信息伪装传递的目的；同时，隐写术还要研究其对立面——隐秘信息的分析和检测。</a:t>
            </a:r>
            <a:endParaRPr lang="en-US" altLang="zh-CN" sz="2500" b="1" kern="1200" dirty="0">
              <a:latin typeface="+mn-lt"/>
              <a:ea typeface="华文细黑" panose="02010600040101010101" pitchFamily="2"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17</a:t>
            </a:fld>
            <a:endParaRPr lang="zh-CN" altLang="en-US" sz="1400" b="0" dirty="0">
              <a:latin typeface="Times New Roman" panose="02020603050405020304" pitchFamily="18" charset="0"/>
              <a:ea typeface="宋体" panose="02010600030101010101" pitchFamily="2" charset="-122"/>
            </a:endParaRPr>
          </a:p>
        </p:txBody>
      </p:sp>
      <p:sp>
        <p:nvSpPr>
          <p:cNvPr id="169986" name="标题 16998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0483" name="文本占位符 169986"/>
          <p:cNvSpPr>
            <a:spLocks noGrp="1"/>
          </p:cNvSpPr>
          <p:nvPr>
            <p:ph idx="1"/>
          </p:nvPr>
        </p:nvSpPr>
        <p:spPr>
          <a:xfrm>
            <a:off x="628650" y="1434996"/>
            <a:ext cx="7888288" cy="4714875"/>
          </a:xfrm>
        </p:spPr>
        <p:txBody>
          <a:bodyPr anchor="t">
            <a:normAutofit fontScale="87500"/>
          </a:bodyPr>
          <a:lstStyle/>
          <a:p>
            <a:pPr marL="609600" indent="-609600" defTabSz="685800" fontAlgn="base">
              <a:lnSpc>
                <a:spcPct val="100000"/>
              </a:lnSpc>
              <a:buSzTx/>
            </a:pPr>
            <a:r>
              <a:rPr lang="en-US" altLang="en-US" sz="3200" b="1" kern="1200" dirty="0">
                <a:solidFill>
                  <a:schemeClr val="accent1"/>
                </a:solidFill>
                <a:latin typeface="华文细黑" panose="02010600040101010101" pitchFamily="2" charset="-122"/>
                <a:ea typeface="华文细黑" panose="02010600040101010101" pitchFamily="2" charset="-122"/>
                <a:cs typeface="+mn-cs"/>
              </a:rPr>
              <a:t> 音频数据中的常用隐写算法</a:t>
            </a:r>
          </a:p>
          <a:p>
            <a:pPr marL="609600" indent="-609600" defTabSz="685800">
              <a:buNone/>
            </a:pPr>
            <a:endParaRPr lang="zh-CN" altLang="en-US" sz="700" b="1" kern="1200" dirty="0">
              <a:latin typeface="华文细黑" panose="02010600040101010101" pitchFamily="2" charset="-122"/>
              <a:ea typeface="华文细黑" panose="02010600040101010101" pitchFamily="2" charset="-122"/>
              <a:cs typeface="+mn-cs"/>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（1）最不重要位法（LSB）</a:t>
            </a:r>
            <a:endParaRPr lang="zh-CN" altLang="en-US" sz="23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LSB 信息隐藏的最简单、有效的一种方法，通过将原始数据的部分样本值的最低比特位或最低几个比特位用代表秘密数据的二进制位替换达到将秘密信息隐藏到音频中去的目的。</a:t>
            </a:r>
            <a:endParaRPr lang="zh-CN" altLang="en-US" sz="23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优点：简单易实现，信息嵌入和提取的速度快，可以隐藏数据量大；</a:t>
            </a:r>
            <a:endParaRPr lang="zh-CN" altLang="en-US" sz="23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缺点：安全性很差，攻击者只需要对信道简单地加上噪声干扰或者对数据进行亚采样和压缩编码等处理都会造成整个隐秘信息的丢失。</a:t>
            </a:r>
            <a:endParaRPr lang="en-US" altLang="zh-CN" sz="21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18</a:t>
            </a:fld>
            <a:endParaRPr lang="zh-CN" altLang="en-US" sz="1400" b="0" dirty="0">
              <a:latin typeface="Times New Roman" panose="02020603050405020304" pitchFamily="18" charset="0"/>
              <a:ea typeface="宋体" panose="02010600030101010101" pitchFamily="2" charset="-122"/>
            </a:endParaRPr>
          </a:p>
        </p:txBody>
      </p:sp>
      <p:sp>
        <p:nvSpPr>
          <p:cNvPr id="171010" name="标题 17100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1507" name="文本占位符 171010"/>
          <p:cNvSpPr>
            <a:spLocks noGrp="1"/>
          </p:cNvSpPr>
          <p:nvPr>
            <p:ph idx="1"/>
          </p:nvPr>
        </p:nvSpPr>
        <p:spPr>
          <a:xfrm>
            <a:off x="628650" y="1478011"/>
            <a:ext cx="7888288" cy="4858891"/>
          </a:xfrm>
        </p:spPr>
        <p:txBody>
          <a:bodyPr anchor="t">
            <a:normAutofit fontScale="87500" lnSpcReduction="10000"/>
          </a:bodyPr>
          <a:lstStyle/>
          <a:p>
            <a:pPr marL="609600" indent="-609600" defTabSz="685800" fontAlgn="base">
              <a:lnSpc>
                <a:spcPct val="100000"/>
              </a:lnSpc>
              <a:buSzTx/>
            </a:pPr>
            <a:r>
              <a:rPr lang="en-US" altLang="en-US" sz="3200" b="1" kern="1200" dirty="0">
                <a:solidFill>
                  <a:schemeClr val="accent1"/>
                </a:solidFill>
                <a:latin typeface="华文细黑" panose="02010600040101010101" pitchFamily="2" charset="-122"/>
                <a:ea typeface="华文细黑" panose="02010600040101010101" pitchFamily="2" charset="-122"/>
                <a:cs typeface="+mn-cs"/>
              </a:rPr>
              <a:t> 音频数据中的常用隐写算法</a:t>
            </a:r>
          </a:p>
          <a:p>
            <a:pPr marL="609600" indent="-609600" defTabSz="685800">
              <a:lnSpc>
                <a:spcPct val="80000"/>
              </a:lnSpc>
              <a:buNone/>
            </a:pPr>
            <a:endParaRPr lang="zh-CN" altLang="en-US" sz="700" b="1" kern="1200" dirty="0">
              <a:latin typeface="华文细黑" panose="02010600040101010101" pitchFamily="2" charset="-122"/>
              <a:ea typeface="华文细黑" panose="02010600040101010101" pitchFamily="2" charset="-122"/>
              <a:cs typeface="+mn-cs"/>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（2）相位隐藏法</a:t>
            </a:r>
            <a:endParaRPr lang="zh-CN" altLang="en-US" sz="23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相位编码利用听觉系统对声音绝对相位不敏感，但对相对相位敏感特性进行信息隐藏。</a:t>
            </a:r>
            <a:endParaRPr lang="zh-CN" altLang="en-US" sz="23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在相位编码中，隐藏数据用相位谱中特定的相位或相位变化表示，可将音频信号分段，每段做 DFT，数据隐藏在第一段中，用代表秘密信息的参考相位替换第一段绝对相位。接收端只提取第一段相位谱信息。</a:t>
            </a:r>
            <a:endParaRPr lang="zh-CN" altLang="en-US" sz="23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该算法对载体信号再采样有鲁棒性，对绝大多数音频压缩算法敏感。</a:t>
            </a:r>
            <a:endParaRPr lang="en-US" altLang="zh-CN"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19</a:t>
            </a:fld>
            <a:endParaRPr lang="zh-CN" altLang="en-US" sz="1400" b="0" dirty="0">
              <a:latin typeface="Times New Roman" panose="02020603050405020304" pitchFamily="18" charset="0"/>
              <a:ea typeface="宋体" panose="02010600030101010101" pitchFamily="2" charset="-122"/>
            </a:endParaRPr>
          </a:p>
        </p:txBody>
      </p:sp>
      <p:sp>
        <p:nvSpPr>
          <p:cNvPr id="173058" name="标题 17305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2531" name="文本占位符 173058"/>
          <p:cNvSpPr>
            <a:spLocks noGrp="1"/>
          </p:cNvSpPr>
          <p:nvPr>
            <p:ph idx="1"/>
          </p:nvPr>
        </p:nvSpPr>
        <p:spPr>
          <a:xfrm>
            <a:off x="628650" y="1475634"/>
            <a:ext cx="7888288" cy="4714875"/>
          </a:xfrm>
        </p:spPr>
        <p:txBody>
          <a:bodyPr anchor="t">
            <a:normAutofit fontScale="95000" lnSpcReduction="10000"/>
          </a:bodyPr>
          <a:lstStyle/>
          <a:p>
            <a:pPr marL="609600" indent="-609600" defTabSz="685800" fontAlgn="base">
              <a:lnSpc>
                <a:spcPct val="100000"/>
              </a:lnSpc>
              <a:buSzTx/>
            </a:pPr>
            <a:r>
              <a:rPr lang="en-US" altLang="en-US" sz="2900" b="1" kern="1200" dirty="0">
                <a:solidFill>
                  <a:schemeClr val="accent1"/>
                </a:solidFill>
                <a:latin typeface="华文细黑" panose="02010600040101010101" pitchFamily="2" charset="-122"/>
                <a:ea typeface="华文细黑" panose="02010600040101010101" pitchFamily="2" charset="-122"/>
                <a:cs typeface="+mn-cs"/>
              </a:rPr>
              <a:t> 音频数据中的常用隐写算法</a:t>
            </a:r>
          </a:p>
          <a:p>
            <a:pPr marL="609600" indent="-609600" defTabSz="685800">
              <a:buNone/>
            </a:pPr>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（3）回声隐藏法</a:t>
            </a:r>
            <a:endParaRPr lang="zh-CN" altLang="en-US" sz="23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利用了人耳听觉系统的另一个特性：音频信号在时域的向后屏蔽作用，在离散信号中引入回声，通过修改信号和回声之间的延迟来编码水印信息，提取时，计算每个信号片断中信号倒谱的自相关函数，在时延上会出现峰值。</a:t>
            </a:r>
            <a:endParaRPr lang="zh-CN" altLang="en-US" sz="23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优点：滤波、重采样、有损压缩等不敏感，透明性好。</a:t>
            </a:r>
            <a:endParaRPr lang="zh-CN" altLang="en-US" sz="23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缺点：容易被第三方用检测回声的方法检测出来，提取正确率不高。</a:t>
            </a:r>
            <a:endParaRPr lang="en-US" altLang="zh-CN" sz="21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20</a:t>
            </a:fld>
            <a:endParaRPr lang="zh-CN" altLang="en-US" sz="1400" b="0" dirty="0">
              <a:latin typeface="Times New Roman" panose="02020603050405020304" pitchFamily="18" charset="0"/>
              <a:ea typeface="宋体" panose="02010600030101010101" pitchFamily="2" charset="-122"/>
            </a:endParaRPr>
          </a:p>
        </p:txBody>
      </p:sp>
      <p:sp>
        <p:nvSpPr>
          <p:cNvPr id="174082" name="标题 17408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3555" name="文本占位符 174082"/>
          <p:cNvSpPr>
            <a:spLocks noGrp="1"/>
          </p:cNvSpPr>
          <p:nvPr>
            <p:ph idx="1"/>
          </p:nvPr>
        </p:nvSpPr>
        <p:spPr>
          <a:xfrm>
            <a:off x="628650" y="1525209"/>
            <a:ext cx="7888288" cy="4921354"/>
          </a:xfrm>
        </p:spPr>
        <p:txBody>
          <a:bodyPr anchor="t">
            <a:normAutofit fontScale="87500" lnSpcReduction="20000"/>
          </a:bodyPr>
          <a:lstStyle/>
          <a:p>
            <a:pPr marL="609600" marR="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32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 音频数据中的常用隐写算法</a:t>
            </a:r>
          </a:p>
          <a:p>
            <a:pPr marL="609600" marR="0" indent="-609600" algn="l" defTabSz="685800" rtl="0" eaLnBrk="1" fontAlgn="auto" latinLnBrk="0" hangingPunct="1">
              <a:lnSpc>
                <a:spcPct val="80000"/>
              </a:lnSpc>
              <a:spcBef>
                <a:spcPts val="750"/>
              </a:spcBef>
              <a:spcAft>
                <a:spcPct val="0"/>
              </a:spcAft>
              <a:buClr>
                <a:schemeClr val="accent1"/>
              </a:buClr>
              <a:buSzTx/>
              <a:buFont typeface="Wingdings" panose="05000000000000000000" pitchFamily="2" charset="2"/>
              <a:buNone/>
            </a:pPr>
            <a:endParaRPr kumimoji="0" lang="zh-CN" altLang="en-US" sz="7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5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（4）变换域法</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5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通过将秘密信息嵌入到数字作品的某个变换域中达到将秘密信息嵌入到隐秘载体中最重要的部分的目的，只要攻击者不过分破坏隐蔽文件的可听懂度，嵌入信号中的隐秘信息就不会被删除。</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5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常见变换域法有：DFT、DCT、DWT、倒频谱域等。这些方法将秘密信息嵌入到频域变换的系数当中，并借鉴扩展频谱等技术对待隐藏信息进行有效的编码，从而提高了透明性和鲁棒性。</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21</a:t>
            </a:fld>
            <a:endParaRPr lang="zh-CN" altLang="en-US" sz="1400" b="0" dirty="0">
              <a:latin typeface="Times New Roman" panose="02020603050405020304" pitchFamily="18" charset="0"/>
              <a:ea typeface="宋体" panose="02010600030101010101" pitchFamily="2" charset="-122"/>
            </a:endParaRPr>
          </a:p>
        </p:txBody>
      </p:sp>
      <p:sp>
        <p:nvSpPr>
          <p:cNvPr id="175106" name="标题 17510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4579" name="文本占位符 175106"/>
          <p:cNvSpPr>
            <a:spLocks noGrp="1"/>
          </p:cNvSpPr>
          <p:nvPr>
            <p:ph idx="1"/>
          </p:nvPr>
        </p:nvSpPr>
        <p:spPr/>
        <p:txBody>
          <a:bodyPr anchor="t">
            <a:normAutofit/>
          </a:bodyPr>
          <a:lstStyle/>
          <a:p>
            <a:pPr marL="609600" indent="-609600"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 音频隐写工具</a:t>
            </a:r>
          </a:p>
          <a:p>
            <a:pPr marL="609600" indent="-609600" defTabSz="685800">
              <a:lnSpc>
                <a:spcPct val="80000"/>
              </a:lnSpc>
              <a:buNone/>
            </a:pPr>
            <a:endParaRPr lang="zh-CN" altLang="en-US" sz="700" b="1" kern="1200" dirty="0">
              <a:latin typeface="华文细黑" panose="02010600040101010101" pitchFamily="2" charset="-122"/>
              <a:ea typeface="华文细黑" panose="02010600040101010101" pitchFamily="2" charset="-122"/>
              <a:cs typeface="+mn-cs"/>
            </a:endParaRP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近年来，人们已经提出了不少成功的隐写方法。一些算法被开发成隐写工具，其中 </a:t>
            </a:r>
            <a:r>
              <a:rPr lang="en-US" altLang="zh-CN" sz="2200" b="1" dirty="0">
                <a:ea typeface="华文细黑" panose="02010600040101010101" pitchFamily="2" charset="-122"/>
                <a:sym typeface="+mn-ea"/>
              </a:rPr>
              <a:t>S-Tools</a:t>
            </a:r>
            <a:r>
              <a:rPr lang="zh-CN" altLang="en-US" sz="2200" b="1" dirty="0">
                <a:ea typeface="华文细黑" panose="02010600040101010101" pitchFamily="2" charset="-122"/>
                <a:sym typeface="+mn-ea"/>
              </a:rPr>
              <a:t>、</a:t>
            </a:r>
            <a:r>
              <a:rPr lang="en-US" altLang="zh-CN" sz="2200" b="1" dirty="0">
                <a:ea typeface="华文细黑" panose="02010600040101010101" pitchFamily="2" charset="-122"/>
                <a:sym typeface="+mn-ea"/>
              </a:rPr>
              <a:t>Hide4PGP </a:t>
            </a:r>
            <a:r>
              <a:rPr lang="zh-CN" altLang="en-US" sz="2200" b="1" dirty="0">
                <a:latin typeface="华文细黑" panose="02010600040101010101" pitchFamily="2" charset="-122"/>
                <a:ea typeface="华文细黑" panose="02010600040101010101" pitchFamily="2" charset="-122"/>
                <a:sym typeface="+mn-ea"/>
              </a:rPr>
              <a:t>等可实现 </a:t>
            </a:r>
            <a:r>
              <a:rPr lang="en-US" altLang="zh-CN" sz="2200" b="1" dirty="0">
                <a:ea typeface="华文细黑" panose="02010600040101010101" pitchFamily="2" charset="-122"/>
                <a:sym typeface="+mn-ea"/>
              </a:rPr>
              <a:t>WAV</a:t>
            </a:r>
            <a:r>
              <a:rPr lang="zh-CN" altLang="en-US" sz="2200" b="1" dirty="0">
                <a:latin typeface="华文细黑" panose="02010600040101010101" pitchFamily="2" charset="-122"/>
                <a:ea typeface="华文细黑" panose="02010600040101010101" pitchFamily="2" charset="-122"/>
                <a:sym typeface="+mn-ea"/>
              </a:rPr>
              <a:t>声音信号的信息隐藏。</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考虑到信息传送的安全性，这些软件一般先对秘密信息进行数据压缩、加密预处理，再将秘密信息嵌入到载体信号的最低位来达到信息隐藏的目的，隐藏容量由载体的长度决定。      </a:t>
            </a:r>
            <a:endParaRPr lang="en-US" altLang="zh-CN" sz="22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22</a:t>
            </a:fld>
            <a:endParaRPr lang="zh-CN" altLang="en-US" sz="1400" b="0" dirty="0">
              <a:latin typeface="Times New Roman" panose="02020603050405020304" pitchFamily="18" charset="0"/>
              <a:ea typeface="宋体" panose="02010600030101010101" pitchFamily="2" charset="-122"/>
            </a:endParaRPr>
          </a:p>
        </p:txBody>
      </p:sp>
      <p:sp>
        <p:nvSpPr>
          <p:cNvPr id="176130" name="标题 17612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5603" name="文本占位符 176130"/>
          <p:cNvSpPr>
            <a:spLocks noGrp="1"/>
          </p:cNvSpPr>
          <p:nvPr>
            <p:ph idx="1"/>
          </p:nvPr>
        </p:nvSpPr>
        <p:spPr/>
        <p:txBody>
          <a:bodyPr anchor="t">
            <a:normAutofit/>
          </a:bodyPr>
          <a:lstStyle/>
          <a:p>
            <a:pPr marL="609600" indent="-609600"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 音频数字水印基本原理</a:t>
            </a:r>
          </a:p>
          <a:p>
            <a:pPr marL="609600" indent="-609600" defTabSz="685800">
              <a:lnSpc>
                <a:spcPct val="80000"/>
              </a:lnSpc>
              <a:buNone/>
            </a:pPr>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常用的算法模型与图像水印等类似。由 Voloshynovskiy 针对图像水印提出的模型一样适用于音频水印。</a:t>
            </a:r>
          </a:p>
          <a:p>
            <a:pPr marL="0" indent="457200" fontAlgn="auto">
              <a:lnSpc>
                <a:spcPct val="150000"/>
              </a:lnSpc>
              <a:spcBef>
                <a:spcPts val="600"/>
              </a:spcBef>
              <a:buNone/>
            </a:pPr>
            <a:endParaRPr lang="en-US" altLang="zh-CN" sz="2400" b="1" kern="1200" dirty="0">
              <a:latin typeface="华文细黑" panose="02010600040101010101" pitchFamily="2" charset="-122"/>
              <a:ea typeface="华文细黑" panose="02010600040101010101" pitchFamily="2" charset="-122"/>
              <a:cs typeface="+mn-cs"/>
            </a:endParaRPr>
          </a:p>
        </p:txBody>
      </p:sp>
      <p:pic>
        <p:nvPicPr>
          <p:cNvPr id="3" name="图片 2"/>
          <p:cNvPicPr>
            <a:picLocks noChangeAspect="1"/>
          </p:cNvPicPr>
          <p:nvPr/>
        </p:nvPicPr>
        <p:blipFill>
          <a:blip r:embed="rId2"/>
          <a:srcRect b="17393"/>
          <a:stretch>
            <a:fillRect/>
          </a:stretch>
        </p:blipFill>
        <p:spPr>
          <a:xfrm>
            <a:off x="941070" y="3660775"/>
            <a:ext cx="7264400" cy="2516188"/>
          </a:xfrm>
          <a:prstGeom prst="rect">
            <a:avLst/>
          </a:prstGeom>
          <a:noFill/>
          <a:ln w="1270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23</a:t>
            </a:fld>
            <a:endParaRPr lang="zh-CN" altLang="en-US" sz="1400" b="0" dirty="0">
              <a:latin typeface="Times New Roman" panose="02020603050405020304" pitchFamily="18" charset="0"/>
              <a:ea typeface="宋体" panose="02010600030101010101" pitchFamily="2" charset="-122"/>
            </a:endParaRPr>
          </a:p>
        </p:txBody>
      </p:sp>
      <p:sp>
        <p:nvSpPr>
          <p:cNvPr id="176130" name="标题 17612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5603" name="文本占位符 176130"/>
          <p:cNvSpPr>
            <a:spLocks noGrp="1"/>
          </p:cNvSpPr>
          <p:nvPr>
            <p:ph idx="1"/>
          </p:nvPr>
        </p:nvSpPr>
        <p:spPr/>
        <p:txBody>
          <a:bodyPr anchor="t">
            <a:normAutofit/>
          </a:bodyPr>
          <a:lstStyle/>
          <a:p>
            <a:pPr marL="609600" marR="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 音频数字水印基本原理</a:t>
            </a:r>
          </a:p>
          <a:p>
            <a:pPr marL="609600" marR="0" indent="-609600" algn="l" defTabSz="685800" rtl="0" eaLnBrk="1" fontAlgn="auto" latinLnBrk="0" hangingPunct="1">
              <a:lnSpc>
                <a:spcPct val="80000"/>
              </a:lnSpc>
              <a:spcBef>
                <a:spcPts val="750"/>
              </a:spcBef>
              <a:spcAft>
                <a:spcPct val="0"/>
              </a:spcAft>
              <a:buClr>
                <a:schemeClr val="accent1"/>
              </a:buClr>
              <a:buSzTx/>
              <a:buFont typeface="Wingdings" panose="05000000000000000000" pitchFamily="2" charset="2"/>
              <a:buNone/>
            </a:pPr>
            <a:endParaRPr kumimoji="0" lang="zh-CN" altLang="en-US" sz="6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其中，水印编码环节负责隐秘信息加密，纠错编码。</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心理声学模型提供掩蔽阈值信息确定水印最大嵌入强度。</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水印提取与嵌入环节相对应。</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水印检测环节负责判断水印存在性，但是不提供水印内容。</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水印解码环节负责提取隐秘信息。</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24</a:t>
            </a:fld>
            <a:endParaRPr lang="zh-CN" altLang="en-US" sz="1400" b="0" dirty="0">
              <a:latin typeface="Times New Roman" panose="02020603050405020304" pitchFamily="18" charset="0"/>
              <a:ea typeface="宋体" panose="02010600030101010101" pitchFamily="2" charset="-122"/>
            </a:endParaRPr>
          </a:p>
        </p:txBody>
      </p:sp>
      <p:sp>
        <p:nvSpPr>
          <p:cNvPr id="177154" name="标题 17715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6627" name="文本占位符 177154"/>
          <p:cNvSpPr>
            <a:spLocks noGrp="1"/>
          </p:cNvSpPr>
          <p:nvPr>
            <p:ph idx="1"/>
          </p:nvPr>
        </p:nvSpPr>
        <p:spPr>
          <a:xfrm>
            <a:off x="628650" y="1462088"/>
            <a:ext cx="7888288" cy="5029199"/>
          </a:xfrm>
        </p:spPr>
        <p:txBody>
          <a:bodyPr anchor="t">
            <a:normAutofit fontScale="97500"/>
          </a:bodyPr>
          <a:lstStyle/>
          <a:p>
            <a:pPr marL="609600" indent="-609600" defTabSz="685800"/>
            <a:r>
              <a:rPr lang="en-US" altLang="en-US" sz="2900" b="1" kern="1200" dirty="0">
                <a:solidFill>
                  <a:schemeClr val="accent1"/>
                </a:solidFill>
                <a:latin typeface="华文细黑" panose="02010600040101010101" pitchFamily="2" charset="-122"/>
                <a:ea typeface="华文细黑" panose="02010600040101010101" pitchFamily="2" charset="-122"/>
                <a:cs typeface="+mn-cs"/>
              </a:rPr>
              <a:t>数字音频水印的基本要求</a:t>
            </a:r>
            <a:endParaRPr lang="zh-CN" altLang="en-US" sz="2900" b="1" kern="1200" dirty="0">
              <a:latin typeface="华文细黑" panose="02010600040101010101" pitchFamily="2" charset="-122"/>
              <a:ea typeface="华文细黑" panose="02010600040101010101" pitchFamily="2" charset="-122"/>
              <a:cs typeface="+mn-cs"/>
            </a:endParaRPr>
          </a:p>
          <a:p>
            <a:pPr marL="609600" indent="-609600" defTabSz="685800">
              <a:buNone/>
            </a:pPr>
            <a:endParaRPr lang="zh-CN" altLang="en-US" sz="600" b="1" kern="1200" dirty="0">
              <a:latin typeface="华文细黑" panose="02010600040101010101" pitchFamily="2" charset="-122"/>
              <a:ea typeface="华文细黑" panose="02010600040101010101" pitchFamily="2" charset="-122"/>
              <a:cs typeface="+mn-cs"/>
            </a:endParaRP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要想成功地在数字音频媒体中嵌入水印，除了满足水印框架（GWF）的基本要求外，因为音频数据和人耳听觉的特性，还有以下几方面的要求：</a:t>
            </a:r>
            <a:endParaRPr lang="zh-CN" altLang="en-US" sz="2100" b="1" dirty="0">
              <a:latin typeface="华文细黑" panose="02010600040101010101" pitchFamily="2" charset="-122"/>
              <a:ea typeface="华文细黑" panose="02010600040101010101" pitchFamily="2" charset="-122"/>
            </a:endParaRPr>
          </a:p>
          <a:p>
            <a:pPr marL="0" indent="457200" algn="just"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（1）对数据变换处理操作的鲁棒性。 </a:t>
            </a:r>
            <a:endParaRPr lang="zh-CN" altLang="en-US" sz="2100" b="1" dirty="0">
              <a:latin typeface="华文细黑" panose="02010600040101010101" pitchFamily="2" charset="-122"/>
              <a:ea typeface="华文细黑" panose="02010600040101010101" pitchFamily="2" charset="-122"/>
            </a:endParaRPr>
          </a:p>
          <a:p>
            <a:pPr marL="0" indent="457200" algn="just"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（2）知觉相似性。 </a:t>
            </a:r>
            <a:endParaRPr lang="zh-CN" altLang="en-US" sz="2100" b="1" dirty="0">
              <a:latin typeface="华文细黑" panose="02010600040101010101" pitchFamily="2" charset="-122"/>
              <a:ea typeface="华文细黑" panose="02010600040101010101" pitchFamily="2" charset="-122"/>
            </a:endParaRPr>
          </a:p>
          <a:p>
            <a:pPr marL="0" indent="457200" algn="just"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（3）是否需要原始数据进行信息提取。 </a:t>
            </a:r>
            <a:endParaRPr lang="zh-CN" altLang="en-US" sz="2100" b="1" dirty="0">
              <a:latin typeface="华文细黑" panose="02010600040101010101" pitchFamily="2" charset="-122"/>
              <a:ea typeface="华文细黑" panose="02010600040101010101" pitchFamily="2" charset="-122"/>
            </a:endParaRPr>
          </a:p>
          <a:p>
            <a:pPr marL="0" indent="457200" algn="just"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（4）提取误码率。 </a:t>
            </a:r>
            <a:endParaRPr lang="zh-CN" altLang="en-US" sz="2100" b="1" dirty="0">
              <a:latin typeface="华文细黑" panose="02010600040101010101" pitchFamily="2" charset="-122"/>
              <a:ea typeface="华文细黑" panose="02010600040101010101" pitchFamily="2" charset="-122"/>
            </a:endParaRPr>
          </a:p>
          <a:p>
            <a:pPr marL="0" indent="457200" algn="just"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（5）嵌入数据量指标。</a:t>
            </a:r>
            <a:r>
              <a:rPr lang="zh-CN" altLang="en-US" sz="2100" dirty="0">
                <a:sym typeface="+mn-ea"/>
              </a:rPr>
              <a:t> </a:t>
            </a:r>
            <a:endParaRPr lang="en-US" altLang="zh-CN" sz="21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25</a:t>
            </a:fld>
            <a:endParaRPr lang="zh-CN" altLang="en-US" sz="1400" b="0" dirty="0">
              <a:latin typeface="Times New Roman" panose="02020603050405020304" pitchFamily="18" charset="0"/>
              <a:ea typeface="宋体" panose="02010600030101010101" pitchFamily="2" charset="-122"/>
            </a:endParaRPr>
          </a:p>
        </p:txBody>
      </p:sp>
      <p:sp>
        <p:nvSpPr>
          <p:cNvPr id="178178" name="标题 17817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7651" name="文本占位符 178178"/>
          <p:cNvSpPr>
            <a:spLocks noGrp="1"/>
          </p:cNvSpPr>
          <p:nvPr>
            <p:ph idx="1"/>
          </p:nvPr>
        </p:nvSpPr>
        <p:spPr/>
        <p:txBody>
          <a:bodyPr anchor="t">
            <a:normAutofit/>
          </a:bodyPr>
          <a:lstStyle/>
          <a:p>
            <a:pPr marL="609600" indent="-609600"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数字音频水印的算法分类</a:t>
            </a:r>
          </a:p>
          <a:p>
            <a:pPr marL="609600" indent="-609600" defTabSz="685800">
              <a:buNone/>
            </a:pPr>
            <a:endParaRPr lang="zh-CN" altLang="en-US" sz="600" b="1" kern="1200" dirty="0">
              <a:latin typeface="华文细黑" panose="02010600040101010101" pitchFamily="2" charset="-122"/>
              <a:ea typeface="华文细黑" panose="02010600040101010101" pitchFamily="2" charset="-122"/>
              <a:cs typeface="+mn-cs"/>
            </a:endParaRPr>
          </a:p>
          <a:p>
            <a:pPr marL="0" indent="504000" fontAlgn="auto">
              <a:lnSpc>
                <a:spcPct val="150000"/>
              </a:lnSpc>
              <a:spcBef>
                <a:spcPts val="600"/>
              </a:spcBef>
              <a:buNone/>
            </a:pPr>
            <a:r>
              <a:rPr lang="zh-CN" altLang="en-US" sz="2000" b="1" dirty="0">
                <a:latin typeface="华文细黑" panose="02010600040101010101" pitchFamily="2" charset="-122"/>
                <a:ea typeface="华文细黑" panose="02010600040101010101" pitchFamily="2" charset="-122"/>
                <a:sym typeface="+mn-ea"/>
              </a:rPr>
              <a:t>音频水印从大的方向分为：鲁棒型水印和脆弱型水印。</a:t>
            </a:r>
          </a:p>
          <a:p>
            <a:pPr marL="0" indent="504000" fontAlgn="auto">
              <a:lnSpc>
                <a:spcPct val="150000"/>
              </a:lnSpc>
              <a:spcBef>
                <a:spcPts val="600"/>
              </a:spcBef>
              <a:buNone/>
            </a:pPr>
            <a:r>
              <a:rPr lang="zh-CN" altLang="en-US" sz="2000" b="1" dirty="0">
                <a:latin typeface="华文细黑" panose="02010600040101010101" pitchFamily="2" charset="-122"/>
                <a:ea typeface="华文细黑" panose="02010600040101010101" pitchFamily="2" charset="-122"/>
                <a:sym typeface="+mn-ea"/>
              </a:rPr>
              <a:t>鲁棒型水印用于数字产品的版权保护，它必须保证对原始版权准确无误的标识。</a:t>
            </a:r>
          </a:p>
          <a:p>
            <a:pPr marL="0" indent="504000" fontAlgn="auto">
              <a:lnSpc>
                <a:spcPct val="150000"/>
              </a:lnSpc>
              <a:spcBef>
                <a:spcPts val="600"/>
              </a:spcBef>
              <a:buNone/>
            </a:pPr>
            <a:r>
              <a:rPr lang="zh-CN" altLang="en-US" sz="2000" b="1" dirty="0">
                <a:latin typeface="华文细黑" panose="02010600040101010101" pitchFamily="2" charset="-122"/>
                <a:ea typeface="华文细黑" panose="02010600040101010101" pitchFamily="2" charset="-122"/>
                <a:sym typeface="+mn-ea"/>
              </a:rPr>
              <a:t>脆弱型数字水印用于数据的真伪鉴别和完整性鉴定，又称为认证。</a:t>
            </a:r>
            <a:endParaRPr lang="zh-CN" altLang="en-US" sz="20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000" b="1" dirty="0">
                <a:latin typeface="华文细黑" panose="02010600040101010101" pitchFamily="2" charset="-122"/>
                <a:ea typeface="华文细黑" panose="02010600040101010101" pitchFamily="2" charset="-122"/>
                <a:sym typeface="+mn-ea"/>
              </a:rPr>
              <a:t>从信号处理的角度我们对鲁棒型水印算法又可分为时域算法和频域算法以及压缩域算法。 </a:t>
            </a:r>
            <a:endParaRPr lang="zh-CN" altLang="en-US" sz="2000" b="1" dirty="0">
              <a:latin typeface="华文细黑" panose="02010600040101010101" pitchFamily="2" charset="-122"/>
              <a:ea typeface="华文细黑" panose="02010600040101010101" pitchFamily="2" charset="-122"/>
            </a:endParaRPr>
          </a:p>
          <a:p>
            <a:pPr marL="609600" indent="-609600" defTabSz="685800">
              <a:lnSpc>
                <a:spcPct val="150000"/>
              </a:lnSpc>
              <a:spcBef>
                <a:spcPts val="600"/>
              </a:spcBef>
              <a:buSzTx/>
              <a:buNone/>
            </a:pPr>
            <a:endParaRPr lang="en-US" altLang="zh-CN" sz="22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26</a:t>
            </a:fld>
            <a:endParaRPr lang="zh-CN" altLang="en-US" sz="1400" b="0" dirty="0">
              <a:latin typeface="Times New Roman" panose="02020603050405020304" pitchFamily="18" charset="0"/>
              <a:ea typeface="宋体" panose="02010600030101010101" pitchFamily="2" charset="-122"/>
            </a:endParaRPr>
          </a:p>
        </p:txBody>
      </p:sp>
      <p:sp>
        <p:nvSpPr>
          <p:cNvPr id="179202" name="标题 17920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8675" name="文本占位符 179202"/>
          <p:cNvSpPr>
            <a:spLocks noGrp="1"/>
          </p:cNvSpPr>
          <p:nvPr>
            <p:ph idx="1"/>
          </p:nvPr>
        </p:nvSpPr>
        <p:spPr/>
        <p:txBody>
          <a:bodyPr anchor="t">
            <a:normAutofit/>
          </a:bodyPr>
          <a:lstStyle/>
          <a:p>
            <a:pPr marL="609600" indent="-609600"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数字音频水印的算法分类</a:t>
            </a:r>
          </a:p>
          <a:p>
            <a:pPr marL="609600" indent="-609600" defTabSz="685800">
              <a:buNone/>
            </a:pPr>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（1）时间域算法</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时间域算法在时间域上将水印直接隐藏在数字音频信号。时间域水印算法的关键是水印嵌入的位置，为了使嵌入水印有更好的稳健性，水印嵌入位置要充分利用人类听觉系统的特点。</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典型的时域嵌入方法是最低比特位 LSB 方法。</a:t>
            </a:r>
            <a:endParaRPr lang="zh-CN" altLang="en-US" sz="2200" b="1" dirty="0">
              <a:latin typeface="华文细黑" panose="02010600040101010101" pitchFamily="2" charset="-122"/>
              <a:ea typeface="华文细黑" panose="02010600040101010101" pitchFamily="2" charset="-122"/>
            </a:endParaRPr>
          </a:p>
          <a:p>
            <a:pPr marL="609600" indent="-609600" defTabSz="685800">
              <a:lnSpc>
                <a:spcPct val="150000"/>
              </a:lnSpc>
              <a:spcBef>
                <a:spcPts val="600"/>
              </a:spcBef>
              <a:buSzTx/>
              <a:buNone/>
            </a:pPr>
            <a:endParaRPr lang="en-US" altLang="zh-CN" sz="24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27</a:t>
            </a:fld>
            <a:endParaRPr lang="zh-CN" altLang="en-US" sz="1400" b="0" dirty="0">
              <a:latin typeface="Times New Roman" panose="02020603050405020304" pitchFamily="18" charset="0"/>
              <a:ea typeface="宋体" panose="02010600030101010101" pitchFamily="2" charset="-122"/>
            </a:endParaRPr>
          </a:p>
        </p:txBody>
      </p:sp>
      <p:sp>
        <p:nvSpPr>
          <p:cNvPr id="230402" name="标题 23040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9699" name="文本占位符 230402"/>
          <p:cNvSpPr>
            <a:spLocks noGrp="1"/>
          </p:cNvSpPr>
          <p:nvPr>
            <p:ph idx="1"/>
          </p:nvPr>
        </p:nvSpPr>
        <p:spPr/>
        <p:txBody>
          <a:bodyPr anchor="t">
            <a:normAutofit/>
          </a:bodyPr>
          <a:lstStyle/>
          <a:p>
            <a:pPr marL="609600" indent="-609600"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数字音频水印的算法分类</a:t>
            </a:r>
          </a:p>
          <a:p>
            <a:pPr marL="609600" indent="-609600" defTabSz="685800">
              <a:buNone/>
            </a:pPr>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（2）频域算法</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频率域算法利用对某一帧信号频域系数的修改被扩散到该帧所有的时域采样点，而且，如果水印的频域嵌入只影响频域系数的幅度，检测/提取水印时可不要求水印信号的精确同步。</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常用频率域方法有 DFT、DCT、小波变换和 KLT 等。</a:t>
            </a:r>
            <a:endParaRPr lang="en-US" altLang="zh-CN" sz="28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28</a:t>
            </a:fld>
            <a:endParaRPr lang="zh-CN" altLang="en-US" sz="1400" b="0" dirty="0">
              <a:latin typeface="Times New Roman" panose="02020603050405020304" pitchFamily="18" charset="0"/>
              <a:ea typeface="宋体" panose="02010600030101010101" pitchFamily="2" charset="-122"/>
            </a:endParaRPr>
          </a:p>
        </p:txBody>
      </p:sp>
      <p:sp>
        <p:nvSpPr>
          <p:cNvPr id="180226" name="标题 18022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0723" name="文本占位符 180226"/>
          <p:cNvSpPr>
            <a:spLocks noGrp="1"/>
          </p:cNvSpPr>
          <p:nvPr>
            <p:ph idx="1"/>
          </p:nvPr>
        </p:nvSpPr>
        <p:spPr/>
        <p:txBody>
          <a:bodyPr anchor="t">
            <a:normAutofit fontScale="95000"/>
          </a:bodyPr>
          <a:lstStyle/>
          <a:p>
            <a:pPr marL="609600" indent="-609600" defTabSz="685800" fontAlgn="base">
              <a:lnSpc>
                <a:spcPct val="100000"/>
              </a:lnSpc>
              <a:buSzTx/>
            </a:pPr>
            <a:r>
              <a:rPr lang="en-US" altLang="en-US" sz="2900" b="1" kern="1200" dirty="0">
                <a:solidFill>
                  <a:schemeClr val="accent1"/>
                </a:solidFill>
                <a:latin typeface="华文细黑" panose="02010600040101010101" pitchFamily="2" charset="-122"/>
                <a:ea typeface="华文细黑" panose="02010600040101010101" pitchFamily="2" charset="-122"/>
                <a:cs typeface="+mn-cs"/>
              </a:rPr>
              <a:t>数字音频水印的算法分类</a:t>
            </a:r>
          </a:p>
          <a:p>
            <a:pPr marL="609600" indent="-609600" defTabSz="685800">
              <a:lnSpc>
                <a:spcPct val="80000"/>
              </a:lnSpc>
            </a:pPr>
            <a:endParaRPr lang="zh-CN" altLang="en-US" sz="600" b="1" kern="1200" dirty="0">
              <a:latin typeface="华文细黑" panose="02010600040101010101" pitchFamily="2" charset="-122"/>
              <a:ea typeface="华文细黑" panose="02010600040101010101" pitchFamily="2" charset="-122"/>
              <a:cs typeface="+mn-cs"/>
            </a:endParaRP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（3）压缩域算法</a:t>
            </a:r>
            <a:endParaRPr lang="zh-CN" altLang="en-US" sz="21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①在非压缩域进行，即先向非压缩原始音频中加入水印然后再压缩。 </a:t>
            </a:r>
            <a:endParaRPr lang="zh-CN" altLang="en-US" sz="21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②首先将压缩格式的音频解压，然后将水印植入到非压缩域，最后带水印的音频内容再被重新压缩成带水印的压缩格式音频。</a:t>
            </a:r>
            <a:endParaRPr lang="zh-CN" altLang="en-US" sz="21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③在压缩域上进行，水印直接加到 MPEG 音频比特流上，这使水印嵌入非常迅速，但鲁棒性较差，它同时又是真正意义上的压缩域水印方法。 </a:t>
            </a:r>
            <a:endParaRPr lang="zh-CN" altLang="en-US" sz="2100" b="1" dirty="0">
              <a:latin typeface="华文细黑" panose="02010600040101010101" pitchFamily="2" charset="-122"/>
              <a:ea typeface="华文细黑" panose="02010600040101010101" pitchFamily="2" charset="-122"/>
            </a:endParaRPr>
          </a:p>
          <a:p>
            <a:pPr marL="609600" indent="-609600">
              <a:lnSpc>
                <a:spcPct val="80000"/>
              </a:lnSpc>
              <a:buNone/>
            </a:pPr>
            <a:endParaRPr lang="zh-CN" altLang="en-US" sz="2200" b="1" dirty="0">
              <a:latin typeface="华文细黑" panose="02010600040101010101" pitchFamily="2" charset="-122"/>
              <a:ea typeface="华文细黑" panose="02010600040101010101" pitchFamily="2" charset="-122"/>
            </a:endParaRPr>
          </a:p>
          <a:p>
            <a:pPr marL="609600" indent="-609600" defTabSz="685800">
              <a:lnSpc>
                <a:spcPct val="150000"/>
              </a:lnSpc>
              <a:spcBef>
                <a:spcPts val="600"/>
              </a:spcBef>
              <a:buSzTx/>
              <a:buNone/>
            </a:pPr>
            <a:endParaRPr lang="en-US" altLang="zh-CN" sz="2200" b="1" kern="1200" dirty="0">
              <a:latin typeface="华文细黑" panose="02010600040101010101" pitchFamily="2" charset="-122"/>
              <a:ea typeface="华文细黑" panose="02010600040101010101" pitchFamily="2" charset="-122"/>
              <a:cs typeface="+mn-cs"/>
            </a:endParaRPr>
          </a:p>
        </p:txBody>
      </p:sp>
      <p:pic>
        <p:nvPicPr>
          <p:cNvPr id="3" name="图片 2"/>
          <p:cNvPicPr>
            <a:picLocks noChangeAspect="1"/>
          </p:cNvPicPr>
          <p:nvPr/>
        </p:nvPicPr>
        <p:blipFill>
          <a:blip r:embed="rId2"/>
          <a:srcRect b="10398"/>
          <a:stretch>
            <a:fillRect/>
          </a:stretch>
        </p:blipFill>
        <p:spPr>
          <a:xfrm>
            <a:off x="2267744" y="2670352"/>
            <a:ext cx="5382895" cy="3789362"/>
          </a:xfrm>
          <a:prstGeom prst="rect">
            <a:avLst/>
          </a:prstGeom>
          <a:noFill/>
          <a:ln w="1270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29</a:t>
            </a:fld>
            <a:endParaRPr lang="zh-CN" altLang="en-US" sz="1400" b="0" dirty="0">
              <a:latin typeface="Times New Roman" panose="02020603050405020304" pitchFamily="18" charset="0"/>
              <a:ea typeface="宋体" panose="02010600030101010101" pitchFamily="2" charset="-122"/>
            </a:endParaRPr>
          </a:p>
        </p:txBody>
      </p:sp>
      <p:sp>
        <p:nvSpPr>
          <p:cNvPr id="181250" name="标题 18124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1747" name="文本占位符 181250"/>
          <p:cNvSpPr>
            <a:spLocks noGrp="1"/>
          </p:cNvSpPr>
          <p:nvPr>
            <p:ph idx="1"/>
          </p:nvPr>
        </p:nvSpPr>
        <p:spPr/>
        <p:txBody>
          <a:bodyPr anchor="t">
            <a:normAutofit/>
          </a:bodyPr>
          <a:lstStyle/>
          <a:p>
            <a:pPr marL="609600" marR="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常见数字音频水印的算法</a:t>
            </a:r>
          </a:p>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pPr>
            <a:endParaRPr kumimoji="0" lang="zh-CN" altLang="en-US" sz="6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558000" algn="l" defTabSz="685800" rtl="0" fontAlgn="auto">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（1）音频水印时域算法</a:t>
            </a:r>
          </a:p>
          <a:p>
            <a:pPr marL="0" marR="0" indent="558000" algn="l" defTabSz="685800" rtl="0" fontAlgn="auto">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① LSB 算法</a:t>
            </a:r>
          </a:p>
          <a:p>
            <a:pPr marL="0" marR="0" indent="558000" algn="l" defTabSz="685800" rtl="0" fontAlgn="auto">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LSB 算法是一种最简单的水印算法，思路是：对音频信号进行采样，将采样值最不重要的位（通常为最低位）用代表水印的二进制位代替，以达到在音频信号中嵌入水印数据的目的。</a:t>
            </a:r>
          </a:p>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None/>
            </a:pPr>
            <a:endParaRPr kumimoji="0" lang="zh-CN" altLang="en-US" sz="28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30</a:t>
            </a:fld>
            <a:endParaRPr lang="zh-CN" altLang="en-US" sz="1400" b="0" dirty="0">
              <a:latin typeface="Times New Roman" panose="02020603050405020304" pitchFamily="18" charset="0"/>
              <a:ea typeface="宋体" panose="02010600030101010101" pitchFamily="2" charset="-122"/>
            </a:endParaRPr>
          </a:p>
        </p:txBody>
      </p:sp>
      <p:sp>
        <p:nvSpPr>
          <p:cNvPr id="183298" name="标题 18329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2771" name="文本占位符 183298"/>
          <p:cNvSpPr>
            <a:spLocks noGrp="1"/>
          </p:cNvSpPr>
          <p:nvPr>
            <p:ph idx="1"/>
          </p:nvPr>
        </p:nvSpPr>
        <p:spPr/>
        <p:txBody>
          <a:bodyPr anchor="t">
            <a:normAutofit/>
          </a:bodyPr>
          <a:lstStyle/>
          <a:p>
            <a:pPr marL="609600" indent="-609600" algn="l"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常见数字音频水印的算法</a:t>
            </a:r>
          </a:p>
          <a:p>
            <a:pPr marL="609600" indent="-609600" defTabSz="685800">
              <a:lnSpc>
                <a:spcPct val="80000"/>
              </a:lnSpc>
            </a:pPr>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②基于回声的水印算法</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回声算法是一种经典算法，其主要方法是通过引入回声来将秘密数据嵌入到载体数据中，利用 HAS 的滞后掩蔽特性，即弱信号在强信号消失之后变得无法听见，它可以在强信号消失之后 50—200ms 作用而不被人耳觉察。</a:t>
            </a:r>
            <a:endParaRPr lang="en-US" altLang="zh-CN" sz="19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31</a:t>
            </a:fld>
            <a:endParaRPr lang="zh-CN" altLang="en-US" sz="1400" b="0" dirty="0">
              <a:latin typeface="Times New Roman" panose="02020603050405020304" pitchFamily="18" charset="0"/>
              <a:ea typeface="宋体" panose="02010600030101010101" pitchFamily="2" charset="-122"/>
            </a:endParaRPr>
          </a:p>
        </p:txBody>
      </p:sp>
      <p:sp>
        <p:nvSpPr>
          <p:cNvPr id="183298" name="标题 18329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2771" name="文本占位符 183298"/>
          <p:cNvSpPr>
            <a:spLocks noGrp="1"/>
          </p:cNvSpPr>
          <p:nvPr>
            <p:ph idx="1"/>
          </p:nvPr>
        </p:nvSpPr>
        <p:spPr/>
        <p:txBody>
          <a:bodyPr anchor="t">
            <a:normAutofit/>
          </a:bodyPr>
          <a:lstStyle/>
          <a:p>
            <a:pPr marL="609600" indent="-609600" algn="l"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常见数字音频水印的算法</a:t>
            </a:r>
          </a:p>
          <a:p>
            <a:pPr marL="609600" indent="-609600" defTabSz="685800">
              <a:lnSpc>
                <a:spcPct val="80000"/>
              </a:lnSpc>
            </a:pPr>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在回声隐藏的算法中，编码器将载体数据延迟一定的时间并叠加到原始的载体数据上以产生回声。编码器可以用两个不同的延迟时间来嵌入“0”和“1”。</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在实际的操作中，用代表“0”或“1”的回声内核与载体信号进行卷积来达到添加回声的效果。</a:t>
            </a:r>
            <a:endParaRPr lang="en-US" altLang="zh-CN" sz="19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32</a:t>
            </a:fld>
            <a:endParaRPr lang="zh-CN" altLang="en-US" sz="1400" b="0" dirty="0">
              <a:latin typeface="Times New Roman" panose="02020603050405020304" pitchFamily="18" charset="0"/>
              <a:ea typeface="宋体" panose="02010600030101010101" pitchFamily="2" charset="-122"/>
            </a:endParaRPr>
          </a:p>
        </p:txBody>
      </p:sp>
      <p:sp>
        <p:nvSpPr>
          <p:cNvPr id="184322" name="标题 18432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3795" name="文本占位符 184322"/>
          <p:cNvSpPr>
            <a:spLocks noGrp="1"/>
          </p:cNvSpPr>
          <p:nvPr>
            <p:ph idx="1"/>
          </p:nvPr>
        </p:nvSpPr>
        <p:spPr>
          <a:xfrm>
            <a:off x="628650" y="1502118"/>
            <a:ext cx="7888288" cy="4714875"/>
          </a:xfrm>
        </p:spPr>
        <p:txBody>
          <a:bodyPr anchor="t">
            <a:normAutofit lnSpcReduction="10000"/>
          </a:bodyPr>
          <a:lstStyle/>
          <a:p>
            <a:pPr marL="609600" indent="-609600" algn="l"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常见数字音频水印的算法</a:t>
            </a:r>
          </a:p>
          <a:p>
            <a:pPr marL="609600" indent="-609600" defTabSz="685800"/>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（2）音频水印变换域算法</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①相位水印算法</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音频相位编码（Phase Coding）充分利用人类听觉系统HAS 的一种特性：即人耳对绝对相位不敏感性及对相对相位的敏感性。</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根据这一特性，用代表秘密数据位的参考相位替换原始音频段的绝对相位，并对其他的音频段进行调整，以保持各段之间的相对相位不变。</a:t>
            </a:r>
            <a:endParaRPr lang="en-US" altLang="zh-CN" sz="22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33</a:t>
            </a:fld>
            <a:endParaRPr lang="zh-CN" altLang="en-US" sz="1400" b="0" dirty="0">
              <a:latin typeface="Times New Roman" panose="02020603050405020304" pitchFamily="18" charset="0"/>
              <a:ea typeface="宋体" panose="02010600030101010101" pitchFamily="2" charset="-122"/>
            </a:endParaRPr>
          </a:p>
        </p:txBody>
      </p:sp>
      <p:sp>
        <p:nvSpPr>
          <p:cNvPr id="185346" name="标题 18534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4819" name="文本占位符 185346"/>
          <p:cNvSpPr>
            <a:spLocks noGrp="1"/>
          </p:cNvSpPr>
          <p:nvPr>
            <p:ph idx="1"/>
          </p:nvPr>
        </p:nvSpPr>
        <p:spPr/>
        <p:txBody>
          <a:bodyPr anchor="t">
            <a:normAutofit/>
          </a:bodyPr>
          <a:lstStyle/>
          <a:p>
            <a:pPr marL="609600" indent="-609600" algn="l"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常见数字音频水印的算法</a:t>
            </a:r>
          </a:p>
          <a:p>
            <a:pPr marL="609600" indent="-609600" defTabSz="685800"/>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②离散余弦变换( DCT )算法</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思想是：根据伪随机序列重新排列音频采样信号，对序列进行修正离散余弦变换（ MDCT ），通过改变 MDCT 的系数嵌入水印，然后进行逆变换得到嵌入水印后的音频序列。</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DCT 算法的主要特点是：选择变换系数（低频、中频或高频），局部修改某些变换系数，以实现水印的嵌入。其透明性较好，稳健性随所选频域嵌入系数而有所不同。</a:t>
            </a:r>
            <a:endParaRPr lang="en-US" altLang="zh-CN" sz="22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34</a:t>
            </a:fld>
            <a:endParaRPr lang="zh-CN" altLang="en-US" sz="1400" b="0" dirty="0">
              <a:latin typeface="Times New Roman" panose="02020603050405020304" pitchFamily="18" charset="0"/>
              <a:ea typeface="宋体" panose="02010600030101010101" pitchFamily="2" charset="-122"/>
            </a:endParaRPr>
          </a:p>
        </p:txBody>
      </p:sp>
      <p:sp>
        <p:nvSpPr>
          <p:cNvPr id="186370" name="标题 18636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5843" name="文本占位符 186370"/>
          <p:cNvSpPr>
            <a:spLocks noGrp="1"/>
          </p:cNvSpPr>
          <p:nvPr>
            <p:ph idx="1"/>
          </p:nvPr>
        </p:nvSpPr>
        <p:spPr/>
        <p:txBody>
          <a:bodyPr anchor="t">
            <a:normAutofit/>
          </a:bodyPr>
          <a:lstStyle/>
          <a:p>
            <a:pPr marL="609600" indent="-609600" algn="l"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常见数字音频水印的算法</a:t>
            </a:r>
          </a:p>
          <a:p>
            <a:pPr marL="609600" indent="-609600" defTabSz="685800"/>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③离散小波变换（ DWT ）算法</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主要方法有：用 Daubechies-4 小波基对原始语音信号进行 L 级小波分解，对 L 级的粗糙分量保留不予处理，对 L 级的精细分量进行处理，以嵌入水印。</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也可以利用小波变换将一枚签章的数字图像作为水印，嵌入到小波变换的第三层的精细分量中，并在信号嵌入时使用检测同步信号，但检测时需要通过原始音频信号比较获得水印。</a:t>
            </a:r>
            <a:endParaRPr lang="zh-CN" altLang="en-US" sz="2200" b="1" dirty="0">
              <a:latin typeface="华文细黑" panose="02010600040101010101" pitchFamily="2" charset="-122"/>
              <a:ea typeface="华文细黑" panose="02010600040101010101" pitchFamily="2" charset="-122"/>
            </a:endParaRPr>
          </a:p>
          <a:p>
            <a:pPr marL="609600" indent="-609600" defTabSz="685800">
              <a:lnSpc>
                <a:spcPct val="150000"/>
              </a:lnSpc>
              <a:spcBef>
                <a:spcPts val="600"/>
              </a:spcBef>
              <a:buSzTx/>
              <a:buNone/>
            </a:pPr>
            <a:endParaRPr lang="en-US" altLang="zh-CN" sz="22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35</a:t>
            </a:fld>
            <a:endParaRPr lang="zh-CN" altLang="en-US" sz="1400" b="0" dirty="0">
              <a:latin typeface="Times New Roman" panose="02020603050405020304" pitchFamily="18" charset="0"/>
              <a:ea typeface="宋体" panose="02010600030101010101" pitchFamily="2" charset="-122"/>
            </a:endParaRPr>
          </a:p>
        </p:txBody>
      </p:sp>
      <p:sp>
        <p:nvSpPr>
          <p:cNvPr id="187394" name="标题 187393"/>
          <p:cNvSpPr>
            <a:spLocks noGrp="1"/>
          </p:cNvSpPr>
          <p:nvPr>
            <p:ph type="title"/>
          </p:nvPr>
        </p:nvSpPr>
        <p:spPr>
          <a:xfrm>
            <a:off x="627381" y="522192"/>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6867" name="文本占位符 187394"/>
          <p:cNvSpPr>
            <a:spLocks noGrp="1"/>
          </p:cNvSpPr>
          <p:nvPr>
            <p:ph idx="1"/>
          </p:nvPr>
        </p:nvSpPr>
        <p:spPr>
          <a:xfrm>
            <a:off x="627703" y="1462264"/>
            <a:ext cx="8172450" cy="4500562"/>
          </a:xfrm>
        </p:spPr>
        <p:txBody>
          <a:bodyPr anchor="t"/>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常见数字音频水印的算法</a:t>
            </a:r>
          </a:p>
          <a:p>
            <a:pPr marL="609600" indent="-609600"/>
            <a:endParaRPr lang="zh-CN" altLang="en-US" sz="600" b="1" dirty="0">
              <a:latin typeface="华文细黑" panose="02010600040101010101" pitchFamily="2" charset="-122"/>
              <a:ea typeface="华文细黑" panose="02010600040101010101" pitchFamily="2" charset="-122"/>
            </a:endParaRPr>
          </a:p>
          <a:p>
            <a:pPr marL="0" indent="612000" fontAlgn="auto">
              <a:lnSpc>
                <a:spcPct val="150000"/>
              </a:lnSpc>
              <a:spcBef>
                <a:spcPts val="600"/>
              </a:spcBef>
              <a:buNone/>
            </a:pPr>
            <a:r>
              <a:rPr lang="zh-CN" altLang="en-US" sz="2400" b="1" dirty="0">
                <a:latin typeface="华文细黑" panose="02010600040101010101" pitchFamily="2" charset="-122"/>
                <a:ea typeface="华文细黑" panose="02010600040101010101" pitchFamily="2" charset="-122"/>
              </a:rPr>
              <a:t>（3）其他类型音频水印算法</a:t>
            </a:r>
          </a:p>
          <a:p>
            <a:pPr marL="18000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①比特流水印算法</a:t>
            </a:r>
          </a:p>
          <a:p>
            <a:pPr marL="18000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②压缩水印算法</a:t>
            </a:r>
          </a:p>
          <a:p>
            <a:pPr marL="18000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③扰动调制水印算法</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36</a:t>
            </a:fld>
            <a:endParaRPr lang="zh-CN" altLang="en-US" sz="1400" b="0" dirty="0">
              <a:latin typeface="Times New Roman" panose="02020603050405020304" pitchFamily="18" charset="0"/>
              <a:ea typeface="宋体" panose="02010600030101010101" pitchFamily="2" charset="-122"/>
            </a:endParaRPr>
          </a:p>
        </p:txBody>
      </p:sp>
      <p:sp>
        <p:nvSpPr>
          <p:cNvPr id="191490" name="标题 191489"/>
          <p:cNvSpPr>
            <a:spLocks noGrp="1"/>
          </p:cNvSpPr>
          <p:nvPr>
            <p:ph type="title"/>
          </p:nvPr>
        </p:nvSpPr>
        <p:spPr>
          <a:xfrm>
            <a:off x="625106" y="52408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7891" name="文本占位符 191490"/>
          <p:cNvSpPr>
            <a:spLocks noGrp="1"/>
          </p:cNvSpPr>
          <p:nvPr>
            <p:ph idx="1"/>
          </p:nvPr>
        </p:nvSpPr>
        <p:spPr>
          <a:xfrm>
            <a:off x="625106" y="1505103"/>
            <a:ext cx="8135938" cy="4608512"/>
          </a:xfrm>
        </p:spPr>
        <p:txBody>
          <a:bodyPr anchor="t">
            <a:normAutofit fontScale="90000" lnSpcReduction="10000"/>
          </a:bodyPr>
          <a:lstStyle/>
          <a:p>
            <a:pPr marL="609600" indent="-609600" algn="l" fontAlgn="base">
              <a:lnSpc>
                <a:spcPct val="100000"/>
              </a:lnSpc>
              <a:buSzTx/>
            </a:pPr>
            <a:r>
              <a:rPr lang="en-US" altLang="en-US" sz="3100" b="1" dirty="0">
                <a:solidFill>
                  <a:schemeClr val="accent1"/>
                </a:solidFill>
                <a:latin typeface="华文细黑" panose="02010600040101010101" pitchFamily="2" charset="-122"/>
                <a:ea typeface="华文细黑" panose="02010600040101010101" pitchFamily="2" charset="-122"/>
              </a:rPr>
              <a:t>数字音频水印的评价标准</a:t>
            </a:r>
          </a:p>
          <a:p>
            <a:pPr marL="609600" indent="-609600">
              <a:lnSpc>
                <a:spcPct val="80000"/>
              </a:lnSpc>
            </a:pPr>
            <a:endParaRPr lang="zh-CN" altLang="en-US" sz="700" b="1" dirty="0">
              <a:ea typeface="华文细黑" panose="02010600040101010101" pitchFamily="2" charset="-122"/>
            </a:endParaRP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（1）IFPI 水印稳健性标准</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国际留声机工业联盟（ IFPI ）在1997年提出音频水印技术的稳健性要求，它要求水印标记应满足以下条件：</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①水印标记不能影响唱片的声音品质；</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②使用任何方法都不能删除或改变嵌入的信息，除非声音差到不能用的地步；</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③水印经过以下变换后必须能够恢复：各种滤波和信号处理操作；稳态压缩或 10％ 的时间扩张；压缩变换等等。</a:t>
            </a:r>
          </a:p>
          <a:p>
            <a:pPr marL="609600" indent="-609600">
              <a:lnSpc>
                <a:spcPct val="80000"/>
              </a:lnSpc>
              <a:buNone/>
            </a:pPr>
            <a:endParaRPr lang="zh-CN" altLang="en-US" sz="1400" b="1" dirty="0">
              <a:latin typeface="华文细黑" panose="02010600040101010101" pitchFamily="2" charset="-122"/>
              <a:ea typeface="华文细黑" panose="0201060004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37</a:t>
            </a:fld>
            <a:endParaRPr lang="zh-CN" altLang="en-US" sz="1400" b="0" dirty="0">
              <a:latin typeface="Times New Roman" panose="02020603050405020304" pitchFamily="18" charset="0"/>
              <a:ea typeface="宋体" panose="02010600030101010101" pitchFamily="2" charset="-122"/>
            </a:endParaRPr>
          </a:p>
        </p:txBody>
      </p:sp>
      <p:sp>
        <p:nvSpPr>
          <p:cNvPr id="205826" name="标题 205825"/>
          <p:cNvSpPr>
            <a:spLocks noGrp="1"/>
          </p:cNvSpPr>
          <p:nvPr>
            <p:ph type="title"/>
          </p:nvPr>
        </p:nvSpPr>
        <p:spPr>
          <a:xfrm>
            <a:off x="650348" y="321605"/>
            <a:ext cx="7772400" cy="1143000"/>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2227" name="文本占位符 205826"/>
          <p:cNvSpPr>
            <a:spLocks noGrp="1"/>
          </p:cNvSpPr>
          <p:nvPr>
            <p:ph type="body" sz="half" idx="1"/>
          </p:nvPr>
        </p:nvSpPr>
        <p:spPr>
          <a:xfrm>
            <a:off x="431800" y="1665288"/>
            <a:ext cx="8458200" cy="4679950"/>
          </a:xfrm>
        </p:spPr>
        <p:txBody>
          <a:bodyPr anchor="t">
            <a:normAutofit fontScale="97500"/>
          </a:bodyPr>
          <a:lstStyle/>
          <a:p>
            <a:pPr marL="609600" indent="-609600" algn="l" fontAlgn="base">
              <a:lnSpc>
                <a:spcPct val="100000"/>
              </a:lnSpc>
              <a:buSzTx/>
              <a:buFont typeface="Wingdings" panose="05000000000000000000" pitchFamily="2" charset="2"/>
            </a:pPr>
            <a:r>
              <a:rPr lang="en-US" altLang="en-US" sz="2900" b="1" dirty="0">
                <a:latin typeface="华文细黑" panose="02010600040101010101" pitchFamily="2" charset="-122"/>
                <a:ea typeface="华文细黑" panose="02010600040101010101" pitchFamily="2" charset="-122"/>
              </a:rPr>
              <a:t>数字音频隐写分析分类</a:t>
            </a:r>
          </a:p>
          <a:p>
            <a:pPr marL="609600" indent="-609600">
              <a:buClr>
                <a:schemeClr val="accent2"/>
              </a:buClr>
              <a:buSzPct val="80000"/>
              <a:buFont typeface="Wingdings" panose="05000000000000000000" pitchFamily="2" charset="2"/>
            </a:pPr>
            <a:endParaRPr lang="zh-CN" altLang="en-US" sz="600" b="1" dirty="0">
              <a:ea typeface="华文细黑" panose="02010600040101010101" pitchFamily="2" charset="-122"/>
            </a:endParaRPr>
          </a:p>
          <a:p>
            <a:pPr marL="0" indent="504000" algn="l" fontAlgn="auto">
              <a:lnSpc>
                <a:spcPct val="150000"/>
              </a:lnSpc>
              <a:spcBef>
                <a:spcPts val="600"/>
              </a:spcBef>
              <a:buSzTx/>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a:t>
            </a:r>
            <a:r>
              <a:rPr lang="en-US" altLang="zh-CN" sz="2100" b="1" dirty="0">
                <a:solidFill>
                  <a:schemeClr val="tx1"/>
                </a:solidFill>
                <a:latin typeface="华文细黑" panose="02010600040101010101" pitchFamily="2" charset="-122"/>
                <a:ea typeface="华文细黑" panose="02010600040101010101" pitchFamily="2" charset="-122"/>
              </a:rPr>
              <a:t>1</a:t>
            </a:r>
            <a:r>
              <a:rPr lang="zh-CN" altLang="en-US" sz="2100" b="1" dirty="0">
                <a:solidFill>
                  <a:schemeClr val="tx1"/>
                </a:solidFill>
                <a:latin typeface="华文细黑" panose="02010600040101010101" pitchFamily="2" charset="-122"/>
                <a:ea typeface="华文细黑" panose="02010600040101010101" pitchFamily="2" charset="-122"/>
              </a:rPr>
              <a:t>）基于音频质量的分析方法</a:t>
            </a:r>
          </a:p>
          <a:p>
            <a:pPr marL="0" indent="504000" fontAlgn="auto">
              <a:lnSpc>
                <a:spcPct val="150000"/>
              </a:lnSpc>
              <a:spcBef>
                <a:spcPts val="600"/>
              </a:spcBef>
              <a:buClr>
                <a:schemeClr val="accent2"/>
              </a:buClr>
              <a:buSzPct val="80000"/>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当秘密数据隐藏到音频文件中后，必然会引起音频质量的下降。HamzaOzer 提出了一种基于音频质量和分类器的音频隐写分析方法。他们对 19 种有关音频质量的指标度量进行了调查：按照加性噪声模型，对待测音频进行小波去噪得到估计的原始音频，计算待测音频与小波去噪后的音频的各项指标的改变量，发现不含秘密数据的音频载体与包含秘密数据的音频隐写载体的各项指标的改变是不同的。 </a:t>
            </a:r>
          </a:p>
        </p:txBody>
      </p:sp>
      <p:sp>
        <p:nvSpPr>
          <p:cNvPr id="52228" name="矩形 20582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29" name="矩形 205828"/>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30" name="矩形 20582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graphicFrame>
        <p:nvGraphicFramePr>
          <p:cNvPr id="5" name="表格 4"/>
          <p:cNvGraphicFramePr/>
          <p:nvPr>
            <p:custDataLst>
              <p:tags r:id="rId1"/>
            </p:custDataLst>
            <p:extLst>
              <p:ext uri="{D42A27DB-BD31-4B8C-83A1-F6EECF244321}">
                <p14:modId xmlns:p14="http://schemas.microsoft.com/office/powerpoint/2010/main" val="2271279245"/>
              </p:ext>
            </p:extLst>
          </p:nvPr>
        </p:nvGraphicFramePr>
        <p:xfrm>
          <a:off x="1690160" y="2111566"/>
          <a:ext cx="6732588" cy="4645342"/>
        </p:xfrm>
        <a:graphic>
          <a:graphicData uri="http://schemas.openxmlformats.org/drawingml/2006/table">
            <a:tbl>
              <a:tblPr/>
              <a:tblGrid>
                <a:gridCol w="2151063">
                  <a:extLst>
                    <a:ext uri="{9D8B030D-6E8A-4147-A177-3AD203B41FA5}">
                      <a16:colId xmlns:a16="http://schemas.microsoft.com/office/drawing/2014/main" val="20000"/>
                    </a:ext>
                  </a:extLst>
                </a:gridCol>
                <a:gridCol w="2278062">
                  <a:extLst>
                    <a:ext uri="{9D8B030D-6E8A-4147-A177-3AD203B41FA5}">
                      <a16:colId xmlns:a16="http://schemas.microsoft.com/office/drawing/2014/main" val="20001"/>
                    </a:ext>
                  </a:extLst>
                </a:gridCol>
                <a:gridCol w="2303463">
                  <a:extLst>
                    <a:ext uri="{9D8B030D-6E8A-4147-A177-3AD203B41FA5}">
                      <a16:colId xmlns:a16="http://schemas.microsoft.com/office/drawing/2014/main" val="20002"/>
                    </a:ext>
                  </a:extLst>
                </a:gridCol>
              </a:tblGrid>
              <a:tr h="284480">
                <a:tc row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zh-CN" altLang="en-US" sz="1200" dirty="0">
                          <a:solidFill>
                            <a:schemeClr val="bg2"/>
                          </a:solidFill>
                          <a:cs typeface="Times New Roman" panose="02020603050405020304" pitchFamily="18" charset="0"/>
                        </a:rPr>
                        <a:t>感知域指标</a:t>
                      </a:r>
                      <a:endParaRPr lang="zh-CN" altLang="en-US" sz="1200" dirty="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zh-CN" altLang="en-US" sz="1200" dirty="0">
                          <a:solidFill>
                            <a:schemeClr val="bg2"/>
                          </a:solidFill>
                          <a:cs typeface="Times New Roman" panose="02020603050405020304" pitchFamily="18" charset="0"/>
                        </a:rPr>
                        <a:t>非感知域指标</a:t>
                      </a:r>
                      <a:endParaRPr lang="zh-CN" altLang="en-US" sz="1200" dirty="0">
                        <a:solidFill>
                          <a:schemeClr val="bg2"/>
                        </a:solidFill>
                        <a:latin typeface="Arial" panose="020B0604020202020204" pitchFamily="34"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2841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zh-CN" altLang="en-US" sz="1200" dirty="0">
                          <a:solidFill>
                            <a:schemeClr val="bg2"/>
                          </a:solidFill>
                          <a:cs typeface="Times New Roman" panose="02020603050405020304" pitchFamily="18" charset="0"/>
                        </a:rPr>
                        <a:t>时域指标</a:t>
                      </a:r>
                      <a:endParaRPr lang="zh-CN" altLang="en-US" sz="1200" dirty="0">
                        <a:solidFill>
                          <a:schemeClr val="bg2"/>
                        </a:solidFill>
                        <a:latin typeface="Arial" panose="020B0604020202020204" pitchFamily="34"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zh-CN" altLang="en-US" sz="1200" dirty="0">
                          <a:solidFill>
                            <a:schemeClr val="bg2"/>
                          </a:solidFill>
                          <a:cs typeface="Times New Roman" panose="02020603050405020304" pitchFamily="18" charset="0"/>
                        </a:rPr>
                        <a:t>频域指标</a:t>
                      </a:r>
                      <a:endParaRPr lang="zh-CN" altLang="en-US" sz="1200" dirty="0">
                        <a:solidFill>
                          <a:schemeClr val="bg2"/>
                        </a:solidFill>
                        <a:latin typeface="Arial" panose="020B0604020202020204" pitchFamily="34"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531813">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Bark Spectral Distortion(BSD</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Signal-to-noise ration(SNR</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Log-Likelihood ration(LLR</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2"/>
                  </a:ext>
                </a:extLst>
              </a:tr>
              <a:tr h="531812">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Modified Bark Spectral Distortion(EMBSD</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Czenakowski distance(CZD</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Itakura-Saito distance(ISD</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3"/>
                  </a:ext>
                </a:extLst>
              </a:tr>
              <a:tr h="650875">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Perceptual Speech Quality Measure(PSQM</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endParaRPr lang="zh-CN" altLang="en-US" sz="1200"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COSH distance(COSH</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4"/>
                  </a:ext>
                </a:extLst>
              </a:tr>
              <a:tr h="531813">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Perceptual Audio Quality Measure(PAQM</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endParaRPr lang="zh-CN" altLang="en-US" sz="1200"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Cepstral distance(CD</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5"/>
                  </a:ext>
                </a:extLst>
              </a:tr>
              <a:tr h="649287">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a:solidFill>
                            <a:schemeClr val="bg2"/>
                          </a:solidFill>
                          <a:cs typeface="Times New Roman" panose="02020603050405020304" pitchFamily="18" charset="0"/>
                        </a:rPr>
                        <a:t>Measuring Normalizing Block1(MNB1)</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endParaRPr lang="zh-CN" altLang="en-US" sz="1200"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Short-Time Fourier-Radon Transform distance(STFRT</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6"/>
                  </a:ext>
                </a:extLst>
              </a:tr>
              <a:tr h="649288">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a:solidFill>
                            <a:schemeClr val="bg2"/>
                          </a:solidFill>
                          <a:cs typeface="Times New Roman" panose="02020603050405020304" pitchFamily="18" charset="0"/>
                        </a:rPr>
                        <a:t>Measuring Normalizing Block2(MNB2)</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endParaRPr lang="zh-CN" altLang="en-US" sz="1200"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Spectral Phase Distortion(SP</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7"/>
                  </a:ext>
                </a:extLst>
              </a:tr>
              <a:tr h="531812">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Weighted Slope Spectral distance(WSS</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endParaRPr lang="zh-CN" altLang="en-US" sz="1200"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dirty="0">
                          <a:solidFill>
                            <a:schemeClr val="bg2"/>
                          </a:solidFill>
                          <a:cs typeface="Times New Roman" panose="02020603050405020304" pitchFamily="18" charset="0"/>
                        </a:rPr>
                        <a:t>Spectral Phase-Magnitude Distortion(SPM)</a:t>
                      </a:r>
                      <a:endParaRPr lang="zh-CN" altLang="en-US" sz="1200" dirty="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38</a:t>
            </a:fld>
            <a:endParaRPr lang="zh-CN" altLang="en-US" sz="1400" b="0" dirty="0">
              <a:latin typeface="Times New Roman" panose="02020603050405020304" pitchFamily="18" charset="0"/>
              <a:ea typeface="宋体" panose="02010600030101010101" pitchFamily="2" charset="-122"/>
            </a:endParaRPr>
          </a:p>
        </p:txBody>
      </p:sp>
      <p:sp>
        <p:nvSpPr>
          <p:cNvPr id="209922" name="标题 209921"/>
          <p:cNvSpPr>
            <a:spLocks noGrp="1"/>
          </p:cNvSpPr>
          <p:nvPr>
            <p:ph type="title"/>
          </p:nvPr>
        </p:nvSpPr>
        <p:spPr>
          <a:xfrm>
            <a:off x="647700" y="62071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3251" name="文本占位符 209922"/>
          <p:cNvSpPr>
            <a:spLocks noGrp="1"/>
          </p:cNvSpPr>
          <p:nvPr>
            <p:ph idx="1"/>
          </p:nvPr>
        </p:nvSpPr>
        <p:spPr>
          <a:xfrm>
            <a:off x="395288" y="1665288"/>
            <a:ext cx="8461375" cy="4716462"/>
          </a:xfrm>
        </p:spPr>
        <p:txBody>
          <a:bodyPr anchor="t">
            <a:normAutofit/>
          </a:bodyPr>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隐写分析常用算法</a:t>
            </a:r>
          </a:p>
          <a:p>
            <a:pPr marL="609600" indent="-609600">
              <a:lnSpc>
                <a:spcPct val="90000"/>
              </a:lnSpc>
              <a:buNone/>
            </a:pPr>
            <a:endParaRPr lang="zh-CN" altLang="en-US" sz="600" dirty="0"/>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隐写分析的研究途径主要有两类，一是针对某种具体的嵌入算法或软件进行研究，找出其固有的安全缺陷，从而实现可靠检测，可称为专用隐写分析技术，如 Chi-Square、RS 分析方法等；</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二是在分析隐写对载体所产生的影响基础上，找出对隐写敏感的低阶或高阶统计量，通过学习训练模型判断是否存在秘密信息，这种方法称为通用隐写分析技术。</a:t>
            </a:r>
            <a:endParaRPr lang="zh-CN" altLang="en-US" sz="2400" dirty="0">
              <a:latin typeface="华文细黑" panose="02010600040101010101" pitchFamily="2" charset="-122"/>
              <a:ea typeface="华文细黑" panose="02010600040101010101" pitchFamily="2" charset="-122"/>
            </a:endParaRPr>
          </a:p>
        </p:txBody>
      </p:sp>
      <p:sp>
        <p:nvSpPr>
          <p:cNvPr id="53252" name="矩形 20992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53" name="矩形 20992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54" name="矩形 20992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39</a:t>
            </a:fld>
            <a:endParaRPr lang="zh-CN" altLang="en-US" sz="1400" b="0" dirty="0">
              <a:latin typeface="Times New Roman" panose="02020603050405020304" pitchFamily="18" charset="0"/>
              <a:ea typeface="宋体" panose="02010600030101010101" pitchFamily="2" charset="-122"/>
            </a:endParaRPr>
          </a:p>
        </p:txBody>
      </p:sp>
      <p:sp>
        <p:nvSpPr>
          <p:cNvPr id="209922" name="标题 209921"/>
          <p:cNvSpPr>
            <a:spLocks noGrp="1"/>
          </p:cNvSpPr>
          <p:nvPr>
            <p:ph type="title"/>
          </p:nvPr>
        </p:nvSpPr>
        <p:spPr>
          <a:xfrm>
            <a:off x="647700" y="62071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3251" name="文本占位符 209922"/>
          <p:cNvSpPr>
            <a:spLocks noGrp="1"/>
          </p:cNvSpPr>
          <p:nvPr>
            <p:ph idx="1"/>
          </p:nvPr>
        </p:nvSpPr>
        <p:spPr>
          <a:xfrm>
            <a:off x="395288" y="1665288"/>
            <a:ext cx="8461375" cy="4716462"/>
          </a:xfrm>
        </p:spPr>
        <p:txBody>
          <a:bodyPr anchor="t">
            <a:normAutofit/>
          </a:bodyPr>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隐写分析常用算法</a:t>
            </a:r>
          </a:p>
          <a:p>
            <a:pPr marL="609600" indent="-609600">
              <a:lnSpc>
                <a:spcPct val="90000"/>
              </a:lnSpc>
              <a:buNone/>
            </a:pPr>
            <a:endParaRPr lang="zh-CN" altLang="en-US" sz="600" dirty="0"/>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专用隐写分析技术可以准确检测采用某种嵌入方法的隐秘对象，准确性高但适用性低；</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通用隐写分析技术在整体上准确性也许不如专用隐写分析技术，但适用性高。</a:t>
            </a:r>
            <a:r>
              <a:rPr lang="zh-CN" altLang="en-US" sz="2400" dirty="0">
                <a:latin typeface="华文细黑" panose="02010600040101010101" pitchFamily="2" charset="-122"/>
                <a:ea typeface="华文细黑" panose="02010600040101010101" pitchFamily="2" charset="-122"/>
              </a:rPr>
              <a:t> </a:t>
            </a:r>
          </a:p>
        </p:txBody>
      </p:sp>
      <p:sp>
        <p:nvSpPr>
          <p:cNvPr id="53252" name="矩形 20992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53" name="矩形 20992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54" name="矩形 20992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40</a:t>
            </a:fld>
            <a:endParaRPr lang="zh-CN" altLang="en-US" sz="1400" b="0" dirty="0">
              <a:latin typeface="Times New Roman" panose="02020603050405020304" pitchFamily="18" charset="0"/>
              <a:ea typeface="宋体" panose="02010600030101010101" pitchFamily="2" charset="-122"/>
            </a:endParaRPr>
          </a:p>
        </p:txBody>
      </p:sp>
      <p:sp>
        <p:nvSpPr>
          <p:cNvPr id="210946" name="标题 210945"/>
          <p:cNvSpPr>
            <a:spLocks noGrp="1"/>
          </p:cNvSpPr>
          <p:nvPr>
            <p:ph type="title"/>
          </p:nvPr>
        </p:nvSpPr>
        <p:spPr>
          <a:xfrm>
            <a:off x="647700" y="620688"/>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4275" name="文本占位符 210946"/>
          <p:cNvSpPr>
            <a:spLocks noGrp="1"/>
          </p:cNvSpPr>
          <p:nvPr>
            <p:ph idx="1"/>
          </p:nvPr>
        </p:nvSpPr>
        <p:spPr>
          <a:xfrm>
            <a:off x="539750" y="1881188"/>
            <a:ext cx="8245475" cy="4205287"/>
          </a:xfrm>
        </p:spPr>
        <p:txBody>
          <a:bodyPr anchor="t">
            <a:normAutofit fontScale="90000"/>
          </a:bodyPr>
          <a:lstStyle/>
          <a:p>
            <a:pPr marL="609600" indent="-609600" algn="l" fontAlgn="base">
              <a:lnSpc>
                <a:spcPct val="100000"/>
              </a:lnSpc>
              <a:buSzTx/>
            </a:pPr>
            <a:r>
              <a:rPr lang="en-US" altLang="en-US" sz="3100" b="1" dirty="0">
                <a:solidFill>
                  <a:schemeClr val="accent1"/>
                </a:solidFill>
                <a:latin typeface="华文细黑" panose="02010600040101010101" pitchFamily="2" charset="-122"/>
                <a:ea typeface="华文细黑" panose="02010600040101010101" pitchFamily="2" charset="-122"/>
              </a:rPr>
              <a:t>专用隐写分析技术</a:t>
            </a:r>
          </a:p>
          <a:p>
            <a:pPr marL="609600" indent="-609600">
              <a:lnSpc>
                <a:spcPct val="80000"/>
              </a:lnSpc>
            </a:pPr>
            <a:endParaRPr lang="zh-CN" altLang="en-US" sz="7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（1）卡方检验（Chi-Square）分析</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卡方检验是一种统计攻击的方法。统计攻击的思想就是把隐秘对象的理论期望频率分布和从可能被修改的载体中观察到样本分布进行比较，从而找出差异，检测是否有信息嵌入。因为进行的是盲检测，没有原始载体作为比较，因此统计攻击的关键是如何得到理论频率分布。</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在隐写分析中，卡方统计测试的代表是Povs(Pairs of Values)方法。</a:t>
            </a:r>
          </a:p>
        </p:txBody>
      </p:sp>
      <p:sp>
        <p:nvSpPr>
          <p:cNvPr id="54276" name="矩形 21094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77" name="矩形 210948"/>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78" name="矩形 21094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41</a:t>
            </a:fld>
            <a:endParaRPr lang="zh-CN" altLang="en-US" sz="1400" b="0" dirty="0">
              <a:latin typeface="Times New Roman" panose="02020603050405020304" pitchFamily="18" charset="0"/>
              <a:ea typeface="宋体" panose="02010600030101010101" pitchFamily="2" charset="-122"/>
            </a:endParaRPr>
          </a:p>
        </p:txBody>
      </p:sp>
      <p:sp>
        <p:nvSpPr>
          <p:cNvPr id="225282" name="标题 225281"/>
          <p:cNvSpPr>
            <a:spLocks noGrp="1"/>
          </p:cNvSpPr>
          <p:nvPr>
            <p:ph type="title"/>
          </p:nvPr>
        </p:nvSpPr>
        <p:spPr>
          <a:xfrm>
            <a:off x="647700" y="618065"/>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5299" name="文本占位符 225282"/>
          <p:cNvSpPr>
            <a:spLocks noGrp="1"/>
          </p:cNvSpPr>
          <p:nvPr>
            <p:ph idx="1"/>
          </p:nvPr>
        </p:nvSpPr>
        <p:spPr>
          <a:xfrm>
            <a:off x="468313" y="1665288"/>
            <a:ext cx="8353425" cy="4319587"/>
          </a:xfrm>
        </p:spPr>
        <p:txBody>
          <a:bodyPr anchor="t">
            <a:normAutofit/>
          </a:bodyPr>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专用隐写分析技术</a:t>
            </a:r>
          </a:p>
          <a:p>
            <a:pPr marL="609600" indent="-609600"/>
            <a:endParaRPr lang="zh-CN" altLang="en-US" sz="6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（2）Chi-Square分析方法的扩展应用</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LSB算法不仅仅能在最低位平面嵌入信息，还可以通过改变最低几个位平面来达到秘密信息隐藏的目的。典型的信息隐藏软件Hide4PGP就可以在16bit量化的声音中嵌入4比特的秘密信息。</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Chi-Square分析方法可以进一步推广到非最低位平面的LSB嵌入算法隐写分析中。</a:t>
            </a:r>
          </a:p>
        </p:txBody>
      </p:sp>
      <p:sp>
        <p:nvSpPr>
          <p:cNvPr id="55300" name="矩形 22528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01" name="矩形 22528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02" name="矩形 22528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42</a:t>
            </a:fld>
            <a:endParaRPr lang="zh-CN" altLang="en-US" sz="1400" b="0" dirty="0">
              <a:latin typeface="Times New Roman" panose="02020603050405020304" pitchFamily="18" charset="0"/>
              <a:ea typeface="宋体" panose="02010600030101010101" pitchFamily="2" charset="-122"/>
            </a:endParaRPr>
          </a:p>
        </p:txBody>
      </p:sp>
      <p:sp>
        <p:nvSpPr>
          <p:cNvPr id="226306" name="标题 226305"/>
          <p:cNvSpPr>
            <a:spLocks noGrp="1"/>
          </p:cNvSpPr>
          <p:nvPr>
            <p:ph type="title"/>
          </p:nvPr>
        </p:nvSpPr>
        <p:spPr>
          <a:xfrm>
            <a:off x="647700" y="62071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6323" name="文本占位符 226306"/>
          <p:cNvSpPr>
            <a:spLocks noGrp="1"/>
          </p:cNvSpPr>
          <p:nvPr>
            <p:ph idx="1"/>
          </p:nvPr>
        </p:nvSpPr>
        <p:spPr>
          <a:xfrm>
            <a:off x="468313" y="1736725"/>
            <a:ext cx="8316912" cy="4392613"/>
          </a:xfrm>
        </p:spPr>
        <p:txBody>
          <a:bodyPr anchor="t">
            <a:normAutofit/>
          </a:bodyPr>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专用隐写分析技术</a:t>
            </a:r>
          </a:p>
          <a:p>
            <a:pPr marL="609600" indent="-609600"/>
            <a:endParaRPr lang="zh-CN" altLang="en-US" sz="600" b="1" dirty="0">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（3）RS分析</a:t>
            </a:r>
          </a:p>
          <a:p>
            <a:pPr marL="0" indent="558000" algn="just"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现有的RS分析方法考虑的起点是图像各个位平面之间具有一定的非线性相关性，而当利用LSB隐藏信息后，这种相关性将被破坏。只要能找出衡量这一相关性的方法，并对隐藏信息前后的情况加以对比，就可能设计出隐写分析方法。</a:t>
            </a:r>
          </a:p>
          <a:p>
            <a:pPr marL="0" indent="558000" algn="just"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与图像类似，音频信号同样具有空间相关性。</a:t>
            </a:r>
          </a:p>
        </p:txBody>
      </p:sp>
      <p:sp>
        <p:nvSpPr>
          <p:cNvPr id="56324" name="矩形 22630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25" name="矩形 226308"/>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26" name="矩形 22630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43</a:t>
            </a:fld>
            <a:endParaRPr lang="zh-CN" altLang="en-US" sz="1400" b="0" dirty="0">
              <a:latin typeface="Times New Roman" panose="02020603050405020304" pitchFamily="18" charset="0"/>
              <a:ea typeface="宋体" panose="02010600030101010101" pitchFamily="2" charset="-122"/>
            </a:endParaRPr>
          </a:p>
        </p:txBody>
      </p:sp>
      <p:sp>
        <p:nvSpPr>
          <p:cNvPr id="227330" name="标题 227329"/>
          <p:cNvSpPr>
            <a:spLocks noGrp="1"/>
          </p:cNvSpPr>
          <p:nvPr>
            <p:ph type="title"/>
          </p:nvPr>
        </p:nvSpPr>
        <p:spPr>
          <a:xfrm>
            <a:off x="566842" y="584200"/>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7347" name="文本占位符 227330"/>
          <p:cNvSpPr>
            <a:spLocks noGrp="1"/>
          </p:cNvSpPr>
          <p:nvPr>
            <p:ph idx="1"/>
          </p:nvPr>
        </p:nvSpPr>
        <p:spPr>
          <a:xfrm>
            <a:off x="684213" y="1808163"/>
            <a:ext cx="8243887" cy="4500562"/>
          </a:xfrm>
        </p:spPr>
        <p:txBody>
          <a:bodyPr anchor="t"/>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通用盲隐写检测技术</a:t>
            </a:r>
          </a:p>
          <a:p>
            <a:pPr marL="609600" indent="-609600">
              <a:lnSpc>
                <a:spcPct val="90000"/>
              </a:lnSpc>
            </a:pPr>
            <a:endParaRPr lang="zh-CN" altLang="en-US" sz="600" b="1" dirty="0">
              <a:ea typeface="华文细黑" panose="02010600040101010101" pitchFamily="2" charset="-122"/>
            </a:endParaRP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通用检测算法主要是找出音频中对隐写敏感的低阶或高阶统计量，通过学习训练模型判断是否存在秘密信息。</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（1）基于短时傅立叶变换和神经网络的隐写分析方案在语音信号中，短时傅立叶变换（STFT）目前是最常用和最有效的时频信号分析处理法。可以利用STFT建立用于区分干净载体和隐秘载体的高阶统计特征模型。</a:t>
            </a:r>
            <a:endParaRPr lang="zh-CN" altLang="en-US" sz="2400" b="1" dirty="0">
              <a:latin typeface="华文细黑" panose="02010600040101010101" pitchFamily="2" charset="-122"/>
              <a:ea typeface="华文细黑" panose="02010600040101010101" pitchFamily="2" charset="-122"/>
            </a:endParaRPr>
          </a:p>
        </p:txBody>
      </p:sp>
      <p:sp>
        <p:nvSpPr>
          <p:cNvPr id="57348" name="矩形 22733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49" name="矩形 227332"/>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50" name="矩形 22733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44</a:t>
            </a:fld>
            <a:endParaRPr lang="zh-CN" altLang="en-US" sz="1400" b="0" dirty="0">
              <a:latin typeface="Times New Roman" panose="02020603050405020304" pitchFamily="18" charset="0"/>
              <a:ea typeface="宋体" panose="02010600030101010101" pitchFamily="2" charset="-122"/>
            </a:endParaRPr>
          </a:p>
        </p:txBody>
      </p:sp>
      <p:sp>
        <p:nvSpPr>
          <p:cNvPr id="233474" name="标题 233473"/>
          <p:cNvSpPr>
            <a:spLocks noGrp="1"/>
          </p:cNvSpPr>
          <p:nvPr>
            <p:ph type="title"/>
          </p:nvPr>
        </p:nvSpPr>
        <p:spPr>
          <a:xfrm>
            <a:off x="647700" y="584200"/>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8371" name="文本占位符 233474"/>
          <p:cNvSpPr>
            <a:spLocks noGrp="1"/>
          </p:cNvSpPr>
          <p:nvPr>
            <p:ph idx="1"/>
          </p:nvPr>
        </p:nvSpPr>
        <p:spPr>
          <a:xfrm>
            <a:off x="611188" y="1700213"/>
            <a:ext cx="8137525" cy="4679950"/>
          </a:xfrm>
        </p:spPr>
        <p:txBody>
          <a:bodyPr anchor="t">
            <a:normAutofit/>
          </a:bodyPr>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通用盲隐写检测技术</a:t>
            </a:r>
          </a:p>
          <a:p>
            <a:pPr marL="609600" indent="-609600"/>
            <a:endParaRPr lang="zh-CN" altLang="en-US" sz="600" b="1" dirty="0">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（2）高阶离散小波系数的隐写分析方法</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利用基于高阶小波分解的统计建模可以检测到隐蔽信息的存在性。这个统计模型既包含基本的变换系数，又包含最优线性预测分析求出的变换系数的偏差统计。高阶统计反映出自然音频的某些内在特性。更重要的是，这些统计特性在信息嵌入后会发生显著的改变。</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该方法能进一步测试音乐信号中隐蔽信息的存在性。</a:t>
            </a:r>
          </a:p>
        </p:txBody>
      </p:sp>
      <p:sp>
        <p:nvSpPr>
          <p:cNvPr id="58372" name="矩形 23347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73" name="矩形 233476"/>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74" name="矩形 23347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45</a:t>
            </a:fld>
            <a:endParaRPr lang="zh-CN" altLang="en-US" sz="1400" b="0" dirty="0">
              <a:latin typeface="Times New Roman" panose="02020603050405020304" pitchFamily="18" charset="0"/>
              <a:ea typeface="宋体" panose="02010600030101010101" pitchFamily="2" charset="-122"/>
            </a:endParaRPr>
          </a:p>
        </p:txBody>
      </p:sp>
      <p:sp>
        <p:nvSpPr>
          <p:cNvPr id="212994" name="标题 212993"/>
          <p:cNvSpPr>
            <a:spLocks noGrp="1"/>
          </p:cNvSpPr>
          <p:nvPr>
            <p:ph type="title"/>
          </p:nvPr>
        </p:nvSpPr>
        <p:spPr>
          <a:xfrm>
            <a:off x="576263" y="62071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9395" name="文本占位符 212994"/>
          <p:cNvSpPr>
            <a:spLocks noGrp="1"/>
          </p:cNvSpPr>
          <p:nvPr>
            <p:ph idx="1"/>
          </p:nvPr>
        </p:nvSpPr>
        <p:spPr>
          <a:xfrm>
            <a:off x="468313" y="1736725"/>
            <a:ext cx="8245475" cy="4643438"/>
          </a:xfrm>
        </p:spPr>
        <p:txBody>
          <a:bodyPr anchor="t"/>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隐写分析评价方法</a:t>
            </a:r>
          </a:p>
          <a:p>
            <a:pPr marL="609600" indent="-609600">
              <a:lnSpc>
                <a:spcPct val="90000"/>
              </a:lnSpc>
            </a:pPr>
            <a:endParaRPr lang="zh-CN" altLang="en-US" sz="6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这里特指对被动隐写分析方法的评价，可以采用4个评价指标：准确性、适用性、实用性和复杂性。</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准确性指检测的准确程度，是评价被动隐写分析方法最重要的指标，可采用虚警率、漏报率和全局检测率表示。</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适用性指检测算法对不同嵌入算法的有效性，可由检测算法能够有效检测多少种、多少类隐写术或嵌入算法衡量。</a:t>
            </a:r>
            <a:endParaRPr lang="zh-CN" altLang="en-US" sz="2400" dirty="0">
              <a:latin typeface="华文细黑" panose="02010600040101010101" pitchFamily="2" charset="-122"/>
              <a:ea typeface="华文细黑" panose="02010600040101010101" pitchFamily="2" charset="-122"/>
            </a:endParaRPr>
          </a:p>
        </p:txBody>
      </p:sp>
      <p:sp>
        <p:nvSpPr>
          <p:cNvPr id="59396" name="矩形 21299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397" name="矩形 212996"/>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398" name="矩形 21299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46</a:t>
            </a:fld>
            <a:endParaRPr lang="zh-CN" altLang="en-US" sz="1400" b="0" dirty="0">
              <a:latin typeface="Times New Roman" panose="02020603050405020304" pitchFamily="18" charset="0"/>
              <a:ea typeface="宋体" panose="02010600030101010101" pitchFamily="2" charset="-122"/>
            </a:endParaRPr>
          </a:p>
        </p:txBody>
      </p:sp>
      <p:sp>
        <p:nvSpPr>
          <p:cNvPr id="234498" name="标题 234497"/>
          <p:cNvSpPr>
            <a:spLocks noGrp="1"/>
          </p:cNvSpPr>
          <p:nvPr>
            <p:ph type="title"/>
          </p:nvPr>
        </p:nvSpPr>
        <p:spPr>
          <a:xfrm>
            <a:off x="611188" y="584200"/>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60419" name="文本占位符 234498"/>
          <p:cNvSpPr>
            <a:spLocks noGrp="1"/>
          </p:cNvSpPr>
          <p:nvPr>
            <p:ph idx="1"/>
          </p:nvPr>
        </p:nvSpPr>
        <p:spPr>
          <a:xfrm>
            <a:off x="468313" y="1700213"/>
            <a:ext cx="8388350" cy="4681537"/>
          </a:xfrm>
        </p:spPr>
        <p:txBody>
          <a:bodyPr anchor="t">
            <a:normAutofit/>
          </a:bodyPr>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隐写分析评价方法</a:t>
            </a:r>
          </a:p>
          <a:p>
            <a:pPr marL="609600" indent="-609600"/>
            <a:endParaRPr lang="zh-CN" altLang="en-US" sz="6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实用性指检测算法可实际应用的程度，可由现实条件允许与否、检测结果稳定与否、自动化程度和实时性等衡量。</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复杂性是针对检测算法本身而言的，可由检测算法实现所需要的资源开销、软硬件条件等来衡量。 </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通用性强的隐写分析算法准确率不高，准确率高的隐写分析算法针对性太强。</a:t>
            </a:r>
            <a:endParaRPr lang="zh-CN" altLang="en-US" sz="2400" b="1" dirty="0">
              <a:latin typeface="华文细黑" panose="02010600040101010101" pitchFamily="2" charset="-122"/>
              <a:ea typeface="华文细黑" panose="02010600040101010101" pitchFamily="2" charset="-122"/>
            </a:endParaRPr>
          </a:p>
        </p:txBody>
      </p:sp>
      <p:sp>
        <p:nvSpPr>
          <p:cNvPr id="60420" name="矩形 23449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21" name="矩形 234500"/>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22" name="矩形 23450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47</a:t>
            </a:fld>
            <a:endParaRPr lang="zh-CN" altLang="en-US" sz="1400" b="0" dirty="0">
              <a:latin typeface="Times New Roman" panose="02020603050405020304" pitchFamily="18" charset="0"/>
              <a:ea typeface="宋体" panose="02010600030101010101" pitchFamily="2" charset="-122"/>
            </a:endParaRPr>
          </a:p>
        </p:txBody>
      </p:sp>
      <p:sp>
        <p:nvSpPr>
          <p:cNvPr id="214018" name="标题 214017"/>
          <p:cNvSpPr>
            <a:spLocks noGrp="1"/>
          </p:cNvSpPr>
          <p:nvPr>
            <p:ph type="title"/>
          </p:nvPr>
        </p:nvSpPr>
        <p:spPr>
          <a:xfrm>
            <a:off x="647700" y="62071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1443" name="文本占位符 214018"/>
          <p:cNvSpPr>
            <a:spLocks noGrp="1"/>
          </p:cNvSpPr>
          <p:nvPr>
            <p:ph idx="1"/>
          </p:nvPr>
        </p:nvSpPr>
        <p:spPr>
          <a:xfrm>
            <a:off x="539750" y="1592263"/>
            <a:ext cx="8281988" cy="4752975"/>
          </a:xfrm>
        </p:spPr>
        <p:txBody>
          <a:bodyPr anchor="t"/>
          <a:lstStyle/>
          <a:p>
            <a:pPr marL="609600" indent="-609600"/>
            <a:r>
              <a:rPr lang="en-US" altLang="en-US" sz="2800" b="1" dirty="0">
                <a:solidFill>
                  <a:schemeClr val="accent1"/>
                </a:solidFill>
                <a:latin typeface="华文细黑" panose="02010600040101010101" pitchFamily="2" charset="-122"/>
                <a:ea typeface="华文细黑" panose="02010600040101010101" pitchFamily="2" charset="-122"/>
              </a:rPr>
              <a:t>数字音频取证技术步骤</a:t>
            </a:r>
            <a:r>
              <a:rPr lang="zh-CN" altLang="en-US" dirty="0">
                <a:latin typeface="华文细黑" panose="02010600040101010101" pitchFamily="2" charset="-122"/>
                <a:ea typeface="华文细黑" panose="02010600040101010101" pitchFamily="2" charset="-122"/>
              </a:rPr>
              <a:t> </a:t>
            </a:r>
            <a:endParaRPr lang="zh-CN" altLang="en-US" b="1" dirty="0">
              <a:latin typeface="华文细黑" panose="02010600040101010101" pitchFamily="2" charset="-122"/>
              <a:ea typeface="华文细黑" panose="02010600040101010101" pitchFamily="2" charset="-122"/>
            </a:endParaRPr>
          </a:p>
          <a:p>
            <a:pPr marL="609600" indent="-609600"/>
            <a:endParaRPr lang="zh-CN" altLang="en-US" sz="6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音频取证是一门复杂的取证科学，需要对给定的录音进行反复的听力测试和使用仪器检验。进行音频取证需要确定该录音是否原始的，并且解释其中出现异常的地方。</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音频取证的最终目标就是尽可能地估计录音是否在某一特定时间和地点上发生时间的真实记录。</a:t>
            </a:r>
            <a:r>
              <a:rPr lang="zh-CN" altLang="en-US" sz="2400" dirty="0">
                <a:latin typeface="华文细黑" panose="02010600040101010101" pitchFamily="2" charset="-122"/>
                <a:ea typeface="华文细黑" panose="02010600040101010101" pitchFamily="2" charset="-122"/>
              </a:rPr>
              <a:t> </a:t>
            </a:r>
            <a:endParaRPr lang="zh-CN" altLang="en-US" b="1" dirty="0">
              <a:latin typeface="华文细黑" panose="02010600040101010101" pitchFamily="2" charset="-122"/>
              <a:ea typeface="华文细黑" panose="02010600040101010101" pitchFamily="2" charset="-122"/>
            </a:endParaRPr>
          </a:p>
        </p:txBody>
      </p:sp>
      <p:sp>
        <p:nvSpPr>
          <p:cNvPr id="61444" name="矩形 21401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45" name="矩形 214020"/>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46" name="矩形 214021"/>
          <p:cNvSpPr/>
          <p:nvPr/>
        </p:nvSpPr>
        <p:spPr>
          <a:xfrm>
            <a:off x="0" y="335756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48</a:t>
            </a:fld>
            <a:endParaRPr lang="zh-CN" altLang="en-US" sz="1400" b="0" dirty="0">
              <a:latin typeface="Times New Roman" panose="02020603050405020304" pitchFamily="18" charset="0"/>
              <a:ea typeface="宋体" panose="02010600030101010101" pitchFamily="2" charset="-122"/>
            </a:endParaRPr>
          </a:p>
        </p:txBody>
      </p:sp>
      <p:sp>
        <p:nvSpPr>
          <p:cNvPr id="235522" name="标题 235521"/>
          <p:cNvSpPr>
            <a:spLocks noGrp="1"/>
          </p:cNvSpPr>
          <p:nvPr>
            <p:ph type="title"/>
          </p:nvPr>
        </p:nvSpPr>
        <p:spPr>
          <a:xfrm>
            <a:off x="611188" y="62071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2467" name="文本占位符 235522"/>
          <p:cNvSpPr>
            <a:spLocks noGrp="1"/>
          </p:cNvSpPr>
          <p:nvPr>
            <p:ph idx="1"/>
          </p:nvPr>
        </p:nvSpPr>
        <p:spPr>
          <a:xfrm>
            <a:off x="503238" y="1592263"/>
            <a:ext cx="8245475" cy="4716462"/>
          </a:xfrm>
        </p:spPr>
        <p:txBody>
          <a:bodyPr anchor="t">
            <a:normAutofit fontScale="90000" lnSpcReduction="10000"/>
          </a:bodyPr>
          <a:lstStyle/>
          <a:p>
            <a:pPr marL="609600" indent="-609600"/>
            <a:r>
              <a:rPr lang="en-US" altLang="en-US" sz="3100" b="1" dirty="0">
                <a:solidFill>
                  <a:schemeClr val="accent1"/>
                </a:solidFill>
                <a:latin typeface="华文细黑" panose="02010600040101010101" pitchFamily="2" charset="-122"/>
                <a:ea typeface="华文细黑" panose="02010600040101010101" pitchFamily="2" charset="-122"/>
              </a:rPr>
              <a:t>数字音频取证技术步骤</a:t>
            </a:r>
            <a:r>
              <a:rPr lang="zh-CN" altLang="en-US" sz="2000" dirty="0">
                <a:latin typeface="华文细黑" panose="02010600040101010101" pitchFamily="2" charset="-122"/>
                <a:ea typeface="华文细黑" panose="02010600040101010101" pitchFamily="2" charset="-122"/>
              </a:rPr>
              <a:t> </a:t>
            </a:r>
            <a:endParaRPr lang="zh-CN" altLang="en-US" sz="2000" b="1" dirty="0">
              <a:latin typeface="华文细黑" panose="02010600040101010101" pitchFamily="2" charset="-122"/>
              <a:ea typeface="华文细黑" panose="02010600040101010101" pitchFamily="2" charset="-122"/>
            </a:endParaRPr>
          </a:p>
          <a:p>
            <a:pPr marL="609600" indent="-609600"/>
            <a:endParaRPr lang="zh-CN" altLang="en-US" sz="7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（1）录音设备必须能够录制对话并提供证据；</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（2）操作人员必须能够熟练操作设备；</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（3）录音必须可靠和正确；</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（4）录音不能修改、增添和裁剪；</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（5）录音必须进行保护直到法庭呈现；  </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（6）必须识别出录音中的说话人；</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（7）对话必须是在自愿和诚信的情况下录制，说话人没有被诱导或强迫。</a:t>
            </a:r>
          </a:p>
        </p:txBody>
      </p:sp>
      <p:sp>
        <p:nvSpPr>
          <p:cNvPr id="62468" name="矩形 23552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69" name="矩形 23552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70" name="矩形 23552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49</a:t>
            </a:fld>
            <a:endParaRPr lang="zh-CN" altLang="en-US" sz="1400" b="0" dirty="0">
              <a:latin typeface="Times New Roman" panose="02020603050405020304" pitchFamily="18" charset="0"/>
              <a:ea typeface="宋体" panose="02010600030101010101" pitchFamily="2" charset="-122"/>
            </a:endParaRPr>
          </a:p>
        </p:txBody>
      </p:sp>
      <p:sp>
        <p:nvSpPr>
          <p:cNvPr id="215042" name="标题 215041"/>
          <p:cNvSpPr>
            <a:spLocks noGrp="1"/>
          </p:cNvSpPr>
          <p:nvPr>
            <p:ph type="title"/>
          </p:nvPr>
        </p:nvSpPr>
        <p:spPr>
          <a:xfrm>
            <a:off x="647700" y="62071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3491" name="文本占位符 215042"/>
          <p:cNvSpPr>
            <a:spLocks noGrp="1"/>
          </p:cNvSpPr>
          <p:nvPr>
            <p:ph idx="1"/>
          </p:nvPr>
        </p:nvSpPr>
        <p:spPr>
          <a:xfrm>
            <a:off x="576263" y="1592263"/>
            <a:ext cx="8207375" cy="4429125"/>
          </a:xfrm>
        </p:spPr>
        <p:txBody>
          <a:bodyPr anchor="t">
            <a:normAutofit/>
          </a:bodyPr>
          <a:lstStyle/>
          <a:p>
            <a:pPr marL="609600" indent="-609600"/>
            <a:r>
              <a:rPr lang="en-US" altLang="en-US" sz="2800" b="1" dirty="0">
                <a:solidFill>
                  <a:schemeClr val="accent1"/>
                </a:solidFill>
                <a:latin typeface="华文细黑" panose="02010600040101010101" pitchFamily="2" charset="-122"/>
                <a:ea typeface="华文细黑" panose="02010600040101010101" pitchFamily="2" charset="-122"/>
              </a:rPr>
              <a:t>数字音频取证技术步骤</a:t>
            </a:r>
            <a:r>
              <a:rPr lang="zh-CN" altLang="en-US" sz="3600" dirty="0">
                <a:latin typeface="华文细黑" panose="02010600040101010101" pitchFamily="2" charset="-122"/>
                <a:ea typeface="华文细黑" panose="02010600040101010101" pitchFamily="2" charset="-122"/>
              </a:rPr>
              <a:t> </a:t>
            </a:r>
            <a:endParaRPr lang="zh-CN" altLang="en-US" sz="3600" b="1" dirty="0">
              <a:latin typeface="华文细黑" panose="02010600040101010101" pitchFamily="2" charset="-122"/>
              <a:ea typeface="华文细黑" panose="02010600040101010101" pitchFamily="2" charset="-122"/>
            </a:endParaRPr>
          </a:p>
          <a:p>
            <a:pPr marL="609600" indent="-609600"/>
            <a:endParaRPr lang="zh-CN" altLang="en-US" sz="6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有关录音取证的问题可以分为两部分：</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第一部分是评估所记录的声音事件与已知事件或证词声明是否一致，具体包括以下三方面：</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（1）评估录音中说话人与被指控人是否一致。</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（2）评估录音的日期和时间与证词声明是否一致。</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（3）评估录音地点与证词声明是否一致。</a:t>
            </a:r>
          </a:p>
          <a:p>
            <a:pPr marL="609600" indent="-609600">
              <a:buNone/>
            </a:pPr>
            <a:endParaRPr lang="zh-CN" altLang="en-US" sz="2400" b="1" dirty="0">
              <a:latin typeface="华文细黑" panose="02010600040101010101" pitchFamily="2" charset="-122"/>
              <a:ea typeface="华文细黑" panose="02010600040101010101" pitchFamily="2" charset="-122"/>
            </a:endParaRPr>
          </a:p>
        </p:txBody>
      </p:sp>
      <p:sp>
        <p:nvSpPr>
          <p:cNvPr id="63492" name="矩形 21504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3493" name="矩形 21504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3494" name="矩形 21504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50</a:t>
            </a:fld>
            <a:endParaRPr lang="zh-CN" altLang="en-US" sz="1400" b="0" dirty="0">
              <a:latin typeface="Times New Roman" panose="02020603050405020304" pitchFamily="18" charset="0"/>
              <a:ea typeface="宋体" panose="02010600030101010101" pitchFamily="2" charset="-122"/>
            </a:endParaRPr>
          </a:p>
        </p:txBody>
      </p:sp>
      <p:sp>
        <p:nvSpPr>
          <p:cNvPr id="236546" name="标题 236545"/>
          <p:cNvSpPr>
            <a:spLocks noGrp="1"/>
          </p:cNvSpPr>
          <p:nvPr>
            <p:ph type="title"/>
          </p:nvPr>
        </p:nvSpPr>
        <p:spPr>
          <a:xfrm>
            <a:off x="611188" y="657225"/>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4515" name="文本占位符 236546"/>
          <p:cNvSpPr>
            <a:spLocks noGrp="1"/>
          </p:cNvSpPr>
          <p:nvPr>
            <p:ph idx="1"/>
          </p:nvPr>
        </p:nvSpPr>
        <p:spPr>
          <a:xfrm>
            <a:off x="466725" y="1700213"/>
            <a:ext cx="8174038" cy="4643437"/>
          </a:xfrm>
        </p:spPr>
        <p:txBody>
          <a:bodyPr anchor="t"/>
          <a:lstStyle/>
          <a:p>
            <a:pPr marL="609600" indent="-609600"/>
            <a:r>
              <a:rPr lang="en-US" altLang="en-US" sz="2800" b="1" dirty="0">
                <a:solidFill>
                  <a:schemeClr val="accent1"/>
                </a:solidFill>
                <a:latin typeface="华文细黑" panose="02010600040101010101" pitchFamily="2" charset="-122"/>
                <a:ea typeface="华文细黑" panose="02010600040101010101" pitchFamily="2" charset="-122"/>
              </a:rPr>
              <a:t>数字音频取证技术步骤</a:t>
            </a:r>
            <a:r>
              <a:rPr lang="zh-CN" altLang="en-US" sz="2800" dirty="0">
                <a:latin typeface="华文细黑" panose="02010600040101010101" pitchFamily="2" charset="-122"/>
                <a:ea typeface="华文细黑" panose="02010600040101010101" pitchFamily="2" charset="-122"/>
              </a:rPr>
              <a:t> </a:t>
            </a:r>
            <a:endParaRPr lang="zh-CN" altLang="en-US" sz="2800" b="1" dirty="0">
              <a:latin typeface="华文细黑" panose="02010600040101010101" pitchFamily="2" charset="-122"/>
              <a:ea typeface="华文细黑" panose="02010600040101010101" pitchFamily="2" charset="-122"/>
            </a:endParaRPr>
          </a:p>
          <a:p>
            <a:pPr marL="609600" indent="-609600"/>
            <a:endParaRPr lang="zh-CN" altLang="en-US" sz="6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第二部分是评估录音是否具有原始性，即排除录音曾受到任何形式篡改的可能性。主要集中在以下四个方面：</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（1）该录音是原始版本还是拷贝。</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（2）从录音生成起，该录音是否曾被编辑或修改。</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（3）该录音是否从宣称的录音设备获得。</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（4）录音的内容是否与证词声明符合。</a:t>
            </a:r>
          </a:p>
        </p:txBody>
      </p:sp>
      <p:sp>
        <p:nvSpPr>
          <p:cNvPr id="64516" name="矩形 23654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4517" name="矩形 236548"/>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4518" name="矩形 23654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51</a:t>
            </a:fld>
            <a:endParaRPr lang="zh-CN" altLang="en-US" sz="1400" b="0" dirty="0">
              <a:latin typeface="Times New Roman" panose="02020603050405020304" pitchFamily="18" charset="0"/>
              <a:ea typeface="宋体" panose="02010600030101010101" pitchFamily="2" charset="-122"/>
            </a:endParaRPr>
          </a:p>
        </p:txBody>
      </p:sp>
      <p:sp>
        <p:nvSpPr>
          <p:cNvPr id="216066" name="标题 216065"/>
          <p:cNvSpPr>
            <a:spLocks noGrp="1"/>
          </p:cNvSpPr>
          <p:nvPr>
            <p:ph type="title"/>
          </p:nvPr>
        </p:nvSpPr>
        <p:spPr>
          <a:xfrm>
            <a:off x="611188" y="657225"/>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5539" name="文本占位符 216066"/>
          <p:cNvSpPr>
            <a:spLocks noGrp="1"/>
          </p:cNvSpPr>
          <p:nvPr>
            <p:ph idx="1"/>
          </p:nvPr>
        </p:nvSpPr>
        <p:spPr>
          <a:xfrm>
            <a:off x="647700" y="1628775"/>
            <a:ext cx="8174038" cy="4500563"/>
          </a:xfrm>
        </p:spPr>
        <p:txBody>
          <a:bodyPr anchor="t">
            <a:normAutofit/>
          </a:bodyPr>
          <a:lstStyle/>
          <a:p>
            <a:pPr marL="609600" indent="-609600"/>
            <a:r>
              <a:rPr lang="en-US" altLang="en-US" sz="2800" b="1" dirty="0">
                <a:solidFill>
                  <a:schemeClr val="accent1"/>
                </a:solidFill>
                <a:latin typeface="华文细黑" panose="02010600040101010101" pitchFamily="2" charset="-122"/>
                <a:ea typeface="华文细黑" panose="02010600040101010101" pitchFamily="2" charset="-122"/>
              </a:rPr>
              <a:t>数字音频取证技术步骤</a:t>
            </a:r>
            <a:r>
              <a:rPr lang="zh-CN" altLang="en-US" dirty="0">
                <a:latin typeface="华文细黑" panose="02010600040101010101" pitchFamily="2" charset="-122"/>
                <a:ea typeface="华文细黑" panose="02010600040101010101" pitchFamily="2" charset="-122"/>
              </a:rPr>
              <a:t> </a:t>
            </a:r>
            <a:endParaRPr lang="zh-CN" altLang="en-US" b="1" dirty="0">
              <a:latin typeface="华文细黑" panose="02010600040101010101" pitchFamily="2" charset="-122"/>
              <a:ea typeface="华文细黑" panose="02010600040101010101" pitchFamily="2" charset="-122"/>
            </a:endParaRPr>
          </a:p>
          <a:p>
            <a:pPr marL="609600" indent="-609600"/>
            <a:endParaRPr lang="zh-CN" altLang="en-US" sz="6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从2002年4月1日施行的我国《最高人民法院关于民事诉讼证据的若干规定》对视听资料作为证据作了明确规定。</a:t>
            </a:r>
          </a:p>
          <a:p>
            <a:pPr marL="0" indent="457200" fontAlgn="auto">
              <a:lnSpc>
                <a:spcPct val="150000"/>
              </a:lnSpc>
              <a:spcBef>
                <a:spcPts val="600"/>
              </a:spcBef>
              <a:buNone/>
            </a:pPr>
            <a:r>
              <a:rPr lang="zh-CN" altLang="en-US" sz="2000" b="1" dirty="0">
                <a:latin typeface="华文细黑" panose="02010600040101010101" pitchFamily="2" charset="-122"/>
                <a:ea typeface="华文细黑" panose="02010600040101010101" pitchFamily="2" charset="-122"/>
              </a:rPr>
              <a:t>（1）具备合法性：这要求音频证据的获得必须是通过合法手段，不能违反法律的禁止性规定。</a:t>
            </a:r>
          </a:p>
          <a:p>
            <a:pPr marL="0" indent="457200" fontAlgn="auto">
              <a:lnSpc>
                <a:spcPct val="150000"/>
              </a:lnSpc>
              <a:spcBef>
                <a:spcPts val="600"/>
              </a:spcBef>
              <a:buNone/>
            </a:pPr>
            <a:r>
              <a:rPr lang="zh-CN" altLang="en-US" sz="2000" b="1" dirty="0">
                <a:latin typeface="华文细黑" panose="02010600040101010101" pitchFamily="2" charset="-122"/>
                <a:ea typeface="华文细黑" panose="02010600040101010101" pitchFamily="2" charset="-122"/>
              </a:rPr>
              <a:t>（2）视听资料必须无疑点，即具备真实性。把视听证据作为判案依据时，还要对视听证据是否有疑点进行审查。</a:t>
            </a:r>
          </a:p>
          <a:p>
            <a:pPr marL="0" indent="457200" fontAlgn="auto">
              <a:lnSpc>
                <a:spcPct val="150000"/>
              </a:lnSpc>
              <a:spcBef>
                <a:spcPts val="600"/>
              </a:spcBef>
              <a:buNone/>
            </a:pPr>
            <a:r>
              <a:rPr lang="zh-CN" altLang="en-US" sz="2000" b="1" dirty="0">
                <a:latin typeface="华文细黑" panose="02010600040101010101" pitchFamily="2" charset="-122"/>
                <a:ea typeface="华文细黑" panose="02010600040101010101" pitchFamily="2" charset="-122"/>
              </a:rPr>
              <a:t>（3）有其他证据佐证。</a:t>
            </a:r>
          </a:p>
        </p:txBody>
      </p:sp>
      <p:sp>
        <p:nvSpPr>
          <p:cNvPr id="65540" name="矩形 21606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5541" name="矩形 216068"/>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5542" name="矩形 21606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52</a:t>
            </a:fld>
            <a:endParaRPr lang="zh-CN" altLang="en-US" sz="1400" b="0" dirty="0">
              <a:latin typeface="Times New Roman" panose="02020603050405020304" pitchFamily="18" charset="0"/>
              <a:ea typeface="宋体" panose="02010600030101010101" pitchFamily="2" charset="-122"/>
            </a:endParaRPr>
          </a:p>
        </p:txBody>
      </p:sp>
      <p:sp>
        <p:nvSpPr>
          <p:cNvPr id="237570" name="标题 237569"/>
          <p:cNvSpPr>
            <a:spLocks noGrp="1"/>
          </p:cNvSpPr>
          <p:nvPr>
            <p:ph type="title"/>
          </p:nvPr>
        </p:nvSpPr>
        <p:spPr>
          <a:xfrm>
            <a:off x="647700" y="692150"/>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6563" name="文本占位符 237570"/>
          <p:cNvSpPr>
            <a:spLocks noGrp="1"/>
          </p:cNvSpPr>
          <p:nvPr>
            <p:ph idx="1"/>
          </p:nvPr>
        </p:nvSpPr>
        <p:spPr>
          <a:xfrm>
            <a:off x="647700" y="1665288"/>
            <a:ext cx="8101013" cy="4498975"/>
          </a:xfrm>
        </p:spPr>
        <p:txBody>
          <a:bodyPr anchor="t"/>
          <a:lstStyle/>
          <a:p>
            <a:pPr marL="609600" indent="-609600"/>
            <a:r>
              <a:rPr lang="en-US" altLang="en-US" sz="2800" b="1" dirty="0">
                <a:solidFill>
                  <a:schemeClr val="accent1"/>
                </a:solidFill>
                <a:latin typeface="华文细黑" panose="02010600040101010101" pitchFamily="2" charset="-122"/>
                <a:ea typeface="华文细黑" panose="02010600040101010101" pitchFamily="2" charset="-122"/>
              </a:rPr>
              <a:t>数字音频取证的分类</a:t>
            </a:r>
            <a:r>
              <a:rPr lang="zh-CN" altLang="en-US" sz="3600" dirty="0">
                <a:latin typeface="华文细黑" panose="02010600040101010101" pitchFamily="2" charset="-122"/>
                <a:ea typeface="华文细黑" panose="02010600040101010101" pitchFamily="2" charset="-122"/>
              </a:rPr>
              <a:t> </a:t>
            </a:r>
            <a:endParaRPr lang="zh-CN" altLang="en-US" sz="3600" b="1" dirty="0">
              <a:latin typeface="华文细黑" panose="02010600040101010101" pitchFamily="2" charset="-122"/>
              <a:ea typeface="华文细黑" panose="02010600040101010101" pitchFamily="2" charset="-122"/>
            </a:endParaRPr>
          </a:p>
          <a:p>
            <a:pPr marL="609600" indent="-609600"/>
            <a:endParaRPr lang="zh-CN" altLang="en-US" sz="24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音频取证技术主要分为三方面内容：说话人识别、语音增强和真实性认证。</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（1）说话人识别</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说话识别的过程分为两大步骤：提取表征说话人的特性参数与模型匹配。</a:t>
            </a:r>
            <a:endParaRPr lang="zh-CN" altLang="en-US" sz="2400" b="1" dirty="0">
              <a:latin typeface="华文细黑" panose="02010600040101010101" pitchFamily="2" charset="-122"/>
              <a:ea typeface="华文细黑" panose="02010600040101010101" pitchFamily="2" charset="-122"/>
            </a:endParaRPr>
          </a:p>
        </p:txBody>
      </p:sp>
      <p:sp>
        <p:nvSpPr>
          <p:cNvPr id="66564" name="矩形 23757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6565" name="矩形 237572"/>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6566" name="矩形 23757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53</a:t>
            </a:fld>
            <a:endParaRPr lang="zh-CN" altLang="en-US" sz="1400" b="0" dirty="0">
              <a:latin typeface="Times New Roman" panose="02020603050405020304" pitchFamily="18" charset="0"/>
              <a:ea typeface="宋体" panose="02010600030101010101" pitchFamily="2" charset="-122"/>
            </a:endParaRPr>
          </a:p>
        </p:txBody>
      </p:sp>
      <p:sp>
        <p:nvSpPr>
          <p:cNvPr id="238594" name="标题 238593"/>
          <p:cNvSpPr>
            <a:spLocks noGrp="1"/>
          </p:cNvSpPr>
          <p:nvPr>
            <p:ph type="title"/>
          </p:nvPr>
        </p:nvSpPr>
        <p:spPr>
          <a:xfrm>
            <a:off x="647700" y="657225"/>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7587" name="文本占位符 238594"/>
          <p:cNvSpPr>
            <a:spLocks noGrp="1"/>
          </p:cNvSpPr>
          <p:nvPr>
            <p:ph idx="1"/>
          </p:nvPr>
        </p:nvSpPr>
        <p:spPr>
          <a:xfrm>
            <a:off x="576263" y="1665288"/>
            <a:ext cx="8208962" cy="4608512"/>
          </a:xfrm>
        </p:spPr>
        <p:txBody>
          <a:bodyPr anchor="t">
            <a:normAutofit/>
          </a:bodyPr>
          <a:lstStyle/>
          <a:p>
            <a:pPr marL="609600" indent="-609600"/>
            <a:r>
              <a:rPr lang="en-US" altLang="en-US" sz="2800" b="1" dirty="0">
                <a:solidFill>
                  <a:schemeClr val="accent1"/>
                </a:solidFill>
                <a:latin typeface="华文细黑" panose="02010600040101010101" pitchFamily="2" charset="-122"/>
                <a:ea typeface="华文细黑" panose="02010600040101010101" pitchFamily="2" charset="-122"/>
              </a:rPr>
              <a:t>数字音频取证的分类</a:t>
            </a:r>
            <a:r>
              <a:rPr lang="zh-CN" altLang="en-US" dirty="0">
                <a:latin typeface="华文细黑" panose="02010600040101010101" pitchFamily="2" charset="-122"/>
                <a:ea typeface="华文细黑" panose="02010600040101010101" pitchFamily="2" charset="-122"/>
              </a:rPr>
              <a:t> </a:t>
            </a:r>
            <a:endParaRPr lang="zh-CN" altLang="en-US" b="1" dirty="0">
              <a:latin typeface="华文细黑" panose="02010600040101010101" pitchFamily="2" charset="-122"/>
              <a:ea typeface="华文细黑" panose="02010600040101010101" pitchFamily="2" charset="-122"/>
            </a:endParaRPr>
          </a:p>
          <a:p>
            <a:pPr marL="609600" indent="-609600"/>
            <a:endParaRPr lang="zh-CN" altLang="en-US" sz="6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（1）说话人识别</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提取说话人特征参数方面，常有的特征参数有：短时傅里叶谱、基音频率、共振峰频率、线性预测系数、对数域比例等。</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相关的研究方向开始转向使用混合特征参数。</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模型匹配方法有模板匹配、矢量量化、多层感知器、时延神经网络、混合高斯模型、最近相邻聚类和隐马尔科夫模型。</a:t>
            </a:r>
          </a:p>
        </p:txBody>
      </p:sp>
      <p:sp>
        <p:nvSpPr>
          <p:cNvPr id="67588" name="矩形 23859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7589" name="矩形 238596"/>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7590" name="矩形 23859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54</a:t>
            </a:fld>
            <a:endParaRPr lang="zh-CN" altLang="en-US" sz="1400" b="0" dirty="0">
              <a:latin typeface="Times New Roman" panose="02020603050405020304" pitchFamily="18" charset="0"/>
              <a:ea typeface="宋体" panose="02010600030101010101" pitchFamily="2" charset="-122"/>
            </a:endParaRPr>
          </a:p>
        </p:txBody>
      </p:sp>
      <p:sp>
        <p:nvSpPr>
          <p:cNvPr id="218114" name="标题 218113"/>
          <p:cNvSpPr>
            <a:spLocks noGrp="1"/>
          </p:cNvSpPr>
          <p:nvPr>
            <p:ph type="title"/>
          </p:nvPr>
        </p:nvSpPr>
        <p:spPr>
          <a:xfrm>
            <a:off x="647700" y="584200"/>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8611" name="文本占位符 218114"/>
          <p:cNvSpPr>
            <a:spLocks noGrp="1"/>
          </p:cNvSpPr>
          <p:nvPr>
            <p:ph idx="1"/>
          </p:nvPr>
        </p:nvSpPr>
        <p:spPr>
          <a:xfrm>
            <a:off x="539750" y="1844675"/>
            <a:ext cx="8174038" cy="4392613"/>
          </a:xfrm>
        </p:spPr>
        <p:txBody>
          <a:bodyPr anchor="t">
            <a:normAutofit/>
          </a:bodyPr>
          <a:lstStyle/>
          <a:p>
            <a:pPr marL="609600" indent="-609600">
              <a:lnSpc>
                <a:spcPct val="90000"/>
              </a:lnSpc>
            </a:pPr>
            <a:r>
              <a:rPr lang="en-US" altLang="en-US" sz="2800" b="1" dirty="0">
                <a:solidFill>
                  <a:schemeClr val="accent1"/>
                </a:solidFill>
                <a:latin typeface="华文细黑" panose="02010600040101010101" pitchFamily="2" charset="-122"/>
                <a:ea typeface="华文细黑" panose="02010600040101010101" pitchFamily="2" charset="-122"/>
              </a:rPr>
              <a:t>数字音频取证的分类</a:t>
            </a:r>
            <a:r>
              <a:rPr lang="zh-CN" altLang="en-US" sz="2800" dirty="0">
                <a:latin typeface="华文细黑" panose="02010600040101010101" pitchFamily="2" charset="-122"/>
                <a:ea typeface="华文细黑" panose="02010600040101010101" pitchFamily="2" charset="-122"/>
              </a:rPr>
              <a:t> </a:t>
            </a:r>
            <a:endParaRPr lang="zh-CN" altLang="en-US" sz="2800" b="1" dirty="0">
              <a:latin typeface="华文细黑" panose="02010600040101010101" pitchFamily="2" charset="-122"/>
              <a:ea typeface="华文细黑" panose="02010600040101010101" pitchFamily="2" charset="-122"/>
            </a:endParaRPr>
          </a:p>
          <a:p>
            <a:pPr marL="609600" indent="-609600">
              <a:lnSpc>
                <a:spcPct val="90000"/>
              </a:lnSpc>
            </a:pPr>
            <a:endParaRPr lang="zh-CN" altLang="en-US" sz="6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（2）语音增强</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语音增强的任务是强化录音媒介上受到衰弱的信号，提高语音信号的清晰度。造成这种衰弱或者低音质的原因有很多，包括：环境引起的卷积性衰弱、其它声音的掩蔽、电子噪声等。</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常用的消除噪声技术分为时域处理方法和频域处理方法。</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时域经典算法是电平检测器，频域常用频减技术。</a:t>
            </a:r>
            <a:endParaRPr lang="zh-CN" altLang="en-US" sz="2400" b="1" dirty="0">
              <a:latin typeface="华文细黑" panose="02010600040101010101" pitchFamily="2" charset="-122"/>
              <a:ea typeface="华文细黑" panose="02010600040101010101" pitchFamily="2" charset="-122"/>
            </a:endParaRPr>
          </a:p>
        </p:txBody>
      </p:sp>
      <p:sp>
        <p:nvSpPr>
          <p:cNvPr id="68612" name="矩形 21811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8613" name="矩形 218116"/>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8614" name="矩形 21811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55</a:t>
            </a:fld>
            <a:endParaRPr lang="zh-CN" altLang="en-US" sz="1400" b="0" dirty="0">
              <a:latin typeface="Times New Roman" panose="02020603050405020304" pitchFamily="18" charset="0"/>
              <a:ea typeface="宋体" panose="02010600030101010101" pitchFamily="2" charset="-122"/>
            </a:endParaRPr>
          </a:p>
        </p:txBody>
      </p:sp>
      <p:sp>
        <p:nvSpPr>
          <p:cNvPr id="239618" name="标题 239617"/>
          <p:cNvSpPr>
            <a:spLocks noGrp="1"/>
          </p:cNvSpPr>
          <p:nvPr>
            <p:ph type="title"/>
          </p:nvPr>
        </p:nvSpPr>
        <p:spPr>
          <a:xfrm>
            <a:off x="647700" y="549275"/>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9635" name="文本占位符 239618"/>
          <p:cNvSpPr>
            <a:spLocks noGrp="1"/>
          </p:cNvSpPr>
          <p:nvPr>
            <p:ph idx="1"/>
          </p:nvPr>
        </p:nvSpPr>
        <p:spPr>
          <a:xfrm>
            <a:off x="576263" y="1736725"/>
            <a:ext cx="8137525" cy="4500563"/>
          </a:xfrm>
        </p:spPr>
        <p:txBody>
          <a:bodyPr anchor="t"/>
          <a:lstStyle/>
          <a:p>
            <a:pPr marL="609600" indent="-609600"/>
            <a:r>
              <a:rPr lang="en-US" altLang="en-US" sz="2800" b="1" dirty="0">
                <a:solidFill>
                  <a:schemeClr val="accent1"/>
                </a:solidFill>
                <a:latin typeface="华文细黑" panose="02010600040101010101" pitchFamily="2" charset="-122"/>
                <a:ea typeface="华文细黑" panose="02010600040101010101" pitchFamily="2" charset="-122"/>
              </a:rPr>
              <a:t>数字音频取证的分类</a:t>
            </a:r>
            <a:r>
              <a:rPr lang="zh-CN" altLang="en-US" sz="2800" dirty="0">
                <a:latin typeface="华文细黑" panose="02010600040101010101" pitchFamily="2" charset="-122"/>
                <a:ea typeface="华文细黑" panose="02010600040101010101" pitchFamily="2" charset="-122"/>
              </a:rPr>
              <a:t> </a:t>
            </a:r>
            <a:endParaRPr lang="zh-CN" altLang="en-US" sz="2800" b="1" dirty="0">
              <a:latin typeface="华文细黑" panose="02010600040101010101" pitchFamily="2" charset="-122"/>
              <a:ea typeface="华文细黑" panose="02010600040101010101" pitchFamily="2" charset="-122"/>
            </a:endParaRPr>
          </a:p>
          <a:p>
            <a:pPr marL="609600" indent="-609600"/>
            <a:endParaRPr lang="zh-CN" altLang="en-US" sz="6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（2）语音增强</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针对噪声的类型不同，研究人员分别提出了各种针对型的降噪方法。</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对于宽带噪声，最常用的方法是通过频减技术削弱；对于窄带噪声，可以利用自适应滤波器进行消减；脉冲噪声通常使用中值滤波的方法消除；卷积性噪声则利用倒谱均减技术削弱。</a:t>
            </a:r>
          </a:p>
        </p:txBody>
      </p:sp>
      <p:sp>
        <p:nvSpPr>
          <p:cNvPr id="69636" name="矩形 23961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9637" name="矩形 239620"/>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9638" name="矩形 23962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56</a:t>
            </a:fld>
            <a:endParaRPr lang="zh-CN" altLang="en-US" sz="1400" b="0" dirty="0">
              <a:latin typeface="Times New Roman" panose="02020603050405020304" pitchFamily="18" charset="0"/>
              <a:ea typeface="宋体" panose="02010600030101010101" pitchFamily="2" charset="-122"/>
            </a:endParaRPr>
          </a:p>
        </p:txBody>
      </p:sp>
      <p:sp>
        <p:nvSpPr>
          <p:cNvPr id="219138" name="标题 219137"/>
          <p:cNvSpPr>
            <a:spLocks noGrp="1"/>
          </p:cNvSpPr>
          <p:nvPr>
            <p:ph type="title"/>
          </p:nvPr>
        </p:nvSpPr>
        <p:spPr>
          <a:xfrm>
            <a:off x="647700" y="584200"/>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70659" name="文本占位符 219138"/>
          <p:cNvSpPr>
            <a:spLocks noGrp="1"/>
          </p:cNvSpPr>
          <p:nvPr>
            <p:ph idx="1"/>
          </p:nvPr>
        </p:nvSpPr>
        <p:spPr>
          <a:xfrm>
            <a:off x="539750" y="1700213"/>
            <a:ext cx="8280400" cy="4357687"/>
          </a:xfrm>
        </p:spPr>
        <p:txBody>
          <a:bodyPr anchor="t">
            <a:normAutofit/>
          </a:bodyPr>
          <a:lstStyle/>
          <a:p>
            <a:pPr marL="609600" indent="-609600">
              <a:lnSpc>
                <a:spcPct val="90000"/>
              </a:lnSpc>
            </a:pPr>
            <a:r>
              <a:rPr lang="en-US" altLang="en-US" sz="2800" b="1" dirty="0">
                <a:solidFill>
                  <a:schemeClr val="accent1"/>
                </a:solidFill>
                <a:latin typeface="华文细黑" panose="02010600040101010101" pitchFamily="2" charset="-122"/>
                <a:ea typeface="华文细黑" panose="02010600040101010101" pitchFamily="2" charset="-122"/>
              </a:rPr>
              <a:t>数字音频取证的分类</a:t>
            </a:r>
            <a:r>
              <a:rPr lang="zh-CN" altLang="en-US" sz="2800" dirty="0">
                <a:latin typeface="华文细黑" panose="02010600040101010101" pitchFamily="2" charset="-122"/>
                <a:ea typeface="华文细黑" panose="02010600040101010101" pitchFamily="2" charset="-122"/>
              </a:rPr>
              <a:t> </a:t>
            </a:r>
            <a:endParaRPr lang="zh-CN" altLang="en-US" sz="2800" b="1" dirty="0">
              <a:latin typeface="华文细黑" panose="02010600040101010101" pitchFamily="2" charset="-122"/>
              <a:ea typeface="华文细黑" panose="02010600040101010101" pitchFamily="2" charset="-122"/>
            </a:endParaRPr>
          </a:p>
          <a:p>
            <a:pPr marL="609600" indent="-609600">
              <a:lnSpc>
                <a:spcPct val="90000"/>
              </a:lnSpc>
            </a:pPr>
            <a:endParaRPr lang="zh-CN" altLang="en-US" sz="6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（3）真实性认证</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①物理检查：检查模拟磁带的长度、卷轴和外壳的状态，寻找外壳曾被打开或者磁带被拼接的痕迹。</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②监听异常：取证人员小心监听全部录音内容，标注所有明显的修改和异常处。记录下任何听得到的编辑和拼接痕迹、背景噪声或者磁带的不一致。</a:t>
            </a:r>
            <a:endParaRPr lang="zh-CN" altLang="en-US" dirty="0">
              <a:latin typeface="华文细黑" panose="02010600040101010101" pitchFamily="2" charset="-122"/>
              <a:ea typeface="华文细黑" panose="02010600040101010101" pitchFamily="2" charset="-122"/>
            </a:endParaRPr>
          </a:p>
        </p:txBody>
      </p:sp>
      <p:sp>
        <p:nvSpPr>
          <p:cNvPr id="70660" name="矩形 21913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0661" name="矩形 219140"/>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0662" name="矩形 21914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57</a:t>
            </a:fld>
            <a:endParaRPr lang="zh-CN" altLang="en-US" sz="1400" b="0" dirty="0">
              <a:latin typeface="Times New Roman" panose="02020603050405020304" pitchFamily="18" charset="0"/>
              <a:ea typeface="宋体" panose="02010600030101010101" pitchFamily="2" charset="-122"/>
            </a:endParaRPr>
          </a:p>
        </p:txBody>
      </p:sp>
      <p:sp>
        <p:nvSpPr>
          <p:cNvPr id="240642" name="标题 240641"/>
          <p:cNvSpPr>
            <a:spLocks noGrp="1"/>
          </p:cNvSpPr>
          <p:nvPr>
            <p:ph type="title"/>
          </p:nvPr>
        </p:nvSpPr>
        <p:spPr>
          <a:xfrm>
            <a:off x="611188" y="62071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71683" name="文本占位符 240642"/>
          <p:cNvSpPr>
            <a:spLocks noGrp="1"/>
          </p:cNvSpPr>
          <p:nvPr>
            <p:ph idx="1"/>
          </p:nvPr>
        </p:nvSpPr>
        <p:spPr>
          <a:xfrm>
            <a:off x="539750" y="1700808"/>
            <a:ext cx="8316913" cy="4572000"/>
          </a:xfrm>
        </p:spPr>
        <p:txBody>
          <a:bodyPr anchor="t">
            <a:normAutofit fontScale="97500"/>
          </a:bodyPr>
          <a:lstStyle/>
          <a:p>
            <a:pPr marL="609600" indent="-609600">
              <a:lnSpc>
                <a:spcPct val="90000"/>
              </a:lnSpc>
            </a:pPr>
            <a:r>
              <a:rPr lang="en-US" altLang="en-US" sz="2900" b="1" dirty="0">
                <a:solidFill>
                  <a:schemeClr val="accent1"/>
                </a:solidFill>
                <a:latin typeface="华文细黑" panose="02010600040101010101" pitchFamily="2" charset="-122"/>
                <a:ea typeface="华文细黑" panose="02010600040101010101" pitchFamily="2" charset="-122"/>
              </a:rPr>
              <a:t>数字音频取证的分类</a:t>
            </a:r>
            <a:r>
              <a:rPr lang="zh-CN" altLang="en-US" sz="2900" dirty="0">
                <a:latin typeface="华文细黑" panose="02010600040101010101" pitchFamily="2" charset="-122"/>
                <a:ea typeface="华文细黑" panose="02010600040101010101" pitchFamily="2" charset="-122"/>
              </a:rPr>
              <a:t> </a:t>
            </a:r>
            <a:endParaRPr lang="zh-CN" altLang="en-US" sz="2900" b="1" dirty="0">
              <a:latin typeface="华文细黑" panose="02010600040101010101" pitchFamily="2" charset="-122"/>
              <a:ea typeface="华文细黑" panose="02010600040101010101" pitchFamily="2" charset="-122"/>
            </a:endParaRPr>
          </a:p>
          <a:p>
            <a:pPr marL="609600" indent="-609600">
              <a:lnSpc>
                <a:spcPct val="90000"/>
              </a:lnSpc>
            </a:pPr>
            <a:endParaRPr lang="zh-CN" altLang="en-US" sz="7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（3）真实性认证</a:t>
            </a: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③磁带特性：采用磁性处理技术，将该磁带和来自相同录音设备的参考信号进行比较，检验该磁带特性。</a:t>
            </a: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④时域分析：观察录音信号的波形，其中录音起始和终止的过渡波形可以反映录音机的型号。</a:t>
            </a: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⑤语谱图分析：利用语谱图分析器或者软件包检查语音信号不连续的痕迹，若该不连续是由非设备因素引起的，则判定该录音曾被修改。 </a:t>
            </a:r>
          </a:p>
        </p:txBody>
      </p:sp>
      <p:sp>
        <p:nvSpPr>
          <p:cNvPr id="71684" name="矩形 24064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1685" name="矩形 24064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1686" name="矩形 24064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58</a:t>
            </a:fld>
            <a:endParaRPr lang="zh-CN" altLang="en-US" sz="1400" b="0" dirty="0">
              <a:latin typeface="Times New Roman" panose="02020603050405020304" pitchFamily="18" charset="0"/>
              <a:ea typeface="宋体" panose="02010600030101010101" pitchFamily="2" charset="-122"/>
            </a:endParaRPr>
          </a:p>
        </p:txBody>
      </p:sp>
      <p:sp>
        <p:nvSpPr>
          <p:cNvPr id="220162" name="标题 220161"/>
          <p:cNvSpPr>
            <a:spLocks noGrp="1"/>
          </p:cNvSpPr>
          <p:nvPr>
            <p:ph type="title"/>
          </p:nvPr>
        </p:nvSpPr>
        <p:spPr>
          <a:xfrm>
            <a:off x="647700" y="574675"/>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72707" name="文本占位符 220162"/>
          <p:cNvSpPr>
            <a:spLocks noGrp="1"/>
          </p:cNvSpPr>
          <p:nvPr>
            <p:ph idx="1"/>
          </p:nvPr>
        </p:nvSpPr>
        <p:spPr>
          <a:xfrm>
            <a:off x="504825" y="1484788"/>
            <a:ext cx="8243888" cy="5040551"/>
          </a:xfrm>
        </p:spPr>
        <p:txBody>
          <a:bodyPr anchor="t">
            <a:normAutofit fontScale="87500" lnSpcReduction="10000"/>
          </a:bodyPr>
          <a:lstStyle/>
          <a:p>
            <a:pPr marL="609600" indent="-609600">
              <a:lnSpc>
                <a:spcPct val="90000"/>
              </a:lnSpc>
            </a:pPr>
            <a:r>
              <a:rPr lang="en-US" altLang="en-US" sz="3200" b="1" dirty="0">
                <a:solidFill>
                  <a:schemeClr val="accent1"/>
                </a:solidFill>
                <a:latin typeface="华文细黑" panose="02010600040101010101" pitchFamily="2" charset="-122"/>
                <a:ea typeface="华文细黑" panose="02010600040101010101" pitchFamily="2" charset="-122"/>
              </a:rPr>
              <a:t>数字音频取证常用算法</a:t>
            </a:r>
            <a:r>
              <a:rPr lang="zh-CN" altLang="en-US" sz="2800" dirty="0">
                <a:latin typeface="华文细黑" panose="02010600040101010101" pitchFamily="2" charset="-122"/>
                <a:ea typeface="华文细黑" panose="02010600040101010101" pitchFamily="2" charset="-122"/>
              </a:rPr>
              <a:t> </a:t>
            </a:r>
            <a:endParaRPr lang="zh-CN" altLang="en-US" sz="2800" b="1" dirty="0">
              <a:latin typeface="华文细黑" panose="02010600040101010101" pitchFamily="2" charset="-122"/>
              <a:ea typeface="华文细黑" panose="02010600040101010101" pitchFamily="2" charset="-122"/>
            </a:endParaRPr>
          </a:p>
          <a:p>
            <a:pPr marL="609600" indent="-609600">
              <a:lnSpc>
                <a:spcPct val="90000"/>
              </a:lnSpc>
            </a:pPr>
            <a:endParaRPr lang="zh-CN" altLang="en-US" sz="7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rPr>
              <a:t>（1）基于电网频率的分析的算法</a:t>
            </a: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rPr>
              <a:t>通过提取录音里面的电网频率，检测录音内容的完整性和认证录音的时间。</a:t>
            </a: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rPr>
              <a:t>（2）基于检测录音设备环境的算法</a:t>
            </a: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rPr>
              <a:t>将待检测音频的本底噪声与录音设备的本底噪声比较，从而判断该音频文件是否包含由其他录音设备录制的视频。</a:t>
            </a: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rPr>
              <a:t>（3）基于篡改痕迹的分析算法</a:t>
            </a: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rPr>
              <a:t>自然语音信号在频域的高阶统计量具有弱相关性，篡改的语音会增强这一相关性。</a:t>
            </a:r>
          </a:p>
        </p:txBody>
      </p:sp>
      <p:sp>
        <p:nvSpPr>
          <p:cNvPr id="72708" name="矩形 22016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2709" name="矩形 22016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2710" name="矩形 22016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59</a:t>
            </a:fld>
            <a:endParaRPr lang="zh-CN" altLang="en-US" sz="1400" b="0" dirty="0">
              <a:latin typeface="Times New Roman" panose="02020603050405020304" pitchFamily="18" charset="0"/>
              <a:ea typeface="宋体" panose="02010600030101010101" pitchFamily="2" charset="-122"/>
            </a:endParaRPr>
          </a:p>
        </p:txBody>
      </p:sp>
      <p:sp>
        <p:nvSpPr>
          <p:cNvPr id="221186" name="标题 221185"/>
          <p:cNvSpPr>
            <a:spLocks noGrp="1"/>
          </p:cNvSpPr>
          <p:nvPr>
            <p:ph type="title"/>
          </p:nvPr>
        </p:nvSpPr>
        <p:spPr>
          <a:xfrm>
            <a:off x="611188" y="549275"/>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73731" name="文本占位符 221186"/>
          <p:cNvSpPr>
            <a:spLocks noGrp="1"/>
          </p:cNvSpPr>
          <p:nvPr>
            <p:ph idx="1"/>
          </p:nvPr>
        </p:nvSpPr>
        <p:spPr>
          <a:xfrm>
            <a:off x="431800" y="1592263"/>
            <a:ext cx="8351838" cy="4824412"/>
          </a:xfrm>
        </p:spPr>
        <p:txBody>
          <a:bodyPr anchor="t">
            <a:normAutofit fontScale="97500"/>
          </a:bodyPr>
          <a:lstStyle/>
          <a:p>
            <a:pPr marL="609600" indent="-609600">
              <a:lnSpc>
                <a:spcPct val="80000"/>
              </a:lnSpc>
            </a:pPr>
            <a:r>
              <a:rPr lang="en-US" altLang="en-US" sz="2900" b="1" dirty="0">
                <a:solidFill>
                  <a:schemeClr val="accent1"/>
                </a:solidFill>
                <a:latin typeface="华文细黑" panose="02010600040101010101" pitchFamily="2" charset="-122"/>
                <a:ea typeface="华文细黑" panose="02010600040101010101" pitchFamily="2" charset="-122"/>
              </a:rPr>
              <a:t>数字音频取证发展趋势</a:t>
            </a:r>
            <a:r>
              <a:rPr lang="zh-CN" altLang="en-US" sz="2800" dirty="0">
                <a:latin typeface="华文细黑" panose="02010600040101010101" pitchFamily="2" charset="-122"/>
                <a:ea typeface="华文细黑" panose="02010600040101010101" pitchFamily="2" charset="-122"/>
              </a:rPr>
              <a:t> </a:t>
            </a:r>
          </a:p>
          <a:p>
            <a:pPr marL="609600" indent="-609600">
              <a:lnSpc>
                <a:spcPct val="80000"/>
              </a:lnSpc>
            </a:pPr>
            <a:endParaRPr lang="zh-CN" altLang="en-US" sz="6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数字音频取证目前还存在很多不足之处，主要有：</a:t>
            </a: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（1）篡改定位</a:t>
            </a: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目前音频取证需要专家反复辩听音频，确定可疑区域后再借助音频分析方法定位篡改。自动定位篡改可以大大加快取证进度。</a:t>
            </a: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（2）针对压缩格式音频的分析</a:t>
            </a: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目前很多数字录音设备的录音文件格式均为MP3、WMA等压缩格式。</a:t>
            </a: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（3）鲁棒性</a:t>
            </a:r>
            <a:endParaRPr lang="zh-CN" altLang="en-US" sz="1400" dirty="0">
              <a:latin typeface="华文细黑" panose="02010600040101010101" pitchFamily="2" charset="-122"/>
              <a:ea typeface="华文细黑" panose="02010600040101010101" pitchFamily="2" charset="-122"/>
            </a:endParaRPr>
          </a:p>
        </p:txBody>
      </p:sp>
      <p:sp>
        <p:nvSpPr>
          <p:cNvPr id="73732" name="矩形 22118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3733" name="矩形 221188"/>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3734" name="矩形 22118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60</a:t>
            </a:fld>
            <a:endParaRPr lang="zh-CN" altLang="en-US" sz="1400" b="0" dirty="0">
              <a:latin typeface="Times New Roman" panose="02020603050405020304" pitchFamily="18" charset="0"/>
              <a:ea typeface="宋体" panose="02010600030101010101" pitchFamily="2" charset="-122"/>
            </a:endParaRPr>
          </a:p>
        </p:txBody>
      </p:sp>
      <p:sp>
        <p:nvSpPr>
          <p:cNvPr id="222210" name="标题 222209"/>
          <p:cNvSpPr>
            <a:spLocks noGrp="1"/>
          </p:cNvSpPr>
          <p:nvPr>
            <p:ph type="title"/>
          </p:nvPr>
        </p:nvSpPr>
        <p:spPr>
          <a:xfrm>
            <a:off x="611188" y="584200"/>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74755" name="文本占位符 222210"/>
          <p:cNvSpPr>
            <a:spLocks noGrp="1"/>
          </p:cNvSpPr>
          <p:nvPr>
            <p:ph idx="1"/>
          </p:nvPr>
        </p:nvSpPr>
        <p:spPr>
          <a:xfrm>
            <a:off x="503238" y="1700213"/>
            <a:ext cx="8137525" cy="4789487"/>
          </a:xfrm>
        </p:spPr>
        <p:txBody>
          <a:bodyPr anchor="t">
            <a:normAutofit/>
          </a:bodyPr>
          <a:lstStyle/>
          <a:p>
            <a:pPr marL="609600" indent="-609600">
              <a:lnSpc>
                <a:spcPct val="90000"/>
              </a:lnSpc>
            </a:pPr>
            <a:r>
              <a:rPr lang="en-US" altLang="en-US" sz="2800" b="1" dirty="0">
                <a:solidFill>
                  <a:schemeClr val="accent1"/>
                </a:solidFill>
                <a:latin typeface="华文细黑" panose="02010600040101010101" pitchFamily="2" charset="-122"/>
                <a:ea typeface="华文细黑" panose="02010600040101010101" pitchFamily="2" charset="-122"/>
              </a:rPr>
              <a:t>数字音频取证发展趋势</a:t>
            </a:r>
            <a:r>
              <a:rPr lang="zh-CN" altLang="en-US" sz="1600" dirty="0">
                <a:latin typeface="华文细黑" panose="02010600040101010101" pitchFamily="2" charset="-122"/>
                <a:ea typeface="华文细黑" panose="02010600040101010101" pitchFamily="2" charset="-122"/>
              </a:rPr>
              <a:t> </a:t>
            </a:r>
            <a:endParaRPr lang="zh-CN" altLang="en-US" sz="1600" b="1" dirty="0">
              <a:latin typeface="华文细黑" panose="02010600040101010101" pitchFamily="2" charset="-122"/>
              <a:ea typeface="华文细黑" panose="02010600040101010101" pitchFamily="2" charset="-122"/>
            </a:endParaRPr>
          </a:p>
          <a:p>
            <a:pPr marL="609600" indent="-609600">
              <a:lnSpc>
                <a:spcPct val="90000"/>
              </a:lnSpc>
            </a:pPr>
            <a:endParaRPr lang="zh-CN" altLang="en-US" sz="6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尽管数字音频取证技术还处在起步阶段，但数字图像取证已经产生了一系列数字图像取证的方法，如复制粘贴检测、JPEG重压缩检测等。</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虽然很多合适图像取证的方法无法直接应用在音频上，但是图像取证的很多指导思想是值得音频取证借鉴的。</a:t>
            </a:r>
          </a:p>
        </p:txBody>
      </p:sp>
      <p:sp>
        <p:nvSpPr>
          <p:cNvPr id="74756" name="矩形 22221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4757" name="矩形 222212"/>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4758" name="矩形 22221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61</a:t>
            </a:fld>
            <a:endParaRPr lang="zh-CN" altLang="en-US" sz="1400" b="0" dirty="0">
              <a:latin typeface="Times New Roman" panose="02020603050405020304" pitchFamily="18" charset="0"/>
              <a:ea typeface="宋体" panose="02010600030101010101" pitchFamily="2" charset="-122"/>
            </a:endParaRPr>
          </a:p>
        </p:txBody>
      </p:sp>
      <p:sp>
        <p:nvSpPr>
          <p:cNvPr id="222210" name="标题 22220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74755" name="文本占位符 222210"/>
          <p:cNvSpPr>
            <a:spLocks noGrp="1"/>
          </p:cNvSpPr>
          <p:nvPr>
            <p:ph idx="1"/>
          </p:nvPr>
        </p:nvSpPr>
        <p:spPr/>
        <p:txBody>
          <a:bodyPr anchor="t">
            <a:normAutofit/>
          </a:bodyPr>
          <a:lstStyle/>
          <a:p>
            <a:pPr marL="609600" marR="0" indent="-609600" algn="l" defTabSz="685800" rtl="0" eaLnBrk="1" fontAlgn="base" latinLnBrk="0" hangingPunct="1">
              <a:lnSpc>
                <a:spcPct val="100000"/>
              </a:lnSpc>
              <a:spcBef>
                <a:spcPts val="750"/>
              </a:spcBef>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数字音频取证发展趋势 </a:t>
            </a:r>
          </a:p>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pPr>
            <a:endParaRPr kumimoji="0" lang="zh-CN" altLang="en-US" sz="6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MP3是当前最常见、使用最广泛的数字音频格式，但针对这一格式的音频取证技术的报道还很少，因此很有必要开发与MP3相关的取证技术。</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鉴别假音质的音乐、鉴别音频的原始性、定位音频的篡改等。这些将可能成为数字音频取证的重要内容。</a:t>
            </a:r>
          </a:p>
        </p:txBody>
      </p:sp>
      <p:sp>
        <p:nvSpPr>
          <p:cNvPr id="97284" name="矩形 22221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7285" name="矩形 222212"/>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7286" name="矩形 22221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62</a:t>
            </a:fld>
            <a:endParaRPr lang="zh-CN" altLang="en-US" sz="1400" b="0" dirty="0">
              <a:latin typeface="Times New Roman" panose="02020603050405020304" pitchFamily="18" charset="0"/>
              <a:ea typeface="宋体" panose="02010600030101010101" pitchFamily="2" charset="-122"/>
            </a:endParaRPr>
          </a:p>
        </p:txBody>
      </p:sp>
      <p:sp>
        <p:nvSpPr>
          <p:cNvPr id="108546" name="标题 10854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思考题</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98307" name="文本占位符 108546"/>
          <p:cNvSpPr>
            <a:spLocks noGrp="1"/>
          </p:cNvSpPr>
          <p:nvPr>
            <p:ph type="body" sz="half" idx="4294967295"/>
          </p:nvPr>
        </p:nvSpPr>
        <p:spPr>
          <a:xfrm>
            <a:off x="628650" y="1085850"/>
            <a:ext cx="8280400" cy="5400675"/>
          </a:xfrm>
          <a:noFill/>
          <a:ln>
            <a:noFill/>
          </a:ln>
        </p:spPr>
        <p:txBody>
          <a:bodyPr anchor="t">
            <a:normAutofit/>
          </a:bodyPr>
          <a:lstStyle>
            <a:lvl1pPr lvl="0">
              <a:buClr>
                <a:schemeClr val="accent1"/>
              </a:buClr>
              <a:buSzTx/>
              <a:buFont typeface="Wingdings" panose="05000000000000000000" pitchFamily="2" charset="2"/>
              <a:defRPr sz="2800"/>
            </a:lvl1pPr>
            <a:lvl2pPr lvl="1">
              <a:buClrTx/>
              <a:buSzTx/>
              <a:buFont typeface="Wingdings" panose="05000000000000000000" pitchFamily="2" charset="2"/>
              <a:defRPr sz="2400"/>
            </a:lvl2pPr>
            <a:lvl3pPr lvl="2">
              <a:buClrTx/>
              <a:buSzTx/>
              <a:buFont typeface="Wingdings" panose="05000000000000000000" pitchFamily="2" charset="2"/>
              <a:defRPr sz="2000"/>
            </a:lvl3pPr>
            <a:lvl4pPr lvl="3">
              <a:buClrTx/>
              <a:buSzTx/>
              <a:buFont typeface="Wingdings" panose="05000000000000000000" pitchFamily="2" charset="2"/>
              <a:defRPr sz="1800"/>
            </a:lvl4pPr>
            <a:lvl5pPr lvl="4">
              <a:buClrTx/>
              <a:buSzTx/>
              <a:buFont typeface="Wingdings" panose="05000000000000000000" pitchFamily="2" charset="2"/>
              <a:defRPr sz="1800"/>
            </a:lvl5pPr>
          </a:lstStyle>
          <a:p>
            <a:pPr marL="609600" indent="-609600" fontAlgn="base">
              <a:lnSpc>
                <a:spcPct val="150000"/>
              </a:lnSpc>
              <a:spcBef>
                <a:spcPts val="600"/>
              </a:spcBef>
              <a:buClr>
                <a:schemeClr val="accent2"/>
              </a:buClr>
              <a:buSzPct val="80000"/>
            </a:pPr>
            <a:endParaRPr lang="en-US" altLang="zh-CN" sz="600" b="1" dirty="0">
              <a:ea typeface="华文细黑" panose="02010600040101010101" pitchFamily="2" charset="-122"/>
            </a:endParaRPr>
          </a:p>
          <a:p>
            <a:pPr marL="609600" indent="-609600" fontAlgn="base">
              <a:lnSpc>
                <a:spcPct val="150000"/>
              </a:lnSpc>
              <a:spcBef>
                <a:spcPts val="600"/>
              </a:spcBef>
              <a:buClr>
                <a:schemeClr val="accent2"/>
              </a:buClr>
              <a:buSzPct val="80000"/>
            </a:pPr>
            <a:r>
              <a:rPr lang="zh-CN" altLang="en-US" sz="2200" b="1" dirty="0">
                <a:ea typeface="华文细黑" panose="02010600040101010101" pitchFamily="2" charset="-122"/>
              </a:rPr>
              <a:t>简述音频文件的常见存储格式及其各自特点。</a:t>
            </a:r>
          </a:p>
          <a:p>
            <a:pPr marL="609600" indent="-609600" fontAlgn="base">
              <a:lnSpc>
                <a:spcPct val="150000"/>
              </a:lnSpc>
              <a:spcBef>
                <a:spcPts val="600"/>
              </a:spcBef>
              <a:buClr>
                <a:schemeClr val="accent2"/>
              </a:buClr>
              <a:buSzPct val="80000"/>
            </a:pPr>
            <a:r>
              <a:rPr lang="zh-CN" altLang="en-US" sz="2200" b="1" dirty="0">
                <a:ea typeface="华文细黑" panose="02010600040101010101" pitchFamily="2" charset="-122"/>
              </a:rPr>
              <a:t>常见的音频素材获取途径有哪几种？</a:t>
            </a:r>
          </a:p>
          <a:p>
            <a:pPr marL="609600" indent="-609600" fontAlgn="base">
              <a:lnSpc>
                <a:spcPct val="150000"/>
              </a:lnSpc>
              <a:spcBef>
                <a:spcPts val="600"/>
              </a:spcBef>
              <a:buClr>
                <a:schemeClr val="accent2"/>
              </a:buClr>
              <a:buSzPct val="80000"/>
            </a:pPr>
            <a:r>
              <a:rPr lang="zh-CN" altLang="en-US" sz="2200" b="1" dirty="0">
                <a:ea typeface="华文细黑" panose="02010600040101010101" pitchFamily="2" charset="-122"/>
              </a:rPr>
              <a:t>什么是采样？什么是量化？什么是编码？</a:t>
            </a:r>
          </a:p>
          <a:p>
            <a:pPr marL="609600" indent="-609600" fontAlgn="base">
              <a:lnSpc>
                <a:spcPct val="150000"/>
              </a:lnSpc>
              <a:spcBef>
                <a:spcPts val="600"/>
              </a:spcBef>
              <a:buClr>
                <a:schemeClr val="accent2"/>
              </a:buClr>
              <a:buSzPct val="80000"/>
            </a:pPr>
            <a:r>
              <a:rPr lang="zh-CN" altLang="en-US" sz="2200" b="1" dirty="0">
                <a:ea typeface="华文细黑" panose="02010600040101010101" pitchFamily="2" charset="-122"/>
              </a:rPr>
              <a:t>论述回声的相关原理。</a:t>
            </a:r>
          </a:p>
          <a:p>
            <a:pPr marL="609600" indent="-609600" fontAlgn="base">
              <a:lnSpc>
                <a:spcPct val="150000"/>
              </a:lnSpc>
              <a:spcBef>
                <a:spcPts val="600"/>
              </a:spcBef>
              <a:buClr>
                <a:schemeClr val="accent2"/>
              </a:buClr>
              <a:buSzPct val="80000"/>
            </a:pPr>
            <a:r>
              <a:rPr lang="zh-CN" altLang="en-US" sz="2200" b="1" dirty="0">
                <a:ea typeface="华文细黑" panose="02010600040101010101" pitchFamily="2" charset="-122"/>
              </a:rPr>
              <a:t>假设目前正在使用麦克风进行录音，采样频率设为22kHZ，量化选为16位，在不采用压缩技术的情况下，计算录制</a:t>
            </a:r>
            <a:r>
              <a:rPr lang="en-US" altLang="zh-CN" sz="2200" b="1" dirty="0">
                <a:ea typeface="华文细黑" panose="02010600040101010101" pitchFamily="2" charset="-122"/>
              </a:rPr>
              <a:t>60</a:t>
            </a:r>
            <a:r>
              <a:rPr lang="zh-CN" altLang="en-US" sz="2200" b="1" dirty="0">
                <a:ea typeface="华文细黑" panose="02010600040101010101" pitchFamily="2" charset="-122"/>
              </a:rPr>
              <a:t>秒的立体声文件大约需要多少空间？</a:t>
            </a:r>
          </a:p>
        </p:txBody>
      </p:sp>
      <p:sp>
        <p:nvSpPr>
          <p:cNvPr id="98308" name="矩形 108547"/>
          <p:cNvSpPr/>
          <p:nvPr/>
        </p:nvSpPr>
        <p:spPr>
          <a:xfrm>
            <a:off x="0" y="31099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09" name="矩形 10854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0" name="矩形 10854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1" name="矩形 10855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2" name="矩形 108551"/>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3" name="矩形 10855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4" name="矩形 10855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5" name="矩形 10855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6" name="矩形 10855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7" name="矩形 10855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8" name="矩形 10855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9" name="矩形 10855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20" name="矩形 10855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63</a:t>
            </a:fld>
            <a:endParaRPr lang="zh-CN" altLang="en-US" sz="1400" b="0" dirty="0">
              <a:latin typeface="Times New Roman" panose="02020603050405020304" pitchFamily="18" charset="0"/>
              <a:ea typeface="宋体" panose="02010600030101010101" pitchFamily="2" charset="-122"/>
            </a:endParaRPr>
          </a:p>
        </p:txBody>
      </p:sp>
      <p:sp>
        <p:nvSpPr>
          <p:cNvPr id="211970" name="标题 21196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思考题</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99331" name="文本占位符 211970"/>
          <p:cNvSpPr>
            <a:spLocks noGrp="1"/>
          </p:cNvSpPr>
          <p:nvPr>
            <p:ph type="body" sz="half" idx="4294967295"/>
          </p:nvPr>
        </p:nvSpPr>
        <p:spPr>
          <a:xfrm>
            <a:off x="863600" y="1160462"/>
            <a:ext cx="8280400" cy="5195883"/>
          </a:xfrm>
          <a:noFill/>
          <a:ln>
            <a:noFill/>
          </a:ln>
        </p:spPr>
        <p:txBody>
          <a:bodyPr anchor="t">
            <a:noAutofit/>
          </a:bodyPr>
          <a:lstStyle>
            <a:lvl1pPr lvl="0">
              <a:buClr>
                <a:schemeClr val="accent1"/>
              </a:buClr>
              <a:buSzTx/>
              <a:buFont typeface="Wingdings" panose="05000000000000000000" pitchFamily="2" charset="2"/>
              <a:defRPr sz="2800"/>
            </a:lvl1pPr>
            <a:lvl2pPr lvl="1">
              <a:buClrTx/>
              <a:buSzTx/>
              <a:buFont typeface="Wingdings" panose="05000000000000000000" pitchFamily="2" charset="2"/>
              <a:defRPr sz="2400"/>
            </a:lvl2pPr>
            <a:lvl3pPr lvl="2">
              <a:buClrTx/>
              <a:buSzTx/>
              <a:buFont typeface="Wingdings" panose="05000000000000000000" pitchFamily="2" charset="2"/>
              <a:defRPr sz="2000"/>
            </a:lvl3pPr>
            <a:lvl4pPr lvl="3">
              <a:buClrTx/>
              <a:buSzTx/>
              <a:buFont typeface="Wingdings" panose="05000000000000000000" pitchFamily="2" charset="2"/>
              <a:defRPr sz="1800"/>
            </a:lvl4pPr>
            <a:lvl5pPr lvl="4">
              <a:buClrTx/>
              <a:buSzTx/>
              <a:buFont typeface="Wingdings" panose="05000000000000000000" pitchFamily="2" charset="2"/>
              <a:defRPr sz="1800"/>
            </a:lvl5pPr>
          </a:lstStyle>
          <a:p>
            <a:pPr marL="609600" lvl="0" indent="-609600">
              <a:buClr>
                <a:schemeClr val="accent2"/>
              </a:buClr>
              <a:buSzPct val="80000"/>
              <a:buNone/>
            </a:pPr>
            <a:endParaRPr lang="en-US" altLang="zh-CN" sz="600" dirty="0"/>
          </a:p>
          <a:p>
            <a:pPr marL="609600" lvl="0" indent="-609600">
              <a:lnSpc>
                <a:spcPct val="150000"/>
              </a:lnSpc>
              <a:spcBef>
                <a:spcPts val="600"/>
              </a:spcBef>
              <a:buClr>
                <a:schemeClr val="accent2"/>
              </a:buClr>
              <a:buSzPct val="80000"/>
            </a:pPr>
            <a:r>
              <a:rPr lang="zh-CN" altLang="en-US" sz="2200" b="1" dirty="0">
                <a:ea typeface="华文细黑" panose="02010600040101010101" pitchFamily="2" charset="-122"/>
              </a:rPr>
              <a:t>简述数字音频信号的一般处理过程。</a:t>
            </a:r>
          </a:p>
          <a:p>
            <a:pPr marL="609600" lvl="0" indent="-609600">
              <a:lnSpc>
                <a:spcPct val="150000"/>
              </a:lnSpc>
              <a:spcBef>
                <a:spcPts val="600"/>
              </a:spcBef>
              <a:buClr>
                <a:schemeClr val="accent2"/>
              </a:buClr>
              <a:buSzPct val="80000"/>
            </a:pPr>
            <a:r>
              <a:rPr lang="zh-CN" altLang="en-US" sz="2200" b="1" dirty="0">
                <a:ea typeface="华文细黑" panose="02010600040101010101" pitchFamily="2" charset="-122"/>
              </a:rPr>
              <a:t>分析数字音频完全加密和选择性加密的优缺点。</a:t>
            </a:r>
          </a:p>
          <a:p>
            <a:pPr marL="609600" lvl="0" indent="-609600">
              <a:lnSpc>
                <a:spcPct val="150000"/>
              </a:lnSpc>
              <a:spcBef>
                <a:spcPts val="600"/>
              </a:spcBef>
              <a:buClr>
                <a:schemeClr val="accent2"/>
              </a:buClr>
              <a:buSzPct val="80000"/>
            </a:pPr>
            <a:r>
              <a:rPr lang="zh-CN" altLang="en-US" sz="2200" b="1" dirty="0">
                <a:ea typeface="华文细黑" panose="02010600040101010101" pitchFamily="2" charset="-122"/>
              </a:rPr>
              <a:t>列举数字音频水印技术的用途（至少</a:t>
            </a:r>
            <a:r>
              <a:rPr lang="en-US" altLang="zh-CN" sz="2200" b="1" dirty="0">
                <a:ea typeface="华文细黑" panose="02010600040101010101" pitchFamily="2" charset="-122"/>
              </a:rPr>
              <a:t>5</a:t>
            </a:r>
            <a:r>
              <a:rPr lang="zh-CN" altLang="en-US" sz="2200" b="1" dirty="0">
                <a:ea typeface="华文细黑" panose="02010600040101010101" pitchFamily="2" charset="-122"/>
              </a:rPr>
              <a:t>例）。</a:t>
            </a:r>
          </a:p>
          <a:p>
            <a:pPr marL="609600" lvl="0" indent="-609600">
              <a:lnSpc>
                <a:spcPct val="150000"/>
              </a:lnSpc>
              <a:spcBef>
                <a:spcPts val="600"/>
              </a:spcBef>
              <a:buClr>
                <a:schemeClr val="accent2"/>
              </a:buClr>
              <a:buSzPct val="80000"/>
            </a:pPr>
            <a:r>
              <a:rPr lang="zh-CN" altLang="en-US" sz="2200" b="1" dirty="0">
                <a:ea typeface="华文细黑" panose="02010600040101010101" pitchFamily="2" charset="-122"/>
              </a:rPr>
              <a:t>数字音频水印与一般图像水印有何异同。</a:t>
            </a:r>
          </a:p>
          <a:p>
            <a:pPr marL="609600" lvl="0" indent="-609600">
              <a:lnSpc>
                <a:spcPct val="150000"/>
              </a:lnSpc>
              <a:spcBef>
                <a:spcPts val="600"/>
              </a:spcBef>
              <a:buClr>
                <a:schemeClr val="accent2"/>
              </a:buClr>
              <a:buSzPct val="80000"/>
            </a:pPr>
            <a:r>
              <a:rPr lang="zh-CN" altLang="en-US" sz="2200" b="1" dirty="0">
                <a:ea typeface="华文细黑" panose="02010600040101010101" pitchFamily="2" charset="-122"/>
              </a:rPr>
              <a:t>详细说明</a:t>
            </a:r>
            <a:r>
              <a:rPr lang="en-US" altLang="zh-CN" sz="2200" b="1" dirty="0">
                <a:ea typeface="华文细黑" panose="02010600040101010101" pitchFamily="2" charset="-122"/>
              </a:rPr>
              <a:t>LSB</a:t>
            </a:r>
            <a:r>
              <a:rPr lang="zh-CN" altLang="en-US" sz="2200" b="1" dirty="0">
                <a:ea typeface="华文细黑" panose="02010600040101010101" pitchFamily="2" charset="-122"/>
              </a:rPr>
              <a:t>算法流程。</a:t>
            </a:r>
          </a:p>
          <a:p>
            <a:pPr marL="609600" lvl="0" indent="-609600">
              <a:lnSpc>
                <a:spcPct val="150000"/>
              </a:lnSpc>
              <a:spcBef>
                <a:spcPts val="600"/>
              </a:spcBef>
              <a:buClr>
                <a:schemeClr val="accent2"/>
              </a:buClr>
              <a:buSzPct val="80000"/>
            </a:pPr>
            <a:r>
              <a:rPr lang="zh-CN" altLang="en-US" sz="2200" b="1" dirty="0">
                <a:ea typeface="华文细黑" panose="02010600040101010101" pitchFamily="2" charset="-122"/>
              </a:rPr>
              <a:t>举例说明常见数字音频水印算法并分析其各自特点。</a:t>
            </a:r>
          </a:p>
          <a:p>
            <a:pPr marL="609600" lvl="0" indent="-609600">
              <a:lnSpc>
                <a:spcPct val="150000"/>
              </a:lnSpc>
              <a:spcBef>
                <a:spcPts val="600"/>
              </a:spcBef>
              <a:buClr>
                <a:schemeClr val="accent2"/>
              </a:buClr>
              <a:buSzPct val="80000"/>
            </a:pPr>
            <a:r>
              <a:rPr lang="zh-CN" altLang="en-US" sz="2200" b="1" dirty="0">
                <a:ea typeface="华文细黑" panose="02010600040101010101" pitchFamily="2" charset="-122"/>
              </a:rPr>
              <a:t>列出常见隐写方法并分析其特点。</a:t>
            </a:r>
          </a:p>
          <a:p>
            <a:pPr marL="609600" lvl="0" indent="-609600">
              <a:lnSpc>
                <a:spcPct val="150000"/>
              </a:lnSpc>
              <a:spcBef>
                <a:spcPts val="600"/>
              </a:spcBef>
              <a:buClr>
                <a:schemeClr val="accent2"/>
              </a:buClr>
              <a:buSzPct val="80000"/>
            </a:pPr>
            <a:r>
              <a:rPr lang="zh-CN" altLang="en-US" sz="2200" b="1" dirty="0">
                <a:ea typeface="华文细黑" panose="02010600040101010101" pitchFamily="2" charset="-122"/>
              </a:rPr>
              <a:t>查找一个数字音频隐写工具，做简单仿真实验。</a:t>
            </a:r>
          </a:p>
        </p:txBody>
      </p:sp>
      <p:sp>
        <p:nvSpPr>
          <p:cNvPr id="99332" name="矩形 211971"/>
          <p:cNvSpPr/>
          <p:nvPr/>
        </p:nvSpPr>
        <p:spPr>
          <a:xfrm>
            <a:off x="0" y="31099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33" name="矩形 21197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34" name="矩形 21197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35" name="矩形 21197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36" name="矩形 211975"/>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37" name="矩形 21197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38" name="矩形 21197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39" name="矩形 21197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40" name="矩形 21197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41" name="矩形 21198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42" name="矩形 21198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43" name="矩形 21198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44" name="矩形 21198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257*i*0"/>
  <p:tag name="KSO_WM_TEMPLATE_CATEGORY" val="custom"/>
  <p:tag name="KSO_WM_TEMPLATE_INDEX" val="9160250"/>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1"/>
  <p:tag name="KSO_WM_TEMPLATE_CATEGORY" val="diagram"/>
  <p:tag name="KSO_WM_TEMPLATE_INDEX" val="20169843"/>
  <p:tag name="KSO_WM_UNIT_INDEX"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0"/>
  <p:tag name="KSO_WM_TEMPLATE_CATEGORY" val="diagram"/>
  <p:tag name="KSO_WM_TEMPLATE_INDEX" val="20169843"/>
  <p:tag name="KSO_WM_UNIT_INDEX" val="0"/>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8"/>
  <p:tag name="KSO_WM_TEMPLATE_CATEGORY" val="diagram"/>
  <p:tag name="KSO_WM_TEMPLATE_INDEX" val="20169843"/>
  <p:tag name="KSO_WM_UNIT_INDEX" val="8"/>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3"/>
  <p:tag name="KSO_WM_TEMPLATE_CATEGORY" val="diagram"/>
  <p:tag name="KSO_WM_TEMPLATE_INDEX" val="20169843"/>
  <p:tag name="KSO_WM_UNIT_INDEX" val="23"/>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4"/>
  <p:tag name="KSO_WM_TEMPLATE_CATEGORY" val="diagram"/>
  <p:tag name="KSO_WM_TEMPLATE_INDEX" val="20169843"/>
  <p:tag name="KSO_WM_UNIT_INDEX" val="4"/>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5"/>
  <p:tag name="KSO_WM_TEMPLATE_CATEGORY" val="diagram"/>
  <p:tag name="KSO_WM_TEMPLATE_INDEX" val="20169843"/>
  <p:tag name="KSO_WM_UNIT_INDEX" val="5"/>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6"/>
  <p:tag name="KSO_WM_TEMPLATE_CATEGORY" val="diagram"/>
  <p:tag name="KSO_WM_TEMPLATE_INDEX" val="20169843"/>
  <p:tag name="KSO_WM_UNIT_INDEX" val="6"/>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4"/>
  <p:tag name="KSO_WM_TEMPLATE_CATEGORY" val="diagram"/>
  <p:tag name="KSO_WM_TEMPLATE_INDEX" val="20169843"/>
  <p:tag name="KSO_WM_UNIT_INDEX" val="24"/>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257*i*0"/>
  <p:tag name="KSO_WM_TEMPLATE_CATEGORY" val="custom"/>
  <p:tag name="KSO_WM_TEMPLATE_INDEX" val="9160250"/>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1"/>
  <p:tag name="KSO_WM_TEMPLATE_CATEGORY" val="diagram"/>
  <p:tag name="KSO_WM_TEMPLATE_INDEX" val="20169843"/>
  <p:tag name="KSO_WM_UNIT_INDEX" val="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0"/>
  <p:tag name="KSO_WM_TEMPLATE_CATEGORY" val="diagram"/>
  <p:tag name="KSO_WM_TEMPLATE_INDEX" val="20169843"/>
  <p:tag name="KSO_WM_UNIT_INDEX" val="0"/>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8"/>
  <p:tag name="KSO_WM_TEMPLATE_CATEGORY" val="diagram"/>
  <p:tag name="KSO_WM_TEMPLATE_INDEX" val="20169843"/>
  <p:tag name="KSO_WM_UNIT_INDEX" val="8"/>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3"/>
  <p:tag name="KSO_WM_TEMPLATE_CATEGORY" val="diagram"/>
  <p:tag name="KSO_WM_TEMPLATE_INDEX" val="20169843"/>
  <p:tag name="KSO_WM_UNIT_INDEX" val="23"/>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4"/>
  <p:tag name="KSO_WM_TEMPLATE_CATEGORY" val="diagram"/>
  <p:tag name="KSO_WM_TEMPLATE_INDEX" val="20169843"/>
  <p:tag name="KSO_WM_UNIT_INDEX" val="4"/>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5"/>
  <p:tag name="KSO_WM_TEMPLATE_CATEGORY" val="diagram"/>
  <p:tag name="KSO_WM_TEMPLATE_INDEX" val="20169843"/>
  <p:tag name="KSO_WM_UNIT_INDEX" val="5"/>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6"/>
  <p:tag name="KSO_WM_TEMPLATE_CATEGORY" val="diagram"/>
  <p:tag name="KSO_WM_TEMPLATE_INDEX" val="20169843"/>
  <p:tag name="KSO_WM_UNIT_INDEX" val="6"/>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4"/>
  <p:tag name="KSO_WM_TEMPLATE_CATEGORY" val="diagram"/>
  <p:tag name="KSO_WM_TEMPLATE_INDEX" val="20169843"/>
  <p:tag name="KSO_WM_UNIT_INDEX" val="24"/>
</p:tagLst>
</file>

<file path=ppt/tags/tag2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160,&quot;width&quot;:11177.499212598424}"/>
</p:tagLst>
</file>

<file path=ppt/tags/tag24.xml><?xml version="1.0" encoding="utf-8"?>
<p:tagLst xmlns:a="http://schemas.openxmlformats.org/drawingml/2006/main" xmlns:r="http://schemas.openxmlformats.org/officeDocument/2006/relationships" xmlns:p="http://schemas.openxmlformats.org/presentationml/2006/main">
  <p:tag name="KSO_WM_UNIT_TABLE_BEAUTIFY" val="smartTable{28bfa2be-df53-444e-ad56-e196c6fe931e}"/>
</p:tagLst>
</file>

<file path=ppt/theme/theme1.xml><?xml version="1.0" encoding="utf-8"?>
<a:theme xmlns:a="http://schemas.openxmlformats.org/drawingml/2006/main" name="1_Office 主题">
  <a:themeElements>
    <a:clrScheme name="160570">
      <a:dk1>
        <a:srgbClr val="5F5F5F"/>
      </a:dk1>
      <a:lt1>
        <a:sysClr val="window" lastClr="FFFFFF"/>
      </a:lt1>
      <a:dk2>
        <a:srgbClr val="4D4D4D"/>
      </a:dk2>
      <a:lt2>
        <a:srgbClr val="FFFFFF"/>
      </a:lt2>
      <a:accent1>
        <a:srgbClr val="FC6C2C"/>
      </a:accent1>
      <a:accent2>
        <a:srgbClr val="1C2B38"/>
      </a:accent2>
      <a:accent3>
        <a:srgbClr val="FFC543"/>
      </a:accent3>
      <a:accent4>
        <a:srgbClr val="464F5A"/>
      </a:accent4>
      <a:accent5>
        <a:srgbClr val="5E65A6"/>
      </a:accent5>
      <a:accent6>
        <a:srgbClr val="4283D2"/>
      </a:accent6>
      <a:hlink>
        <a:srgbClr val="9B73B1"/>
      </a:hlink>
      <a:folHlink>
        <a:srgbClr val="D6522E"/>
      </a:folHlink>
    </a:clrScheme>
    <a:fontScheme name="自定义 2">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a:themeElements>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自定义设计方案">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主题">
  <a:themeElements>
    <a:clrScheme name="160570">
      <a:dk1>
        <a:srgbClr val="5F5F5F"/>
      </a:dk1>
      <a:lt1>
        <a:sysClr val="window" lastClr="FFFFFF"/>
      </a:lt1>
      <a:dk2>
        <a:srgbClr val="4D4D4D"/>
      </a:dk2>
      <a:lt2>
        <a:srgbClr val="FFFFFF"/>
      </a:lt2>
      <a:accent1>
        <a:srgbClr val="FC6C2C"/>
      </a:accent1>
      <a:accent2>
        <a:srgbClr val="1C2B38"/>
      </a:accent2>
      <a:accent3>
        <a:srgbClr val="FFC543"/>
      </a:accent3>
      <a:accent4>
        <a:srgbClr val="464F5A"/>
      </a:accent4>
      <a:accent5>
        <a:srgbClr val="5E65A6"/>
      </a:accent5>
      <a:accent6>
        <a:srgbClr val="4283D2"/>
      </a:accent6>
      <a:hlink>
        <a:srgbClr val="9B73B1"/>
      </a:hlink>
      <a:folHlink>
        <a:srgbClr val="D6522E"/>
      </a:folHlink>
    </a:clrScheme>
    <a:fontScheme name="自定义 2">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1539</TotalTime>
  <Words>5450</Words>
  <Application>Microsoft Office PowerPoint</Application>
  <PresentationFormat>全屏显示(4:3)</PresentationFormat>
  <Paragraphs>473</Paragraphs>
  <Slides>63</Slides>
  <Notes>1</Notes>
  <HiddenSlides>0</HiddenSlides>
  <MMClips>0</MMClips>
  <ScaleCrop>false</ScaleCrop>
  <HeadingPairs>
    <vt:vector size="6" baseType="variant">
      <vt:variant>
        <vt:lpstr>已用的字体</vt:lpstr>
      </vt:variant>
      <vt:variant>
        <vt:i4>10</vt:i4>
      </vt:variant>
      <vt:variant>
        <vt:lpstr>主题</vt:lpstr>
      </vt:variant>
      <vt:variant>
        <vt:i4>5</vt:i4>
      </vt:variant>
      <vt:variant>
        <vt:lpstr>幻灯片标题</vt:lpstr>
      </vt:variant>
      <vt:variant>
        <vt:i4>63</vt:i4>
      </vt:variant>
    </vt:vector>
  </HeadingPairs>
  <TitlesOfParts>
    <vt:vector size="78" baseType="lpstr">
      <vt:lpstr>FrutigerNext LT Bold</vt:lpstr>
      <vt:lpstr>FrutigerNext LT Medium</vt:lpstr>
      <vt:lpstr>FrutigerNext LT Regular</vt:lpstr>
      <vt:lpstr>Helvetica Neue</vt:lpstr>
      <vt:lpstr>黑体</vt:lpstr>
      <vt:lpstr>华文细黑</vt:lpstr>
      <vt:lpstr>微软雅黑</vt:lpstr>
      <vt:lpstr>Arial</vt:lpstr>
      <vt:lpstr>Times New Roman</vt:lpstr>
      <vt:lpstr>Wingdings</vt:lpstr>
      <vt:lpstr>1_Office 主题</vt:lpstr>
      <vt:lpstr>default</vt:lpstr>
      <vt:lpstr>2_自定义设计方案</vt:lpstr>
      <vt:lpstr>1_自定义设计方案</vt:lpstr>
      <vt:lpstr>2_Office 主题</vt:lpstr>
      <vt:lpstr>PowerPoint 演示文稿</vt:lpstr>
      <vt:lpstr>本章内容</vt:lpstr>
      <vt:lpstr>学习目标</vt:lpstr>
      <vt:lpstr>引言</vt:lpstr>
      <vt:lpstr> 5.1  数字音频安全基本概念</vt:lpstr>
      <vt:lpstr> 5.1  数字音频安全基本概念</vt:lpstr>
      <vt:lpstr> 5.1  数字音频安全基本概念</vt:lpstr>
      <vt:lpstr> 5.1  数字音频安全基本概念</vt:lpstr>
      <vt:lpstr> 5.1  数字音频安全基本概念</vt:lpstr>
      <vt:lpstr> 5.1  数字音频安全基本概念</vt:lpstr>
      <vt:lpstr> 5.2  数字音频内容加密技术</vt:lpstr>
      <vt:lpstr> 5.2  数字音频内容加密技术</vt:lpstr>
      <vt:lpstr> 5.2  数字音频内容加密技术</vt:lpstr>
      <vt:lpstr> 5.2  数字音频内容加密技术</vt:lpstr>
      <vt:lpstr> 5.2  数字音频内容加密技术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5.4  数字音频隐写分析技术</vt:lpstr>
      <vt:lpstr> 5.4  数字音频隐写分析技术</vt:lpstr>
      <vt:lpstr> 5.4  数字音频隐写分析技术</vt:lpstr>
      <vt:lpstr> 5.4  数字音频隐写分析技术</vt:lpstr>
      <vt:lpstr> 5.4  数字音频隐写分析技术</vt:lpstr>
      <vt:lpstr> 5.4  数字音频隐写分析技术</vt:lpstr>
      <vt:lpstr> 5.4  数字音频隐写分析技术</vt:lpstr>
      <vt:lpstr> 5.4  数字音频隐写分析技术</vt:lpstr>
      <vt:lpstr> 5.4  数字音频隐写分析技术</vt:lpstr>
      <vt:lpstr> 5.4  数字音频隐写分析技术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思考题 </vt:lpstr>
      <vt:lpstr> 思考题 </vt:lpstr>
    </vt:vector>
  </TitlesOfParts>
  <Company>hnu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《数字内容安全》课程简介</dc:title>
  <dc:creator>pengfei</dc:creator>
  <cp:lastModifiedBy>吴 凌云</cp:lastModifiedBy>
  <cp:revision>999</cp:revision>
  <dcterms:created xsi:type="dcterms:W3CDTF">2010-05-14T06:56:15Z</dcterms:created>
  <dcterms:modified xsi:type="dcterms:W3CDTF">2022-11-15T15:50:45Z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