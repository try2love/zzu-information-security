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5.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6.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2.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3.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5.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7.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8.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9.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10.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notesSlides/notesSlide11.xml" ContentType="application/vnd.openxmlformats-officedocument.presentationml.notesSlid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12.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notesSlides/notesSlide13.xml" ContentType="application/vnd.openxmlformats-officedocument.presentationml.notesSlide+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notesSlides/notesSlide17.xml" ContentType="application/vnd.openxmlformats-officedocument.presentationml.notesSlide+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notesSlides/notesSlide18.xml" ContentType="application/vnd.openxmlformats-officedocument.presentationml.notesSlide+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notesSlides/notesSlide20.xml" ContentType="application/vnd.openxmlformats-officedocument.presentationml.notesSlide+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notesSlides/notesSlide2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notesSlides/notesSlide2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notesSlides/notesSlide23.xml" ContentType="application/vnd.openxmlformats-officedocument.presentationml.notesSlide+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notesSlides/notesSlide2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notesSlides/notesSlide25.xml" ContentType="application/vnd.openxmlformats-officedocument.presentationml.notesSlide+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notesSlides/notesSlide2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notesSlides/notesSlide2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notesSlides/notesSlide2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notesSlides/notesSlide2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notesSlides/notesSlide30.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5" r:id="rId5"/>
  </p:sldMasterIdLst>
  <p:notesMasterIdLst>
    <p:notesMasterId r:id="rId38"/>
  </p:notesMasterIdLst>
  <p:sldIdLst>
    <p:sldId id="400" r:id="rId6"/>
    <p:sldId id="414" r:id="rId7"/>
    <p:sldId id="405" r:id="rId8"/>
    <p:sldId id="406" r:id="rId9"/>
    <p:sldId id="454" r:id="rId10"/>
    <p:sldId id="442" r:id="rId11"/>
    <p:sldId id="455" r:id="rId12"/>
    <p:sldId id="456" r:id="rId13"/>
    <p:sldId id="457" r:id="rId14"/>
    <p:sldId id="458" r:id="rId15"/>
    <p:sldId id="459" r:id="rId16"/>
    <p:sldId id="460" r:id="rId17"/>
    <p:sldId id="461" r:id="rId18"/>
    <p:sldId id="443" r:id="rId19"/>
    <p:sldId id="444" r:id="rId20"/>
    <p:sldId id="445" r:id="rId21"/>
    <p:sldId id="446" r:id="rId22"/>
    <p:sldId id="462" r:id="rId23"/>
    <p:sldId id="447" r:id="rId24"/>
    <p:sldId id="463" r:id="rId25"/>
    <p:sldId id="465" r:id="rId26"/>
    <p:sldId id="449" r:id="rId27"/>
    <p:sldId id="448" r:id="rId28"/>
    <p:sldId id="466" r:id="rId29"/>
    <p:sldId id="450" r:id="rId30"/>
    <p:sldId id="464" r:id="rId31"/>
    <p:sldId id="453" r:id="rId32"/>
    <p:sldId id="467" r:id="rId33"/>
    <p:sldId id="451" r:id="rId34"/>
    <p:sldId id="452" r:id="rId35"/>
    <p:sldId id="438" r:id="rId36"/>
    <p:sldId id="403" r:id="rId37"/>
  </p:sldIdLst>
  <p:sldSz cx="9144000" cy="5143500" type="screen16x9"/>
  <p:notesSz cx="6858000" cy="9144000"/>
  <p:defaultTextStyle>
    <a:defPPr>
      <a:defRPr lang="en-US"/>
    </a:defPPr>
    <a:lvl1pPr algn="l" rtl="0" fontAlgn="base">
      <a:spcBef>
        <a:spcPct val="0"/>
      </a:spcBef>
      <a:spcAft>
        <a:spcPct val="0"/>
      </a:spcAft>
      <a:defRPr sz="1700" kern="1200">
        <a:solidFill>
          <a:schemeClr val="tx1"/>
        </a:solidFill>
        <a:latin typeface="FrutigerNext LT Regular"/>
        <a:ea typeface="宋体" panose="02010600030101010101" pitchFamily="2" charset="-122"/>
        <a:cs typeface="+mn-cs"/>
      </a:defRPr>
    </a:lvl1pPr>
    <a:lvl2pPr marL="371475" indent="85725" algn="l" rtl="0" fontAlgn="base">
      <a:spcBef>
        <a:spcPct val="0"/>
      </a:spcBef>
      <a:spcAft>
        <a:spcPct val="0"/>
      </a:spcAft>
      <a:defRPr sz="1700" kern="1200">
        <a:solidFill>
          <a:schemeClr val="tx1"/>
        </a:solidFill>
        <a:latin typeface="FrutigerNext LT Regular"/>
        <a:ea typeface="宋体" panose="02010600030101010101" pitchFamily="2" charset="-122"/>
        <a:cs typeface="+mn-cs"/>
      </a:defRPr>
    </a:lvl2pPr>
    <a:lvl3pPr marL="744855" indent="168275" algn="l" rtl="0" fontAlgn="base">
      <a:spcBef>
        <a:spcPct val="0"/>
      </a:spcBef>
      <a:spcAft>
        <a:spcPct val="0"/>
      </a:spcAft>
      <a:defRPr sz="1700" kern="1200">
        <a:solidFill>
          <a:schemeClr val="tx1"/>
        </a:solidFill>
        <a:latin typeface="FrutigerNext LT Regular"/>
        <a:ea typeface="宋体" panose="02010600030101010101" pitchFamily="2" charset="-122"/>
        <a:cs typeface="+mn-cs"/>
      </a:defRPr>
    </a:lvl3pPr>
    <a:lvl4pPr marL="1116330" indent="254000" algn="l" rtl="0" fontAlgn="base">
      <a:spcBef>
        <a:spcPct val="0"/>
      </a:spcBef>
      <a:spcAft>
        <a:spcPct val="0"/>
      </a:spcAft>
      <a:defRPr sz="1700" kern="1200">
        <a:solidFill>
          <a:schemeClr val="tx1"/>
        </a:solidFill>
        <a:latin typeface="FrutigerNext LT Regular"/>
        <a:ea typeface="宋体" panose="02010600030101010101" pitchFamily="2" charset="-122"/>
        <a:cs typeface="+mn-cs"/>
      </a:defRPr>
    </a:lvl4pPr>
    <a:lvl5pPr marL="1489075" indent="339725" algn="l" rtl="0" fontAlgn="base">
      <a:spcBef>
        <a:spcPct val="0"/>
      </a:spcBef>
      <a:spcAft>
        <a:spcPct val="0"/>
      </a:spcAft>
      <a:defRPr sz="1700" kern="1200">
        <a:solidFill>
          <a:schemeClr val="tx1"/>
        </a:solidFill>
        <a:latin typeface="FrutigerNext LT Regular"/>
        <a:ea typeface="宋体" panose="02010600030101010101" pitchFamily="2" charset="-122"/>
        <a:cs typeface="+mn-cs"/>
      </a:defRPr>
    </a:lvl5pPr>
    <a:lvl6pPr marL="2286000" algn="l" defTabSz="914400" rtl="0" eaLnBrk="1" latinLnBrk="0" hangingPunct="1">
      <a:defRPr sz="1700" kern="1200">
        <a:solidFill>
          <a:schemeClr val="tx1"/>
        </a:solidFill>
        <a:latin typeface="FrutigerNext LT Regular"/>
        <a:ea typeface="宋体" panose="02010600030101010101" pitchFamily="2" charset="-122"/>
        <a:cs typeface="+mn-cs"/>
      </a:defRPr>
    </a:lvl6pPr>
    <a:lvl7pPr marL="2743200" algn="l" defTabSz="914400" rtl="0" eaLnBrk="1" latinLnBrk="0" hangingPunct="1">
      <a:defRPr sz="1700" kern="1200">
        <a:solidFill>
          <a:schemeClr val="tx1"/>
        </a:solidFill>
        <a:latin typeface="FrutigerNext LT Regular"/>
        <a:ea typeface="宋体" panose="02010600030101010101" pitchFamily="2" charset="-122"/>
        <a:cs typeface="+mn-cs"/>
      </a:defRPr>
    </a:lvl7pPr>
    <a:lvl8pPr marL="3200400" algn="l" defTabSz="914400" rtl="0" eaLnBrk="1" latinLnBrk="0" hangingPunct="1">
      <a:defRPr sz="1700" kern="1200">
        <a:solidFill>
          <a:schemeClr val="tx1"/>
        </a:solidFill>
        <a:latin typeface="FrutigerNext LT Regular"/>
        <a:ea typeface="宋体" panose="02010600030101010101" pitchFamily="2" charset="-122"/>
        <a:cs typeface="+mn-cs"/>
      </a:defRPr>
    </a:lvl8pPr>
    <a:lvl9pPr marL="3657600" algn="l" defTabSz="914400" rtl="0" eaLnBrk="1" latinLnBrk="0" hangingPunct="1">
      <a:defRPr sz="1700" kern="1200">
        <a:solidFill>
          <a:schemeClr val="tx1"/>
        </a:solidFill>
        <a:latin typeface="FrutigerNext LT Regular"/>
        <a:ea typeface="宋体" panose="02010600030101010101" pitchFamily="2" charset="-122"/>
        <a:cs typeface="+mn-cs"/>
      </a:defRPr>
    </a:lvl9pPr>
  </p:defaultTextStyle>
  <p:extLst>
    <p:ext uri="{EFAFB233-063F-42B5-8137-9DF3F51BA10A}">
      <p15:sldGuideLst xmlns:p15="http://schemas.microsoft.com/office/powerpoint/2012/main">
        <p15:guide id="1" orient="horz" pos="1837">
          <p15:clr>
            <a:srgbClr val="A4A3A4"/>
          </p15:clr>
        </p15:guide>
        <p15:guide id="2" pos="294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464F5A"/>
    <a:srgbClr val="5F5F5F"/>
    <a:srgbClr val="FC611F"/>
    <a:srgbClr val="0000FF"/>
    <a:srgbClr val="1C1C1C"/>
    <a:srgbClr val="FFC54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85417" autoAdjust="0"/>
  </p:normalViewPr>
  <p:slideViewPr>
    <p:cSldViewPr>
      <p:cViewPr varScale="1">
        <p:scale>
          <a:sx n="113" d="100"/>
          <a:sy n="113" d="100"/>
        </p:scale>
        <p:origin x="344" y="68"/>
      </p:cViewPr>
      <p:guideLst>
        <p:guide orient="horz" pos="1837"/>
        <p:guide pos="2947"/>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1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E73E749-C3E6-4E35-B6C3-F6B67619701B}" type="doc">
      <dgm:prSet loTypeId="urn:microsoft.com/office/officeart/2005/8/layout/matrix1#1" loCatId="matrix" qsTypeId="urn:microsoft.com/office/officeart/2005/8/quickstyle/simple1#1" qsCatId="simple" csTypeId="urn:microsoft.com/office/officeart/2005/8/colors/accent1_2#1" csCatId="accent1" phldr="1"/>
      <dgm:spPr/>
      <dgm:t>
        <a:bodyPr/>
        <a:lstStyle/>
        <a:p>
          <a:endParaRPr lang="zh-CN" altLang="en-US"/>
        </a:p>
      </dgm:t>
    </dgm:pt>
    <dgm:pt modelId="{73134F1D-B262-4C92-B25B-4DE5A018D07A}">
      <dgm:prSet phldrT="[文本]"/>
      <dgm:spPr/>
      <dgm:t>
        <a:bodyPr/>
        <a:lstStyle/>
        <a:p>
          <a:r>
            <a:rPr lang="zh-CN" altLang="en-US" dirty="0"/>
            <a:t>数字内容</a:t>
          </a:r>
        </a:p>
      </dgm:t>
    </dgm:pt>
    <dgm:pt modelId="{FF543932-27A7-4D66-ACF7-F8B3CD46B932}" type="parTrans" cxnId="{D6208F47-314E-4E19-AC86-C79A6841A42B}">
      <dgm:prSet/>
      <dgm:spPr/>
      <dgm:t>
        <a:bodyPr/>
        <a:lstStyle/>
        <a:p>
          <a:endParaRPr lang="zh-CN" altLang="en-US"/>
        </a:p>
      </dgm:t>
    </dgm:pt>
    <dgm:pt modelId="{A2C4E014-F293-46F0-BB27-C67290181234}" type="sibTrans" cxnId="{D6208F47-314E-4E19-AC86-C79A6841A42B}">
      <dgm:prSet/>
      <dgm:spPr/>
      <dgm:t>
        <a:bodyPr/>
        <a:lstStyle/>
        <a:p>
          <a:endParaRPr lang="zh-CN" altLang="en-US"/>
        </a:p>
      </dgm:t>
    </dgm:pt>
    <dgm:pt modelId="{6C3669EB-42EA-48ED-BEAF-49DC6D051AD4}">
      <dgm:prSet phldrT="[文本]" custT="1"/>
      <dgm:spPr>
        <a:solidFill>
          <a:schemeClr val="bg1">
            <a:lumMod val="85000"/>
          </a:schemeClr>
        </a:solidFill>
      </dgm:spPr>
      <dgm:t>
        <a:bodyPr/>
        <a:lstStyle/>
        <a:p>
          <a:r>
            <a:rPr lang="zh-CN" altLang="en-US" sz="2000" dirty="0">
              <a:solidFill>
                <a:schemeClr val="tx1"/>
              </a:solidFill>
            </a:rPr>
            <a:t>图像</a:t>
          </a:r>
        </a:p>
      </dgm:t>
    </dgm:pt>
    <dgm:pt modelId="{F4365D2B-F0B9-4940-B8D4-791515B6B828}" type="parTrans" cxnId="{B01D3966-E20B-46C9-834C-1969F4C3EE24}">
      <dgm:prSet/>
      <dgm:spPr/>
      <dgm:t>
        <a:bodyPr/>
        <a:lstStyle/>
        <a:p>
          <a:endParaRPr lang="zh-CN" altLang="en-US"/>
        </a:p>
      </dgm:t>
    </dgm:pt>
    <dgm:pt modelId="{B0E61D36-5E92-4BCD-81BD-E86818FB06B6}" type="sibTrans" cxnId="{B01D3966-E20B-46C9-834C-1969F4C3EE24}">
      <dgm:prSet/>
      <dgm:spPr/>
      <dgm:t>
        <a:bodyPr/>
        <a:lstStyle/>
        <a:p>
          <a:endParaRPr lang="zh-CN" altLang="en-US"/>
        </a:p>
      </dgm:t>
    </dgm:pt>
    <dgm:pt modelId="{5F28ABF5-65BD-4AE4-AC87-5F70B65F914D}">
      <dgm:prSet phldrT="[文本]" custT="1"/>
      <dgm:spPr>
        <a:solidFill>
          <a:schemeClr val="bg1">
            <a:lumMod val="85000"/>
          </a:schemeClr>
        </a:solidFill>
      </dgm:spPr>
      <dgm:t>
        <a:bodyPr/>
        <a:lstStyle/>
        <a:p>
          <a:r>
            <a:rPr lang="zh-CN" altLang="en-US" sz="2000" dirty="0">
              <a:solidFill>
                <a:schemeClr val="tx1"/>
              </a:solidFill>
            </a:rPr>
            <a:t>影像</a:t>
          </a:r>
        </a:p>
      </dgm:t>
    </dgm:pt>
    <dgm:pt modelId="{2B422FBB-4090-45A9-A238-A7FB0E5E45B1}" type="parTrans" cxnId="{53D939A1-9243-4628-9B9A-23DB36C7F21B}">
      <dgm:prSet/>
      <dgm:spPr/>
      <dgm:t>
        <a:bodyPr/>
        <a:lstStyle/>
        <a:p>
          <a:endParaRPr lang="zh-CN" altLang="en-US"/>
        </a:p>
      </dgm:t>
    </dgm:pt>
    <dgm:pt modelId="{872D4AAE-9A07-41C2-A0DC-0448C4EFBD28}" type="sibTrans" cxnId="{53D939A1-9243-4628-9B9A-23DB36C7F21B}">
      <dgm:prSet/>
      <dgm:spPr/>
      <dgm:t>
        <a:bodyPr/>
        <a:lstStyle/>
        <a:p>
          <a:endParaRPr lang="zh-CN" altLang="en-US"/>
        </a:p>
      </dgm:t>
    </dgm:pt>
    <dgm:pt modelId="{BDA26E47-FBE3-44C1-B196-F66794680568}">
      <dgm:prSet phldrT="[文本]" custT="1"/>
      <dgm:spPr>
        <a:solidFill>
          <a:schemeClr val="bg1">
            <a:lumMod val="85000"/>
          </a:schemeClr>
        </a:solidFill>
      </dgm:spPr>
      <dgm:t>
        <a:bodyPr/>
        <a:lstStyle/>
        <a:p>
          <a:r>
            <a:rPr lang="zh-CN" altLang="en-US" sz="2000" dirty="0">
              <a:solidFill>
                <a:schemeClr val="tx1"/>
              </a:solidFill>
            </a:rPr>
            <a:t>文字</a:t>
          </a:r>
        </a:p>
      </dgm:t>
    </dgm:pt>
    <dgm:pt modelId="{F7597544-C024-4722-8BBC-740669B0EAE6}" type="parTrans" cxnId="{1CA6A66C-0CE3-49BF-82B9-71C0C7DFFD1D}">
      <dgm:prSet/>
      <dgm:spPr/>
      <dgm:t>
        <a:bodyPr/>
        <a:lstStyle/>
        <a:p>
          <a:endParaRPr lang="zh-CN" altLang="en-US"/>
        </a:p>
      </dgm:t>
    </dgm:pt>
    <dgm:pt modelId="{1F97699C-B623-47C1-AC80-494E5B4929B4}" type="sibTrans" cxnId="{1CA6A66C-0CE3-49BF-82B9-71C0C7DFFD1D}">
      <dgm:prSet/>
      <dgm:spPr/>
      <dgm:t>
        <a:bodyPr/>
        <a:lstStyle/>
        <a:p>
          <a:endParaRPr lang="zh-CN" altLang="en-US"/>
        </a:p>
      </dgm:t>
    </dgm:pt>
    <dgm:pt modelId="{89A98EF8-208A-40D3-B992-8C5FB407F66F}">
      <dgm:prSet phldrT="[文本]" custT="1"/>
      <dgm:spPr>
        <a:solidFill>
          <a:schemeClr val="bg1">
            <a:lumMod val="85000"/>
          </a:schemeClr>
        </a:solidFill>
      </dgm:spPr>
      <dgm:t>
        <a:bodyPr/>
        <a:lstStyle/>
        <a:p>
          <a:r>
            <a:rPr lang="zh-CN" altLang="en-US" sz="2000" dirty="0">
              <a:solidFill>
                <a:schemeClr val="tx1"/>
              </a:solidFill>
            </a:rPr>
            <a:t>语音</a:t>
          </a:r>
        </a:p>
      </dgm:t>
    </dgm:pt>
    <dgm:pt modelId="{D1EF126E-C9A9-4060-86DA-6DD5AAE0E88B}" type="parTrans" cxnId="{56053100-381C-4E4D-99EE-CD95ADE817E4}">
      <dgm:prSet/>
      <dgm:spPr/>
      <dgm:t>
        <a:bodyPr/>
        <a:lstStyle/>
        <a:p>
          <a:endParaRPr lang="zh-CN" altLang="en-US"/>
        </a:p>
      </dgm:t>
    </dgm:pt>
    <dgm:pt modelId="{E3C82027-00F0-4900-9A4E-009D10800DC8}" type="sibTrans" cxnId="{56053100-381C-4E4D-99EE-CD95ADE817E4}">
      <dgm:prSet/>
      <dgm:spPr/>
      <dgm:t>
        <a:bodyPr/>
        <a:lstStyle/>
        <a:p>
          <a:endParaRPr lang="zh-CN" altLang="en-US"/>
        </a:p>
      </dgm:t>
    </dgm:pt>
    <dgm:pt modelId="{D952F8CE-BD47-4D92-AE86-082D400D3976}" type="pres">
      <dgm:prSet presAssocID="{2E73E749-C3E6-4E35-B6C3-F6B67619701B}" presName="diagram" presStyleCnt="0">
        <dgm:presLayoutVars>
          <dgm:chMax val="1"/>
          <dgm:dir/>
          <dgm:animLvl val="ctr"/>
          <dgm:resizeHandles val="exact"/>
        </dgm:presLayoutVars>
      </dgm:prSet>
      <dgm:spPr/>
    </dgm:pt>
    <dgm:pt modelId="{B859F235-FDE7-4F43-9E47-1F70A1765726}" type="pres">
      <dgm:prSet presAssocID="{2E73E749-C3E6-4E35-B6C3-F6B67619701B}" presName="matrix" presStyleCnt="0"/>
      <dgm:spPr/>
    </dgm:pt>
    <dgm:pt modelId="{294C4553-BF41-4039-AAD2-B116FF3E6C84}" type="pres">
      <dgm:prSet presAssocID="{2E73E749-C3E6-4E35-B6C3-F6B67619701B}" presName="tile1" presStyleLbl="node1" presStyleIdx="0" presStyleCnt="4"/>
      <dgm:spPr/>
    </dgm:pt>
    <dgm:pt modelId="{13A7BA55-5C76-4737-988B-F057F17E44A1}" type="pres">
      <dgm:prSet presAssocID="{2E73E749-C3E6-4E35-B6C3-F6B67619701B}" presName="tile1text" presStyleLbl="node1" presStyleIdx="0" presStyleCnt="4">
        <dgm:presLayoutVars>
          <dgm:chMax val="0"/>
          <dgm:chPref val="0"/>
          <dgm:bulletEnabled val="1"/>
        </dgm:presLayoutVars>
      </dgm:prSet>
      <dgm:spPr/>
    </dgm:pt>
    <dgm:pt modelId="{3798BF73-4C43-444B-9355-89586D54E769}" type="pres">
      <dgm:prSet presAssocID="{2E73E749-C3E6-4E35-B6C3-F6B67619701B}" presName="tile2" presStyleLbl="node1" presStyleIdx="1" presStyleCnt="4"/>
      <dgm:spPr/>
    </dgm:pt>
    <dgm:pt modelId="{0C9696C3-CCD8-4525-9C96-FE6D9F266576}" type="pres">
      <dgm:prSet presAssocID="{2E73E749-C3E6-4E35-B6C3-F6B67619701B}" presName="tile2text" presStyleLbl="node1" presStyleIdx="1" presStyleCnt="4">
        <dgm:presLayoutVars>
          <dgm:chMax val="0"/>
          <dgm:chPref val="0"/>
          <dgm:bulletEnabled val="1"/>
        </dgm:presLayoutVars>
      </dgm:prSet>
      <dgm:spPr/>
    </dgm:pt>
    <dgm:pt modelId="{6E45B5A5-6A0D-432D-B1C8-C36469932156}" type="pres">
      <dgm:prSet presAssocID="{2E73E749-C3E6-4E35-B6C3-F6B67619701B}" presName="tile3" presStyleLbl="node1" presStyleIdx="2" presStyleCnt="4"/>
      <dgm:spPr/>
    </dgm:pt>
    <dgm:pt modelId="{466EF9B2-5A7D-4CC7-BA81-1736709F3255}" type="pres">
      <dgm:prSet presAssocID="{2E73E749-C3E6-4E35-B6C3-F6B67619701B}" presName="tile3text" presStyleLbl="node1" presStyleIdx="2" presStyleCnt="4">
        <dgm:presLayoutVars>
          <dgm:chMax val="0"/>
          <dgm:chPref val="0"/>
          <dgm:bulletEnabled val="1"/>
        </dgm:presLayoutVars>
      </dgm:prSet>
      <dgm:spPr/>
    </dgm:pt>
    <dgm:pt modelId="{A733CBCE-CE41-4654-B190-1913514C66FE}" type="pres">
      <dgm:prSet presAssocID="{2E73E749-C3E6-4E35-B6C3-F6B67619701B}" presName="tile4" presStyleLbl="node1" presStyleIdx="3" presStyleCnt="4"/>
      <dgm:spPr/>
    </dgm:pt>
    <dgm:pt modelId="{DDB6FDE2-BDCF-43AD-901D-47BD5EA26884}" type="pres">
      <dgm:prSet presAssocID="{2E73E749-C3E6-4E35-B6C3-F6B67619701B}" presName="tile4text" presStyleLbl="node1" presStyleIdx="3" presStyleCnt="4">
        <dgm:presLayoutVars>
          <dgm:chMax val="0"/>
          <dgm:chPref val="0"/>
          <dgm:bulletEnabled val="1"/>
        </dgm:presLayoutVars>
      </dgm:prSet>
      <dgm:spPr/>
    </dgm:pt>
    <dgm:pt modelId="{55AD2A4B-F875-4C60-9B94-88F685147AE6}" type="pres">
      <dgm:prSet presAssocID="{2E73E749-C3E6-4E35-B6C3-F6B67619701B}" presName="centerTile" presStyleLbl="fgShp" presStyleIdx="0" presStyleCnt="1" custScaleX="141748" custScaleY="170097">
        <dgm:presLayoutVars>
          <dgm:chMax val="0"/>
          <dgm:chPref val="0"/>
        </dgm:presLayoutVars>
      </dgm:prSet>
      <dgm:spPr/>
    </dgm:pt>
  </dgm:ptLst>
  <dgm:cxnLst>
    <dgm:cxn modelId="{56053100-381C-4E4D-99EE-CD95ADE817E4}" srcId="{73134F1D-B262-4C92-B25B-4DE5A018D07A}" destId="{89A98EF8-208A-40D3-B992-8C5FB407F66F}" srcOrd="3" destOrd="0" parTransId="{D1EF126E-C9A9-4060-86DA-6DD5AAE0E88B}" sibTransId="{E3C82027-00F0-4900-9A4E-009D10800DC8}"/>
    <dgm:cxn modelId="{9AF74E3B-CA3F-47E5-8419-AE903C3947A8}" type="presOf" srcId="{5F28ABF5-65BD-4AE4-AC87-5F70B65F914D}" destId="{0C9696C3-CCD8-4525-9C96-FE6D9F266576}" srcOrd="1" destOrd="0" presId="urn:microsoft.com/office/officeart/2005/8/layout/matrix1#1"/>
    <dgm:cxn modelId="{64950D41-DB5B-4731-B712-B4CDE710011A}" type="presOf" srcId="{5F28ABF5-65BD-4AE4-AC87-5F70B65F914D}" destId="{3798BF73-4C43-444B-9355-89586D54E769}" srcOrd="0" destOrd="0" presId="urn:microsoft.com/office/officeart/2005/8/layout/matrix1#1"/>
    <dgm:cxn modelId="{53877744-6B4B-43F5-92E4-5952DF0CB6AE}" type="presOf" srcId="{2E73E749-C3E6-4E35-B6C3-F6B67619701B}" destId="{D952F8CE-BD47-4D92-AE86-082D400D3976}" srcOrd="0" destOrd="0" presId="urn:microsoft.com/office/officeart/2005/8/layout/matrix1#1"/>
    <dgm:cxn modelId="{B01D3966-E20B-46C9-834C-1969F4C3EE24}" srcId="{73134F1D-B262-4C92-B25B-4DE5A018D07A}" destId="{6C3669EB-42EA-48ED-BEAF-49DC6D051AD4}" srcOrd="0" destOrd="0" parTransId="{F4365D2B-F0B9-4940-B8D4-791515B6B828}" sibTransId="{B0E61D36-5E92-4BCD-81BD-E86818FB06B6}"/>
    <dgm:cxn modelId="{D6208F47-314E-4E19-AC86-C79A6841A42B}" srcId="{2E73E749-C3E6-4E35-B6C3-F6B67619701B}" destId="{73134F1D-B262-4C92-B25B-4DE5A018D07A}" srcOrd="0" destOrd="0" parTransId="{FF543932-27A7-4D66-ACF7-F8B3CD46B932}" sibTransId="{A2C4E014-F293-46F0-BB27-C67290181234}"/>
    <dgm:cxn modelId="{1CA6A66C-0CE3-49BF-82B9-71C0C7DFFD1D}" srcId="{73134F1D-B262-4C92-B25B-4DE5A018D07A}" destId="{BDA26E47-FBE3-44C1-B196-F66794680568}" srcOrd="2" destOrd="0" parTransId="{F7597544-C024-4722-8BBC-740669B0EAE6}" sibTransId="{1F97699C-B623-47C1-AC80-494E5B4929B4}"/>
    <dgm:cxn modelId="{6F964F7C-6BBE-44BA-AB38-10E990294995}" type="presOf" srcId="{BDA26E47-FBE3-44C1-B196-F66794680568}" destId="{466EF9B2-5A7D-4CC7-BA81-1736709F3255}" srcOrd="1" destOrd="0" presId="urn:microsoft.com/office/officeart/2005/8/layout/matrix1#1"/>
    <dgm:cxn modelId="{DE962594-6467-4B7C-92B5-5E8B37FBF555}" type="presOf" srcId="{89A98EF8-208A-40D3-B992-8C5FB407F66F}" destId="{A733CBCE-CE41-4654-B190-1913514C66FE}" srcOrd="0" destOrd="0" presId="urn:microsoft.com/office/officeart/2005/8/layout/matrix1#1"/>
    <dgm:cxn modelId="{53D939A1-9243-4628-9B9A-23DB36C7F21B}" srcId="{73134F1D-B262-4C92-B25B-4DE5A018D07A}" destId="{5F28ABF5-65BD-4AE4-AC87-5F70B65F914D}" srcOrd="1" destOrd="0" parTransId="{2B422FBB-4090-45A9-A238-A7FB0E5E45B1}" sibTransId="{872D4AAE-9A07-41C2-A0DC-0448C4EFBD28}"/>
    <dgm:cxn modelId="{CB1CA1B2-F134-488F-BABE-D088E796EDCD}" type="presOf" srcId="{6C3669EB-42EA-48ED-BEAF-49DC6D051AD4}" destId="{13A7BA55-5C76-4737-988B-F057F17E44A1}" srcOrd="1" destOrd="0" presId="urn:microsoft.com/office/officeart/2005/8/layout/matrix1#1"/>
    <dgm:cxn modelId="{176338C0-51A6-4D8B-A3DC-C8CD7315A4B8}" type="presOf" srcId="{6C3669EB-42EA-48ED-BEAF-49DC6D051AD4}" destId="{294C4553-BF41-4039-AAD2-B116FF3E6C84}" srcOrd="0" destOrd="0" presId="urn:microsoft.com/office/officeart/2005/8/layout/matrix1#1"/>
    <dgm:cxn modelId="{CB52B0DE-E72B-408F-830B-FEFA57F4F1F4}" type="presOf" srcId="{73134F1D-B262-4C92-B25B-4DE5A018D07A}" destId="{55AD2A4B-F875-4C60-9B94-88F685147AE6}" srcOrd="0" destOrd="0" presId="urn:microsoft.com/office/officeart/2005/8/layout/matrix1#1"/>
    <dgm:cxn modelId="{086F6CF0-5537-439E-B0A9-F365FD024F07}" type="presOf" srcId="{89A98EF8-208A-40D3-B992-8C5FB407F66F}" destId="{DDB6FDE2-BDCF-43AD-901D-47BD5EA26884}" srcOrd="1" destOrd="0" presId="urn:microsoft.com/office/officeart/2005/8/layout/matrix1#1"/>
    <dgm:cxn modelId="{DF8158F3-F0D0-4782-9EFA-43090B7DE5A0}" type="presOf" srcId="{BDA26E47-FBE3-44C1-B196-F66794680568}" destId="{6E45B5A5-6A0D-432D-B1C8-C36469932156}" srcOrd="0" destOrd="0" presId="urn:microsoft.com/office/officeart/2005/8/layout/matrix1#1"/>
    <dgm:cxn modelId="{EF09AA32-F445-4F71-811A-DFD86C0DE9A4}" type="presParOf" srcId="{D952F8CE-BD47-4D92-AE86-082D400D3976}" destId="{B859F235-FDE7-4F43-9E47-1F70A1765726}" srcOrd="0" destOrd="0" presId="urn:microsoft.com/office/officeart/2005/8/layout/matrix1#1"/>
    <dgm:cxn modelId="{F2FF1A6A-8094-4200-98FE-161CE3158197}" type="presParOf" srcId="{B859F235-FDE7-4F43-9E47-1F70A1765726}" destId="{294C4553-BF41-4039-AAD2-B116FF3E6C84}" srcOrd="0" destOrd="0" presId="urn:microsoft.com/office/officeart/2005/8/layout/matrix1#1"/>
    <dgm:cxn modelId="{F8D3D831-2666-437A-8EF9-A72C7B1A24D2}" type="presParOf" srcId="{B859F235-FDE7-4F43-9E47-1F70A1765726}" destId="{13A7BA55-5C76-4737-988B-F057F17E44A1}" srcOrd="1" destOrd="0" presId="urn:microsoft.com/office/officeart/2005/8/layout/matrix1#1"/>
    <dgm:cxn modelId="{5B8229FF-7B59-4C83-8B22-2931D3404B90}" type="presParOf" srcId="{B859F235-FDE7-4F43-9E47-1F70A1765726}" destId="{3798BF73-4C43-444B-9355-89586D54E769}" srcOrd="2" destOrd="0" presId="urn:microsoft.com/office/officeart/2005/8/layout/matrix1#1"/>
    <dgm:cxn modelId="{0C436CEE-DE94-4B6C-9137-1C573AB2BD5A}" type="presParOf" srcId="{B859F235-FDE7-4F43-9E47-1F70A1765726}" destId="{0C9696C3-CCD8-4525-9C96-FE6D9F266576}" srcOrd="3" destOrd="0" presId="urn:microsoft.com/office/officeart/2005/8/layout/matrix1#1"/>
    <dgm:cxn modelId="{DDC65D66-17D2-4F5E-944A-75FD78FF6D1D}" type="presParOf" srcId="{B859F235-FDE7-4F43-9E47-1F70A1765726}" destId="{6E45B5A5-6A0D-432D-B1C8-C36469932156}" srcOrd="4" destOrd="0" presId="urn:microsoft.com/office/officeart/2005/8/layout/matrix1#1"/>
    <dgm:cxn modelId="{B0131E24-624A-43EA-A07E-B9BDE0AE13C4}" type="presParOf" srcId="{B859F235-FDE7-4F43-9E47-1F70A1765726}" destId="{466EF9B2-5A7D-4CC7-BA81-1736709F3255}" srcOrd="5" destOrd="0" presId="urn:microsoft.com/office/officeart/2005/8/layout/matrix1#1"/>
    <dgm:cxn modelId="{E4ECAFB9-4424-4C1A-8E7F-D514612E191A}" type="presParOf" srcId="{B859F235-FDE7-4F43-9E47-1F70A1765726}" destId="{A733CBCE-CE41-4654-B190-1913514C66FE}" srcOrd="6" destOrd="0" presId="urn:microsoft.com/office/officeart/2005/8/layout/matrix1#1"/>
    <dgm:cxn modelId="{98600091-1310-4EA3-ABA1-CA13812D9668}" type="presParOf" srcId="{B859F235-FDE7-4F43-9E47-1F70A1765726}" destId="{DDB6FDE2-BDCF-43AD-901D-47BD5EA26884}" srcOrd="7" destOrd="0" presId="urn:microsoft.com/office/officeart/2005/8/layout/matrix1#1"/>
    <dgm:cxn modelId="{C10B31DB-FDC0-4AB8-9DE8-E3D8D150A75A}" type="presParOf" srcId="{D952F8CE-BD47-4D92-AE86-082D400D3976}" destId="{55AD2A4B-F875-4C60-9B94-88F685147AE6}" srcOrd="1" destOrd="0" presId="urn:microsoft.com/office/officeart/2005/8/layout/matrix1#1"/>
  </dgm:cxnLst>
  <dgm:bg>
    <a:noFill/>
  </dgm:bg>
  <dgm:whole/>
  <dgm:extLst>
    <a:ext uri="http://schemas.microsoft.com/office/drawing/2008/diagram">
      <dsp:dataModelExt xmlns:dsp="http://schemas.microsoft.com/office/drawing/2008/diagram" relId="rId2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2B6D46-4BFB-4D30-9CEC-CE89EDE45922}" type="doc">
      <dgm:prSet loTypeId="urn:microsoft.com/office/officeart/2005/8/layout/radial3" loCatId="cycle" qsTypeId="urn:microsoft.com/office/officeart/2005/8/quickstyle/simple1#2" qsCatId="simple" csTypeId="urn:microsoft.com/office/officeart/2005/8/colors/accent1_2#2" csCatId="accent1" phldr="1"/>
      <dgm:spPr/>
      <dgm:t>
        <a:bodyPr/>
        <a:lstStyle/>
        <a:p>
          <a:endParaRPr lang="zh-CN" altLang="en-US"/>
        </a:p>
      </dgm:t>
    </dgm:pt>
    <dgm:pt modelId="{FEB6E5D6-43AF-4575-8B08-4FFCABF3017F}">
      <dgm:prSet phldrT="[文本]" custT="1"/>
      <dgm:spPr>
        <a:solidFill>
          <a:schemeClr val="bg1">
            <a:lumMod val="85000"/>
            <a:alpha val="50000"/>
          </a:schemeClr>
        </a:solidFill>
        <a:ln>
          <a:solidFill>
            <a:schemeClr val="accent1"/>
          </a:solidFill>
        </a:ln>
      </dgm:spPr>
      <dgm:t>
        <a:bodyPr/>
        <a:lstStyle/>
        <a:p>
          <a:r>
            <a:rPr lang="zh-CN" altLang="en-US" sz="3200" dirty="0">
              <a:solidFill>
                <a:schemeClr val="tx1"/>
              </a:solidFill>
            </a:rPr>
            <a:t>数字内容产业</a:t>
          </a:r>
        </a:p>
      </dgm:t>
    </dgm:pt>
    <dgm:pt modelId="{CFA838BF-4664-4891-9159-7E744014A4C5}" type="parTrans" cxnId="{0E6B958A-19B2-4320-A0C0-092035076329}">
      <dgm:prSet/>
      <dgm:spPr/>
      <dgm:t>
        <a:bodyPr/>
        <a:lstStyle/>
        <a:p>
          <a:endParaRPr lang="zh-CN" altLang="en-US"/>
        </a:p>
      </dgm:t>
    </dgm:pt>
    <dgm:pt modelId="{E44477FC-0192-4B8A-AA17-82967A0F66EA}" type="sibTrans" cxnId="{0E6B958A-19B2-4320-A0C0-092035076329}">
      <dgm:prSet/>
      <dgm:spPr/>
      <dgm:t>
        <a:bodyPr/>
        <a:lstStyle/>
        <a:p>
          <a:endParaRPr lang="zh-CN" altLang="en-US"/>
        </a:p>
      </dgm:t>
    </dgm:pt>
    <dgm:pt modelId="{31B309FA-CD24-4F3B-AD8F-09B3D5050AF3}">
      <dgm:prSet phldrT="[文本]" custT="1"/>
      <dgm:spPr>
        <a:solidFill>
          <a:schemeClr val="bg1">
            <a:lumMod val="85000"/>
            <a:alpha val="50000"/>
          </a:schemeClr>
        </a:solidFill>
        <a:ln>
          <a:solidFill>
            <a:schemeClr val="accent1"/>
          </a:solidFill>
        </a:ln>
      </dgm:spPr>
      <dgm:t>
        <a:bodyPr/>
        <a:lstStyle/>
        <a:p>
          <a:r>
            <a:rPr lang="zh-CN" altLang="en-US" sz="1400" dirty="0">
              <a:solidFill>
                <a:schemeClr val="tx1"/>
              </a:solidFill>
            </a:rPr>
            <a:t>电脑动画</a:t>
          </a:r>
        </a:p>
      </dgm:t>
    </dgm:pt>
    <dgm:pt modelId="{684C6909-7825-4D01-AD8E-59266B1B0A90}" type="parTrans" cxnId="{3B6D92C5-E34A-481F-A208-7592C67CEA65}">
      <dgm:prSet/>
      <dgm:spPr/>
      <dgm:t>
        <a:bodyPr/>
        <a:lstStyle/>
        <a:p>
          <a:endParaRPr lang="zh-CN" altLang="en-US"/>
        </a:p>
      </dgm:t>
    </dgm:pt>
    <dgm:pt modelId="{33C30804-796D-4050-8067-59E6E300BBCE}" type="sibTrans" cxnId="{3B6D92C5-E34A-481F-A208-7592C67CEA65}">
      <dgm:prSet/>
      <dgm:spPr/>
      <dgm:t>
        <a:bodyPr/>
        <a:lstStyle/>
        <a:p>
          <a:endParaRPr lang="zh-CN" altLang="en-US"/>
        </a:p>
      </dgm:t>
    </dgm:pt>
    <dgm:pt modelId="{93FDF418-A86C-4773-98FF-433747E6452F}">
      <dgm:prSet phldrT="[文本]" custT="1"/>
      <dgm:spPr>
        <a:solidFill>
          <a:schemeClr val="bg1">
            <a:lumMod val="85000"/>
            <a:alpha val="50000"/>
          </a:schemeClr>
        </a:solidFill>
        <a:ln>
          <a:solidFill>
            <a:schemeClr val="accent1"/>
          </a:solidFill>
        </a:ln>
      </dgm:spPr>
      <dgm:t>
        <a:bodyPr/>
        <a:lstStyle/>
        <a:p>
          <a:r>
            <a:rPr lang="zh-CN" altLang="en-US" sz="1400" dirty="0">
              <a:solidFill>
                <a:schemeClr val="tx1"/>
              </a:solidFill>
            </a:rPr>
            <a:t>网络游戏</a:t>
          </a:r>
        </a:p>
      </dgm:t>
    </dgm:pt>
    <dgm:pt modelId="{3DB04138-DC42-48A2-A93C-62D477242DDD}" type="parTrans" cxnId="{71559870-E6BE-4D57-9D9B-9D27602F0BEE}">
      <dgm:prSet/>
      <dgm:spPr/>
      <dgm:t>
        <a:bodyPr/>
        <a:lstStyle/>
        <a:p>
          <a:endParaRPr lang="zh-CN" altLang="en-US"/>
        </a:p>
      </dgm:t>
    </dgm:pt>
    <dgm:pt modelId="{3E51A36E-12AB-48F2-A077-416EF9D9F631}" type="sibTrans" cxnId="{71559870-E6BE-4D57-9D9B-9D27602F0BEE}">
      <dgm:prSet/>
      <dgm:spPr/>
      <dgm:t>
        <a:bodyPr/>
        <a:lstStyle/>
        <a:p>
          <a:endParaRPr lang="zh-CN" altLang="en-US"/>
        </a:p>
      </dgm:t>
    </dgm:pt>
    <dgm:pt modelId="{74174320-ED08-4CF1-B4A4-65D4F74DBC40}">
      <dgm:prSet phldrT="[文本]" custT="1"/>
      <dgm:spPr>
        <a:solidFill>
          <a:schemeClr val="bg1">
            <a:lumMod val="85000"/>
            <a:alpha val="50000"/>
          </a:schemeClr>
        </a:solidFill>
        <a:ln>
          <a:solidFill>
            <a:schemeClr val="accent1"/>
          </a:solidFill>
        </a:ln>
      </dgm:spPr>
      <dgm:t>
        <a:bodyPr/>
        <a:lstStyle/>
        <a:p>
          <a:r>
            <a:rPr lang="zh-CN" altLang="en-US" sz="1400" dirty="0">
              <a:solidFill>
                <a:schemeClr val="tx1"/>
              </a:solidFill>
            </a:rPr>
            <a:t>数字教育</a:t>
          </a:r>
        </a:p>
      </dgm:t>
    </dgm:pt>
    <dgm:pt modelId="{DF8DD9A2-8B36-4A20-A027-5259DFFD5C9D}" type="parTrans" cxnId="{18F2696B-A3C1-400F-8275-5EDA03EC8C26}">
      <dgm:prSet/>
      <dgm:spPr/>
      <dgm:t>
        <a:bodyPr/>
        <a:lstStyle/>
        <a:p>
          <a:endParaRPr lang="zh-CN" altLang="en-US"/>
        </a:p>
      </dgm:t>
    </dgm:pt>
    <dgm:pt modelId="{A18EE62B-2318-45B0-8CA3-5F9FCD7E1B3B}" type="sibTrans" cxnId="{18F2696B-A3C1-400F-8275-5EDA03EC8C26}">
      <dgm:prSet/>
      <dgm:spPr/>
      <dgm:t>
        <a:bodyPr/>
        <a:lstStyle/>
        <a:p>
          <a:endParaRPr lang="zh-CN" altLang="en-US"/>
        </a:p>
      </dgm:t>
    </dgm:pt>
    <dgm:pt modelId="{33F90152-5B66-4FEF-B361-25382ADA6FBB}">
      <dgm:prSet phldrT="[文本]" custT="1"/>
      <dgm:spPr>
        <a:solidFill>
          <a:schemeClr val="bg1">
            <a:lumMod val="85000"/>
            <a:alpha val="50000"/>
          </a:schemeClr>
        </a:solidFill>
        <a:ln>
          <a:solidFill>
            <a:schemeClr val="accent1"/>
          </a:solidFill>
        </a:ln>
      </dgm:spPr>
      <dgm:t>
        <a:bodyPr/>
        <a:lstStyle/>
        <a:p>
          <a:r>
            <a:rPr lang="zh-CN" altLang="en-US" sz="1400" dirty="0">
              <a:solidFill>
                <a:schemeClr val="tx1"/>
              </a:solidFill>
            </a:rPr>
            <a:t>数字化出版</a:t>
          </a:r>
        </a:p>
      </dgm:t>
    </dgm:pt>
    <dgm:pt modelId="{D986E61A-01CF-48D1-B789-F983C9FE1C05}" type="parTrans" cxnId="{0C619DE6-1A82-4667-84E3-D063DBD8965C}">
      <dgm:prSet/>
      <dgm:spPr/>
      <dgm:t>
        <a:bodyPr/>
        <a:lstStyle/>
        <a:p>
          <a:endParaRPr lang="zh-CN" altLang="en-US"/>
        </a:p>
      </dgm:t>
    </dgm:pt>
    <dgm:pt modelId="{EA9917D0-A25E-4B2E-8EA1-AA482DF75660}" type="sibTrans" cxnId="{0C619DE6-1A82-4667-84E3-D063DBD8965C}">
      <dgm:prSet/>
      <dgm:spPr/>
      <dgm:t>
        <a:bodyPr/>
        <a:lstStyle/>
        <a:p>
          <a:endParaRPr lang="zh-CN" altLang="en-US"/>
        </a:p>
      </dgm:t>
    </dgm:pt>
    <dgm:pt modelId="{DB987617-B077-4DD1-A13B-E0A23FB1BDF0}">
      <dgm:prSet phldrT="[文本]" custT="1"/>
      <dgm:spPr>
        <a:solidFill>
          <a:schemeClr val="bg1">
            <a:lumMod val="85000"/>
            <a:alpha val="50000"/>
          </a:schemeClr>
        </a:solidFill>
        <a:ln>
          <a:solidFill>
            <a:schemeClr val="accent1"/>
          </a:solidFill>
        </a:ln>
      </dgm:spPr>
      <dgm:t>
        <a:bodyPr/>
        <a:lstStyle/>
        <a:p>
          <a:r>
            <a:rPr lang="zh-CN" altLang="en-US" sz="1400" dirty="0">
              <a:solidFill>
                <a:schemeClr val="tx1"/>
              </a:solidFill>
            </a:rPr>
            <a:t>数字影音及音乐</a:t>
          </a:r>
        </a:p>
      </dgm:t>
    </dgm:pt>
    <dgm:pt modelId="{8EF0AE4B-00D9-438F-BF5B-6EEB96C5765D}" type="parTrans" cxnId="{0ADCA44A-2D9C-4417-B47E-162AEEF1E9D4}">
      <dgm:prSet/>
      <dgm:spPr/>
      <dgm:t>
        <a:bodyPr/>
        <a:lstStyle/>
        <a:p>
          <a:endParaRPr lang="zh-CN" altLang="en-US"/>
        </a:p>
      </dgm:t>
    </dgm:pt>
    <dgm:pt modelId="{481F38B6-527A-4328-B665-214131B48A68}" type="sibTrans" cxnId="{0ADCA44A-2D9C-4417-B47E-162AEEF1E9D4}">
      <dgm:prSet/>
      <dgm:spPr/>
      <dgm:t>
        <a:bodyPr/>
        <a:lstStyle/>
        <a:p>
          <a:endParaRPr lang="zh-CN" altLang="en-US"/>
        </a:p>
      </dgm:t>
    </dgm:pt>
    <dgm:pt modelId="{54565E5F-CFC0-4238-8FB4-139C4DEA511E}">
      <dgm:prSet phldrT="[文本]" custT="1"/>
      <dgm:spPr>
        <a:solidFill>
          <a:schemeClr val="bg1">
            <a:lumMod val="85000"/>
            <a:alpha val="50000"/>
          </a:schemeClr>
        </a:solidFill>
        <a:ln>
          <a:solidFill>
            <a:schemeClr val="accent1"/>
          </a:solidFill>
        </a:ln>
      </dgm:spPr>
      <dgm:t>
        <a:bodyPr/>
        <a:lstStyle/>
        <a:p>
          <a:r>
            <a:rPr lang="zh-CN" altLang="en-US" sz="1400" dirty="0">
              <a:solidFill>
                <a:schemeClr val="tx1"/>
              </a:solidFill>
            </a:rPr>
            <a:t>移动服务内容</a:t>
          </a:r>
        </a:p>
      </dgm:t>
    </dgm:pt>
    <dgm:pt modelId="{3E46B28C-BC30-400A-9868-4B0C5FA16665}" type="parTrans" cxnId="{E4CA4085-2643-4849-9907-B779277D519C}">
      <dgm:prSet/>
      <dgm:spPr/>
      <dgm:t>
        <a:bodyPr/>
        <a:lstStyle/>
        <a:p>
          <a:endParaRPr lang="zh-CN" altLang="en-US"/>
        </a:p>
      </dgm:t>
    </dgm:pt>
    <dgm:pt modelId="{F4323635-A14C-404C-8583-B62A6ED7775A}" type="sibTrans" cxnId="{E4CA4085-2643-4849-9907-B779277D519C}">
      <dgm:prSet/>
      <dgm:spPr/>
      <dgm:t>
        <a:bodyPr/>
        <a:lstStyle/>
        <a:p>
          <a:endParaRPr lang="zh-CN" altLang="en-US"/>
        </a:p>
      </dgm:t>
    </dgm:pt>
    <dgm:pt modelId="{C080B33E-7F90-4E99-9DFC-D6751A0E7E61}">
      <dgm:prSet phldrT="[文本]" custT="1"/>
      <dgm:spPr>
        <a:solidFill>
          <a:schemeClr val="bg1">
            <a:lumMod val="85000"/>
            <a:alpha val="50000"/>
          </a:schemeClr>
        </a:solidFill>
        <a:ln>
          <a:solidFill>
            <a:schemeClr val="accent1"/>
          </a:solidFill>
        </a:ln>
      </dgm:spPr>
      <dgm:t>
        <a:bodyPr/>
        <a:lstStyle/>
        <a:p>
          <a:r>
            <a:rPr lang="zh-CN" altLang="en-US" sz="1400" dirty="0">
              <a:solidFill>
                <a:schemeClr val="tx1"/>
              </a:solidFill>
            </a:rPr>
            <a:t>计算机软件和数字艺术</a:t>
          </a:r>
        </a:p>
      </dgm:t>
    </dgm:pt>
    <dgm:pt modelId="{CE249E17-3A4B-4C0A-A640-D32E2A1E0079}" type="parTrans" cxnId="{5C762011-528A-43C3-8A03-3916CA1C73FF}">
      <dgm:prSet/>
      <dgm:spPr/>
      <dgm:t>
        <a:bodyPr/>
        <a:lstStyle/>
        <a:p>
          <a:endParaRPr lang="zh-CN" altLang="en-US"/>
        </a:p>
      </dgm:t>
    </dgm:pt>
    <dgm:pt modelId="{6A301FE7-CAA8-4255-B3B7-C34C5115AC36}" type="sibTrans" cxnId="{5C762011-528A-43C3-8A03-3916CA1C73FF}">
      <dgm:prSet/>
      <dgm:spPr/>
      <dgm:t>
        <a:bodyPr/>
        <a:lstStyle/>
        <a:p>
          <a:endParaRPr lang="zh-CN" altLang="en-US"/>
        </a:p>
      </dgm:t>
    </dgm:pt>
    <dgm:pt modelId="{CC6D6D7B-13FF-483E-A55D-CCC08FCC1B06}" type="pres">
      <dgm:prSet presAssocID="{C82B6D46-4BFB-4D30-9CEC-CE89EDE45922}" presName="composite" presStyleCnt="0">
        <dgm:presLayoutVars>
          <dgm:chMax val="1"/>
          <dgm:dir/>
          <dgm:resizeHandles val="exact"/>
        </dgm:presLayoutVars>
      </dgm:prSet>
      <dgm:spPr/>
    </dgm:pt>
    <dgm:pt modelId="{E20EF89D-4CB1-49B1-B75D-FC54644F22FB}" type="pres">
      <dgm:prSet presAssocID="{C82B6D46-4BFB-4D30-9CEC-CE89EDE45922}" presName="radial" presStyleCnt="0">
        <dgm:presLayoutVars>
          <dgm:animLvl val="ctr"/>
        </dgm:presLayoutVars>
      </dgm:prSet>
      <dgm:spPr/>
    </dgm:pt>
    <dgm:pt modelId="{4B93A5CE-6D44-46F4-8BF1-73E6A661985D}" type="pres">
      <dgm:prSet presAssocID="{FEB6E5D6-43AF-4575-8B08-4FFCABF3017F}" presName="centerShape" presStyleLbl="vennNode1" presStyleIdx="0" presStyleCnt="8"/>
      <dgm:spPr/>
    </dgm:pt>
    <dgm:pt modelId="{A0089723-4CDC-4221-839A-DC36AB72E8AE}" type="pres">
      <dgm:prSet presAssocID="{31B309FA-CD24-4F3B-AD8F-09B3D5050AF3}" presName="node" presStyleLbl="vennNode1" presStyleIdx="1" presStyleCnt="8">
        <dgm:presLayoutVars>
          <dgm:bulletEnabled val="1"/>
        </dgm:presLayoutVars>
      </dgm:prSet>
      <dgm:spPr/>
    </dgm:pt>
    <dgm:pt modelId="{E68E03B2-440D-469D-852B-38E4D33C0CFB}" type="pres">
      <dgm:prSet presAssocID="{93FDF418-A86C-4773-98FF-433747E6452F}" presName="node" presStyleLbl="vennNode1" presStyleIdx="2" presStyleCnt="8" custRadScaleRad="100964" custRadScaleInc="12118">
        <dgm:presLayoutVars>
          <dgm:bulletEnabled val="1"/>
        </dgm:presLayoutVars>
      </dgm:prSet>
      <dgm:spPr/>
    </dgm:pt>
    <dgm:pt modelId="{E6472290-6B79-4998-A2BB-A8D909A8FBD7}" type="pres">
      <dgm:prSet presAssocID="{74174320-ED08-4CF1-B4A4-65D4F74DBC40}" presName="node" presStyleLbl="vennNode1" presStyleIdx="3" presStyleCnt="8" custRadScaleRad="102723" custRadScaleInc="10705">
        <dgm:presLayoutVars>
          <dgm:bulletEnabled val="1"/>
        </dgm:presLayoutVars>
      </dgm:prSet>
      <dgm:spPr/>
    </dgm:pt>
    <dgm:pt modelId="{F7068BD9-1D19-49C6-A47F-559F29BBA523}" type="pres">
      <dgm:prSet presAssocID="{33F90152-5B66-4FEF-B361-25382ADA6FBB}" presName="node" presStyleLbl="vennNode1" presStyleIdx="4" presStyleCnt="8" custRadScaleRad="99791" custRadScaleInc="7527">
        <dgm:presLayoutVars>
          <dgm:bulletEnabled val="1"/>
        </dgm:presLayoutVars>
      </dgm:prSet>
      <dgm:spPr/>
    </dgm:pt>
    <dgm:pt modelId="{7E307757-DB6F-4F8B-A1A2-525CA8E947AA}" type="pres">
      <dgm:prSet presAssocID="{DB987617-B077-4DD1-A13B-E0A23FB1BDF0}" presName="node" presStyleLbl="vennNode1" presStyleIdx="5" presStyleCnt="8" custRadScaleRad="103885" custRadScaleInc="17578">
        <dgm:presLayoutVars>
          <dgm:bulletEnabled val="1"/>
        </dgm:presLayoutVars>
      </dgm:prSet>
      <dgm:spPr/>
    </dgm:pt>
    <dgm:pt modelId="{43EE48DB-E997-477F-88A2-4DA82AEA609D}" type="pres">
      <dgm:prSet presAssocID="{54565E5F-CFC0-4238-8FB4-139C4DEA511E}" presName="node" presStyleLbl="vennNode1" presStyleIdx="6" presStyleCnt="8" custRadScaleRad="103796" custRadScaleInc="10538">
        <dgm:presLayoutVars>
          <dgm:bulletEnabled val="1"/>
        </dgm:presLayoutVars>
      </dgm:prSet>
      <dgm:spPr/>
    </dgm:pt>
    <dgm:pt modelId="{4F1AA594-94B7-49B7-80BE-BCA42BD6C94F}" type="pres">
      <dgm:prSet presAssocID="{C080B33E-7F90-4E99-9DFC-D6751A0E7E61}" presName="node" presStyleLbl="vennNode1" presStyleIdx="7" presStyleCnt="8" custRadScaleRad="101051" custRadScaleInc="906">
        <dgm:presLayoutVars>
          <dgm:bulletEnabled val="1"/>
        </dgm:presLayoutVars>
      </dgm:prSet>
      <dgm:spPr/>
    </dgm:pt>
  </dgm:ptLst>
  <dgm:cxnLst>
    <dgm:cxn modelId="{5C762011-528A-43C3-8A03-3916CA1C73FF}" srcId="{FEB6E5D6-43AF-4575-8B08-4FFCABF3017F}" destId="{C080B33E-7F90-4E99-9DFC-D6751A0E7E61}" srcOrd="6" destOrd="0" parTransId="{CE249E17-3A4B-4C0A-A640-D32E2A1E0079}" sibTransId="{6A301FE7-CAA8-4255-B3B7-C34C5115AC36}"/>
    <dgm:cxn modelId="{22315911-A73E-4171-A8D9-FDD0638AB8A0}" type="presOf" srcId="{DB987617-B077-4DD1-A13B-E0A23FB1BDF0}" destId="{7E307757-DB6F-4F8B-A1A2-525CA8E947AA}" srcOrd="0" destOrd="0" presId="urn:microsoft.com/office/officeart/2005/8/layout/radial3"/>
    <dgm:cxn modelId="{EAD52326-3832-47A0-B901-6C859C1EBC06}" type="presOf" srcId="{54565E5F-CFC0-4238-8FB4-139C4DEA511E}" destId="{43EE48DB-E997-477F-88A2-4DA82AEA609D}" srcOrd="0" destOrd="0" presId="urn:microsoft.com/office/officeart/2005/8/layout/radial3"/>
    <dgm:cxn modelId="{6DB01E3D-56F4-4BE2-A321-6C37EAEF69A3}" type="presOf" srcId="{FEB6E5D6-43AF-4575-8B08-4FFCABF3017F}" destId="{4B93A5CE-6D44-46F4-8BF1-73E6A661985D}" srcOrd="0" destOrd="0" presId="urn:microsoft.com/office/officeart/2005/8/layout/radial3"/>
    <dgm:cxn modelId="{0ADCA44A-2D9C-4417-B47E-162AEEF1E9D4}" srcId="{FEB6E5D6-43AF-4575-8B08-4FFCABF3017F}" destId="{DB987617-B077-4DD1-A13B-E0A23FB1BDF0}" srcOrd="4" destOrd="0" parTransId="{8EF0AE4B-00D9-438F-BF5B-6EEB96C5765D}" sibTransId="{481F38B6-527A-4328-B665-214131B48A68}"/>
    <dgm:cxn modelId="{18F2696B-A3C1-400F-8275-5EDA03EC8C26}" srcId="{FEB6E5D6-43AF-4575-8B08-4FFCABF3017F}" destId="{74174320-ED08-4CF1-B4A4-65D4F74DBC40}" srcOrd="2" destOrd="0" parTransId="{DF8DD9A2-8B36-4A20-A027-5259DFFD5C9D}" sibTransId="{A18EE62B-2318-45B0-8CA3-5F9FCD7E1B3B}"/>
    <dgm:cxn modelId="{71559870-E6BE-4D57-9D9B-9D27602F0BEE}" srcId="{FEB6E5D6-43AF-4575-8B08-4FFCABF3017F}" destId="{93FDF418-A86C-4773-98FF-433747E6452F}" srcOrd="1" destOrd="0" parTransId="{3DB04138-DC42-48A2-A93C-62D477242DDD}" sibTransId="{3E51A36E-12AB-48F2-A077-416EF9D9F631}"/>
    <dgm:cxn modelId="{E4CA4085-2643-4849-9907-B779277D519C}" srcId="{FEB6E5D6-43AF-4575-8B08-4FFCABF3017F}" destId="{54565E5F-CFC0-4238-8FB4-139C4DEA511E}" srcOrd="5" destOrd="0" parTransId="{3E46B28C-BC30-400A-9868-4B0C5FA16665}" sibTransId="{F4323635-A14C-404C-8583-B62A6ED7775A}"/>
    <dgm:cxn modelId="{0E6B958A-19B2-4320-A0C0-092035076329}" srcId="{C82B6D46-4BFB-4D30-9CEC-CE89EDE45922}" destId="{FEB6E5D6-43AF-4575-8B08-4FFCABF3017F}" srcOrd="0" destOrd="0" parTransId="{CFA838BF-4664-4891-9159-7E744014A4C5}" sibTransId="{E44477FC-0192-4B8A-AA17-82967A0F66EA}"/>
    <dgm:cxn modelId="{6AB1918E-A2AD-4F57-8BF1-474137030C7F}" type="presOf" srcId="{31B309FA-CD24-4F3B-AD8F-09B3D5050AF3}" destId="{A0089723-4CDC-4221-839A-DC36AB72E8AE}" srcOrd="0" destOrd="0" presId="urn:microsoft.com/office/officeart/2005/8/layout/radial3"/>
    <dgm:cxn modelId="{DB3355BD-A4CE-4347-9EB4-1E6227806C44}" type="presOf" srcId="{33F90152-5B66-4FEF-B361-25382ADA6FBB}" destId="{F7068BD9-1D19-49C6-A47F-559F29BBA523}" srcOrd="0" destOrd="0" presId="urn:microsoft.com/office/officeart/2005/8/layout/radial3"/>
    <dgm:cxn modelId="{03C894C0-60D1-4573-BF70-45309EFA4DCE}" type="presOf" srcId="{C82B6D46-4BFB-4D30-9CEC-CE89EDE45922}" destId="{CC6D6D7B-13FF-483E-A55D-CCC08FCC1B06}" srcOrd="0" destOrd="0" presId="urn:microsoft.com/office/officeart/2005/8/layout/radial3"/>
    <dgm:cxn modelId="{C23D6DC5-F1F0-4870-AFF6-770A12E5F32F}" type="presOf" srcId="{93FDF418-A86C-4773-98FF-433747E6452F}" destId="{E68E03B2-440D-469D-852B-38E4D33C0CFB}" srcOrd="0" destOrd="0" presId="urn:microsoft.com/office/officeart/2005/8/layout/radial3"/>
    <dgm:cxn modelId="{3B6D92C5-E34A-481F-A208-7592C67CEA65}" srcId="{FEB6E5D6-43AF-4575-8B08-4FFCABF3017F}" destId="{31B309FA-CD24-4F3B-AD8F-09B3D5050AF3}" srcOrd="0" destOrd="0" parTransId="{684C6909-7825-4D01-AD8E-59266B1B0A90}" sibTransId="{33C30804-796D-4050-8067-59E6E300BBCE}"/>
    <dgm:cxn modelId="{0EA4CACF-FCC1-4BB5-A918-C965654AC80E}" type="presOf" srcId="{74174320-ED08-4CF1-B4A4-65D4F74DBC40}" destId="{E6472290-6B79-4998-A2BB-A8D909A8FBD7}" srcOrd="0" destOrd="0" presId="urn:microsoft.com/office/officeart/2005/8/layout/radial3"/>
    <dgm:cxn modelId="{1FD9FDDD-BC27-4261-B716-C4F499327690}" type="presOf" srcId="{C080B33E-7F90-4E99-9DFC-D6751A0E7E61}" destId="{4F1AA594-94B7-49B7-80BE-BCA42BD6C94F}" srcOrd="0" destOrd="0" presId="urn:microsoft.com/office/officeart/2005/8/layout/radial3"/>
    <dgm:cxn modelId="{0C619DE6-1A82-4667-84E3-D063DBD8965C}" srcId="{FEB6E5D6-43AF-4575-8B08-4FFCABF3017F}" destId="{33F90152-5B66-4FEF-B361-25382ADA6FBB}" srcOrd="3" destOrd="0" parTransId="{D986E61A-01CF-48D1-B789-F983C9FE1C05}" sibTransId="{EA9917D0-A25E-4B2E-8EA1-AA482DF75660}"/>
    <dgm:cxn modelId="{6D372068-9A66-4F8E-9ADF-1D14551919B5}" type="presParOf" srcId="{CC6D6D7B-13FF-483E-A55D-CCC08FCC1B06}" destId="{E20EF89D-4CB1-49B1-B75D-FC54644F22FB}" srcOrd="0" destOrd="0" presId="urn:microsoft.com/office/officeart/2005/8/layout/radial3"/>
    <dgm:cxn modelId="{3A8716A8-0017-4B88-89BE-79E2FEE11D74}" type="presParOf" srcId="{E20EF89D-4CB1-49B1-B75D-FC54644F22FB}" destId="{4B93A5CE-6D44-46F4-8BF1-73E6A661985D}" srcOrd="0" destOrd="0" presId="urn:microsoft.com/office/officeart/2005/8/layout/radial3"/>
    <dgm:cxn modelId="{C320799D-0ADC-4F0D-897D-982D66188B07}" type="presParOf" srcId="{E20EF89D-4CB1-49B1-B75D-FC54644F22FB}" destId="{A0089723-4CDC-4221-839A-DC36AB72E8AE}" srcOrd="1" destOrd="0" presId="urn:microsoft.com/office/officeart/2005/8/layout/radial3"/>
    <dgm:cxn modelId="{24236775-87E9-4ED5-B611-3C3D8BF602EE}" type="presParOf" srcId="{E20EF89D-4CB1-49B1-B75D-FC54644F22FB}" destId="{E68E03B2-440D-469D-852B-38E4D33C0CFB}" srcOrd="2" destOrd="0" presId="urn:microsoft.com/office/officeart/2005/8/layout/radial3"/>
    <dgm:cxn modelId="{8AEF7939-4555-4AB4-AA5D-355728750C0B}" type="presParOf" srcId="{E20EF89D-4CB1-49B1-B75D-FC54644F22FB}" destId="{E6472290-6B79-4998-A2BB-A8D909A8FBD7}" srcOrd="3" destOrd="0" presId="urn:microsoft.com/office/officeart/2005/8/layout/radial3"/>
    <dgm:cxn modelId="{5F0AF790-9A4D-4EFA-B501-7F63556FA2AB}" type="presParOf" srcId="{E20EF89D-4CB1-49B1-B75D-FC54644F22FB}" destId="{F7068BD9-1D19-49C6-A47F-559F29BBA523}" srcOrd="4" destOrd="0" presId="urn:microsoft.com/office/officeart/2005/8/layout/radial3"/>
    <dgm:cxn modelId="{B42E4109-FD17-420F-B3DE-E829F2B0AEFE}" type="presParOf" srcId="{E20EF89D-4CB1-49B1-B75D-FC54644F22FB}" destId="{7E307757-DB6F-4F8B-A1A2-525CA8E947AA}" srcOrd="5" destOrd="0" presId="urn:microsoft.com/office/officeart/2005/8/layout/radial3"/>
    <dgm:cxn modelId="{920C2CFC-1126-4A5A-972A-EBFBF705517C}" type="presParOf" srcId="{E20EF89D-4CB1-49B1-B75D-FC54644F22FB}" destId="{43EE48DB-E997-477F-88A2-4DA82AEA609D}" srcOrd="6" destOrd="0" presId="urn:microsoft.com/office/officeart/2005/8/layout/radial3"/>
    <dgm:cxn modelId="{8FDE5F71-C8F4-41AD-A7D9-1EBCAA0AF352}" type="presParOf" srcId="{E20EF89D-4CB1-49B1-B75D-FC54644F22FB}" destId="{4F1AA594-94B7-49B7-80BE-BCA42BD6C94F}" srcOrd="7" destOrd="0" presId="urn:microsoft.com/office/officeart/2005/8/layout/radial3"/>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7A5FD46-37D4-4C1D-8FF9-D529971B8C4B}" type="doc">
      <dgm:prSet loTypeId="urn:microsoft.com/office/officeart/2005/8/layout/target3" loCatId="relationship" qsTypeId="urn:microsoft.com/office/officeart/2005/8/quickstyle/simple1#3" qsCatId="simple" csTypeId="urn:microsoft.com/office/officeart/2005/8/colors/accent1_2#3" csCatId="accent1" phldr="1"/>
      <dgm:spPr/>
      <dgm:t>
        <a:bodyPr/>
        <a:lstStyle/>
        <a:p>
          <a:endParaRPr lang="zh-CN" altLang="en-US"/>
        </a:p>
      </dgm:t>
    </dgm:pt>
    <dgm:pt modelId="{3506FA32-9EFA-4BEE-9D18-1A3DA351A73C}">
      <dgm:prSet phldrT="[文本]" custT="1"/>
      <dgm:spPr/>
      <dgm:t>
        <a:bodyPr/>
        <a:lstStyle/>
        <a:p>
          <a:r>
            <a:rPr lang="zh-CN" altLang="en-US" sz="2800" dirty="0"/>
            <a:t>图像内容</a:t>
          </a:r>
        </a:p>
      </dgm:t>
    </dgm:pt>
    <dgm:pt modelId="{35E6D877-46A4-4F8F-A0C4-1C86BB6A9BD3}" type="parTrans" cxnId="{E0AD86AD-778F-4167-86C2-89FD1101DA52}">
      <dgm:prSet/>
      <dgm:spPr/>
      <dgm:t>
        <a:bodyPr/>
        <a:lstStyle/>
        <a:p>
          <a:endParaRPr lang="zh-CN" altLang="en-US"/>
        </a:p>
      </dgm:t>
    </dgm:pt>
    <dgm:pt modelId="{162249FF-094D-4025-8FC0-B3493A86F7BB}" type="sibTrans" cxnId="{E0AD86AD-778F-4167-86C2-89FD1101DA52}">
      <dgm:prSet/>
      <dgm:spPr/>
      <dgm:t>
        <a:bodyPr/>
        <a:lstStyle/>
        <a:p>
          <a:endParaRPr lang="zh-CN" altLang="en-US"/>
        </a:p>
      </dgm:t>
    </dgm:pt>
    <dgm:pt modelId="{E611827F-2B4F-43B6-B4DA-C2AE901DF17F}">
      <dgm:prSet phldrT="[文本]" custT="1"/>
      <dgm:spPr/>
      <dgm:t>
        <a:bodyPr/>
        <a:lstStyle/>
        <a:p>
          <a:r>
            <a:rPr lang="zh-CN" altLang="en-US" sz="1600" dirty="0"/>
            <a:t>位图图像</a:t>
          </a:r>
        </a:p>
      </dgm:t>
    </dgm:pt>
    <dgm:pt modelId="{A264DA74-72AF-41D9-9FDD-C01F68D0A4DA}" type="parTrans" cxnId="{40AE5905-0A97-4773-9C96-1B4F23ECA049}">
      <dgm:prSet/>
      <dgm:spPr/>
      <dgm:t>
        <a:bodyPr/>
        <a:lstStyle/>
        <a:p>
          <a:endParaRPr lang="zh-CN" altLang="en-US"/>
        </a:p>
      </dgm:t>
    </dgm:pt>
    <dgm:pt modelId="{9B291FA7-51D2-42F9-91DF-CE2E099210E7}" type="sibTrans" cxnId="{40AE5905-0A97-4773-9C96-1B4F23ECA049}">
      <dgm:prSet/>
      <dgm:spPr/>
      <dgm:t>
        <a:bodyPr/>
        <a:lstStyle/>
        <a:p>
          <a:endParaRPr lang="zh-CN" altLang="en-US"/>
        </a:p>
      </dgm:t>
    </dgm:pt>
    <dgm:pt modelId="{A305112D-86A6-4648-A489-2E3D771DDEA8}">
      <dgm:prSet phldrT="[文本]" custT="1"/>
      <dgm:spPr/>
      <dgm:t>
        <a:bodyPr/>
        <a:lstStyle/>
        <a:p>
          <a:r>
            <a:rPr lang="zh-CN" altLang="en-US" sz="1600" dirty="0"/>
            <a:t>矢量图像</a:t>
          </a:r>
        </a:p>
      </dgm:t>
    </dgm:pt>
    <dgm:pt modelId="{576B1B9D-2838-44B2-BCF7-803AEE001C92}" type="parTrans" cxnId="{C0CDA260-6D17-4A7D-8E48-B1CB2C5FA373}">
      <dgm:prSet/>
      <dgm:spPr/>
      <dgm:t>
        <a:bodyPr/>
        <a:lstStyle/>
        <a:p>
          <a:endParaRPr lang="zh-CN" altLang="en-US"/>
        </a:p>
      </dgm:t>
    </dgm:pt>
    <dgm:pt modelId="{1A43C87A-2F03-4C53-AC1F-A88755A6502B}" type="sibTrans" cxnId="{C0CDA260-6D17-4A7D-8E48-B1CB2C5FA373}">
      <dgm:prSet/>
      <dgm:spPr/>
      <dgm:t>
        <a:bodyPr/>
        <a:lstStyle/>
        <a:p>
          <a:endParaRPr lang="zh-CN" altLang="en-US"/>
        </a:p>
      </dgm:t>
    </dgm:pt>
    <dgm:pt modelId="{112A2459-762B-425D-8C04-B5ED81879117}">
      <dgm:prSet phldrT="[文本]" custT="1"/>
      <dgm:spPr/>
      <dgm:t>
        <a:bodyPr/>
        <a:lstStyle/>
        <a:p>
          <a:r>
            <a:rPr lang="zh-CN" altLang="en-US" sz="2800" dirty="0"/>
            <a:t>音频内容</a:t>
          </a:r>
        </a:p>
      </dgm:t>
    </dgm:pt>
    <dgm:pt modelId="{701A8BFF-B0B8-471A-86F3-B9FFF4A8637B}" type="parTrans" cxnId="{C5AF1316-3A29-4C02-BAF5-FAEC52546B02}">
      <dgm:prSet/>
      <dgm:spPr/>
      <dgm:t>
        <a:bodyPr/>
        <a:lstStyle/>
        <a:p>
          <a:endParaRPr lang="zh-CN" altLang="en-US"/>
        </a:p>
      </dgm:t>
    </dgm:pt>
    <dgm:pt modelId="{7334F40B-F8BC-4B49-83C9-96189D07AB8C}" type="sibTrans" cxnId="{C5AF1316-3A29-4C02-BAF5-FAEC52546B02}">
      <dgm:prSet/>
      <dgm:spPr/>
      <dgm:t>
        <a:bodyPr/>
        <a:lstStyle/>
        <a:p>
          <a:endParaRPr lang="zh-CN" altLang="en-US"/>
        </a:p>
      </dgm:t>
    </dgm:pt>
    <dgm:pt modelId="{F1CE028E-1640-4D0E-92C7-1EBD68809346}">
      <dgm:prSet phldrT="[文本]" custT="1"/>
      <dgm:spPr/>
      <dgm:t>
        <a:bodyPr/>
        <a:lstStyle/>
        <a:p>
          <a:r>
            <a:rPr lang="zh-CN" altLang="en-US" sz="1600" dirty="0"/>
            <a:t>波形编码</a:t>
          </a:r>
        </a:p>
      </dgm:t>
    </dgm:pt>
    <dgm:pt modelId="{FB50CB34-405C-4418-813A-BA945615A5BA}" type="parTrans" cxnId="{C586862B-9722-4AE4-8EDA-C5EF5C04B9EA}">
      <dgm:prSet/>
      <dgm:spPr/>
      <dgm:t>
        <a:bodyPr/>
        <a:lstStyle/>
        <a:p>
          <a:endParaRPr lang="zh-CN" altLang="en-US"/>
        </a:p>
      </dgm:t>
    </dgm:pt>
    <dgm:pt modelId="{E3686C0B-CDFF-4527-A583-655A10444F80}" type="sibTrans" cxnId="{C586862B-9722-4AE4-8EDA-C5EF5C04B9EA}">
      <dgm:prSet/>
      <dgm:spPr/>
      <dgm:t>
        <a:bodyPr/>
        <a:lstStyle/>
        <a:p>
          <a:endParaRPr lang="zh-CN" altLang="en-US"/>
        </a:p>
      </dgm:t>
    </dgm:pt>
    <dgm:pt modelId="{C157C24A-398F-4C8F-94DE-DE54079977EF}">
      <dgm:prSet phldrT="[文本]" custT="1"/>
      <dgm:spPr/>
      <dgm:t>
        <a:bodyPr/>
        <a:lstStyle/>
        <a:p>
          <a:r>
            <a:rPr lang="zh-CN" altLang="en-US" sz="1600" dirty="0"/>
            <a:t>参数编码</a:t>
          </a:r>
        </a:p>
      </dgm:t>
    </dgm:pt>
    <dgm:pt modelId="{D8B6F8EE-C003-4B34-AAAF-D0F0DBACF8F0}" type="parTrans" cxnId="{C3CD7F82-4919-436D-9D52-7E17B1A267D8}">
      <dgm:prSet/>
      <dgm:spPr/>
      <dgm:t>
        <a:bodyPr/>
        <a:lstStyle/>
        <a:p>
          <a:endParaRPr lang="zh-CN" altLang="en-US"/>
        </a:p>
      </dgm:t>
    </dgm:pt>
    <dgm:pt modelId="{842231A3-34BF-4076-9AD8-BCC88A27D09C}" type="sibTrans" cxnId="{C3CD7F82-4919-436D-9D52-7E17B1A267D8}">
      <dgm:prSet/>
      <dgm:spPr/>
      <dgm:t>
        <a:bodyPr/>
        <a:lstStyle/>
        <a:p>
          <a:endParaRPr lang="zh-CN" altLang="en-US"/>
        </a:p>
      </dgm:t>
    </dgm:pt>
    <dgm:pt modelId="{EBB846BE-4D95-419C-9965-8E46BE24DFE2}">
      <dgm:prSet phldrT="[文本]" custT="1"/>
      <dgm:spPr/>
      <dgm:t>
        <a:bodyPr/>
        <a:lstStyle/>
        <a:p>
          <a:r>
            <a:rPr lang="zh-CN" altLang="en-US" sz="2800" dirty="0"/>
            <a:t>视频内容</a:t>
          </a:r>
        </a:p>
      </dgm:t>
    </dgm:pt>
    <dgm:pt modelId="{518D5AF5-0D92-4EEF-9FC6-DFF3B8EDBE47}" type="parTrans" cxnId="{EB87EB08-CDE6-47B0-B749-C88D042DA550}">
      <dgm:prSet/>
      <dgm:spPr/>
      <dgm:t>
        <a:bodyPr/>
        <a:lstStyle/>
        <a:p>
          <a:endParaRPr lang="zh-CN" altLang="en-US"/>
        </a:p>
      </dgm:t>
    </dgm:pt>
    <dgm:pt modelId="{D1245868-85F5-4119-B081-415F8C2E3EE2}" type="sibTrans" cxnId="{EB87EB08-CDE6-47B0-B749-C88D042DA550}">
      <dgm:prSet/>
      <dgm:spPr/>
      <dgm:t>
        <a:bodyPr/>
        <a:lstStyle/>
        <a:p>
          <a:endParaRPr lang="zh-CN" altLang="en-US"/>
        </a:p>
      </dgm:t>
    </dgm:pt>
    <dgm:pt modelId="{69C0CF90-3D54-48F7-A0F1-92486A44450F}">
      <dgm:prSet phldrT="[文本]" custT="1"/>
      <dgm:spPr/>
      <dgm:t>
        <a:bodyPr/>
        <a:lstStyle/>
        <a:p>
          <a:r>
            <a:rPr lang="en-US" altLang="zh-CN" sz="1600" dirty="0"/>
            <a:t>AVI</a:t>
          </a:r>
          <a:endParaRPr lang="zh-CN" altLang="en-US" sz="1600" dirty="0"/>
        </a:p>
      </dgm:t>
    </dgm:pt>
    <dgm:pt modelId="{EB1BACD8-5F3D-4856-BE71-C3E5A9828E85}" type="parTrans" cxnId="{4975DA8C-1AA1-43EF-BDF3-6093EA5AF689}">
      <dgm:prSet/>
      <dgm:spPr/>
      <dgm:t>
        <a:bodyPr/>
        <a:lstStyle/>
        <a:p>
          <a:endParaRPr lang="zh-CN" altLang="en-US"/>
        </a:p>
      </dgm:t>
    </dgm:pt>
    <dgm:pt modelId="{D2EB70C1-382E-4458-A0C0-0948C33975E5}" type="sibTrans" cxnId="{4975DA8C-1AA1-43EF-BDF3-6093EA5AF689}">
      <dgm:prSet/>
      <dgm:spPr/>
      <dgm:t>
        <a:bodyPr/>
        <a:lstStyle/>
        <a:p>
          <a:endParaRPr lang="zh-CN" altLang="en-US"/>
        </a:p>
      </dgm:t>
    </dgm:pt>
    <dgm:pt modelId="{0F01372F-E618-4CD4-8A30-984139E0E492}">
      <dgm:prSet phldrT="[文本]" custT="1"/>
      <dgm:spPr/>
      <dgm:t>
        <a:bodyPr/>
        <a:lstStyle/>
        <a:p>
          <a:r>
            <a:rPr lang="zh-CN" altLang="en-US" sz="1600" dirty="0"/>
            <a:t>其它</a:t>
          </a:r>
          <a:endParaRPr lang="zh-CN" altLang="en-US" sz="1900" dirty="0"/>
        </a:p>
      </dgm:t>
    </dgm:pt>
    <dgm:pt modelId="{1CA2F313-01EB-4EB4-8905-674F898DCE6A}" type="parTrans" cxnId="{E1968430-2C96-456A-9929-04DCF823EBAD}">
      <dgm:prSet/>
      <dgm:spPr/>
      <dgm:t>
        <a:bodyPr/>
        <a:lstStyle/>
        <a:p>
          <a:endParaRPr lang="zh-CN" altLang="en-US"/>
        </a:p>
      </dgm:t>
    </dgm:pt>
    <dgm:pt modelId="{E0B2A8F2-487F-43EA-A395-AB2A362B9E01}" type="sibTrans" cxnId="{E1968430-2C96-456A-9929-04DCF823EBAD}">
      <dgm:prSet/>
      <dgm:spPr/>
      <dgm:t>
        <a:bodyPr/>
        <a:lstStyle/>
        <a:p>
          <a:endParaRPr lang="zh-CN" altLang="en-US"/>
        </a:p>
      </dgm:t>
    </dgm:pt>
    <dgm:pt modelId="{EFC3FA27-56BC-4634-9C3A-FEDFB4158AB3}">
      <dgm:prSet phldrT="[文本]" custT="1"/>
      <dgm:spPr/>
      <dgm:t>
        <a:bodyPr/>
        <a:lstStyle/>
        <a:p>
          <a:r>
            <a:rPr lang="zh-CN" altLang="en-US" sz="1600" dirty="0"/>
            <a:t>压缩编码</a:t>
          </a:r>
        </a:p>
      </dgm:t>
    </dgm:pt>
    <dgm:pt modelId="{F6089A84-1BD2-463A-9664-0D9E0E8E8698}" type="parTrans" cxnId="{1C28753D-91FD-4894-847B-1BEAB4F2B880}">
      <dgm:prSet/>
      <dgm:spPr/>
      <dgm:t>
        <a:bodyPr/>
        <a:lstStyle/>
        <a:p>
          <a:endParaRPr lang="zh-CN" altLang="en-US"/>
        </a:p>
      </dgm:t>
    </dgm:pt>
    <dgm:pt modelId="{EC317919-E52F-4485-901A-83F5A5A01C5D}" type="sibTrans" cxnId="{1C28753D-91FD-4894-847B-1BEAB4F2B880}">
      <dgm:prSet/>
      <dgm:spPr/>
      <dgm:t>
        <a:bodyPr/>
        <a:lstStyle/>
        <a:p>
          <a:endParaRPr lang="zh-CN" altLang="en-US"/>
        </a:p>
      </dgm:t>
    </dgm:pt>
    <dgm:pt modelId="{153ADBEC-4C3D-4361-AE68-923123B06CCC}">
      <dgm:prSet phldrT="[文本]" custT="1"/>
      <dgm:spPr/>
      <dgm:t>
        <a:bodyPr/>
        <a:lstStyle/>
        <a:p>
          <a:r>
            <a:rPr lang="zh-CN" altLang="en-US" sz="1600" dirty="0"/>
            <a:t>混合编码</a:t>
          </a:r>
          <a:endParaRPr lang="zh-CN" altLang="en-US" sz="1800" dirty="0"/>
        </a:p>
      </dgm:t>
    </dgm:pt>
    <dgm:pt modelId="{DAAF92C8-4560-49AB-BFC7-789703903720}" type="parTrans" cxnId="{5DE0848E-B701-4B0B-8A98-94CAF16BD8E8}">
      <dgm:prSet/>
      <dgm:spPr/>
      <dgm:t>
        <a:bodyPr/>
        <a:lstStyle/>
        <a:p>
          <a:endParaRPr lang="zh-CN" altLang="en-US"/>
        </a:p>
      </dgm:t>
    </dgm:pt>
    <dgm:pt modelId="{907F3ECE-CD16-409D-8C3E-7DB729628EEE}" type="sibTrans" cxnId="{5DE0848E-B701-4B0B-8A98-94CAF16BD8E8}">
      <dgm:prSet/>
      <dgm:spPr/>
      <dgm:t>
        <a:bodyPr/>
        <a:lstStyle/>
        <a:p>
          <a:endParaRPr lang="zh-CN" altLang="en-US"/>
        </a:p>
      </dgm:t>
    </dgm:pt>
    <dgm:pt modelId="{864AECE8-0B5E-45A7-9680-89BD1C32D518}">
      <dgm:prSet phldrT="[文本]" custT="1"/>
      <dgm:spPr/>
      <dgm:t>
        <a:bodyPr/>
        <a:lstStyle/>
        <a:p>
          <a:r>
            <a:rPr lang="en-US" altLang="zh-CN" sz="1600" dirty="0"/>
            <a:t>MPEG</a:t>
          </a:r>
          <a:endParaRPr lang="zh-CN" altLang="en-US" sz="1600" dirty="0"/>
        </a:p>
      </dgm:t>
    </dgm:pt>
    <dgm:pt modelId="{34E1CCCC-3060-448D-8D92-DB870C505ED5}" type="parTrans" cxnId="{C31892C2-DD51-4559-87FB-0DAED193AA78}">
      <dgm:prSet/>
      <dgm:spPr/>
      <dgm:t>
        <a:bodyPr/>
        <a:lstStyle/>
        <a:p>
          <a:endParaRPr lang="zh-CN" altLang="en-US"/>
        </a:p>
      </dgm:t>
    </dgm:pt>
    <dgm:pt modelId="{A459F423-5239-491D-AA71-61D7DDE57009}" type="sibTrans" cxnId="{C31892C2-DD51-4559-87FB-0DAED193AA78}">
      <dgm:prSet/>
      <dgm:spPr/>
      <dgm:t>
        <a:bodyPr/>
        <a:lstStyle/>
        <a:p>
          <a:endParaRPr lang="zh-CN" altLang="en-US"/>
        </a:p>
      </dgm:t>
    </dgm:pt>
    <dgm:pt modelId="{8DD364A4-49DC-4A30-8490-D16C724778E0}" type="pres">
      <dgm:prSet presAssocID="{37A5FD46-37D4-4C1D-8FF9-D529971B8C4B}" presName="Name0" presStyleCnt="0">
        <dgm:presLayoutVars>
          <dgm:chMax val="7"/>
          <dgm:dir/>
          <dgm:animLvl val="lvl"/>
          <dgm:resizeHandles val="exact"/>
        </dgm:presLayoutVars>
      </dgm:prSet>
      <dgm:spPr/>
    </dgm:pt>
    <dgm:pt modelId="{B014B12F-20A0-4FE8-BB58-F22EFFC8B761}" type="pres">
      <dgm:prSet presAssocID="{3506FA32-9EFA-4BEE-9D18-1A3DA351A73C}" presName="circle1" presStyleLbl="node1" presStyleIdx="0" presStyleCnt="3"/>
      <dgm:spPr>
        <a:solidFill>
          <a:schemeClr val="bg1">
            <a:lumMod val="85000"/>
          </a:schemeClr>
        </a:solidFill>
        <a:ln>
          <a:solidFill>
            <a:schemeClr val="accent1"/>
          </a:solidFill>
        </a:ln>
      </dgm:spPr>
    </dgm:pt>
    <dgm:pt modelId="{7FA960A3-1CFF-483F-84ED-5420C5C42666}" type="pres">
      <dgm:prSet presAssocID="{3506FA32-9EFA-4BEE-9D18-1A3DA351A73C}" presName="space" presStyleCnt="0"/>
      <dgm:spPr/>
    </dgm:pt>
    <dgm:pt modelId="{F79206B1-26A6-472D-B164-056340341147}" type="pres">
      <dgm:prSet presAssocID="{3506FA32-9EFA-4BEE-9D18-1A3DA351A73C}" presName="rect1" presStyleLbl="alignAcc1" presStyleIdx="0" presStyleCnt="3" custLinFactNeighborY="-351"/>
      <dgm:spPr/>
    </dgm:pt>
    <dgm:pt modelId="{656B4D4F-04D1-4D6B-89A3-D9B457AC6398}" type="pres">
      <dgm:prSet presAssocID="{112A2459-762B-425D-8C04-B5ED81879117}" presName="vertSpace2" presStyleLbl="node1" presStyleIdx="0" presStyleCnt="3"/>
      <dgm:spPr/>
    </dgm:pt>
    <dgm:pt modelId="{F67454E1-11EB-4BF0-B63B-EB5A2A5C565C}" type="pres">
      <dgm:prSet presAssocID="{112A2459-762B-425D-8C04-B5ED81879117}" presName="circle2" presStyleLbl="node1" presStyleIdx="1" presStyleCnt="3"/>
      <dgm:spPr>
        <a:solidFill>
          <a:schemeClr val="bg1">
            <a:lumMod val="85000"/>
          </a:schemeClr>
        </a:solidFill>
        <a:ln>
          <a:solidFill>
            <a:schemeClr val="accent1"/>
          </a:solidFill>
        </a:ln>
      </dgm:spPr>
    </dgm:pt>
    <dgm:pt modelId="{06196647-5324-482A-BBFE-868A4F02128D}" type="pres">
      <dgm:prSet presAssocID="{112A2459-762B-425D-8C04-B5ED81879117}" presName="rect2" presStyleLbl="alignAcc1" presStyleIdx="1" presStyleCnt="3"/>
      <dgm:spPr/>
    </dgm:pt>
    <dgm:pt modelId="{0D3A18EB-C99B-464D-9A8F-4BEA15F1AF24}" type="pres">
      <dgm:prSet presAssocID="{EBB846BE-4D95-419C-9965-8E46BE24DFE2}" presName="vertSpace3" presStyleLbl="node1" presStyleIdx="1" presStyleCnt="3"/>
      <dgm:spPr/>
    </dgm:pt>
    <dgm:pt modelId="{2CA858A1-5DD2-4AB6-BDF9-1905BB863362}" type="pres">
      <dgm:prSet presAssocID="{EBB846BE-4D95-419C-9965-8E46BE24DFE2}" presName="circle3" presStyleLbl="node1" presStyleIdx="2" presStyleCnt="3"/>
      <dgm:spPr>
        <a:solidFill>
          <a:schemeClr val="bg1">
            <a:lumMod val="85000"/>
          </a:schemeClr>
        </a:solidFill>
        <a:ln>
          <a:solidFill>
            <a:schemeClr val="accent1"/>
          </a:solidFill>
        </a:ln>
      </dgm:spPr>
    </dgm:pt>
    <dgm:pt modelId="{686F1C18-87E3-4E86-842D-22FCA0FE8DA6}" type="pres">
      <dgm:prSet presAssocID="{EBB846BE-4D95-419C-9965-8E46BE24DFE2}" presName="rect3" presStyleLbl="alignAcc1" presStyleIdx="2" presStyleCnt="3"/>
      <dgm:spPr/>
    </dgm:pt>
    <dgm:pt modelId="{9466AB69-19CB-426D-B8F6-AA32CA2FC691}" type="pres">
      <dgm:prSet presAssocID="{3506FA32-9EFA-4BEE-9D18-1A3DA351A73C}" presName="rect1ParTx" presStyleLbl="alignAcc1" presStyleIdx="2" presStyleCnt="3">
        <dgm:presLayoutVars>
          <dgm:chMax val="1"/>
          <dgm:bulletEnabled val="1"/>
        </dgm:presLayoutVars>
      </dgm:prSet>
      <dgm:spPr/>
    </dgm:pt>
    <dgm:pt modelId="{128FF396-99D4-4092-8873-231337E2150E}" type="pres">
      <dgm:prSet presAssocID="{3506FA32-9EFA-4BEE-9D18-1A3DA351A73C}" presName="rect1ChTx" presStyleLbl="alignAcc1" presStyleIdx="2" presStyleCnt="3">
        <dgm:presLayoutVars>
          <dgm:bulletEnabled val="1"/>
        </dgm:presLayoutVars>
      </dgm:prSet>
      <dgm:spPr/>
    </dgm:pt>
    <dgm:pt modelId="{B70E1F0F-A8C8-4987-9D6F-049DF2BA6846}" type="pres">
      <dgm:prSet presAssocID="{112A2459-762B-425D-8C04-B5ED81879117}" presName="rect2ParTx" presStyleLbl="alignAcc1" presStyleIdx="2" presStyleCnt="3">
        <dgm:presLayoutVars>
          <dgm:chMax val="1"/>
          <dgm:bulletEnabled val="1"/>
        </dgm:presLayoutVars>
      </dgm:prSet>
      <dgm:spPr/>
    </dgm:pt>
    <dgm:pt modelId="{D4E3CA29-9204-47E4-9B02-4E29C73DEF77}" type="pres">
      <dgm:prSet presAssocID="{112A2459-762B-425D-8C04-B5ED81879117}" presName="rect2ChTx" presStyleLbl="alignAcc1" presStyleIdx="2" presStyleCnt="3">
        <dgm:presLayoutVars>
          <dgm:bulletEnabled val="1"/>
        </dgm:presLayoutVars>
      </dgm:prSet>
      <dgm:spPr/>
    </dgm:pt>
    <dgm:pt modelId="{F08C1D2E-618E-4A65-A38C-39D6E038A8BC}" type="pres">
      <dgm:prSet presAssocID="{EBB846BE-4D95-419C-9965-8E46BE24DFE2}" presName="rect3ParTx" presStyleLbl="alignAcc1" presStyleIdx="2" presStyleCnt="3">
        <dgm:presLayoutVars>
          <dgm:chMax val="1"/>
          <dgm:bulletEnabled val="1"/>
        </dgm:presLayoutVars>
      </dgm:prSet>
      <dgm:spPr/>
    </dgm:pt>
    <dgm:pt modelId="{7507709E-9321-40F0-9FFC-D4FED78C3217}" type="pres">
      <dgm:prSet presAssocID="{EBB846BE-4D95-419C-9965-8E46BE24DFE2}" presName="rect3ChTx" presStyleLbl="alignAcc1" presStyleIdx="2" presStyleCnt="3">
        <dgm:presLayoutVars>
          <dgm:bulletEnabled val="1"/>
        </dgm:presLayoutVars>
      </dgm:prSet>
      <dgm:spPr/>
    </dgm:pt>
  </dgm:ptLst>
  <dgm:cxnLst>
    <dgm:cxn modelId="{97051404-AFE1-408D-A58C-10A93E973F99}" type="presOf" srcId="{69C0CF90-3D54-48F7-A0F1-92486A44450F}" destId="{7507709E-9321-40F0-9FFC-D4FED78C3217}" srcOrd="0" destOrd="0" presId="urn:microsoft.com/office/officeart/2005/8/layout/target3"/>
    <dgm:cxn modelId="{40AE5905-0A97-4773-9C96-1B4F23ECA049}" srcId="{3506FA32-9EFA-4BEE-9D18-1A3DA351A73C}" destId="{E611827F-2B4F-43B6-B4DA-C2AE901DF17F}" srcOrd="0" destOrd="0" parTransId="{A264DA74-72AF-41D9-9FDD-C01F68D0A4DA}" sibTransId="{9B291FA7-51D2-42F9-91DF-CE2E099210E7}"/>
    <dgm:cxn modelId="{EB87EB08-CDE6-47B0-B749-C88D042DA550}" srcId="{37A5FD46-37D4-4C1D-8FF9-D529971B8C4B}" destId="{EBB846BE-4D95-419C-9965-8E46BE24DFE2}" srcOrd="2" destOrd="0" parTransId="{518D5AF5-0D92-4EEF-9FC6-DFF3B8EDBE47}" sibTransId="{D1245868-85F5-4119-B081-415F8C2E3EE2}"/>
    <dgm:cxn modelId="{C5AF1316-3A29-4C02-BAF5-FAEC52546B02}" srcId="{37A5FD46-37D4-4C1D-8FF9-D529971B8C4B}" destId="{112A2459-762B-425D-8C04-B5ED81879117}" srcOrd="1" destOrd="0" parTransId="{701A8BFF-B0B8-471A-86F3-B9FFF4A8637B}" sibTransId="{7334F40B-F8BC-4B49-83C9-96189D07AB8C}"/>
    <dgm:cxn modelId="{C586862B-9722-4AE4-8EDA-C5EF5C04B9EA}" srcId="{112A2459-762B-425D-8C04-B5ED81879117}" destId="{F1CE028E-1640-4D0E-92C7-1EBD68809346}" srcOrd="0" destOrd="0" parTransId="{FB50CB34-405C-4418-813A-BA945615A5BA}" sibTransId="{E3686C0B-CDFF-4527-A583-655A10444F80}"/>
    <dgm:cxn modelId="{BC48922B-7ED8-443E-8DC2-9484E39A7598}" type="presOf" srcId="{F1CE028E-1640-4D0E-92C7-1EBD68809346}" destId="{D4E3CA29-9204-47E4-9B02-4E29C73DEF77}" srcOrd="0" destOrd="0" presId="urn:microsoft.com/office/officeart/2005/8/layout/target3"/>
    <dgm:cxn modelId="{E1968430-2C96-456A-9929-04DCF823EBAD}" srcId="{EBB846BE-4D95-419C-9965-8E46BE24DFE2}" destId="{0F01372F-E618-4CD4-8A30-984139E0E492}" srcOrd="2" destOrd="0" parTransId="{1CA2F313-01EB-4EB4-8905-674F898DCE6A}" sibTransId="{E0B2A8F2-487F-43EA-A395-AB2A362B9E01}"/>
    <dgm:cxn modelId="{1C28753D-91FD-4894-847B-1BEAB4F2B880}" srcId="{3506FA32-9EFA-4BEE-9D18-1A3DA351A73C}" destId="{EFC3FA27-56BC-4634-9C3A-FEDFB4158AB3}" srcOrd="2" destOrd="0" parTransId="{F6089A84-1BD2-463A-9664-0D9E0E8E8698}" sibTransId="{EC317919-E52F-4485-901A-83F5A5A01C5D}"/>
    <dgm:cxn modelId="{9BB1FE5D-5A05-4521-9EDE-8E538B902776}" type="presOf" srcId="{EBB846BE-4D95-419C-9965-8E46BE24DFE2}" destId="{F08C1D2E-618E-4A65-A38C-39D6E038A8BC}" srcOrd="1" destOrd="0" presId="urn:microsoft.com/office/officeart/2005/8/layout/target3"/>
    <dgm:cxn modelId="{C0CDA260-6D17-4A7D-8E48-B1CB2C5FA373}" srcId="{3506FA32-9EFA-4BEE-9D18-1A3DA351A73C}" destId="{A305112D-86A6-4648-A489-2E3D771DDEA8}" srcOrd="1" destOrd="0" parTransId="{576B1B9D-2838-44B2-BCF7-803AEE001C92}" sibTransId="{1A43C87A-2F03-4C53-AC1F-A88755A6502B}"/>
    <dgm:cxn modelId="{16B25346-C853-4D9A-8F8D-F762CAAFFC53}" type="presOf" srcId="{3506FA32-9EFA-4BEE-9D18-1A3DA351A73C}" destId="{F79206B1-26A6-472D-B164-056340341147}" srcOrd="0" destOrd="0" presId="urn:microsoft.com/office/officeart/2005/8/layout/target3"/>
    <dgm:cxn modelId="{D242E74F-EE20-4FDD-9F0B-51F07C7A1EB2}" type="presOf" srcId="{E611827F-2B4F-43B6-B4DA-C2AE901DF17F}" destId="{128FF396-99D4-4092-8873-231337E2150E}" srcOrd="0" destOrd="0" presId="urn:microsoft.com/office/officeart/2005/8/layout/target3"/>
    <dgm:cxn modelId="{3D66CB54-8C89-411D-8FBE-15BF258151AA}" type="presOf" srcId="{A305112D-86A6-4648-A489-2E3D771DDEA8}" destId="{128FF396-99D4-4092-8873-231337E2150E}" srcOrd="0" destOrd="1" presId="urn:microsoft.com/office/officeart/2005/8/layout/target3"/>
    <dgm:cxn modelId="{2E20FA80-6EB9-446D-8BEC-DB3B918526CE}" type="presOf" srcId="{EFC3FA27-56BC-4634-9C3A-FEDFB4158AB3}" destId="{128FF396-99D4-4092-8873-231337E2150E}" srcOrd="0" destOrd="2" presId="urn:microsoft.com/office/officeart/2005/8/layout/target3"/>
    <dgm:cxn modelId="{50444D82-C6E2-4565-9A6B-957F43BEDBA0}" type="presOf" srcId="{112A2459-762B-425D-8C04-B5ED81879117}" destId="{B70E1F0F-A8C8-4987-9D6F-049DF2BA6846}" srcOrd="1" destOrd="0" presId="urn:microsoft.com/office/officeart/2005/8/layout/target3"/>
    <dgm:cxn modelId="{C3CD7F82-4919-436D-9D52-7E17B1A267D8}" srcId="{112A2459-762B-425D-8C04-B5ED81879117}" destId="{C157C24A-398F-4C8F-94DE-DE54079977EF}" srcOrd="1" destOrd="0" parTransId="{D8B6F8EE-C003-4B34-AAAF-D0F0DBACF8F0}" sibTransId="{842231A3-34BF-4076-9AD8-BCC88A27D09C}"/>
    <dgm:cxn modelId="{21658588-1B95-409F-98FC-1B4AD81D625D}" type="presOf" srcId="{153ADBEC-4C3D-4361-AE68-923123B06CCC}" destId="{D4E3CA29-9204-47E4-9B02-4E29C73DEF77}" srcOrd="0" destOrd="2" presId="urn:microsoft.com/office/officeart/2005/8/layout/target3"/>
    <dgm:cxn modelId="{6F33028A-951A-492A-8DA9-7AAC3B8E2D05}" type="presOf" srcId="{0F01372F-E618-4CD4-8A30-984139E0E492}" destId="{7507709E-9321-40F0-9FFC-D4FED78C3217}" srcOrd="0" destOrd="2" presId="urn:microsoft.com/office/officeart/2005/8/layout/target3"/>
    <dgm:cxn modelId="{4975DA8C-1AA1-43EF-BDF3-6093EA5AF689}" srcId="{EBB846BE-4D95-419C-9965-8E46BE24DFE2}" destId="{69C0CF90-3D54-48F7-A0F1-92486A44450F}" srcOrd="0" destOrd="0" parTransId="{EB1BACD8-5F3D-4856-BE71-C3E5A9828E85}" sibTransId="{D2EB70C1-382E-4458-A0C0-0948C33975E5}"/>
    <dgm:cxn modelId="{5DE0848E-B701-4B0B-8A98-94CAF16BD8E8}" srcId="{112A2459-762B-425D-8C04-B5ED81879117}" destId="{153ADBEC-4C3D-4361-AE68-923123B06CCC}" srcOrd="2" destOrd="0" parTransId="{DAAF92C8-4560-49AB-BFC7-789703903720}" sibTransId="{907F3ECE-CD16-409D-8C3E-7DB729628EEE}"/>
    <dgm:cxn modelId="{2A220991-FC0A-44DA-B4C8-5CE3CD08B0EC}" type="presOf" srcId="{37A5FD46-37D4-4C1D-8FF9-D529971B8C4B}" destId="{8DD364A4-49DC-4A30-8490-D16C724778E0}" srcOrd="0" destOrd="0" presId="urn:microsoft.com/office/officeart/2005/8/layout/target3"/>
    <dgm:cxn modelId="{8918BA97-DB9C-4831-83D5-AC8F6A9BE401}" type="presOf" srcId="{112A2459-762B-425D-8C04-B5ED81879117}" destId="{06196647-5324-482A-BBFE-868A4F02128D}" srcOrd="0" destOrd="0" presId="urn:microsoft.com/office/officeart/2005/8/layout/target3"/>
    <dgm:cxn modelId="{F6A4889A-5EE1-4631-AECB-1F5E0BD5B4C1}" type="presOf" srcId="{864AECE8-0B5E-45A7-9680-89BD1C32D518}" destId="{7507709E-9321-40F0-9FFC-D4FED78C3217}" srcOrd="0" destOrd="1" presId="urn:microsoft.com/office/officeart/2005/8/layout/target3"/>
    <dgm:cxn modelId="{D4A8969B-8064-4776-BC57-82918358B088}" type="presOf" srcId="{C157C24A-398F-4C8F-94DE-DE54079977EF}" destId="{D4E3CA29-9204-47E4-9B02-4E29C73DEF77}" srcOrd="0" destOrd="1" presId="urn:microsoft.com/office/officeart/2005/8/layout/target3"/>
    <dgm:cxn modelId="{E0AD86AD-778F-4167-86C2-89FD1101DA52}" srcId="{37A5FD46-37D4-4C1D-8FF9-D529971B8C4B}" destId="{3506FA32-9EFA-4BEE-9D18-1A3DA351A73C}" srcOrd="0" destOrd="0" parTransId="{35E6D877-46A4-4F8F-A0C4-1C86BB6A9BD3}" sibTransId="{162249FF-094D-4025-8FC0-B3493A86F7BB}"/>
    <dgm:cxn modelId="{C31892C2-DD51-4559-87FB-0DAED193AA78}" srcId="{EBB846BE-4D95-419C-9965-8E46BE24DFE2}" destId="{864AECE8-0B5E-45A7-9680-89BD1C32D518}" srcOrd="1" destOrd="0" parTransId="{34E1CCCC-3060-448D-8D92-DB870C505ED5}" sibTransId="{A459F423-5239-491D-AA71-61D7DDE57009}"/>
    <dgm:cxn modelId="{7A9763C7-C02B-41B7-AAED-3602C3EDDC72}" type="presOf" srcId="{EBB846BE-4D95-419C-9965-8E46BE24DFE2}" destId="{686F1C18-87E3-4E86-842D-22FCA0FE8DA6}" srcOrd="0" destOrd="0" presId="urn:microsoft.com/office/officeart/2005/8/layout/target3"/>
    <dgm:cxn modelId="{E2F0E9EE-90B7-4039-B9DC-2590DCEC297E}" type="presOf" srcId="{3506FA32-9EFA-4BEE-9D18-1A3DA351A73C}" destId="{9466AB69-19CB-426D-B8F6-AA32CA2FC691}" srcOrd="1" destOrd="0" presId="urn:microsoft.com/office/officeart/2005/8/layout/target3"/>
    <dgm:cxn modelId="{F44D20EA-D83A-4B4D-ACA5-39C67CD3AB29}" type="presParOf" srcId="{8DD364A4-49DC-4A30-8490-D16C724778E0}" destId="{B014B12F-20A0-4FE8-BB58-F22EFFC8B761}" srcOrd="0" destOrd="0" presId="urn:microsoft.com/office/officeart/2005/8/layout/target3"/>
    <dgm:cxn modelId="{49FD6A96-E16B-4148-83DA-B0C726559109}" type="presParOf" srcId="{8DD364A4-49DC-4A30-8490-D16C724778E0}" destId="{7FA960A3-1CFF-483F-84ED-5420C5C42666}" srcOrd="1" destOrd="0" presId="urn:microsoft.com/office/officeart/2005/8/layout/target3"/>
    <dgm:cxn modelId="{29B08833-F7B4-4661-9CAF-0ED1F868AFAA}" type="presParOf" srcId="{8DD364A4-49DC-4A30-8490-D16C724778E0}" destId="{F79206B1-26A6-472D-B164-056340341147}" srcOrd="2" destOrd="0" presId="urn:microsoft.com/office/officeart/2005/8/layout/target3"/>
    <dgm:cxn modelId="{CE2219A3-BEBE-422C-956F-42267F62DFA4}" type="presParOf" srcId="{8DD364A4-49DC-4A30-8490-D16C724778E0}" destId="{656B4D4F-04D1-4D6B-89A3-D9B457AC6398}" srcOrd="3" destOrd="0" presId="urn:microsoft.com/office/officeart/2005/8/layout/target3"/>
    <dgm:cxn modelId="{21F7135A-28BA-428D-AA25-2AC902C6480C}" type="presParOf" srcId="{8DD364A4-49DC-4A30-8490-D16C724778E0}" destId="{F67454E1-11EB-4BF0-B63B-EB5A2A5C565C}" srcOrd="4" destOrd="0" presId="urn:microsoft.com/office/officeart/2005/8/layout/target3"/>
    <dgm:cxn modelId="{D6EE9168-E1F5-4FDC-AD3B-74DDE4AE1A24}" type="presParOf" srcId="{8DD364A4-49DC-4A30-8490-D16C724778E0}" destId="{06196647-5324-482A-BBFE-868A4F02128D}" srcOrd="5" destOrd="0" presId="urn:microsoft.com/office/officeart/2005/8/layout/target3"/>
    <dgm:cxn modelId="{9C1480E0-0997-41F8-9820-D8678E06807A}" type="presParOf" srcId="{8DD364A4-49DC-4A30-8490-D16C724778E0}" destId="{0D3A18EB-C99B-464D-9A8F-4BEA15F1AF24}" srcOrd="6" destOrd="0" presId="urn:microsoft.com/office/officeart/2005/8/layout/target3"/>
    <dgm:cxn modelId="{A271583C-2A8F-458D-B44E-E9E4C707BD37}" type="presParOf" srcId="{8DD364A4-49DC-4A30-8490-D16C724778E0}" destId="{2CA858A1-5DD2-4AB6-BDF9-1905BB863362}" srcOrd="7" destOrd="0" presId="urn:microsoft.com/office/officeart/2005/8/layout/target3"/>
    <dgm:cxn modelId="{68C3A448-D770-466D-ACAA-9C32C48285C6}" type="presParOf" srcId="{8DD364A4-49DC-4A30-8490-D16C724778E0}" destId="{686F1C18-87E3-4E86-842D-22FCA0FE8DA6}" srcOrd="8" destOrd="0" presId="urn:microsoft.com/office/officeart/2005/8/layout/target3"/>
    <dgm:cxn modelId="{D3D8FE8D-78D6-46E6-9E89-38FC67F1528F}" type="presParOf" srcId="{8DD364A4-49DC-4A30-8490-D16C724778E0}" destId="{9466AB69-19CB-426D-B8F6-AA32CA2FC691}" srcOrd="9" destOrd="0" presId="urn:microsoft.com/office/officeart/2005/8/layout/target3"/>
    <dgm:cxn modelId="{6245840B-C691-455A-A10C-696DD6EA632C}" type="presParOf" srcId="{8DD364A4-49DC-4A30-8490-D16C724778E0}" destId="{128FF396-99D4-4092-8873-231337E2150E}" srcOrd="10" destOrd="0" presId="urn:microsoft.com/office/officeart/2005/8/layout/target3"/>
    <dgm:cxn modelId="{A324CEBA-9F07-42EC-A34E-6BB4F1706655}" type="presParOf" srcId="{8DD364A4-49DC-4A30-8490-D16C724778E0}" destId="{B70E1F0F-A8C8-4987-9D6F-049DF2BA6846}" srcOrd="11" destOrd="0" presId="urn:microsoft.com/office/officeart/2005/8/layout/target3"/>
    <dgm:cxn modelId="{FDA2A9B5-80DE-4316-B89F-7052E6CA9DAA}" type="presParOf" srcId="{8DD364A4-49DC-4A30-8490-D16C724778E0}" destId="{D4E3CA29-9204-47E4-9B02-4E29C73DEF77}" srcOrd="12" destOrd="0" presId="urn:microsoft.com/office/officeart/2005/8/layout/target3"/>
    <dgm:cxn modelId="{462699DF-C206-4748-A1FB-972107084245}" type="presParOf" srcId="{8DD364A4-49DC-4A30-8490-D16C724778E0}" destId="{F08C1D2E-618E-4A65-A38C-39D6E038A8BC}" srcOrd="13" destOrd="0" presId="urn:microsoft.com/office/officeart/2005/8/layout/target3"/>
    <dgm:cxn modelId="{084550F4-57F7-4DD6-BF48-E94384FE9226}" type="presParOf" srcId="{8DD364A4-49DC-4A30-8490-D16C724778E0}" destId="{7507709E-9321-40F0-9FFC-D4FED78C3217}" srcOrd="14" destOrd="0" presId="urn:microsoft.com/office/officeart/2005/8/layout/target3"/>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7A5FD46-37D4-4C1D-8FF9-D529971B8C4B}" type="doc">
      <dgm:prSet loTypeId="urn:microsoft.com/office/officeart/2005/8/layout/target3" loCatId="relationship" qsTypeId="urn:microsoft.com/office/officeart/2005/8/quickstyle/simple1#4" qsCatId="simple" csTypeId="urn:microsoft.com/office/officeart/2005/8/colors/accent1_2#4" csCatId="accent1" phldr="1"/>
      <dgm:spPr/>
      <dgm:t>
        <a:bodyPr/>
        <a:lstStyle/>
        <a:p>
          <a:endParaRPr lang="zh-CN" altLang="en-US"/>
        </a:p>
      </dgm:t>
    </dgm:pt>
    <dgm:pt modelId="{3506FA32-9EFA-4BEE-9D18-1A3DA351A73C}">
      <dgm:prSet phldrT="[文本]" custT="1"/>
      <dgm:spPr/>
      <dgm:t>
        <a:bodyPr/>
        <a:lstStyle/>
        <a:p>
          <a:r>
            <a:rPr lang="zh-CN" altLang="en-US" sz="2800" dirty="0"/>
            <a:t>文本内容</a:t>
          </a:r>
        </a:p>
      </dgm:t>
    </dgm:pt>
    <dgm:pt modelId="{35E6D877-46A4-4F8F-A0C4-1C86BB6A9BD3}" type="parTrans" cxnId="{E0AD86AD-778F-4167-86C2-89FD1101DA52}">
      <dgm:prSet/>
      <dgm:spPr/>
      <dgm:t>
        <a:bodyPr/>
        <a:lstStyle/>
        <a:p>
          <a:endParaRPr lang="zh-CN" altLang="en-US"/>
        </a:p>
      </dgm:t>
    </dgm:pt>
    <dgm:pt modelId="{162249FF-094D-4025-8FC0-B3493A86F7BB}" type="sibTrans" cxnId="{E0AD86AD-778F-4167-86C2-89FD1101DA52}">
      <dgm:prSet/>
      <dgm:spPr/>
      <dgm:t>
        <a:bodyPr/>
        <a:lstStyle/>
        <a:p>
          <a:endParaRPr lang="zh-CN" altLang="en-US"/>
        </a:p>
      </dgm:t>
    </dgm:pt>
    <dgm:pt modelId="{E611827F-2B4F-43B6-B4DA-C2AE901DF17F}">
      <dgm:prSet phldrT="[文本]" custT="1"/>
      <dgm:spPr/>
      <dgm:t>
        <a:bodyPr/>
        <a:lstStyle/>
        <a:p>
          <a:r>
            <a:rPr lang="zh-CN" altLang="en-US" sz="1600" dirty="0"/>
            <a:t>结构文档</a:t>
          </a:r>
        </a:p>
      </dgm:t>
    </dgm:pt>
    <dgm:pt modelId="{A264DA74-72AF-41D9-9FDD-C01F68D0A4DA}" type="parTrans" cxnId="{40AE5905-0A97-4773-9C96-1B4F23ECA049}">
      <dgm:prSet/>
      <dgm:spPr/>
      <dgm:t>
        <a:bodyPr/>
        <a:lstStyle/>
        <a:p>
          <a:endParaRPr lang="zh-CN" altLang="en-US"/>
        </a:p>
      </dgm:t>
    </dgm:pt>
    <dgm:pt modelId="{9B291FA7-51D2-42F9-91DF-CE2E099210E7}" type="sibTrans" cxnId="{40AE5905-0A97-4773-9C96-1B4F23ECA049}">
      <dgm:prSet/>
      <dgm:spPr/>
      <dgm:t>
        <a:bodyPr/>
        <a:lstStyle/>
        <a:p>
          <a:endParaRPr lang="zh-CN" altLang="en-US"/>
        </a:p>
      </dgm:t>
    </dgm:pt>
    <dgm:pt modelId="{A305112D-86A6-4648-A489-2E3D771DDEA8}">
      <dgm:prSet phldrT="[文本]" custT="1"/>
      <dgm:spPr/>
      <dgm:t>
        <a:bodyPr/>
        <a:lstStyle/>
        <a:p>
          <a:r>
            <a:rPr lang="zh-CN" altLang="en-US" sz="1600" dirty="0"/>
            <a:t>非结构文档</a:t>
          </a:r>
        </a:p>
      </dgm:t>
    </dgm:pt>
    <dgm:pt modelId="{576B1B9D-2838-44B2-BCF7-803AEE001C92}" type="parTrans" cxnId="{C0CDA260-6D17-4A7D-8E48-B1CB2C5FA373}">
      <dgm:prSet/>
      <dgm:spPr/>
      <dgm:t>
        <a:bodyPr/>
        <a:lstStyle/>
        <a:p>
          <a:endParaRPr lang="zh-CN" altLang="en-US"/>
        </a:p>
      </dgm:t>
    </dgm:pt>
    <dgm:pt modelId="{1A43C87A-2F03-4C53-AC1F-A88755A6502B}" type="sibTrans" cxnId="{C0CDA260-6D17-4A7D-8E48-B1CB2C5FA373}">
      <dgm:prSet/>
      <dgm:spPr/>
      <dgm:t>
        <a:bodyPr/>
        <a:lstStyle/>
        <a:p>
          <a:endParaRPr lang="zh-CN" altLang="en-US"/>
        </a:p>
      </dgm:t>
    </dgm:pt>
    <dgm:pt modelId="{112A2459-762B-425D-8C04-B5ED81879117}">
      <dgm:prSet phldrT="[文本]" custT="1"/>
      <dgm:spPr/>
      <dgm:t>
        <a:bodyPr/>
        <a:lstStyle/>
        <a:p>
          <a:r>
            <a:rPr lang="zh-CN" altLang="en-US" sz="2800" dirty="0"/>
            <a:t>软件内容</a:t>
          </a:r>
        </a:p>
      </dgm:t>
    </dgm:pt>
    <dgm:pt modelId="{701A8BFF-B0B8-471A-86F3-B9FFF4A8637B}" type="parTrans" cxnId="{C5AF1316-3A29-4C02-BAF5-FAEC52546B02}">
      <dgm:prSet/>
      <dgm:spPr/>
      <dgm:t>
        <a:bodyPr/>
        <a:lstStyle/>
        <a:p>
          <a:endParaRPr lang="zh-CN" altLang="en-US"/>
        </a:p>
      </dgm:t>
    </dgm:pt>
    <dgm:pt modelId="{7334F40B-F8BC-4B49-83C9-96189D07AB8C}" type="sibTrans" cxnId="{C5AF1316-3A29-4C02-BAF5-FAEC52546B02}">
      <dgm:prSet/>
      <dgm:spPr/>
      <dgm:t>
        <a:bodyPr/>
        <a:lstStyle/>
        <a:p>
          <a:endParaRPr lang="zh-CN" altLang="en-US"/>
        </a:p>
      </dgm:t>
    </dgm:pt>
    <dgm:pt modelId="{F1CE028E-1640-4D0E-92C7-1EBD68809346}">
      <dgm:prSet phldrT="[文本]" custT="1"/>
      <dgm:spPr/>
      <dgm:t>
        <a:bodyPr/>
        <a:lstStyle/>
        <a:p>
          <a:r>
            <a:rPr lang="zh-CN" altLang="en-US" sz="1600" dirty="0"/>
            <a:t>系统软件</a:t>
          </a:r>
        </a:p>
      </dgm:t>
    </dgm:pt>
    <dgm:pt modelId="{FB50CB34-405C-4418-813A-BA945615A5BA}" type="parTrans" cxnId="{C586862B-9722-4AE4-8EDA-C5EF5C04B9EA}">
      <dgm:prSet/>
      <dgm:spPr/>
      <dgm:t>
        <a:bodyPr/>
        <a:lstStyle/>
        <a:p>
          <a:endParaRPr lang="zh-CN" altLang="en-US"/>
        </a:p>
      </dgm:t>
    </dgm:pt>
    <dgm:pt modelId="{E3686C0B-CDFF-4527-A583-655A10444F80}" type="sibTrans" cxnId="{C586862B-9722-4AE4-8EDA-C5EF5C04B9EA}">
      <dgm:prSet/>
      <dgm:spPr/>
      <dgm:t>
        <a:bodyPr/>
        <a:lstStyle/>
        <a:p>
          <a:endParaRPr lang="zh-CN" altLang="en-US"/>
        </a:p>
      </dgm:t>
    </dgm:pt>
    <dgm:pt modelId="{C157C24A-398F-4C8F-94DE-DE54079977EF}">
      <dgm:prSet phldrT="[文本]" custT="1"/>
      <dgm:spPr/>
      <dgm:t>
        <a:bodyPr/>
        <a:lstStyle/>
        <a:p>
          <a:r>
            <a:rPr lang="zh-CN" altLang="en-US" sz="1600" dirty="0"/>
            <a:t>应用软件</a:t>
          </a:r>
        </a:p>
      </dgm:t>
    </dgm:pt>
    <dgm:pt modelId="{D8B6F8EE-C003-4B34-AAAF-D0F0DBACF8F0}" type="parTrans" cxnId="{C3CD7F82-4919-436D-9D52-7E17B1A267D8}">
      <dgm:prSet/>
      <dgm:spPr/>
      <dgm:t>
        <a:bodyPr/>
        <a:lstStyle/>
        <a:p>
          <a:endParaRPr lang="zh-CN" altLang="en-US"/>
        </a:p>
      </dgm:t>
    </dgm:pt>
    <dgm:pt modelId="{842231A3-34BF-4076-9AD8-BCC88A27D09C}" type="sibTrans" cxnId="{C3CD7F82-4919-436D-9D52-7E17B1A267D8}">
      <dgm:prSet/>
      <dgm:spPr/>
      <dgm:t>
        <a:bodyPr/>
        <a:lstStyle/>
        <a:p>
          <a:endParaRPr lang="zh-CN" altLang="en-US"/>
        </a:p>
      </dgm:t>
    </dgm:pt>
    <dgm:pt modelId="{EBB846BE-4D95-419C-9965-8E46BE24DFE2}">
      <dgm:prSet phldrT="[文本]" custT="1"/>
      <dgm:spPr/>
      <dgm:t>
        <a:bodyPr/>
        <a:lstStyle/>
        <a:p>
          <a:r>
            <a:rPr lang="zh-CN" altLang="en-US" sz="2800" dirty="0"/>
            <a:t>数据库</a:t>
          </a:r>
        </a:p>
      </dgm:t>
    </dgm:pt>
    <dgm:pt modelId="{518D5AF5-0D92-4EEF-9FC6-DFF3B8EDBE47}" type="parTrans" cxnId="{EB87EB08-CDE6-47B0-B749-C88D042DA550}">
      <dgm:prSet/>
      <dgm:spPr/>
      <dgm:t>
        <a:bodyPr/>
        <a:lstStyle/>
        <a:p>
          <a:endParaRPr lang="zh-CN" altLang="en-US"/>
        </a:p>
      </dgm:t>
    </dgm:pt>
    <dgm:pt modelId="{D1245868-85F5-4119-B081-415F8C2E3EE2}" type="sibTrans" cxnId="{EB87EB08-CDE6-47B0-B749-C88D042DA550}">
      <dgm:prSet/>
      <dgm:spPr/>
      <dgm:t>
        <a:bodyPr/>
        <a:lstStyle/>
        <a:p>
          <a:endParaRPr lang="zh-CN" altLang="en-US"/>
        </a:p>
      </dgm:t>
    </dgm:pt>
    <dgm:pt modelId="{69C0CF90-3D54-48F7-A0F1-92486A44450F}">
      <dgm:prSet phldrT="[文本]" custT="1"/>
      <dgm:spPr/>
      <dgm:t>
        <a:bodyPr/>
        <a:lstStyle/>
        <a:p>
          <a:r>
            <a:rPr lang="zh-CN" altLang="en-US" sz="1600" dirty="0"/>
            <a:t>关系型</a:t>
          </a:r>
        </a:p>
      </dgm:t>
    </dgm:pt>
    <dgm:pt modelId="{EB1BACD8-5F3D-4856-BE71-C3E5A9828E85}" type="parTrans" cxnId="{4975DA8C-1AA1-43EF-BDF3-6093EA5AF689}">
      <dgm:prSet/>
      <dgm:spPr/>
      <dgm:t>
        <a:bodyPr/>
        <a:lstStyle/>
        <a:p>
          <a:endParaRPr lang="zh-CN" altLang="en-US"/>
        </a:p>
      </dgm:t>
    </dgm:pt>
    <dgm:pt modelId="{D2EB70C1-382E-4458-A0C0-0948C33975E5}" type="sibTrans" cxnId="{4975DA8C-1AA1-43EF-BDF3-6093EA5AF689}">
      <dgm:prSet/>
      <dgm:spPr/>
      <dgm:t>
        <a:bodyPr/>
        <a:lstStyle/>
        <a:p>
          <a:endParaRPr lang="zh-CN" altLang="en-US"/>
        </a:p>
      </dgm:t>
    </dgm:pt>
    <dgm:pt modelId="{EFC3FA27-56BC-4634-9C3A-FEDFB4158AB3}">
      <dgm:prSet phldrT="[文本]" custT="1"/>
      <dgm:spPr/>
      <dgm:t>
        <a:bodyPr/>
        <a:lstStyle/>
        <a:p>
          <a:r>
            <a:rPr lang="zh-CN" altLang="en-US" sz="1600" dirty="0">
              <a:solidFill>
                <a:srgbClr val="FC611F"/>
              </a:solidFill>
            </a:rPr>
            <a:t>超文本文档</a:t>
          </a:r>
          <a:endParaRPr lang="zh-CN" altLang="en-US" sz="1800" dirty="0">
            <a:solidFill>
              <a:srgbClr val="FC611F"/>
            </a:solidFill>
          </a:endParaRPr>
        </a:p>
      </dgm:t>
    </dgm:pt>
    <dgm:pt modelId="{F6089A84-1BD2-463A-9664-0D9E0E8E8698}" type="parTrans" cxnId="{1C28753D-91FD-4894-847B-1BEAB4F2B880}">
      <dgm:prSet/>
      <dgm:spPr/>
      <dgm:t>
        <a:bodyPr/>
        <a:lstStyle/>
        <a:p>
          <a:endParaRPr lang="zh-CN" altLang="en-US"/>
        </a:p>
      </dgm:t>
    </dgm:pt>
    <dgm:pt modelId="{EC317919-E52F-4485-901A-83F5A5A01C5D}" type="sibTrans" cxnId="{1C28753D-91FD-4894-847B-1BEAB4F2B880}">
      <dgm:prSet/>
      <dgm:spPr/>
      <dgm:t>
        <a:bodyPr/>
        <a:lstStyle/>
        <a:p>
          <a:endParaRPr lang="zh-CN" altLang="en-US"/>
        </a:p>
      </dgm:t>
    </dgm:pt>
    <dgm:pt modelId="{153ADBEC-4C3D-4361-AE68-923123B06CCC}">
      <dgm:prSet phldrT="[文本]" custT="1"/>
      <dgm:spPr/>
      <dgm:t>
        <a:bodyPr/>
        <a:lstStyle/>
        <a:p>
          <a:r>
            <a:rPr lang="zh-CN" altLang="en-US" sz="1600" dirty="0">
              <a:solidFill>
                <a:srgbClr val="FC611F"/>
              </a:solidFill>
            </a:rPr>
            <a:t>程序文档</a:t>
          </a:r>
          <a:endParaRPr lang="zh-CN" altLang="en-US" sz="1800" dirty="0">
            <a:solidFill>
              <a:srgbClr val="FC611F"/>
            </a:solidFill>
          </a:endParaRPr>
        </a:p>
      </dgm:t>
    </dgm:pt>
    <dgm:pt modelId="{DAAF92C8-4560-49AB-BFC7-789703903720}" type="parTrans" cxnId="{5DE0848E-B701-4B0B-8A98-94CAF16BD8E8}">
      <dgm:prSet/>
      <dgm:spPr/>
      <dgm:t>
        <a:bodyPr/>
        <a:lstStyle/>
        <a:p>
          <a:endParaRPr lang="zh-CN" altLang="en-US"/>
        </a:p>
      </dgm:t>
    </dgm:pt>
    <dgm:pt modelId="{907F3ECE-CD16-409D-8C3E-7DB729628EEE}" type="sibTrans" cxnId="{5DE0848E-B701-4B0B-8A98-94CAF16BD8E8}">
      <dgm:prSet/>
      <dgm:spPr/>
      <dgm:t>
        <a:bodyPr/>
        <a:lstStyle/>
        <a:p>
          <a:endParaRPr lang="zh-CN" altLang="en-US"/>
        </a:p>
      </dgm:t>
    </dgm:pt>
    <dgm:pt modelId="{864AECE8-0B5E-45A7-9680-89BD1C32D518}">
      <dgm:prSet phldrT="[文本]" custT="1"/>
      <dgm:spPr/>
      <dgm:t>
        <a:bodyPr/>
        <a:lstStyle/>
        <a:p>
          <a:r>
            <a:rPr lang="zh-CN" altLang="en-US" sz="1600" dirty="0"/>
            <a:t>非关系型</a:t>
          </a:r>
        </a:p>
      </dgm:t>
    </dgm:pt>
    <dgm:pt modelId="{34E1CCCC-3060-448D-8D92-DB870C505ED5}" type="parTrans" cxnId="{C31892C2-DD51-4559-87FB-0DAED193AA78}">
      <dgm:prSet/>
      <dgm:spPr/>
      <dgm:t>
        <a:bodyPr/>
        <a:lstStyle/>
        <a:p>
          <a:endParaRPr lang="zh-CN" altLang="en-US"/>
        </a:p>
      </dgm:t>
    </dgm:pt>
    <dgm:pt modelId="{A459F423-5239-491D-AA71-61D7DDE57009}" type="sibTrans" cxnId="{C31892C2-DD51-4559-87FB-0DAED193AA78}">
      <dgm:prSet/>
      <dgm:spPr/>
      <dgm:t>
        <a:bodyPr/>
        <a:lstStyle/>
        <a:p>
          <a:endParaRPr lang="zh-CN" altLang="en-US"/>
        </a:p>
      </dgm:t>
    </dgm:pt>
    <dgm:pt modelId="{09153B46-AABB-4A89-8994-126D27546B6F}">
      <dgm:prSet phldrT="[文本]" custT="1"/>
      <dgm:spPr/>
      <dgm:t>
        <a:bodyPr/>
        <a:lstStyle/>
        <a:p>
          <a:r>
            <a:rPr lang="zh-CN" altLang="en-US" sz="1600" dirty="0">
              <a:solidFill>
                <a:srgbClr val="FC611F"/>
              </a:solidFill>
            </a:rPr>
            <a:t>数据仓库</a:t>
          </a:r>
          <a:endParaRPr lang="zh-CN" altLang="en-US" sz="1800" dirty="0">
            <a:solidFill>
              <a:srgbClr val="FC611F"/>
            </a:solidFill>
          </a:endParaRPr>
        </a:p>
      </dgm:t>
    </dgm:pt>
    <dgm:pt modelId="{655BF70E-F09B-42D3-B81F-279C4C06D5F9}" type="parTrans" cxnId="{E4B61D70-BAEB-41E1-97EB-19D0EE4D6054}">
      <dgm:prSet/>
      <dgm:spPr/>
      <dgm:t>
        <a:bodyPr/>
        <a:lstStyle/>
        <a:p>
          <a:endParaRPr lang="zh-CN" altLang="en-US"/>
        </a:p>
      </dgm:t>
    </dgm:pt>
    <dgm:pt modelId="{A10098A5-2A03-47B3-A0BD-CCC3F73A5AA2}" type="sibTrans" cxnId="{E4B61D70-BAEB-41E1-97EB-19D0EE4D6054}">
      <dgm:prSet/>
      <dgm:spPr/>
      <dgm:t>
        <a:bodyPr/>
        <a:lstStyle/>
        <a:p>
          <a:endParaRPr lang="zh-CN" altLang="en-US"/>
        </a:p>
      </dgm:t>
    </dgm:pt>
    <dgm:pt modelId="{8DD364A4-49DC-4A30-8490-D16C724778E0}" type="pres">
      <dgm:prSet presAssocID="{37A5FD46-37D4-4C1D-8FF9-D529971B8C4B}" presName="Name0" presStyleCnt="0">
        <dgm:presLayoutVars>
          <dgm:chMax val="7"/>
          <dgm:dir/>
          <dgm:animLvl val="lvl"/>
          <dgm:resizeHandles val="exact"/>
        </dgm:presLayoutVars>
      </dgm:prSet>
      <dgm:spPr/>
    </dgm:pt>
    <dgm:pt modelId="{B014B12F-20A0-4FE8-BB58-F22EFFC8B761}" type="pres">
      <dgm:prSet presAssocID="{3506FA32-9EFA-4BEE-9D18-1A3DA351A73C}" presName="circle1" presStyleLbl="node1" presStyleIdx="0" presStyleCnt="3"/>
      <dgm:spPr>
        <a:solidFill>
          <a:schemeClr val="bg1">
            <a:lumMod val="85000"/>
          </a:schemeClr>
        </a:solidFill>
        <a:ln>
          <a:solidFill>
            <a:schemeClr val="accent1"/>
          </a:solidFill>
        </a:ln>
      </dgm:spPr>
    </dgm:pt>
    <dgm:pt modelId="{7FA960A3-1CFF-483F-84ED-5420C5C42666}" type="pres">
      <dgm:prSet presAssocID="{3506FA32-9EFA-4BEE-9D18-1A3DA351A73C}" presName="space" presStyleCnt="0"/>
      <dgm:spPr/>
    </dgm:pt>
    <dgm:pt modelId="{F79206B1-26A6-472D-B164-056340341147}" type="pres">
      <dgm:prSet presAssocID="{3506FA32-9EFA-4BEE-9D18-1A3DA351A73C}" presName="rect1" presStyleLbl="alignAcc1" presStyleIdx="0" presStyleCnt="3" custLinFactNeighborY="-351"/>
      <dgm:spPr/>
    </dgm:pt>
    <dgm:pt modelId="{656B4D4F-04D1-4D6B-89A3-D9B457AC6398}" type="pres">
      <dgm:prSet presAssocID="{112A2459-762B-425D-8C04-B5ED81879117}" presName="vertSpace2" presStyleLbl="node1" presStyleIdx="0" presStyleCnt="3"/>
      <dgm:spPr/>
    </dgm:pt>
    <dgm:pt modelId="{F67454E1-11EB-4BF0-B63B-EB5A2A5C565C}" type="pres">
      <dgm:prSet presAssocID="{112A2459-762B-425D-8C04-B5ED81879117}" presName="circle2" presStyleLbl="node1" presStyleIdx="1" presStyleCnt="3"/>
      <dgm:spPr>
        <a:solidFill>
          <a:schemeClr val="bg1">
            <a:lumMod val="85000"/>
          </a:schemeClr>
        </a:solidFill>
        <a:ln>
          <a:solidFill>
            <a:schemeClr val="accent1"/>
          </a:solidFill>
        </a:ln>
      </dgm:spPr>
    </dgm:pt>
    <dgm:pt modelId="{06196647-5324-482A-BBFE-868A4F02128D}" type="pres">
      <dgm:prSet presAssocID="{112A2459-762B-425D-8C04-B5ED81879117}" presName="rect2" presStyleLbl="alignAcc1" presStyleIdx="1" presStyleCnt="3"/>
      <dgm:spPr/>
    </dgm:pt>
    <dgm:pt modelId="{0D3A18EB-C99B-464D-9A8F-4BEA15F1AF24}" type="pres">
      <dgm:prSet presAssocID="{EBB846BE-4D95-419C-9965-8E46BE24DFE2}" presName="vertSpace3" presStyleLbl="node1" presStyleIdx="1" presStyleCnt="3"/>
      <dgm:spPr/>
    </dgm:pt>
    <dgm:pt modelId="{2CA858A1-5DD2-4AB6-BDF9-1905BB863362}" type="pres">
      <dgm:prSet presAssocID="{EBB846BE-4D95-419C-9965-8E46BE24DFE2}" presName="circle3" presStyleLbl="node1" presStyleIdx="2" presStyleCnt="3"/>
      <dgm:spPr>
        <a:solidFill>
          <a:schemeClr val="bg1">
            <a:lumMod val="85000"/>
          </a:schemeClr>
        </a:solidFill>
        <a:ln>
          <a:solidFill>
            <a:schemeClr val="accent1"/>
          </a:solidFill>
        </a:ln>
      </dgm:spPr>
    </dgm:pt>
    <dgm:pt modelId="{686F1C18-87E3-4E86-842D-22FCA0FE8DA6}" type="pres">
      <dgm:prSet presAssocID="{EBB846BE-4D95-419C-9965-8E46BE24DFE2}" presName="rect3" presStyleLbl="alignAcc1" presStyleIdx="2" presStyleCnt="3"/>
      <dgm:spPr/>
    </dgm:pt>
    <dgm:pt modelId="{9466AB69-19CB-426D-B8F6-AA32CA2FC691}" type="pres">
      <dgm:prSet presAssocID="{3506FA32-9EFA-4BEE-9D18-1A3DA351A73C}" presName="rect1ParTx" presStyleLbl="alignAcc1" presStyleIdx="2" presStyleCnt="3">
        <dgm:presLayoutVars>
          <dgm:chMax val="1"/>
          <dgm:bulletEnabled val="1"/>
        </dgm:presLayoutVars>
      </dgm:prSet>
      <dgm:spPr/>
    </dgm:pt>
    <dgm:pt modelId="{128FF396-99D4-4092-8873-231337E2150E}" type="pres">
      <dgm:prSet presAssocID="{3506FA32-9EFA-4BEE-9D18-1A3DA351A73C}" presName="rect1ChTx" presStyleLbl="alignAcc1" presStyleIdx="2" presStyleCnt="3">
        <dgm:presLayoutVars>
          <dgm:bulletEnabled val="1"/>
        </dgm:presLayoutVars>
      </dgm:prSet>
      <dgm:spPr/>
    </dgm:pt>
    <dgm:pt modelId="{B70E1F0F-A8C8-4987-9D6F-049DF2BA6846}" type="pres">
      <dgm:prSet presAssocID="{112A2459-762B-425D-8C04-B5ED81879117}" presName="rect2ParTx" presStyleLbl="alignAcc1" presStyleIdx="2" presStyleCnt="3">
        <dgm:presLayoutVars>
          <dgm:chMax val="1"/>
          <dgm:bulletEnabled val="1"/>
        </dgm:presLayoutVars>
      </dgm:prSet>
      <dgm:spPr/>
    </dgm:pt>
    <dgm:pt modelId="{D4E3CA29-9204-47E4-9B02-4E29C73DEF77}" type="pres">
      <dgm:prSet presAssocID="{112A2459-762B-425D-8C04-B5ED81879117}" presName="rect2ChTx" presStyleLbl="alignAcc1" presStyleIdx="2" presStyleCnt="3">
        <dgm:presLayoutVars>
          <dgm:bulletEnabled val="1"/>
        </dgm:presLayoutVars>
      </dgm:prSet>
      <dgm:spPr/>
    </dgm:pt>
    <dgm:pt modelId="{F08C1D2E-618E-4A65-A38C-39D6E038A8BC}" type="pres">
      <dgm:prSet presAssocID="{EBB846BE-4D95-419C-9965-8E46BE24DFE2}" presName="rect3ParTx" presStyleLbl="alignAcc1" presStyleIdx="2" presStyleCnt="3">
        <dgm:presLayoutVars>
          <dgm:chMax val="1"/>
          <dgm:bulletEnabled val="1"/>
        </dgm:presLayoutVars>
      </dgm:prSet>
      <dgm:spPr/>
    </dgm:pt>
    <dgm:pt modelId="{7507709E-9321-40F0-9FFC-D4FED78C3217}" type="pres">
      <dgm:prSet presAssocID="{EBB846BE-4D95-419C-9965-8E46BE24DFE2}" presName="rect3ChTx" presStyleLbl="alignAcc1" presStyleIdx="2" presStyleCnt="3">
        <dgm:presLayoutVars>
          <dgm:bulletEnabled val="1"/>
        </dgm:presLayoutVars>
      </dgm:prSet>
      <dgm:spPr/>
    </dgm:pt>
  </dgm:ptLst>
  <dgm:cxnLst>
    <dgm:cxn modelId="{40AE5905-0A97-4773-9C96-1B4F23ECA049}" srcId="{3506FA32-9EFA-4BEE-9D18-1A3DA351A73C}" destId="{E611827F-2B4F-43B6-B4DA-C2AE901DF17F}" srcOrd="0" destOrd="0" parTransId="{A264DA74-72AF-41D9-9FDD-C01F68D0A4DA}" sibTransId="{9B291FA7-51D2-42F9-91DF-CE2E099210E7}"/>
    <dgm:cxn modelId="{EB87EB08-CDE6-47B0-B749-C88D042DA550}" srcId="{37A5FD46-37D4-4C1D-8FF9-D529971B8C4B}" destId="{EBB846BE-4D95-419C-9965-8E46BE24DFE2}" srcOrd="2" destOrd="0" parTransId="{518D5AF5-0D92-4EEF-9FC6-DFF3B8EDBE47}" sibTransId="{D1245868-85F5-4119-B081-415F8C2E3EE2}"/>
    <dgm:cxn modelId="{C5AF1316-3A29-4C02-BAF5-FAEC52546B02}" srcId="{37A5FD46-37D4-4C1D-8FF9-D529971B8C4B}" destId="{112A2459-762B-425D-8C04-B5ED81879117}" srcOrd="1" destOrd="0" parTransId="{701A8BFF-B0B8-471A-86F3-B9FFF4A8637B}" sibTransId="{7334F40B-F8BC-4B49-83C9-96189D07AB8C}"/>
    <dgm:cxn modelId="{C247E121-DD41-489B-A3C6-304B8A8A6BF5}" type="presOf" srcId="{69C0CF90-3D54-48F7-A0F1-92486A44450F}" destId="{7507709E-9321-40F0-9FFC-D4FED78C3217}" srcOrd="0" destOrd="0" presId="urn:microsoft.com/office/officeart/2005/8/layout/target3"/>
    <dgm:cxn modelId="{E54D352A-A4A2-470C-9071-6D967CF8AF15}" type="presOf" srcId="{112A2459-762B-425D-8C04-B5ED81879117}" destId="{B70E1F0F-A8C8-4987-9D6F-049DF2BA6846}" srcOrd="1" destOrd="0" presId="urn:microsoft.com/office/officeart/2005/8/layout/target3"/>
    <dgm:cxn modelId="{C586862B-9722-4AE4-8EDA-C5EF5C04B9EA}" srcId="{112A2459-762B-425D-8C04-B5ED81879117}" destId="{F1CE028E-1640-4D0E-92C7-1EBD68809346}" srcOrd="0" destOrd="0" parTransId="{FB50CB34-405C-4418-813A-BA945615A5BA}" sibTransId="{E3686C0B-CDFF-4527-A583-655A10444F80}"/>
    <dgm:cxn modelId="{1C28753D-91FD-4894-847B-1BEAB4F2B880}" srcId="{3506FA32-9EFA-4BEE-9D18-1A3DA351A73C}" destId="{EFC3FA27-56BC-4634-9C3A-FEDFB4158AB3}" srcOrd="2" destOrd="0" parTransId="{F6089A84-1BD2-463A-9664-0D9E0E8E8698}" sibTransId="{EC317919-E52F-4485-901A-83F5A5A01C5D}"/>
    <dgm:cxn modelId="{C0CDA260-6D17-4A7D-8E48-B1CB2C5FA373}" srcId="{3506FA32-9EFA-4BEE-9D18-1A3DA351A73C}" destId="{A305112D-86A6-4648-A489-2E3D771DDEA8}" srcOrd="1" destOrd="0" parTransId="{576B1B9D-2838-44B2-BCF7-803AEE001C92}" sibTransId="{1A43C87A-2F03-4C53-AC1F-A88755A6502B}"/>
    <dgm:cxn modelId="{78CE7944-0734-4AB9-8E2C-D0E793EDD5F3}" type="presOf" srcId="{09153B46-AABB-4A89-8994-126D27546B6F}" destId="{7507709E-9321-40F0-9FFC-D4FED78C3217}" srcOrd="0" destOrd="2" presId="urn:microsoft.com/office/officeart/2005/8/layout/target3"/>
    <dgm:cxn modelId="{9E39EF4F-7B56-45D2-BD6B-79B1A5CD1192}" type="presOf" srcId="{EBB846BE-4D95-419C-9965-8E46BE24DFE2}" destId="{686F1C18-87E3-4E86-842D-22FCA0FE8DA6}" srcOrd="0" destOrd="0" presId="urn:microsoft.com/office/officeart/2005/8/layout/target3"/>
    <dgm:cxn modelId="{E4B61D70-BAEB-41E1-97EB-19D0EE4D6054}" srcId="{EBB846BE-4D95-419C-9965-8E46BE24DFE2}" destId="{09153B46-AABB-4A89-8994-126D27546B6F}" srcOrd="2" destOrd="0" parTransId="{655BF70E-F09B-42D3-B81F-279C4C06D5F9}" sibTransId="{A10098A5-2A03-47B3-A0BD-CCC3F73A5AA2}"/>
    <dgm:cxn modelId="{2954DB50-1379-4A00-9C73-6D7565122BF4}" type="presOf" srcId="{EBB846BE-4D95-419C-9965-8E46BE24DFE2}" destId="{F08C1D2E-618E-4A65-A38C-39D6E038A8BC}" srcOrd="1" destOrd="0" presId="urn:microsoft.com/office/officeart/2005/8/layout/target3"/>
    <dgm:cxn modelId="{ECDF145A-A058-4C7D-ACE3-7276C733F706}" type="presOf" srcId="{EFC3FA27-56BC-4634-9C3A-FEDFB4158AB3}" destId="{128FF396-99D4-4092-8873-231337E2150E}" srcOrd="0" destOrd="2" presId="urn:microsoft.com/office/officeart/2005/8/layout/target3"/>
    <dgm:cxn modelId="{C3CD7F82-4919-436D-9D52-7E17B1A267D8}" srcId="{112A2459-762B-425D-8C04-B5ED81879117}" destId="{C157C24A-398F-4C8F-94DE-DE54079977EF}" srcOrd="1" destOrd="0" parTransId="{D8B6F8EE-C003-4B34-AAAF-D0F0DBACF8F0}" sibTransId="{842231A3-34BF-4076-9AD8-BCC88A27D09C}"/>
    <dgm:cxn modelId="{4975DA8C-1AA1-43EF-BDF3-6093EA5AF689}" srcId="{EBB846BE-4D95-419C-9965-8E46BE24DFE2}" destId="{69C0CF90-3D54-48F7-A0F1-92486A44450F}" srcOrd="0" destOrd="0" parTransId="{EB1BACD8-5F3D-4856-BE71-C3E5A9828E85}" sibTransId="{D2EB70C1-382E-4458-A0C0-0948C33975E5}"/>
    <dgm:cxn modelId="{9BF27F8D-9DCB-4C8F-A198-1080123F851C}" type="presOf" srcId="{C157C24A-398F-4C8F-94DE-DE54079977EF}" destId="{D4E3CA29-9204-47E4-9B02-4E29C73DEF77}" srcOrd="0" destOrd="1" presId="urn:microsoft.com/office/officeart/2005/8/layout/target3"/>
    <dgm:cxn modelId="{5DE0848E-B701-4B0B-8A98-94CAF16BD8E8}" srcId="{112A2459-762B-425D-8C04-B5ED81879117}" destId="{153ADBEC-4C3D-4361-AE68-923123B06CCC}" srcOrd="2" destOrd="0" parTransId="{DAAF92C8-4560-49AB-BFC7-789703903720}" sibTransId="{907F3ECE-CD16-409D-8C3E-7DB729628EEE}"/>
    <dgm:cxn modelId="{7B15EC94-A8F0-46FB-A783-4D8AB454D664}" type="presOf" srcId="{3506FA32-9EFA-4BEE-9D18-1A3DA351A73C}" destId="{F79206B1-26A6-472D-B164-056340341147}" srcOrd="0" destOrd="0" presId="urn:microsoft.com/office/officeart/2005/8/layout/target3"/>
    <dgm:cxn modelId="{E0AD86AD-778F-4167-86C2-89FD1101DA52}" srcId="{37A5FD46-37D4-4C1D-8FF9-D529971B8C4B}" destId="{3506FA32-9EFA-4BEE-9D18-1A3DA351A73C}" srcOrd="0" destOrd="0" parTransId="{35E6D877-46A4-4F8F-A0C4-1C86BB6A9BD3}" sibTransId="{162249FF-094D-4025-8FC0-B3493A86F7BB}"/>
    <dgm:cxn modelId="{23BA84BC-E93D-4120-9EFD-49A7EB4649C7}" type="presOf" srcId="{864AECE8-0B5E-45A7-9680-89BD1C32D518}" destId="{7507709E-9321-40F0-9FFC-D4FED78C3217}" srcOrd="0" destOrd="1" presId="urn:microsoft.com/office/officeart/2005/8/layout/target3"/>
    <dgm:cxn modelId="{2DCA87BF-BF06-46D2-83EE-6D2366AB8CAE}" type="presOf" srcId="{A305112D-86A6-4648-A489-2E3D771DDEA8}" destId="{128FF396-99D4-4092-8873-231337E2150E}" srcOrd="0" destOrd="1" presId="urn:microsoft.com/office/officeart/2005/8/layout/target3"/>
    <dgm:cxn modelId="{C31892C2-DD51-4559-87FB-0DAED193AA78}" srcId="{EBB846BE-4D95-419C-9965-8E46BE24DFE2}" destId="{864AECE8-0B5E-45A7-9680-89BD1C32D518}" srcOrd="1" destOrd="0" parTransId="{34E1CCCC-3060-448D-8D92-DB870C505ED5}" sibTransId="{A459F423-5239-491D-AA71-61D7DDE57009}"/>
    <dgm:cxn modelId="{78DD96CC-7893-4EAC-835A-17080690A765}" type="presOf" srcId="{153ADBEC-4C3D-4361-AE68-923123B06CCC}" destId="{D4E3CA29-9204-47E4-9B02-4E29C73DEF77}" srcOrd="0" destOrd="2" presId="urn:microsoft.com/office/officeart/2005/8/layout/target3"/>
    <dgm:cxn modelId="{4C4033CF-A8EF-4083-98A4-335C52DF46AD}" type="presOf" srcId="{F1CE028E-1640-4D0E-92C7-1EBD68809346}" destId="{D4E3CA29-9204-47E4-9B02-4E29C73DEF77}" srcOrd="0" destOrd="0" presId="urn:microsoft.com/office/officeart/2005/8/layout/target3"/>
    <dgm:cxn modelId="{B3E5BAE1-CFE5-45B3-BA42-B3E932AAD4E8}" type="presOf" srcId="{112A2459-762B-425D-8C04-B5ED81879117}" destId="{06196647-5324-482A-BBFE-868A4F02128D}" srcOrd="0" destOrd="0" presId="urn:microsoft.com/office/officeart/2005/8/layout/target3"/>
    <dgm:cxn modelId="{7C8FE8E8-1FBB-4F90-A9DE-6F8AF24055FD}" type="presOf" srcId="{3506FA32-9EFA-4BEE-9D18-1A3DA351A73C}" destId="{9466AB69-19CB-426D-B8F6-AA32CA2FC691}" srcOrd="1" destOrd="0" presId="urn:microsoft.com/office/officeart/2005/8/layout/target3"/>
    <dgm:cxn modelId="{EF253AFC-5818-4EC7-9934-A62325C22B5F}" type="presOf" srcId="{37A5FD46-37D4-4C1D-8FF9-D529971B8C4B}" destId="{8DD364A4-49DC-4A30-8490-D16C724778E0}" srcOrd="0" destOrd="0" presId="urn:microsoft.com/office/officeart/2005/8/layout/target3"/>
    <dgm:cxn modelId="{72CD53FF-B7CA-49D6-9C1E-33DF0328C387}" type="presOf" srcId="{E611827F-2B4F-43B6-B4DA-C2AE901DF17F}" destId="{128FF396-99D4-4092-8873-231337E2150E}" srcOrd="0" destOrd="0" presId="urn:microsoft.com/office/officeart/2005/8/layout/target3"/>
    <dgm:cxn modelId="{7115CA8C-CFFE-48BE-BC29-4E9BE3F05EF7}" type="presParOf" srcId="{8DD364A4-49DC-4A30-8490-D16C724778E0}" destId="{B014B12F-20A0-4FE8-BB58-F22EFFC8B761}" srcOrd="0" destOrd="0" presId="urn:microsoft.com/office/officeart/2005/8/layout/target3"/>
    <dgm:cxn modelId="{29F48C37-E7E6-4114-85E6-A8710F4BC0BE}" type="presParOf" srcId="{8DD364A4-49DC-4A30-8490-D16C724778E0}" destId="{7FA960A3-1CFF-483F-84ED-5420C5C42666}" srcOrd="1" destOrd="0" presId="urn:microsoft.com/office/officeart/2005/8/layout/target3"/>
    <dgm:cxn modelId="{5ACD2744-C83F-482A-8073-010967F02FBE}" type="presParOf" srcId="{8DD364A4-49DC-4A30-8490-D16C724778E0}" destId="{F79206B1-26A6-472D-B164-056340341147}" srcOrd="2" destOrd="0" presId="urn:microsoft.com/office/officeart/2005/8/layout/target3"/>
    <dgm:cxn modelId="{495574AD-642B-4636-98C0-E173E7FCEC23}" type="presParOf" srcId="{8DD364A4-49DC-4A30-8490-D16C724778E0}" destId="{656B4D4F-04D1-4D6B-89A3-D9B457AC6398}" srcOrd="3" destOrd="0" presId="urn:microsoft.com/office/officeart/2005/8/layout/target3"/>
    <dgm:cxn modelId="{1CDF4D31-7D51-4A9B-9138-9A09835C0FC5}" type="presParOf" srcId="{8DD364A4-49DC-4A30-8490-D16C724778E0}" destId="{F67454E1-11EB-4BF0-B63B-EB5A2A5C565C}" srcOrd="4" destOrd="0" presId="urn:microsoft.com/office/officeart/2005/8/layout/target3"/>
    <dgm:cxn modelId="{29D74759-6F9E-449E-844F-B59C793E905A}" type="presParOf" srcId="{8DD364A4-49DC-4A30-8490-D16C724778E0}" destId="{06196647-5324-482A-BBFE-868A4F02128D}" srcOrd="5" destOrd="0" presId="urn:microsoft.com/office/officeart/2005/8/layout/target3"/>
    <dgm:cxn modelId="{4E8E6E0D-A6B3-4EBA-848D-9ABE7C64F2B8}" type="presParOf" srcId="{8DD364A4-49DC-4A30-8490-D16C724778E0}" destId="{0D3A18EB-C99B-464D-9A8F-4BEA15F1AF24}" srcOrd="6" destOrd="0" presId="urn:microsoft.com/office/officeart/2005/8/layout/target3"/>
    <dgm:cxn modelId="{F2A66140-EA73-4D9A-A562-88111B9C1872}" type="presParOf" srcId="{8DD364A4-49DC-4A30-8490-D16C724778E0}" destId="{2CA858A1-5DD2-4AB6-BDF9-1905BB863362}" srcOrd="7" destOrd="0" presId="urn:microsoft.com/office/officeart/2005/8/layout/target3"/>
    <dgm:cxn modelId="{FD11E9C0-7F5D-4444-8389-371D98A4997B}" type="presParOf" srcId="{8DD364A4-49DC-4A30-8490-D16C724778E0}" destId="{686F1C18-87E3-4E86-842D-22FCA0FE8DA6}" srcOrd="8" destOrd="0" presId="urn:microsoft.com/office/officeart/2005/8/layout/target3"/>
    <dgm:cxn modelId="{6FD939A2-75D0-46C6-9F56-010DA1BB785B}" type="presParOf" srcId="{8DD364A4-49DC-4A30-8490-D16C724778E0}" destId="{9466AB69-19CB-426D-B8F6-AA32CA2FC691}" srcOrd="9" destOrd="0" presId="urn:microsoft.com/office/officeart/2005/8/layout/target3"/>
    <dgm:cxn modelId="{E92AB759-826C-4E8C-BEF8-210F0DD32ABB}" type="presParOf" srcId="{8DD364A4-49DC-4A30-8490-D16C724778E0}" destId="{128FF396-99D4-4092-8873-231337E2150E}" srcOrd="10" destOrd="0" presId="urn:microsoft.com/office/officeart/2005/8/layout/target3"/>
    <dgm:cxn modelId="{94C07D0E-E951-4E10-8502-AF1339E53433}" type="presParOf" srcId="{8DD364A4-49DC-4A30-8490-D16C724778E0}" destId="{B70E1F0F-A8C8-4987-9D6F-049DF2BA6846}" srcOrd="11" destOrd="0" presId="urn:microsoft.com/office/officeart/2005/8/layout/target3"/>
    <dgm:cxn modelId="{D3097EB9-8245-4F62-B50B-2290C82994F2}" type="presParOf" srcId="{8DD364A4-49DC-4A30-8490-D16C724778E0}" destId="{D4E3CA29-9204-47E4-9B02-4E29C73DEF77}" srcOrd="12" destOrd="0" presId="urn:microsoft.com/office/officeart/2005/8/layout/target3"/>
    <dgm:cxn modelId="{4714EF89-8617-472A-8CCB-4EEC7DC7A5D3}" type="presParOf" srcId="{8DD364A4-49DC-4A30-8490-D16C724778E0}" destId="{F08C1D2E-618E-4A65-A38C-39D6E038A8BC}" srcOrd="13" destOrd="0" presId="urn:microsoft.com/office/officeart/2005/8/layout/target3"/>
    <dgm:cxn modelId="{13548D46-8DE3-4965-9A87-63B5908277E7}" type="presParOf" srcId="{8DD364A4-49DC-4A30-8490-D16C724778E0}" destId="{7507709E-9321-40F0-9FFC-D4FED78C3217}" srcOrd="14" destOrd="0" presId="urn:microsoft.com/office/officeart/2005/8/layout/target3"/>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E85F0DB-19C7-46B7-B999-5029BD8FFFA7}" type="doc">
      <dgm:prSet loTypeId="urn:microsoft.com/office/officeart/2005/8/layout/hList1" loCatId="list" qsTypeId="urn:microsoft.com/office/officeart/2005/8/quickstyle/simple1#5" qsCatId="simple" csTypeId="urn:microsoft.com/office/officeart/2005/8/colors/accent1_2#5" csCatId="accent1" phldr="1"/>
      <dgm:spPr/>
      <dgm:t>
        <a:bodyPr/>
        <a:lstStyle/>
        <a:p>
          <a:endParaRPr lang="zh-CN" altLang="en-US"/>
        </a:p>
      </dgm:t>
    </dgm:pt>
    <dgm:pt modelId="{1ADBC879-F206-4147-B175-0966E036D937}">
      <dgm:prSet phldrT="[文本]" custT="1"/>
      <dgm:spPr>
        <a:solidFill>
          <a:schemeClr val="bg1">
            <a:lumMod val="85000"/>
          </a:schemeClr>
        </a:solidFill>
        <a:ln>
          <a:solidFill>
            <a:schemeClr val="bg1">
              <a:lumMod val="85000"/>
            </a:schemeClr>
          </a:solidFill>
        </a:ln>
      </dgm:spPr>
      <dgm:t>
        <a:bodyPr/>
        <a:lstStyle/>
        <a:p>
          <a:r>
            <a:rPr lang="zh-CN" altLang="en-US" sz="2000" dirty="0">
              <a:solidFill>
                <a:schemeClr val="tx1"/>
              </a:solidFill>
            </a:rPr>
            <a:t>数字内容开发</a:t>
          </a:r>
        </a:p>
      </dgm:t>
    </dgm:pt>
    <dgm:pt modelId="{D602B34D-3572-4707-88E5-C6C9F0A448CF}" type="parTrans" cxnId="{17DA61A1-21B4-4FC9-91A0-F9F198EE00A4}">
      <dgm:prSet/>
      <dgm:spPr/>
      <dgm:t>
        <a:bodyPr/>
        <a:lstStyle/>
        <a:p>
          <a:endParaRPr lang="zh-CN" altLang="en-US"/>
        </a:p>
      </dgm:t>
    </dgm:pt>
    <dgm:pt modelId="{600E6A9A-AD9D-48DC-A506-8AF77E49FA76}" type="sibTrans" cxnId="{17DA61A1-21B4-4FC9-91A0-F9F198EE00A4}">
      <dgm:prSet/>
      <dgm:spPr/>
      <dgm:t>
        <a:bodyPr/>
        <a:lstStyle/>
        <a:p>
          <a:endParaRPr lang="zh-CN" altLang="en-US"/>
        </a:p>
      </dgm:t>
    </dgm:pt>
    <dgm:pt modelId="{0453688C-4A26-4648-8921-07EAEC9202AA}">
      <dgm:prSet phldrT="[文本]" custT="1"/>
      <dgm:spPr/>
      <dgm:t>
        <a:bodyPr anchor="ctr"/>
        <a:lstStyle/>
        <a:p>
          <a:pPr algn="ctr">
            <a:lnSpc>
              <a:spcPct val="120000"/>
            </a:lnSpc>
            <a:buNone/>
          </a:pPr>
          <a:r>
            <a:rPr lang="zh-CN" altLang="en-US" sz="1800" dirty="0"/>
            <a:t>文化创意</a:t>
          </a:r>
        </a:p>
      </dgm:t>
    </dgm:pt>
    <dgm:pt modelId="{5049C5E7-EE29-4D3C-AE94-F4F7F800FA64}" type="parTrans" cxnId="{D9F797DE-D8F8-4FC6-B01E-01D7F1925EE1}">
      <dgm:prSet/>
      <dgm:spPr/>
      <dgm:t>
        <a:bodyPr/>
        <a:lstStyle/>
        <a:p>
          <a:endParaRPr lang="zh-CN" altLang="en-US"/>
        </a:p>
      </dgm:t>
    </dgm:pt>
    <dgm:pt modelId="{FAEDC393-E562-4A5B-AB25-52277C05861E}" type="sibTrans" cxnId="{D9F797DE-D8F8-4FC6-B01E-01D7F1925EE1}">
      <dgm:prSet/>
      <dgm:spPr/>
      <dgm:t>
        <a:bodyPr/>
        <a:lstStyle/>
        <a:p>
          <a:endParaRPr lang="zh-CN" altLang="en-US"/>
        </a:p>
      </dgm:t>
    </dgm:pt>
    <dgm:pt modelId="{A67559CC-5CE2-4E8F-9029-E9F3F309F986}">
      <dgm:prSet phldrT="[文本]" custT="1"/>
      <dgm:spPr>
        <a:solidFill>
          <a:schemeClr val="bg1">
            <a:lumMod val="85000"/>
          </a:schemeClr>
        </a:solidFill>
        <a:ln>
          <a:solidFill>
            <a:schemeClr val="bg1">
              <a:lumMod val="85000"/>
            </a:schemeClr>
          </a:solidFill>
        </a:ln>
      </dgm:spPr>
      <dgm:t>
        <a:bodyPr/>
        <a:lstStyle/>
        <a:p>
          <a:r>
            <a:rPr lang="zh-CN" altLang="en-US" sz="2000" dirty="0">
              <a:solidFill>
                <a:schemeClr val="tx1"/>
              </a:solidFill>
            </a:rPr>
            <a:t>数字内容传递</a:t>
          </a:r>
        </a:p>
      </dgm:t>
    </dgm:pt>
    <dgm:pt modelId="{22BC7537-2E5E-4C92-908B-29BFAC2D8366}" type="parTrans" cxnId="{C75300D5-DBEA-409C-966C-5419984A4EE9}">
      <dgm:prSet/>
      <dgm:spPr/>
      <dgm:t>
        <a:bodyPr/>
        <a:lstStyle/>
        <a:p>
          <a:endParaRPr lang="zh-CN" altLang="en-US"/>
        </a:p>
      </dgm:t>
    </dgm:pt>
    <dgm:pt modelId="{49E82E4C-E1B3-42E6-AA85-442C05AB8819}" type="sibTrans" cxnId="{C75300D5-DBEA-409C-966C-5419984A4EE9}">
      <dgm:prSet/>
      <dgm:spPr/>
      <dgm:t>
        <a:bodyPr/>
        <a:lstStyle/>
        <a:p>
          <a:endParaRPr lang="zh-CN" altLang="en-US"/>
        </a:p>
      </dgm:t>
    </dgm:pt>
    <dgm:pt modelId="{5522C73E-95D7-49D7-B5D0-5C1D1B199989}">
      <dgm:prSet phldrT="[文本]" custT="1"/>
      <dgm:spPr/>
      <dgm:t>
        <a:bodyPr anchor="ctr"/>
        <a:lstStyle/>
        <a:p>
          <a:pPr algn="ctr">
            <a:lnSpc>
              <a:spcPct val="120000"/>
            </a:lnSpc>
            <a:buNone/>
          </a:pPr>
          <a:r>
            <a:rPr lang="zh-CN" altLang="en-US" sz="1800" dirty="0"/>
            <a:t>网络门户</a:t>
          </a:r>
        </a:p>
      </dgm:t>
    </dgm:pt>
    <dgm:pt modelId="{220105E8-74F9-45EF-944E-6E11518B1E8B}" type="parTrans" cxnId="{53A21B0F-721C-4C22-88F5-374B27CBD15F}">
      <dgm:prSet/>
      <dgm:spPr/>
      <dgm:t>
        <a:bodyPr/>
        <a:lstStyle/>
        <a:p>
          <a:endParaRPr lang="zh-CN" altLang="en-US"/>
        </a:p>
      </dgm:t>
    </dgm:pt>
    <dgm:pt modelId="{78611C63-16E1-408A-BAF3-4E804752FE90}" type="sibTrans" cxnId="{53A21B0F-721C-4C22-88F5-374B27CBD15F}">
      <dgm:prSet/>
      <dgm:spPr/>
      <dgm:t>
        <a:bodyPr/>
        <a:lstStyle/>
        <a:p>
          <a:endParaRPr lang="zh-CN" altLang="en-US"/>
        </a:p>
      </dgm:t>
    </dgm:pt>
    <dgm:pt modelId="{5957D3A1-8D3B-4D17-A1E9-DD2B0DEFF186}">
      <dgm:prSet phldrT="[文本]" custT="1"/>
      <dgm:spPr/>
      <dgm:t>
        <a:bodyPr anchor="ctr"/>
        <a:lstStyle/>
        <a:p>
          <a:pPr algn="ctr">
            <a:lnSpc>
              <a:spcPct val="120000"/>
            </a:lnSpc>
            <a:buNone/>
          </a:pPr>
          <a:r>
            <a:rPr lang="zh-CN" altLang="en-US" sz="1800" dirty="0"/>
            <a:t>搜索引擎</a:t>
          </a:r>
        </a:p>
      </dgm:t>
    </dgm:pt>
    <dgm:pt modelId="{0E3B72C4-9957-4E6B-B8D5-5E3EE7A0B26B}" type="parTrans" cxnId="{88AF768A-DC85-48FC-85EC-9DD57149D133}">
      <dgm:prSet/>
      <dgm:spPr/>
      <dgm:t>
        <a:bodyPr/>
        <a:lstStyle/>
        <a:p>
          <a:endParaRPr lang="zh-CN" altLang="en-US"/>
        </a:p>
      </dgm:t>
    </dgm:pt>
    <dgm:pt modelId="{A820C3B8-2873-4E30-B252-462720AE19A3}" type="sibTrans" cxnId="{88AF768A-DC85-48FC-85EC-9DD57149D133}">
      <dgm:prSet/>
      <dgm:spPr/>
      <dgm:t>
        <a:bodyPr/>
        <a:lstStyle/>
        <a:p>
          <a:endParaRPr lang="zh-CN" altLang="en-US"/>
        </a:p>
      </dgm:t>
    </dgm:pt>
    <dgm:pt modelId="{473D5EAF-CCD0-4E21-9BF5-9FB02C8BD6F8}">
      <dgm:prSet phldrT="[文本]" custT="1"/>
      <dgm:spPr>
        <a:solidFill>
          <a:schemeClr val="bg1">
            <a:lumMod val="85000"/>
          </a:schemeClr>
        </a:solidFill>
        <a:ln>
          <a:solidFill>
            <a:schemeClr val="bg1">
              <a:lumMod val="85000"/>
            </a:schemeClr>
          </a:solidFill>
        </a:ln>
      </dgm:spPr>
      <dgm:t>
        <a:bodyPr/>
        <a:lstStyle/>
        <a:p>
          <a:r>
            <a:rPr lang="zh-CN" altLang="en-US" sz="1800" dirty="0">
              <a:solidFill>
                <a:schemeClr val="tx1"/>
              </a:solidFill>
            </a:rPr>
            <a:t>数字内容安全</a:t>
          </a:r>
        </a:p>
      </dgm:t>
    </dgm:pt>
    <dgm:pt modelId="{8DEEB652-EF41-428F-B76F-CF60215A0258}" type="parTrans" cxnId="{14CA88AD-8713-46E6-AF56-89AC5CAF65F9}">
      <dgm:prSet/>
      <dgm:spPr/>
      <dgm:t>
        <a:bodyPr/>
        <a:lstStyle/>
        <a:p>
          <a:endParaRPr lang="zh-CN" altLang="en-US"/>
        </a:p>
      </dgm:t>
    </dgm:pt>
    <dgm:pt modelId="{A08B0BD7-4114-445A-B0F1-ED574ED44901}" type="sibTrans" cxnId="{14CA88AD-8713-46E6-AF56-89AC5CAF65F9}">
      <dgm:prSet/>
      <dgm:spPr/>
      <dgm:t>
        <a:bodyPr/>
        <a:lstStyle/>
        <a:p>
          <a:endParaRPr lang="zh-CN" altLang="en-US"/>
        </a:p>
      </dgm:t>
    </dgm:pt>
    <dgm:pt modelId="{13D4E973-443B-41E6-85F4-BB0F1F9CF73D}">
      <dgm:prSet phldrT="[文本]" custT="1"/>
      <dgm:spPr/>
      <dgm:t>
        <a:bodyPr anchor="ctr"/>
        <a:lstStyle/>
        <a:p>
          <a:pPr algn="ctr">
            <a:lnSpc>
              <a:spcPct val="120000"/>
            </a:lnSpc>
            <a:buNone/>
          </a:pPr>
          <a:r>
            <a:rPr lang="zh-CN" altLang="en-US" sz="1800" dirty="0"/>
            <a:t>数字版权管理</a:t>
          </a:r>
        </a:p>
      </dgm:t>
    </dgm:pt>
    <dgm:pt modelId="{96CA3CA6-7ECD-4692-9852-04CFE2D87276}" type="parTrans" cxnId="{58412246-75A6-440E-BB98-03B97CF53CD3}">
      <dgm:prSet/>
      <dgm:spPr/>
      <dgm:t>
        <a:bodyPr/>
        <a:lstStyle/>
        <a:p>
          <a:endParaRPr lang="zh-CN" altLang="en-US"/>
        </a:p>
      </dgm:t>
    </dgm:pt>
    <dgm:pt modelId="{1AC90D76-4F6E-465F-AEC2-5DDD8DCAED4D}" type="sibTrans" cxnId="{58412246-75A6-440E-BB98-03B97CF53CD3}">
      <dgm:prSet/>
      <dgm:spPr/>
      <dgm:t>
        <a:bodyPr/>
        <a:lstStyle/>
        <a:p>
          <a:endParaRPr lang="zh-CN" altLang="en-US"/>
        </a:p>
      </dgm:t>
    </dgm:pt>
    <dgm:pt modelId="{DF723BD9-F40B-4670-94CF-A2AE767401EE}">
      <dgm:prSet phldrT="[文本]" custT="1"/>
      <dgm:spPr/>
      <dgm:t>
        <a:bodyPr anchor="ctr"/>
        <a:lstStyle/>
        <a:p>
          <a:pPr algn="ctr">
            <a:lnSpc>
              <a:spcPct val="120000"/>
            </a:lnSpc>
            <a:buNone/>
          </a:pPr>
          <a:r>
            <a:rPr lang="zh-CN" altLang="en-US" sz="1800" dirty="0"/>
            <a:t>非法及有害内容过滤</a:t>
          </a:r>
        </a:p>
      </dgm:t>
    </dgm:pt>
    <dgm:pt modelId="{4636501A-6142-40BF-A75E-28BC444050A7}" type="parTrans" cxnId="{E7EDCF4A-5E07-4C23-A44E-6B8BAA64027C}">
      <dgm:prSet/>
      <dgm:spPr/>
      <dgm:t>
        <a:bodyPr/>
        <a:lstStyle/>
        <a:p>
          <a:endParaRPr lang="zh-CN" altLang="en-US"/>
        </a:p>
      </dgm:t>
    </dgm:pt>
    <dgm:pt modelId="{E4C0C37C-01D8-4EF8-81DA-540B7760FB93}" type="sibTrans" cxnId="{E7EDCF4A-5E07-4C23-A44E-6B8BAA64027C}">
      <dgm:prSet/>
      <dgm:spPr/>
      <dgm:t>
        <a:bodyPr/>
        <a:lstStyle/>
        <a:p>
          <a:endParaRPr lang="zh-CN" altLang="en-US"/>
        </a:p>
      </dgm:t>
    </dgm:pt>
    <dgm:pt modelId="{51C651DB-A608-4D2D-B340-C8C27C33490D}">
      <dgm:prSet phldrT="[文本]" custT="1"/>
      <dgm:spPr/>
      <dgm:t>
        <a:bodyPr anchor="ctr"/>
        <a:lstStyle/>
        <a:p>
          <a:pPr algn="ctr">
            <a:lnSpc>
              <a:spcPct val="120000"/>
            </a:lnSpc>
            <a:buNone/>
          </a:pPr>
          <a:r>
            <a:rPr lang="zh-CN" altLang="en-US" sz="1800" dirty="0"/>
            <a:t>艺术创造</a:t>
          </a:r>
        </a:p>
      </dgm:t>
    </dgm:pt>
    <dgm:pt modelId="{FE87FEAA-5E6D-4BCE-A478-97EE11CED627}" type="parTrans" cxnId="{B0310662-3DBD-4221-A3CA-D64A0AB2C94F}">
      <dgm:prSet/>
      <dgm:spPr/>
      <dgm:t>
        <a:bodyPr/>
        <a:lstStyle/>
        <a:p>
          <a:endParaRPr lang="zh-CN" altLang="en-US"/>
        </a:p>
      </dgm:t>
    </dgm:pt>
    <dgm:pt modelId="{00CA2D9C-8131-461E-BE14-4F5D8D291F5F}" type="sibTrans" cxnId="{B0310662-3DBD-4221-A3CA-D64A0AB2C94F}">
      <dgm:prSet/>
      <dgm:spPr/>
      <dgm:t>
        <a:bodyPr/>
        <a:lstStyle/>
        <a:p>
          <a:endParaRPr lang="zh-CN" altLang="en-US"/>
        </a:p>
      </dgm:t>
    </dgm:pt>
    <dgm:pt modelId="{71839B05-D098-4E90-9C8F-EB51D67E6486}">
      <dgm:prSet phldrT="[文本]" custT="1"/>
      <dgm:spPr/>
      <dgm:t>
        <a:bodyPr anchor="ctr"/>
        <a:lstStyle/>
        <a:p>
          <a:pPr algn="ctr">
            <a:lnSpc>
              <a:spcPct val="120000"/>
            </a:lnSpc>
            <a:buNone/>
          </a:pPr>
          <a:r>
            <a:rPr lang="zh-CN" altLang="en-US" sz="1800" dirty="0"/>
            <a:t>无线带宽</a:t>
          </a:r>
        </a:p>
      </dgm:t>
    </dgm:pt>
    <dgm:pt modelId="{436A6DF9-469A-41D1-BDFB-2F257076C54F}" type="parTrans" cxnId="{C78AD1BF-11FC-4026-9617-87564900EEDE}">
      <dgm:prSet/>
      <dgm:spPr/>
      <dgm:t>
        <a:bodyPr/>
        <a:lstStyle/>
        <a:p>
          <a:endParaRPr lang="zh-CN" altLang="en-US"/>
        </a:p>
      </dgm:t>
    </dgm:pt>
    <dgm:pt modelId="{C522FAE6-D3B6-410E-AED6-A9251C05DA1E}" type="sibTrans" cxnId="{C78AD1BF-11FC-4026-9617-87564900EEDE}">
      <dgm:prSet/>
      <dgm:spPr/>
      <dgm:t>
        <a:bodyPr/>
        <a:lstStyle/>
        <a:p>
          <a:endParaRPr lang="zh-CN" altLang="en-US"/>
        </a:p>
      </dgm:t>
    </dgm:pt>
    <dgm:pt modelId="{2F16F940-5547-41BA-AD6F-13D38616420E}">
      <dgm:prSet phldrT="[文本]" custT="1"/>
      <dgm:spPr/>
      <dgm:t>
        <a:bodyPr anchor="ctr"/>
        <a:lstStyle/>
        <a:p>
          <a:pPr algn="ctr">
            <a:lnSpc>
              <a:spcPct val="120000"/>
            </a:lnSpc>
            <a:buNone/>
          </a:pPr>
          <a:r>
            <a:rPr lang="zh-CN" altLang="en-US" sz="1800" dirty="0"/>
            <a:t>移动交互</a:t>
          </a:r>
        </a:p>
      </dgm:t>
    </dgm:pt>
    <dgm:pt modelId="{2414BCAE-9EBE-4CFC-BFE3-9C5F4F17A540}" type="parTrans" cxnId="{2E2A6BD3-AE50-4BCA-8ABD-170853A6C4A3}">
      <dgm:prSet/>
      <dgm:spPr/>
      <dgm:t>
        <a:bodyPr/>
        <a:lstStyle/>
        <a:p>
          <a:endParaRPr lang="zh-CN" altLang="en-US"/>
        </a:p>
      </dgm:t>
    </dgm:pt>
    <dgm:pt modelId="{B9AA7E32-7AD8-4935-9068-9A9B076F76AD}" type="sibTrans" cxnId="{2E2A6BD3-AE50-4BCA-8ABD-170853A6C4A3}">
      <dgm:prSet/>
      <dgm:spPr/>
      <dgm:t>
        <a:bodyPr/>
        <a:lstStyle/>
        <a:p>
          <a:endParaRPr lang="zh-CN" altLang="en-US"/>
        </a:p>
      </dgm:t>
    </dgm:pt>
    <dgm:pt modelId="{CD3D2DBB-2B43-440E-9A2E-E4A10B2AED1A}">
      <dgm:prSet phldrT="[文本]" custT="1"/>
      <dgm:spPr/>
      <dgm:t>
        <a:bodyPr anchor="ctr"/>
        <a:lstStyle/>
        <a:p>
          <a:pPr algn="ctr">
            <a:lnSpc>
              <a:spcPct val="120000"/>
            </a:lnSpc>
            <a:buNone/>
          </a:pPr>
          <a:r>
            <a:rPr lang="zh-CN" altLang="en-US" sz="1800" dirty="0"/>
            <a:t>数字内容取证</a:t>
          </a:r>
        </a:p>
      </dgm:t>
    </dgm:pt>
    <dgm:pt modelId="{B933E4E7-DCA4-4088-815C-17691C6911C8}" type="parTrans" cxnId="{E11A0024-5F92-4B53-AF77-E1E34CFB69BE}">
      <dgm:prSet/>
      <dgm:spPr/>
      <dgm:t>
        <a:bodyPr/>
        <a:lstStyle/>
        <a:p>
          <a:endParaRPr lang="zh-CN" altLang="en-US"/>
        </a:p>
      </dgm:t>
    </dgm:pt>
    <dgm:pt modelId="{DE8551C6-AFF5-409C-9765-55850BB54DAE}" type="sibTrans" cxnId="{E11A0024-5F92-4B53-AF77-E1E34CFB69BE}">
      <dgm:prSet/>
      <dgm:spPr/>
      <dgm:t>
        <a:bodyPr/>
        <a:lstStyle/>
        <a:p>
          <a:endParaRPr lang="zh-CN" altLang="en-US"/>
        </a:p>
      </dgm:t>
    </dgm:pt>
    <dgm:pt modelId="{0F206623-12D5-4846-AD56-293CA287C1BD}" type="pres">
      <dgm:prSet presAssocID="{8E85F0DB-19C7-46B7-B999-5029BD8FFFA7}" presName="Name0" presStyleCnt="0">
        <dgm:presLayoutVars>
          <dgm:dir/>
          <dgm:animLvl val="lvl"/>
          <dgm:resizeHandles val="exact"/>
        </dgm:presLayoutVars>
      </dgm:prSet>
      <dgm:spPr/>
    </dgm:pt>
    <dgm:pt modelId="{3490A6ED-A9B0-463E-9A5F-345817D48633}" type="pres">
      <dgm:prSet presAssocID="{1ADBC879-F206-4147-B175-0966E036D937}" presName="composite" presStyleCnt="0"/>
      <dgm:spPr/>
    </dgm:pt>
    <dgm:pt modelId="{BC214720-357A-4C51-A72C-6FAE472E1DB1}" type="pres">
      <dgm:prSet presAssocID="{1ADBC879-F206-4147-B175-0966E036D937}" presName="parTx" presStyleLbl="alignNode1" presStyleIdx="0" presStyleCnt="3">
        <dgm:presLayoutVars>
          <dgm:chMax val="0"/>
          <dgm:chPref val="0"/>
          <dgm:bulletEnabled val="1"/>
        </dgm:presLayoutVars>
      </dgm:prSet>
      <dgm:spPr/>
    </dgm:pt>
    <dgm:pt modelId="{A795103E-1BFD-43EE-ACE2-8D3A00B9B644}" type="pres">
      <dgm:prSet presAssocID="{1ADBC879-F206-4147-B175-0966E036D937}" presName="desTx" presStyleLbl="alignAccFollowNode1" presStyleIdx="0" presStyleCnt="3">
        <dgm:presLayoutVars>
          <dgm:bulletEnabled val="1"/>
        </dgm:presLayoutVars>
      </dgm:prSet>
      <dgm:spPr/>
    </dgm:pt>
    <dgm:pt modelId="{54CD8901-92F9-4F13-B56C-A10A4C0119DE}" type="pres">
      <dgm:prSet presAssocID="{600E6A9A-AD9D-48DC-A506-8AF77E49FA76}" presName="space" presStyleCnt="0"/>
      <dgm:spPr/>
    </dgm:pt>
    <dgm:pt modelId="{A1137DDC-7C80-4CA8-B223-F695D1FB116B}" type="pres">
      <dgm:prSet presAssocID="{A67559CC-5CE2-4E8F-9029-E9F3F309F986}" presName="composite" presStyleCnt="0"/>
      <dgm:spPr/>
    </dgm:pt>
    <dgm:pt modelId="{173FE618-035B-4E65-A363-228D0F63FBAB}" type="pres">
      <dgm:prSet presAssocID="{A67559CC-5CE2-4E8F-9029-E9F3F309F986}" presName="parTx" presStyleLbl="alignNode1" presStyleIdx="1" presStyleCnt="3">
        <dgm:presLayoutVars>
          <dgm:chMax val="0"/>
          <dgm:chPref val="0"/>
          <dgm:bulletEnabled val="1"/>
        </dgm:presLayoutVars>
      </dgm:prSet>
      <dgm:spPr/>
    </dgm:pt>
    <dgm:pt modelId="{78453897-DB88-4319-9DE0-C721A7C53DCC}" type="pres">
      <dgm:prSet presAssocID="{A67559CC-5CE2-4E8F-9029-E9F3F309F986}" presName="desTx" presStyleLbl="alignAccFollowNode1" presStyleIdx="1" presStyleCnt="3" custScaleY="100000">
        <dgm:presLayoutVars>
          <dgm:bulletEnabled val="1"/>
        </dgm:presLayoutVars>
      </dgm:prSet>
      <dgm:spPr/>
    </dgm:pt>
    <dgm:pt modelId="{5094E428-85A7-46AE-B386-EA6D1C57F7CC}" type="pres">
      <dgm:prSet presAssocID="{49E82E4C-E1B3-42E6-AA85-442C05AB8819}" presName="space" presStyleCnt="0"/>
      <dgm:spPr/>
    </dgm:pt>
    <dgm:pt modelId="{B090BA50-A7ED-4EDB-A612-B83375D4CD8D}" type="pres">
      <dgm:prSet presAssocID="{473D5EAF-CCD0-4E21-9BF5-9FB02C8BD6F8}" presName="composite" presStyleCnt="0"/>
      <dgm:spPr/>
    </dgm:pt>
    <dgm:pt modelId="{93A89BA8-132B-4105-8BF9-4EF4BBBADE4E}" type="pres">
      <dgm:prSet presAssocID="{473D5EAF-CCD0-4E21-9BF5-9FB02C8BD6F8}" presName="parTx" presStyleLbl="alignNode1" presStyleIdx="2" presStyleCnt="3" custScaleX="112003">
        <dgm:presLayoutVars>
          <dgm:chMax val="0"/>
          <dgm:chPref val="0"/>
          <dgm:bulletEnabled val="1"/>
        </dgm:presLayoutVars>
      </dgm:prSet>
      <dgm:spPr/>
    </dgm:pt>
    <dgm:pt modelId="{7558E9A5-777D-4106-ADF8-C40E03217C29}" type="pres">
      <dgm:prSet presAssocID="{473D5EAF-CCD0-4E21-9BF5-9FB02C8BD6F8}" presName="desTx" presStyleLbl="alignAccFollowNode1" presStyleIdx="2" presStyleCnt="3" custScaleX="112093">
        <dgm:presLayoutVars>
          <dgm:bulletEnabled val="1"/>
        </dgm:presLayoutVars>
      </dgm:prSet>
      <dgm:spPr/>
    </dgm:pt>
  </dgm:ptLst>
  <dgm:cxnLst>
    <dgm:cxn modelId="{59E09009-C2DC-4613-A04B-B6F1C9AB2C0B}" type="presOf" srcId="{51C651DB-A608-4D2D-B340-C8C27C33490D}" destId="{A795103E-1BFD-43EE-ACE2-8D3A00B9B644}" srcOrd="0" destOrd="1" presId="urn:microsoft.com/office/officeart/2005/8/layout/hList1"/>
    <dgm:cxn modelId="{53A21B0F-721C-4C22-88F5-374B27CBD15F}" srcId="{A67559CC-5CE2-4E8F-9029-E9F3F309F986}" destId="{5522C73E-95D7-49D7-B5D0-5C1D1B199989}" srcOrd="0" destOrd="0" parTransId="{220105E8-74F9-45EF-944E-6E11518B1E8B}" sibTransId="{78611C63-16E1-408A-BAF3-4E804752FE90}"/>
    <dgm:cxn modelId="{676BC80F-B90E-4608-9D12-1AD7DD8BC52B}" type="presOf" srcId="{13D4E973-443B-41E6-85F4-BB0F1F9CF73D}" destId="{7558E9A5-777D-4106-ADF8-C40E03217C29}" srcOrd="0" destOrd="0" presId="urn:microsoft.com/office/officeart/2005/8/layout/hList1"/>
    <dgm:cxn modelId="{E11A0024-5F92-4B53-AF77-E1E34CFB69BE}" srcId="{473D5EAF-CCD0-4E21-9BF5-9FB02C8BD6F8}" destId="{CD3D2DBB-2B43-440E-9A2E-E4A10B2AED1A}" srcOrd="2" destOrd="0" parTransId="{B933E4E7-DCA4-4088-815C-17691C6911C8}" sibTransId="{DE8551C6-AFF5-409C-9765-55850BB54DAE}"/>
    <dgm:cxn modelId="{7EACA524-82AF-4ED5-8681-7BB740BDF7AA}" type="presOf" srcId="{CD3D2DBB-2B43-440E-9A2E-E4A10B2AED1A}" destId="{7558E9A5-777D-4106-ADF8-C40E03217C29}" srcOrd="0" destOrd="2" presId="urn:microsoft.com/office/officeart/2005/8/layout/hList1"/>
    <dgm:cxn modelId="{F9571728-FA37-4937-9589-16335C7007D2}" type="presOf" srcId="{A67559CC-5CE2-4E8F-9029-E9F3F309F986}" destId="{173FE618-035B-4E65-A363-228D0F63FBAB}" srcOrd="0" destOrd="0" presId="urn:microsoft.com/office/officeart/2005/8/layout/hList1"/>
    <dgm:cxn modelId="{ED26C55C-A913-4E45-8117-75A1D52CE068}" type="presOf" srcId="{2F16F940-5547-41BA-AD6F-13D38616420E}" destId="{78453897-DB88-4319-9DE0-C721A7C53DCC}" srcOrd="0" destOrd="3" presId="urn:microsoft.com/office/officeart/2005/8/layout/hList1"/>
    <dgm:cxn modelId="{B0310662-3DBD-4221-A3CA-D64A0AB2C94F}" srcId="{1ADBC879-F206-4147-B175-0966E036D937}" destId="{51C651DB-A608-4D2D-B340-C8C27C33490D}" srcOrd="1" destOrd="0" parTransId="{FE87FEAA-5E6D-4BCE-A478-97EE11CED627}" sibTransId="{00CA2D9C-8131-461E-BE14-4F5D8D291F5F}"/>
    <dgm:cxn modelId="{A98CC564-7BDE-451D-A6E3-55C5505FEDCD}" type="presOf" srcId="{473D5EAF-CCD0-4E21-9BF5-9FB02C8BD6F8}" destId="{93A89BA8-132B-4105-8BF9-4EF4BBBADE4E}" srcOrd="0" destOrd="0" presId="urn:microsoft.com/office/officeart/2005/8/layout/hList1"/>
    <dgm:cxn modelId="{58412246-75A6-440E-BB98-03B97CF53CD3}" srcId="{473D5EAF-CCD0-4E21-9BF5-9FB02C8BD6F8}" destId="{13D4E973-443B-41E6-85F4-BB0F1F9CF73D}" srcOrd="0" destOrd="0" parTransId="{96CA3CA6-7ECD-4692-9852-04CFE2D87276}" sibTransId="{1AC90D76-4F6E-465F-AEC2-5DDD8DCAED4D}"/>
    <dgm:cxn modelId="{E7EDCF4A-5E07-4C23-A44E-6B8BAA64027C}" srcId="{473D5EAF-CCD0-4E21-9BF5-9FB02C8BD6F8}" destId="{DF723BD9-F40B-4670-94CF-A2AE767401EE}" srcOrd="1" destOrd="0" parTransId="{4636501A-6142-40BF-A75E-28BC444050A7}" sibTransId="{E4C0C37C-01D8-4EF8-81DA-540B7760FB93}"/>
    <dgm:cxn modelId="{A5BA2653-516E-4A50-A812-ED24FC040412}" type="presOf" srcId="{5522C73E-95D7-49D7-B5D0-5C1D1B199989}" destId="{78453897-DB88-4319-9DE0-C721A7C53DCC}" srcOrd="0" destOrd="0" presId="urn:microsoft.com/office/officeart/2005/8/layout/hList1"/>
    <dgm:cxn modelId="{EA19AB77-BD90-4F40-99FD-D8420E890C25}" type="presOf" srcId="{0453688C-4A26-4648-8921-07EAEC9202AA}" destId="{A795103E-1BFD-43EE-ACE2-8D3A00B9B644}" srcOrd="0" destOrd="0" presId="urn:microsoft.com/office/officeart/2005/8/layout/hList1"/>
    <dgm:cxn modelId="{9D90A489-DCA9-4E42-995D-BF13F0937D30}" type="presOf" srcId="{71839B05-D098-4E90-9C8F-EB51D67E6486}" destId="{78453897-DB88-4319-9DE0-C721A7C53DCC}" srcOrd="0" destOrd="2" presId="urn:microsoft.com/office/officeart/2005/8/layout/hList1"/>
    <dgm:cxn modelId="{88AF768A-DC85-48FC-85EC-9DD57149D133}" srcId="{A67559CC-5CE2-4E8F-9029-E9F3F309F986}" destId="{5957D3A1-8D3B-4D17-A1E9-DD2B0DEFF186}" srcOrd="1" destOrd="0" parTransId="{0E3B72C4-9957-4E6B-B8D5-5E3EE7A0B26B}" sibTransId="{A820C3B8-2873-4E30-B252-462720AE19A3}"/>
    <dgm:cxn modelId="{17DA61A1-21B4-4FC9-91A0-F9F198EE00A4}" srcId="{8E85F0DB-19C7-46B7-B999-5029BD8FFFA7}" destId="{1ADBC879-F206-4147-B175-0966E036D937}" srcOrd="0" destOrd="0" parTransId="{D602B34D-3572-4707-88E5-C6C9F0A448CF}" sibTransId="{600E6A9A-AD9D-48DC-A506-8AF77E49FA76}"/>
    <dgm:cxn modelId="{14CA88AD-8713-46E6-AF56-89AC5CAF65F9}" srcId="{8E85F0DB-19C7-46B7-B999-5029BD8FFFA7}" destId="{473D5EAF-CCD0-4E21-9BF5-9FB02C8BD6F8}" srcOrd="2" destOrd="0" parTransId="{8DEEB652-EF41-428F-B76F-CF60215A0258}" sibTransId="{A08B0BD7-4114-445A-B0F1-ED574ED44901}"/>
    <dgm:cxn modelId="{C78AD1BF-11FC-4026-9617-87564900EEDE}" srcId="{A67559CC-5CE2-4E8F-9029-E9F3F309F986}" destId="{71839B05-D098-4E90-9C8F-EB51D67E6486}" srcOrd="2" destOrd="0" parTransId="{436A6DF9-469A-41D1-BDFB-2F257076C54F}" sibTransId="{C522FAE6-D3B6-410E-AED6-A9251C05DA1E}"/>
    <dgm:cxn modelId="{5DB742C3-4BE7-40DD-B796-71340536C864}" type="presOf" srcId="{1ADBC879-F206-4147-B175-0966E036D937}" destId="{BC214720-357A-4C51-A72C-6FAE472E1DB1}" srcOrd="0" destOrd="0" presId="urn:microsoft.com/office/officeart/2005/8/layout/hList1"/>
    <dgm:cxn modelId="{F1C808D3-EB58-44C5-A630-A443F7696A0C}" type="presOf" srcId="{DF723BD9-F40B-4670-94CF-A2AE767401EE}" destId="{7558E9A5-777D-4106-ADF8-C40E03217C29}" srcOrd="0" destOrd="1" presId="urn:microsoft.com/office/officeart/2005/8/layout/hList1"/>
    <dgm:cxn modelId="{2E2A6BD3-AE50-4BCA-8ABD-170853A6C4A3}" srcId="{A67559CC-5CE2-4E8F-9029-E9F3F309F986}" destId="{2F16F940-5547-41BA-AD6F-13D38616420E}" srcOrd="3" destOrd="0" parTransId="{2414BCAE-9EBE-4CFC-BFE3-9C5F4F17A540}" sibTransId="{B9AA7E32-7AD8-4935-9068-9A9B076F76AD}"/>
    <dgm:cxn modelId="{EF57A2D3-F3D3-4DBE-9423-0DCFB1109707}" type="presOf" srcId="{5957D3A1-8D3B-4D17-A1E9-DD2B0DEFF186}" destId="{78453897-DB88-4319-9DE0-C721A7C53DCC}" srcOrd="0" destOrd="1" presId="urn:microsoft.com/office/officeart/2005/8/layout/hList1"/>
    <dgm:cxn modelId="{C75300D5-DBEA-409C-966C-5419984A4EE9}" srcId="{8E85F0DB-19C7-46B7-B999-5029BD8FFFA7}" destId="{A67559CC-5CE2-4E8F-9029-E9F3F309F986}" srcOrd="1" destOrd="0" parTransId="{22BC7537-2E5E-4C92-908B-29BFAC2D8366}" sibTransId="{49E82E4C-E1B3-42E6-AA85-442C05AB8819}"/>
    <dgm:cxn modelId="{D9F797DE-D8F8-4FC6-B01E-01D7F1925EE1}" srcId="{1ADBC879-F206-4147-B175-0966E036D937}" destId="{0453688C-4A26-4648-8921-07EAEC9202AA}" srcOrd="0" destOrd="0" parTransId="{5049C5E7-EE29-4D3C-AE94-F4F7F800FA64}" sibTransId="{FAEDC393-E562-4A5B-AB25-52277C05861E}"/>
    <dgm:cxn modelId="{AD94D2E7-FE11-4A7C-B3BF-C38C77B9A753}" type="presOf" srcId="{8E85F0DB-19C7-46B7-B999-5029BD8FFFA7}" destId="{0F206623-12D5-4846-AD56-293CA287C1BD}" srcOrd="0" destOrd="0" presId="urn:microsoft.com/office/officeart/2005/8/layout/hList1"/>
    <dgm:cxn modelId="{EA03FDE3-AC99-47EB-B9E4-BAEDD6021FC1}" type="presParOf" srcId="{0F206623-12D5-4846-AD56-293CA287C1BD}" destId="{3490A6ED-A9B0-463E-9A5F-345817D48633}" srcOrd="0" destOrd="0" presId="urn:microsoft.com/office/officeart/2005/8/layout/hList1"/>
    <dgm:cxn modelId="{7349168D-4C8E-40F7-9B45-14C81C4D3383}" type="presParOf" srcId="{3490A6ED-A9B0-463E-9A5F-345817D48633}" destId="{BC214720-357A-4C51-A72C-6FAE472E1DB1}" srcOrd="0" destOrd="0" presId="urn:microsoft.com/office/officeart/2005/8/layout/hList1"/>
    <dgm:cxn modelId="{0C2CBABE-FE86-4159-BAF8-D2F6078D48F5}" type="presParOf" srcId="{3490A6ED-A9B0-463E-9A5F-345817D48633}" destId="{A795103E-1BFD-43EE-ACE2-8D3A00B9B644}" srcOrd="1" destOrd="0" presId="urn:microsoft.com/office/officeart/2005/8/layout/hList1"/>
    <dgm:cxn modelId="{53AAB4EB-E796-4DF8-A46F-F3319266B9F2}" type="presParOf" srcId="{0F206623-12D5-4846-AD56-293CA287C1BD}" destId="{54CD8901-92F9-4F13-B56C-A10A4C0119DE}" srcOrd="1" destOrd="0" presId="urn:microsoft.com/office/officeart/2005/8/layout/hList1"/>
    <dgm:cxn modelId="{5861C5E3-3838-4DFC-A845-18B9B4CCC1EC}" type="presParOf" srcId="{0F206623-12D5-4846-AD56-293CA287C1BD}" destId="{A1137DDC-7C80-4CA8-B223-F695D1FB116B}" srcOrd="2" destOrd="0" presId="urn:microsoft.com/office/officeart/2005/8/layout/hList1"/>
    <dgm:cxn modelId="{7BDC7E85-4CD0-489A-A66B-92BF9BBCC62A}" type="presParOf" srcId="{A1137DDC-7C80-4CA8-B223-F695D1FB116B}" destId="{173FE618-035B-4E65-A363-228D0F63FBAB}" srcOrd="0" destOrd="0" presId="urn:microsoft.com/office/officeart/2005/8/layout/hList1"/>
    <dgm:cxn modelId="{53B63D95-B186-47F1-98A6-3D3A94583FB7}" type="presParOf" srcId="{A1137DDC-7C80-4CA8-B223-F695D1FB116B}" destId="{78453897-DB88-4319-9DE0-C721A7C53DCC}" srcOrd="1" destOrd="0" presId="urn:microsoft.com/office/officeart/2005/8/layout/hList1"/>
    <dgm:cxn modelId="{3C005DC0-1C54-492F-95B6-4F1091777F6A}" type="presParOf" srcId="{0F206623-12D5-4846-AD56-293CA287C1BD}" destId="{5094E428-85A7-46AE-B386-EA6D1C57F7CC}" srcOrd="3" destOrd="0" presId="urn:microsoft.com/office/officeart/2005/8/layout/hList1"/>
    <dgm:cxn modelId="{66E2E29E-3DAB-4C9F-A9D6-8A628343AE92}" type="presParOf" srcId="{0F206623-12D5-4846-AD56-293CA287C1BD}" destId="{B090BA50-A7ED-4EDB-A612-B83375D4CD8D}" srcOrd="4" destOrd="0" presId="urn:microsoft.com/office/officeart/2005/8/layout/hList1"/>
    <dgm:cxn modelId="{5825FDA0-3D80-4CB7-B8E9-E61453665D9B}" type="presParOf" srcId="{B090BA50-A7ED-4EDB-A612-B83375D4CD8D}" destId="{93A89BA8-132B-4105-8BF9-4EF4BBBADE4E}" srcOrd="0" destOrd="0" presId="urn:microsoft.com/office/officeart/2005/8/layout/hList1"/>
    <dgm:cxn modelId="{DB02274F-43E0-4FD0-841A-F29BF877EBE6}" type="presParOf" srcId="{B090BA50-A7ED-4EDB-A612-B83375D4CD8D}" destId="{7558E9A5-777D-4106-ADF8-C40E03217C29}" srcOrd="1" destOrd="0" presId="urn:microsoft.com/office/officeart/2005/8/layout/hList1"/>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18F27CD-EF13-4179-8BAC-ABFE88F70DEB}" type="doc">
      <dgm:prSet loTypeId="urn:microsoft.com/office/officeart/2005/8/layout/vList5" loCatId="list" qsTypeId="urn:microsoft.com/office/officeart/2005/8/quickstyle/simple1#7" qsCatId="simple" csTypeId="urn:microsoft.com/office/officeart/2005/8/colors/accent1_2#7" csCatId="accent1" phldr="1"/>
      <dgm:spPr/>
      <dgm:t>
        <a:bodyPr/>
        <a:lstStyle/>
        <a:p>
          <a:endParaRPr lang="zh-CN" altLang="en-US"/>
        </a:p>
      </dgm:t>
    </dgm:pt>
    <dgm:pt modelId="{D7938BF2-0DA7-4438-B72F-17E0C2169595}">
      <dgm:prSet phldrT="[文本]" custT="1"/>
      <dgm:spPr>
        <a:solidFill>
          <a:schemeClr val="bg1">
            <a:lumMod val="85000"/>
          </a:schemeClr>
        </a:solidFill>
        <a:ln>
          <a:solidFill>
            <a:schemeClr val="accent1"/>
          </a:solidFill>
        </a:ln>
      </dgm:spPr>
      <dgm:t>
        <a:bodyPr/>
        <a:lstStyle/>
        <a:p>
          <a:r>
            <a:rPr lang="zh-CN" altLang="en-US" sz="2400" dirty="0">
              <a:solidFill>
                <a:srgbClr val="5F5F5F"/>
              </a:solidFill>
              <a:latin typeface="微软雅黑" panose="020B0503020204020204" pitchFamily="34" charset="-122"/>
              <a:ea typeface="微软雅黑" panose="020B0503020204020204" pitchFamily="34" charset="-122"/>
            </a:rPr>
            <a:t>内容安全</a:t>
          </a:r>
          <a:endParaRPr lang="en-US" altLang="zh-CN" sz="2400" dirty="0">
            <a:solidFill>
              <a:srgbClr val="5F5F5F"/>
            </a:solidFill>
            <a:latin typeface="微软雅黑" panose="020B0503020204020204" pitchFamily="34" charset="-122"/>
            <a:ea typeface="微软雅黑" panose="020B0503020204020204" pitchFamily="34" charset="-122"/>
          </a:endParaRPr>
        </a:p>
        <a:p>
          <a:r>
            <a:rPr lang="zh-CN" altLang="en-US" sz="2400" dirty="0">
              <a:solidFill>
                <a:srgbClr val="5F5F5F"/>
              </a:solidFill>
              <a:latin typeface="微软雅黑" panose="020B0503020204020204" pitchFamily="34" charset="-122"/>
              <a:ea typeface="微软雅黑" panose="020B0503020204020204" pitchFamily="34" charset="-122"/>
            </a:rPr>
            <a:t>时代背景</a:t>
          </a:r>
        </a:p>
      </dgm:t>
    </dgm:pt>
    <dgm:pt modelId="{3B4E2E55-B573-47AE-851C-C0E4F63D1862}" type="parTrans" cxnId="{9BDE2CB1-E937-4AE3-97D5-9FA0EE09EAFC}">
      <dgm:prSet/>
      <dgm:spPr/>
      <dgm:t>
        <a:bodyPr/>
        <a:lstStyle/>
        <a:p>
          <a:endParaRPr lang="zh-CN" altLang="en-US"/>
        </a:p>
      </dgm:t>
    </dgm:pt>
    <dgm:pt modelId="{47CE6930-1CC6-400C-81FF-1F364EC34342}" type="sibTrans" cxnId="{9BDE2CB1-E937-4AE3-97D5-9FA0EE09EAFC}">
      <dgm:prSet/>
      <dgm:spPr/>
      <dgm:t>
        <a:bodyPr/>
        <a:lstStyle/>
        <a:p>
          <a:endParaRPr lang="zh-CN" altLang="en-US"/>
        </a:p>
      </dgm:t>
    </dgm:pt>
    <dgm:pt modelId="{D3D5D8E6-E785-403E-B0CC-746BD984570B}">
      <dgm:prSet phldrT="[文本]" custT="1"/>
      <dgm:spPr>
        <a:ln>
          <a:solidFill>
            <a:schemeClr val="accent1">
              <a:alpha val="90000"/>
            </a:schemeClr>
          </a:solidFill>
        </a:ln>
      </dgm:spPr>
      <dgm:t>
        <a:bodyPr/>
        <a:lstStyle/>
        <a:p>
          <a:pPr>
            <a:lnSpc>
              <a:spcPct val="100000"/>
            </a:lnSpc>
            <a:spcBef>
              <a:spcPts val="600"/>
            </a:spcBef>
            <a:spcAft>
              <a:spcPts val="600"/>
            </a:spcAft>
          </a:pPr>
          <a:r>
            <a:rPr lang="zh-CN" altLang="en-US" sz="1600" dirty="0">
              <a:solidFill>
                <a:srgbClr val="5F5F5F"/>
              </a:solidFill>
              <a:latin typeface="微软雅黑" panose="020B0503020204020204" pitchFamily="34" charset="-122"/>
              <a:ea typeface="微软雅黑" panose="020B0503020204020204" pitchFamily="34" charset="-122"/>
            </a:rPr>
            <a:t>在互联网爆炸性发展过程中，相关方面的规范和管理措施未能同步发展。</a:t>
          </a:r>
        </a:p>
      </dgm:t>
    </dgm:pt>
    <dgm:pt modelId="{1FD73A4C-CC8C-4E3E-903A-C2D760057546}" type="parTrans" cxnId="{73269962-BA9A-4CAA-9004-87B8B8B53BB8}">
      <dgm:prSet/>
      <dgm:spPr/>
      <dgm:t>
        <a:bodyPr/>
        <a:lstStyle/>
        <a:p>
          <a:endParaRPr lang="zh-CN" altLang="en-US"/>
        </a:p>
      </dgm:t>
    </dgm:pt>
    <dgm:pt modelId="{44E56DBC-E859-468E-BE3C-675106D26EE7}" type="sibTrans" cxnId="{73269962-BA9A-4CAA-9004-87B8B8B53BB8}">
      <dgm:prSet/>
      <dgm:spPr/>
      <dgm:t>
        <a:bodyPr/>
        <a:lstStyle/>
        <a:p>
          <a:endParaRPr lang="zh-CN" altLang="en-US"/>
        </a:p>
      </dgm:t>
    </dgm:pt>
    <dgm:pt modelId="{A432BE46-4E73-41F3-BE50-DC76CB9C5AEF}">
      <dgm:prSet phldrT="[文本]" custT="1"/>
      <dgm:spPr>
        <a:ln>
          <a:solidFill>
            <a:schemeClr val="accent1">
              <a:alpha val="90000"/>
            </a:schemeClr>
          </a:solidFill>
        </a:ln>
      </dgm:spPr>
      <dgm:t>
        <a:bodyPr/>
        <a:lstStyle/>
        <a:p>
          <a:pPr>
            <a:lnSpc>
              <a:spcPct val="100000"/>
            </a:lnSpc>
            <a:spcBef>
              <a:spcPts val="600"/>
            </a:spcBef>
            <a:spcAft>
              <a:spcPts val="600"/>
            </a:spcAft>
          </a:pPr>
          <a:r>
            <a:rPr lang="zh-CN" altLang="en-US" sz="1600" dirty="0">
              <a:solidFill>
                <a:srgbClr val="5F5F5F"/>
              </a:solidFill>
              <a:latin typeface="微软雅黑" panose="020B0503020204020204" pitchFamily="34" charset="-122"/>
              <a:ea typeface="微软雅黑" panose="020B0503020204020204" pitchFamily="34" charset="-122"/>
            </a:rPr>
            <a:t>互联网作为一个新生事物，为人们提供了便利地获取、发布信息的条件，制作出前所未有的思想碰撞场所。</a:t>
          </a:r>
        </a:p>
      </dgm:t>
    </dgm:pt>
    <dgm:pt modelId="{5980D40A-77B0-4DB5-97AC-3D206412097A}" type="parTrans" cxnId="{0FF760A6-A45D-46BF-801A-1FE82982D08D}">
      <dgm:prSet/>
      <dgm:spPr/>
      <dgm:t>
        <a:bodyPr/>
        <a:lstStyle/>
        <a:p>
          <a:endParaRPr lang="zh-CN" altLang="en-US"/>
        </a:p>
      </dgm:t>
    </dgm:pt>
    <dgm:pt modelId="{D9BC6BC5-D30D-4E6F-9C09-4372CCB12710}" type="sibTrans" cxnId="{0FF760A6-A45D-46BF-801A-1FE82982D08D}">
      <dgm:prSet/>
      <dgm:spPr/>
      <dgm:t>
        <a:bodyPr/>
        <a:lstStyle/>
        <a:p>
          <a:endParaRPr lang="zh-CN" altLang="en-US"/>
        </a:p>
      </dgm:t>
    </dgm:pt>
    <dgm:pt modelId="{9A7AD374-BBCE-40A1-9C67-71558267CC27}">
      <dgm:prSet phldrT="[文本]" custT="1"/>
      <dgm:spPr>
        <a:ln>
          <a:solidFill>
            <a:schemeClr val="accent1">
              <a:alpha val="90000"/>
            </a:schemeClr>
          </a:solidFill>
        </a:ln>
      </dgm:spPr>
      <dgm:t>
        <a:bodyPr/>
        <a:lstStyle/>
        <a:p>
          <a:pPr>
            <a:lnSpc>
              <a:spcPct val="100000"/>
            </a:lnSpc>
            <a:spcBef>
              <a:spcPts val="600"/>
            </a:spcBef>
            <a:spcAft>
              <a:spcPts val="600"/>
            </a:spcAft>
          </a:pPr>
          <a:r>
            <a:rPr lang="zh-CN" altLang="en-US" sz="1600" dirty="0">
              <a:solidFill>
                <a:srgbClr val="5F5F5F"/>
              </a:solidFill>
              <a:latin typeface="微软雅黑" panose="020B0503020204020204" pitchFamily="34" charset="-122"/>
              <a:ea typeface="微软雅黑" panose="020B0503020204020204" pitchFamily="34" charset="-122"/>
            </a:rPr>
            <a:t>信息化是当今世界发展的大趋势，是推动经济社会变革的重要力量。</a:t>
          </a:r>
        </a:p>
      </dgm:t>
    </dgm:pt>
    <dgm:pt modelId="{D5C43E5E-228C-4744-BDA4-9F2232EFB05A}" type="parTrans" cxnId="{D3621FB4-A921-41CF-8E09-66AE197916FC}">
      <dgm:prSet/>
      <dgm:spPr/>
      <dgm:t>
        <a:bodyPr/>
        <a:lstStyle/>
        <a:p>
          <a:endParaRPr lang="zh-CN" altLang="en-US"/>
        </a:p>
      </dgm:t>
    </dgm:pt>
    <dgm:pt modelId="{C9A37BBF-BC45-459E-B56E-A09D1604C889}" type="sibTrans" cxnId="{D3621FB4-A921-41CF-8E09-66AE197916FC}">
      <dgm:prSet/>
      <dgm:spPr/>
      <dgm:t>
        <a:bodyPr/>
        <a:lstStyle/>
        <a:p>
          <a:endParaRPr lang="zh-CN" altLang="en-US"/>
        </a:p>
      </dgm:t>
    </dgm:pt>
    <dgm:pt modelId="{2D1C6788-172B-4321-BB00-2B7269C38864}">
      <dgm:prSet phldrT="[文本]" custT="1"/>
      <dgm:spPr>
        <a:ln>
          <a:solidFill>
            <a:schemeClr val="accent1">
              <a:alpha val="90000"/>
            </a:schemeClr>
          </a:solidFill>
        </a:ln>
      </dgm:spPr>
      <dgm:t>
        <a:bodyPr/>
        <a:lstStyle/>
        <a:p>
          <a:pPr>
            <a:lnSpc>
              <a:spcPct val="100000"/>
            </a:lnSpc>
            <a:spcBef>
              <a:spcPts val="600"/>
            </a:spcBef>
            <a:spcAft>
              <a:spcPts val="600"/>
            </a:spcAft>
          </a:pPr>
          <a:r>
            <a:rPr lang="zh-CN" altLang="en-US" sz="1600" dirty="0">
              <a:solidFill>
                <a:srgbClr val="5F5F5F"/>
              </a:solidFill>
              <a:latin typeface="微软雅黑" panose="020B0503020204020204" pitchFamily="34" charset="-122"/>
              <a:ea typeface="微软雅黑" panose="020B0503020204020204" pitchFamily="34" charset="-122"/>
            </a:rPr>
            <a:t>网络内容安全方面的研究不仅具有重要的学术意义，也具有重要的社会意义。</a:t>
          </a:r>
        </a:p>
      </dgm:t>
    </dgm:pt>
    <dgm:pt modelId="{6B902F66-04BF-4C89-B9BD-E1B8227481DE}" type="parTrans" cxnId="{4D7EE48D-ECB2-4E6B-A7DB-4F6EDAB39560}">
      <dgm:prSet/>
      <dgm:spPr/>
      <dgm:t>
        <a:bodyPr/>
        <a:lstStyle/>
        <a:p>
          <a:endParaRPr lang="zh-CN" altLang="en-US"/>
        </a:p>
      </dgm:t>
    </dgm:pt>
    <dgm:pt modelId="{EF3B4011-FF65-490C-A33B-E3074DA648E4}" type="sibTrans" cxnId="{4D7EE48D-ECB2-4E6B-A7DB-4F6EDAB39560}">
      <dgm:prSet/>
      <dgm:spPr/>
      <dgm:t>
        <a:bodyPr/>
        <a:lstStyle/>
        <a:p>
          <a:endParaRPr lang="zh-CN" altLang="en-US"/>
        </a:p>
      </dgm:t>
    </dgm:pt>
    <dgm:pt modelId="{FF7269FF-AA1A-4EAA-98F2-88D7144ADFBE}" type="pres">
      <dgm:prSet presAssocID="{718F27CD-EF13-4179-8BAC-ABFE88F70DEB}" presName="Name0" presStyleCnt="0">
        <dgm:presLayoutVars>
          <dgm:dir/>
          <dgm:animLvl val="lvl"/>
          <dgm:resizeHandles val="exact"/>
        </dgm:presLayoutVars>
      </dgm:prSet>
      <dgm:spPr/>
    </dgm:pt>
    <dgm:pt modelId="{35F8ED2F-47F2-4E31-A1A5-561471DE1B74}" type="pres">
      <dgm:prSet presAssocID="{D7938BF2-0DA7-4438-B72F-17E0C2169595}" presName="linNode" presStyleCnt="0"/>
      <dgm:spPr/>
    </dgm:pt>
    <dgm:pt modelId="{27FFBFF1-5897-4D36-ABAA-74D98A28A699}" type="pres">
      <dgm:prSet presAssocID="{D7938BF2-0DA7-4438-B72F-17E0C2169595}" presName="parentText" presStyleLbl="node1" presStyleIdx="0" presStyleCnt="1" custScaleX="68435" custScaleY="35279" custLinFactNeighborX="-3029">
        <dgm:presLayoutVars>
          <dgm:chMax val="1"/>
          <dgm:bulletEnabled val="1"/>
        </dgm:presLayoutVars>
      </dgm:prSet>
      <dgm:spPr/>
    </dgm:pt>
    <dgm:pt modelId="{385CD084-4A06-426F-A31B-3BA7E16CEDAC}" type="pres">
      <dgm:prSet presAssocID="{D7938BF2-0DA7-4438-B72F-17E0C2169595}" presName="descendantText" presStyleLbl="alignAccFollowNode1" presStyleIdx="0" presStyleCnt="1" custScaleX="109846" custScaleY="112517" custLinFactNeighborX="28">
        <dgm:presLayoutVars>
          <dgm:bulletEnabled val="1"/>
        </dgm:presLayoutVars>
      </dgm:prSet>
      <dgm:spPr/>
    </dgm:pt>
  </dgm:ptLst>
  <dgm:cxnLst>
    <dgm:cxn modelId="{D5180D0F-C150-4C4F-A6C4-A8A33538A5C0}" type="presOf" srcId="{A432BE46-4E73-41F3-BE50-DC76CB9C5AEF}" destId="{385CD084-4A06-426F-A31B-3BA7E16CEDAC}" srcOrd="0" destOrd="1" presId="urn:microsoft.com/office/officeart/2005/8/layout/vList5"/>
    <dgm:cxn modelId="{AB618F15-40FA-48F9-A91F-91C549A57E27}" type="presOf" srcId="{D7938BF2-0DA7-4438-B72F-17E0C2169595}" destId="{27FFBFF1-5897-4D36-ABAA-74D98A28A699}" srcOrd="0" destOrd="0" presId="urn:microsoft.com/office/officeart/2005/8/layout/vList5"/>
    <dgm:cxn modelId="{73269962-BA9A-4CAA-9004-87B8B8B53BB8}" srcId="{D7938BF2-0DA7-4438-B72F-17E0C2169595}" destId="{D3D5D8E6-E785-403E-B0CC-746BD984570B}" srcOrd="0" destOrd="0" parTransId="{1FD73A4C-CC8C-4E3E-903A-C2D760057546}" sibTransId="{44E56DBC-E859-468E-BE3C-675106D26EE7}"/>
    <dgm:cxn modelId="{A4E62684-EF30-49C1-8323-F4CB7AF32A8E}" type="presOf" srcId="{2D1C6788-172B-4321-BB00-2B7269C38864}" destId="{385CD084-4A06-426F-A31B-3BA7E16CEDAC}" srcOrd="0" destOrd="3" presId="urn:microsoft.com/office/officeart/2005/8/layout/vList5"/>
    <dgm:cxn modelId="{4D7EE48D-ECB2-4E6B-A7DB-4F6EDAB39560}" srcId="{D7938BF2-0DA7-4438-B72F-17E0C2169595}" destId="{2D1C6788-172B-4321-BB00-2B7269C38864}" srcOrd="3" destOrd="0" parTransId="{6B902F66-04BF-4C89-B9BD-E1B8227481DE}" sibTransId="{EF3B4011-FF65-490C-A33B-E3074DA648E4}"/>
    <dgm:cxn modelId="{6E590391-0B7E-4354-A8D4-5047F1F7BEEE}" type="presOf" srcId="{718F27CD-EF13-4179-8BAC-ABFE88F70DEB}" destId="{FF7269FF-AA1A-4EAA-98F2-88D7144ADFBE}" srcOrd="0" destOrd="0" presId="urn:microsoft.com/office/officeart/2005/8/layout/vList5"/>
    <dgm:cxn modelId="{0FF760A6-A45D-46BF-801A-1FE82982D08D}" srcId="{D7938BF2-0DA7-4438-B72F-17E0C2169595}" destId="{A432BE46-4E73-41F3-BE50-DC76CB9C5AEF}" srcOrd="1" destOrd="0" parTransId="{5980D40A-77B0-4DB5-97AC-3D206412097A}" sibTransId="{D9BC6BC5-D30D-4E6F-9C09-4372CCB12710}"/>
    <dgm:cxn modelId="{9BDE2CB1-E937-4AE3-97D5-9FA0EE09EAFC}" srcId="{718F27CD-EF13-4179-8BAC-ABFE88F70DEB}" destId="{D7938BF2-0DA7-4438-B72F-17E0C2169595}" srcOrd="0" destOrd="0" parTransId="{3B4E2E55-B573-47AE-851C-C0E4F63D1862}" sibTransId="{47CE6930-1CC6-400C-81FF-1F364EC34342}"/>
    <dgm:cxn modelId="{D3621FB4-A921-41CF-8E09-66AE197916FC}" srcId="{D7938BF2-0DA7-4438-B72F-17E0C2169595}" destId="{9A7AD374-BBCE-40A1-9C67-71558267CC27}" srcOrd="2" destOrd="0" parTransId="{D5C43E5E-228C-4744-BDA4-9F2232EFB05A}" sibTransId="{C9A37BBF-BC45-459E-B56E-A09D1604C889}"/>
    <dgm:cxn modelId="{20F7FCCC-5D69-4992-AA4D-495CDBFA0D18}" type="presOf" srcId="{D3D5D8E6-E785-403E-B0CC-746BD984570B}" destId="{385CD084-4A06-426F-A31B-3BA7E16CEDAC}" srcOrd="0" destOrd="0" presId="urn:microsoft.com/office/officeart/2005/8/layout/vList5"/>
    <dgm:cxn modelId="{D2F0ACE7-2CD3-4976-A0F7-3EDA2F495E88}" type="presOf" srcId="{9A7AD374-BBCE-40A1-9C67-71558267CC27}" destId="{385CD084-4A06-426F-A31B-3BA7E16CEDAC}" srcOrd="0" destOrd="2" presId="urn:microsoft.com/office/officeart/2005/8/layout/vList5"/>
    <dgm:cxn modelId="{C9674814-10A5-486C-B673-742AA286DDF6}" type="presParOf" srcId="{FF7269FF-AA1A-4EAA-98F2-88D7144ADFBE}" destId="{35F8ED2F-47F2-4E31-A1A5-561471DE1B74}" srcOrd="0" destOrd="0" presId="urn:microsoft.com/office/officeart/2005/8/layout/vList5"/>
    <dgm:cxn modelId="{47CA532F-9403-4D5C-85B4-3D2B73239B00}" type="presParOf" srcId="{35F8ED2F-47F2-4E31-A1A5-561471DE1B74}" destId="{27FFBFF1-5897-4D36-ABAA-74D98A28A699}" srcOrd="0" destOrd="0" presId="urn:microsoft.com/office/officeart/2005/8/layout/vList5"/>
    <dgm:cxn modelId="{F042046C-2EF4-411D-B568-319FE12A411D}" type="presParOf" srcId="{35F8ED2F-47F2-4E31-A1A5-561471DE1B74}" destId="{385CD084-4A06-426F-A31B-3BA7E16CEDAC}" srcOrd="1" destOrd="0" presId="urn:microsoft.com/office/officeart/2005/8/layout/vList5"/>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18F27CD-EF13-4179-8BAC-ABFE88F70DEB}" type="doc">
      <dgm:prSet loTypeId="urn:microsoft.com/office/officeart/2005/8/layout/vList5" loCatId="list" qsTypeId="urn:microsoft.com/office/officeart/2005/8/quickstyle/simple1#7" qsCatId="simple" csTypeId="urn:microsoft.com/office/officeart/2005/8/colors/accent1_2#7" csCatId="accent1" phldr="1"/>
      <dgm:spPr/>
      <dgm:t>
        <a:bodyPr/>
        <a:lstStyle/>
        <a:p>
          <a:endParaRPr lang="zh-CN" altLang="en-US"/>
        </a:p>
      </dgm:t>
    </dgm:pt>
    <dgm:pt modelId="{D7938BF2-0DA7-4438-B72F-17E0C2169595}">
      <dgm:prSet phldrT="[文本]" custT="1"/>
      <dgm:spPr>
        <a:solidFill>
          <a:schemeClr val="bg1">
            <a:lumMod val="85000"/>
          </a:schemeClr>
        </a:solidFill>
        <a:ln>
          <a:solidFill>
            <a:schemeClr val="accent1"/>
          </a:solidFill>
        </a:ln>
      </dgm:spPr>
      <dgm:t>
        <a:bodyPr/>
        <a:lstStyle/>
        <a:p>
          <a:r>
            <a:rPr lang="zh-CN" altLang="en-US" sz="2400" dirty="0">
              <a:solidFill>
                <a:srgbClr val="5F5F5F"/>
              </a:solidFill>
              <a:latin typeface="微软雅黑" panose="020B0503020204020204" pitchFamily="34" charset="-122"/>
              <a:ea typeface="微软雅黑" panose="020B0503020204020204" pitchFamily="34" charset="-122"/>
            </a:rPr>
            <a:t>内容安全定义</a:t>
          </a:r>
        </a:p>
      </dgm:t>
    </dgm:pt>
    <dgm:pt modelId="{3B4E2E55-B573-47AE-851C-C0E4F63D1862}" type="parTrans" cxnId="{9BDE2CB1-E937-4AE3-97D5-9FA0EE09EAFC}">
      <dgm:prSet/>
      <dgm:spPr/>
      <dgm:t>
        <a:bodyPr/>
        <a:lstStyle/>
        <a:p>
          <a:endParaRPr lang="zh-CN" altLang="en-US"/>
        </a:p>
      </dgm:t>
    </dgm:pt>
    <dgm:pt modelId="{47CE6930-1CC6-400C-81FF-1F364EC34342}" type="sibTrans" cxnId="{9BDE2CB1-E937-4AE3-97D5-9FA0EE09EAFC}">
      <dgm:prSet/>
      <dgm:spPr/>
      <dgm:t>
        <a:bodyPr/>
        <a:lstStyle/>
        <a:p>
          <a:endParaRPr lang="zh-CN" altLang="en-US"/>
        </a:p>
      </dgm:t>
    </dgm:pt>
    <dgm:pt modelId="{7F59CAA6-7251-4615-8DD0-1D398D98C942}">
      <dgm:prSet phldrT="[文本]" custT="1"/>
      <dgm:spPr>
        <a:ln>
          <a:solidFill>
            <a:schemeClr val="accent1">
              <a:alpha val="90000"/>
            </a:schemeClr>
          </a:solidFill>
        </a:ln>
      </dgm:spPr>
      <dgm:t>
        <a:bodyPr/>
        <a:lstStyle/>
        <a:p>
          <a:pPr marL="180000" lvl="1" indent="0" defTabSz="800100">
            <a:lnSpc>
              <a:spcPct val="90000"/>
            </a:lnSpc>
            <a:spcBef>
              <a:spcPts val="0"/>
            </a:spcBef>
            <a:spcAft>
              <a:spcPts val="600"/>
            </a:spcAft>
          </a:pPr>
          <a:r>
            <a:rPr lang="zh-CN" altLang="en-US" sz="1500" kern="1200" dirty="0">
              <a:solidFill>
                <a:srgbClr val="5F5F5F"/>
              </a:solidFill>
              <a:latin typeface="微软雅黑" panose="020B0503020204020204" pitchFamily="34" charset="-122"/>
              <a:ea typeface="微软雅黑" panose="020B0503020204020204" pitchFamily="34" charset="-122"/>
            </a:rPr>
            <a:t>任务：信息过滤、舆情分析、事件挖掘</a:t>
          </a:r>
        </a:p>
      </dgm:t>
    </dgm:pt>
    <dgm:pt modelId="{67153EF5-5EDF-4F55-92C7-E1534857CDFE}" type="parTrans" cxnId="{EDF33CD0-D3B3-4127-9555-DCF64B74BAE2}">
      <dgm:prSet/>
      <dgm:spPr/>
      <dgm:t>
        <a:bodyPr/>
        <a:lstStyle/>
        <a:p>
          <a:endParaRPr lang="zh-CN" altLang="en-US"/>
        </a:p>
      </dgm:t>
    </dgm:pt>
    <dgm:pt modelId="{6593F439-6059-491C-84C2-EB9DAF1E318E}" type="sibTrans" cxnId="{EDF33CD0-D3B3-4127-9555-DCF64B74BAE2}">
      <dgm:prSet/>
      <dgm:spPr/>
      <dgm:t>
        <a:bodyPr/>
        <a:lstStyle/>
        <a:p>
          <a:endParaRPr lang="zh-CN" altLang="en-US"/>
        </a:p>
      </dgm:t>
    </dgm:pt>
    <dgm:pt modelId="{E38F9895-A955-4F31-AE24-68F8EB6E7315}">
      <dgm:prSet phldrT="[文本]" custT="1"/>
      <dgm:spPr>
        <a:ln>
          <a:solidFill>
            <a:schemeClr val="accent1">
              <a:alpha val="90000"/>
            </a:schemeClr>
          </a:solidFill>
        </a:ln>
      </dgm:spPr>
      <dgm:t>
        <a:bodyPr/>
        <a:lstStyle/>
        <a:p>
          <a:pPr marL="180000" lvl="1" indent="0" defTabSz="800100">
            <a:lnSpc>
              <a:spcPct val="90000"/>
            </a:lnSpc>
            <a:spcBef>
              <a:spcPts val="0"/>
            </a:spcBef>
            <a:spcAft>
              <a:spcPts val="600"/>
            </a:spcAft>
          </a:pPr>
          <a:r>
            <a:rPr lang="zh-CN" altLang="en-US" sz="1500" kern="1200" dirty="0">
              <a:solidFill>
                <a:srgbClr val="5F5F5F"/>
              </a:solidFill>
              <a:latin typeface="微软雅黑" panose="020B0503020204020204" pitchFamily="34" charset="-122"/>
              <a:ea typeface="微软雅黑" panose="020B0503020204020204" pitchFamily="34" charset="-122"/>
            </a:rPr>
            <a:t>领域：自然语言理解、图像内容理解、视频信息处理、音频信息处理、数据挖掘、智能过滤技术等。</a:t>
          </a:r>
        </a:p>
      </dgm:t>
    </dgm:pt>
    <dgm:pt modelId="{A203016C-6143-43ED-B0EA-CE6A334017C8}" type="parTrans" cxnId="{44C8AD51-ABEA-4DB5-B0D0-34A4E5AB6711}">
      <dgm:prSet/>
      <dgm:spPr/>
      <dgm:t>
        <a:bodyPr/>
        <a:lstStyle/>
        <a:p>
          <a:endParaRPr lang="zh-CN" altLang="en-US"/>
        </a:p>
      </dgm:t>
    </dgm:pt>
    <dgm:pt modelId="{48766C3B-0DA2-45B4-8563-9DC3C58B2CD6}" type="sibTrans" cxnId="{44C8AD51-ABEA-4DB5-B0D0-34A4E5AB6711}">
      <dgm:prSet/>
      <dgm:spPr/>
      <dgm:t>
        <a:bodyPr/>
        <a:lstStyle/>
        <a:p>
          <a:endParaRPr lang="zh-CN" altLang="en-US"/>
        </a:p>
      </dgm:t>
    </dgm:pt>
    <dgm:pt modelId="{10EB9DCD-D4F0-41AA-95B8-F6963D0BC966}">
      <dgm:prSet phldrT="[文本]" custT="1"/>
      <dgm:spPr>
        <a:ln>
          <a:solidFill>
            <a:schemeClr val="accent1">
              <a:alpha val="90000"/>
            </a:schemeClr>
          </a:solidFill>
        </a:ln>
      </dgm:spPr>
      <dgm:t>
        <a:bodyPr/>
        <a:lstStyle/>
        <a:p>
          <a:pPr marL="180000" lvl="1" indent="0" defTabSz="800100">
            <a:lnSpc>
              <a:spcPct val="90000"/>
            </a:lnSpc>
            <a:spcBef>
              <a:spcPts val="0"/>
            </a:spcBef>
            <a:spcAft>
              <a:spcPts val="600"/>
            </a:spcAft>
          </a:pPr>
          <a:r>
            <a:rPr lang="zh-CN" altLang="en-US" sz="1500" kern="1200" dirty="0">
              <a:solidFill>
                <a:srgbClr val="5F5F5F"/>
              </a:solidFill>
              <a:latin typeface="微软雅黑" panose="020B0503020204020204" pitchFamily="34" charset="-122"/>
              <a:ea typeface="微软雅黑" panose="020B0503020204020204" pitchFamily="34" charset="-122"/>
            </a:rPr>
            <a:t>对象：面向互联网的</a:t>
          </a:r>
          <a:r>
            <a:rPr lang="en-US" altLang="zh-CN" sz="1500" kern="1200" dirty="0">
              <a:solidFill>
                <a:srgbClr val="5F5F5F"/>
              </a:solidFill>
              <a:latin typeface="微软雅黑" panose="020B0503020204020204" pitchFamily="34" charset="-122"/>
              <a:ea typeface="微软雅黑" panose="020B0503020204020204" pitchFamily="34" charset="-122"/>
            </a:rPr>
            <a:t>Web</a:t>
          </a:r>
          <a:r>
            <a:rPr lang="zh-CN" altLang="en-US" sz="1500" kern="1200" dirty="0">
              <a:solidFill>
                <a:srgbClr val="5F5F5F"/>
              </a:solidFill>
              <a:latin typeface="微软雅黑" panose="020B0503020204020204" pitchFamily="34" charset="-122"/>
              <a:ea typeface="微软雅黑" panose="020B0503020204020204" pitchFamily="34" charset="-122"/>
            </a:rPr>
            <a:t>网页、电子邮件、离线的电子数据</a:t>
          </a:r>
        </a:p>
      </dgm:t>
    </dgm:pt>
    <dgm:pt modelId="{7EE3A025-EE1A-4D72-8F93-FA81B369DEBE}" type="sibTrans" cxnId="{67FD7382-709C-4F49-9943-9CB7D2CC0A58}">
      <dgm:prSet/>
      <dgm:spPr/>
      <dgm:t>
        <a:bodyPr/>
        <a:lstStyle/>
        <a:p>
          <a:endParaRPr lang="zh-CN" altLang="en-US"/>
        </a:p>
      </dgm:t>
    </dgm:pt>
    <dgm:pt modelId="{9E9EFD82-8D93-4A81-A795-27626284E761}" type="parTrans" cxnId="{67FD7382-709C-4F49-9943-9CB7D2CC0A58}">
      <dgm:prSet/>
      <dgm:spPr/>
      <dgm:t>
        <a:bodyPr/>
        <a:lstStyle/>
        <a:p>
          <a:endParaRPr lang="zh-CN" altLang="en-US"/>
        </a:p>
      </dgm:t>
    </dgm:pt>
    <dgm:pt modelId="{FF7269FF-AA1A-4EAA-98F2-88D7144ADFBE}" type="pres">
      <dgm:prSet presAssocID="{718F27CD-EF13-4179-8BAC-ABFE88F70DEB}" presName="Name0" presStyleCnt="0">
        <dgm:presLayoutVars>
          <dgm:dir/>
          <dgm:animLvl val="lvl"/>
          <dgm:resizeHandles val="exact"/>
        </dgm:presLayoutVars>
      </dgm:prSet>
      <dgm:spPr/>
    </dgm:pt>
    <dgm:pt modelId="{35F8ED2F-47F2-4E31-A1A5-561471DE1B74}" type="pres">
      <dgm:prSet presAssocID="{D7938BF2-0DA7-4438-B72F-17E0C2169595}" presName="linNode" presStyleCnt="0"/>
      <dgm:spPr/>
    </dgm:pt>
    <dgm:pt modelId="{27FFBFF1-5897-4D36-ABAA-74D98A28A699}" type="pres">
      <dgm:prSet presAssocID="{D7938BF2-0DA7-4438-B72F-17E0C2169595}" presName="parentText" presStyleLbl="node1" presStyleIdx="0" presStyleCnt="1" custScaleX="75015" custScaleY="48914" custLinFactNeighborX="-2987" custLinFactNeighborY="-4786">
        <dgm:presLayoutVars>
          <dgm:chMax val="1"/>
          <dgm:bulletEnabled val="1"/>
        </dgm:presLayoutVars>
      </dgm:prSet>
      <dgm:spPr/>
    </dgm:pt>
    <dgm:pt modelId="{385CD084-4A06-426F-A31B-3BA7E16CEDAC}" type="pres">
      <dgm:prSet presAssocID="{D7938BF2-0DA7-4438-B72F-17E0C2169595}" presName="descendantText" presStyleLbl="alignAccFollowNode1" presStyleIdx="0" presStyleCnt="1" custScaleX="108683" custScaleY="95996" custLinFactNeighborX="-68" custLinFactNeighborY="718">
        <dgm:presLayoutVars>
          <dgm:bulletEnabled val="1"/>
        </dgm:presLayoutVars>
      </dgm:prSet>
      <dgm:spPr/>
    </dgm:pt>
  </dgm:ptLst>
  <dgm:cxnLst>
    <dgm:cxn modelId="{3A85E703-BD04-40B2-94E0-CEE6DDDE27DB}" type="presOf" srcId="{10EB9DCD-D4F0-41AA-95B8-F6963D0BC966}" destId="{385CD084-4A06-426F-A31B-3BA7E16CEDAC}" srcOrd="0" destOrd="0" presId="urn:microsoft.com/office/officeart/2005/8/layout/vList5"/>
    <dgm:cxn modelId="{CDEB7432-4042-42E1-8F53-7EE70D89E3CC}" type="presOf" srcId="{D7938BF2-0DA7-4438-B72F-17E0C2169595}" destId="{27FFBFF1-5897-4D36-ABAA-74D98A28A699}" srcOrd="0" destOrd="0" presId="urn:microsoft.com/office/officeart/2005/8/layout/vList5"/>
    <dgm:cxn modelId="{44C8AD51-ABEA-4DB5-B0D0-34A4E5AB6711}" srcId="{D7938BF2-0DA7-4438-B72F-17E0C2169595}" destId="{E38F9895-A955-4F31-AE24-68F8EB6E7315}" srcOrd="2" destOrd="0" parTransId="{A203016C-6143-43ED-B0EA-CE6A334017C8}" sibTransId="{48766C3B-0DA2-45B4-8563-9DC3C58B2CD6}"/>
    <dgm:cxn modelId="{67FD7382-709C-4F49-9943-9CB7D2CC0A58}" srcId="{D7938BF2-0DA7-4438-B72F-17E0C2169595}" destId="{10EB9DCD-D4F0-41AA-95B8-F6963D0BC966}" srcOrd="0" destOrd="0" parTransId="{9E9EFD82-8D93-4A81-A795-27626284E761}" sibTransId="{7EE3A025-EE1A-4D72-8F93-FA81B369DEBE}"/>
    <dgm:cxn modelId="{6E590391-0B7E-4354-A8D4-5047F1F7BEEE}" type="presOf" srcId="{718F27CD-EF13-4179-8BAC-ABFE88F70DEB}" destId="{FF7269FF-AA1A-4EAA-98F2-88D7144ADFBE}" srcOrd="0" destOrd="0" presId="urn:microsoft.com/office/officeart/2005/8/layout/vList5"/>
    <dgm:cxn modelId="{9BDE2CB1-E937-4AE3-97D5-9FA0EE09EAFC}" srcId="{718F27CD-EF13-4179-8BAC-ABFE88F70DEB}" destId="{D7938BF2-0DA7-4438-B72F-17E0C2169595}" srcOrd="0" destOrd="0" parTransId="{3B4E2E55-B573-47AE-851C-C0E4F63D1862}" sibTransId="{47CE6930-1CC6-400C-81FF-1F364EC34342}"/>
    <dgm:cxn modelId="{539925B2-86B0-4B55-B749-5516DF7F484A}" type="presOf" srcId="{E38F9895-A955-4F31-AE24-68F8EB6E7315}" destId="{385CD084-4A06-426F-A31B-3BA7E16CEDAC}" srcOrd="0" destOrd="2" presId="urn:microsoft.com/office/officeart/2005/8/layout/vList5"/>
    <dgm:cxn modelId="{A890CEC1-FCAB-440F-9E52-AD212F3F1735}" type="presOf" srcId="{7F59CAA6-7251-4615-8DD0-1D398D98C942}" destId="{385CD084-4A06-426F-A31B-3BA7E16CEDAC}" srcOrd="0" destOrd="1" presId="urn:microsoft.com/office/officeart/2005/8/layout/vList5"/>
    <dgm:cxn modelId="{EDF33CD0-D3B3-4127-9555-DCF64B74BAE2}" srcId="{D7938BF2-0DA7-4438-B72F-17E0C2169595}" destId="{7F59CAA6-7251-4615-8DD0-1D398D98C942}" srcOrd="1" destOrd="0" parTransId="{67153EF5-5EDF-4F55-92C7-E1534857CDFE}" sibTransId="{6593F439-6059-491C-84C2-EB9DAF1E318E}"/>
    <dgm:cxn modelId="{564B5488-3B7D-4177-A995-55222043AB20}" type="presParOf" srcId="{FF7269FF-AA1A-4EAA-98F2-88D7144ADFBE}" destId="{35F8ED2F-47F2-4E31-A1A5-561471DE1B74}" srcOrd="0" destOrd="0" presId="urn:microsoft.com/office/officeart/2005/8/layout/vList5"/>
    <dgm:cxn modelId="{3B8A5043-C399-45E1-B90E-F677FF5DBBFF}" type="presParOf" srcId="{35F8ED2F-47F2-4E31-A1A5-561471DE1B74}" destId="{27FFBFF1-5897-4D36-ABAA-74D98A28A699}" srcOrd="0" destOrd="0" presId="urn:microsoft.com/office/officeart/2005/8/layout/vList5"/>
    <dgm:cxn modelId="{37EC2B0D-3F90-4FCF-9E89-F82E8BEE9626}" type="presParOf" srcId="{35F8ED2F-47F2-4E31-A1A5-561471DE1B74}" destId="{385CD084-4A06-426F-A31B-3BA7E16CEDAC}" srcOrd="1" destOrd="0" presId="urn:microsoft.com/office/officeart/2005/8/layout/vList5"/>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18F27CD-EF13-4179-8BAC-ABFE88F70DEB}" type="doc">
      <dgm:prSet loTypeId="urn:microsoft.com/office/officeart/2005/8/layout/vList5" loCatId="list" qsTypeId="urn:microsoft.com/office/officeart/2005/8/quickstyle/simple1#8" qsCatId="simple" csTypeId="urn:microsoft.com/office/officeart/2005/8/colors/accent1_2#8" csCatId="accent1" phldr="1"/>
      <dgm:spPr/>
      <dgm:t>
        <a:bodyPr/>
        <a:lstStyle/>
        <a:p>
          <a:endParaRPr lang="zh-CN" altLang="en-US"/>
        </a:p>
      </dgm:t>
    </dgm:pt>
    <dgm:pt modelId="{1B8B8338-705C-447F-8342-69DBB50B7A17}">
      <dgm:prSet phldrT="[文本]" custT="1"/>
      <dgm:spPr>
        <a:solidFill>
          <a:schemeClr val="bg1">
            <a:lumMod val="85000"/>
          </a:schemeClr>
        </a:solidFill>
        <a:ln>
          <a:solidFill>
            <a:schemeClr val="accent1"/>
          </a:solidFill>
        </a:ln>
      </dgm:spPr>
      <dgm:t>
        <a:bodyPr/>
        <a:lstStyle/>
        <a:p>
          <a:r>
            <a:rPr lang="zh-CN" altLang="en-US" sz="2400" dirty="0">
              <a:solidFill>
                <a:srgbClr val="5F5F5F"/>
              </a:solidFill>
              <a:latin typeface="微软雅黑" panose="020B0503020204020204" pitchFamily="34" charset="-122"/>
              <a:ea typeface="微软雅黑" panose="020B0503020204020204" pitchFamily="34" charset="-122"/>
            </a:rPr>
            <a:t>内容安全研究</a:t>
          </a:r>
        </a:p>
      </dgm:t>
    </dgm:pt>
    <dgm:pt modelId="{EEFBE113-7A1E-4762-9CE0-287F50BC54F9}" type="sibTrans" cxnId="{734CF9DE-FE30-4434-B265-129C29ADF01B}">
      <dgm:prSet/>
      <dgm:spPr/>
      <dgm:t>
        <a:bodyPr/>
        <a:lstStyle/>
        <a:p>
          <a:endParaRPr lang="zh-CN" altLang="en-US"/>
        </a:p>
      </dgm:t>
    </dgm:pt>
    <dgm:pt modelId="{DE6D6E25-0DB5-440C-AB9D-3D5B7A5411AF}" type="parTrans" cxnId="{734CF9DE-FE30-4434-B265-129C29ADF01B}">
      <dgm:prSet/>
      <dgm:spPr/>
      <dgm:t>
        <a:bodyPr/>
        <a:lstStyle/>
        <a:p>
          <a:endParaRPr lang="zh-CN" altLang="en-US"/>
        </a:p>
      </dgm:t>
    </dgm:pt>
    <dgm:pt modelId="{5A1B0DCC-3863-453F-B5DD-7E82771C5747}">
      <dgm:prSet phldrT="[文本]" custT="1"/>
      <dgm:spPr>
        <a:ln>
          <a:solidFill>
            <a:schemeClr val="accent1">
              <a:alpha val="90000"/>
            </a:schemeClr>
          </a:solidFill>
        </a:ln>
      </dgm:spPr>
      <dgm:t>
        <a:bodyPr/>
        <a:lstStyle/>
        <a:p>
          <a:pPr>
            <a:lnSpc>
              <a:spcPct val="130000"/>
            </a:lnSpc>
          </a:pPr>
          <a:r>
            <a:rPr lang="zh-CN" altLang="en-US" sz="1500" dirty="0">
              <a:solidFill>
                <a:srgbClr val="5F5F5F"/>
              </a:solidFill>
              <a:latin typeface="微软雅黑" panose="020B0503020204020204" pitchFamily="34" charset="-122"/>
              <a:ea typeface="微软雅黑" panose="020B0503020204020204" pitchFamily="34" charset="-122"/>
            </a:rPr>
            <a:t>管理不良信息传播的重要手段，属于网络安全系统核心理论与关键组成部分，对提高网络使用效率，净化网络空间，保障社会稳定发展具有重大意义。</a:t>
          </a:r>
        </a:p>
      </dgm:t>
    </dgm:pt>
    <dgm:pt modelId="{A7BEC7F8-36FF-44EF-82BE-423F3DC3D28E}" type="sibTrans" cxnId="{A3FC89E7-ECBC-40D4-B47F-77B4710AEE37}">
      <dgm:prSet/>
      <dgm:spPr/>
      <dgm:t>
        <a:bodyPr/>
        <a:lstStyle/>
        <a:p>
          <a:endParaRPr lang="zh-CN" altLang="en-US"/>
        </a:p>
      </dgm:t>
    </dgm:pt>
    <dgm:pt modelId="{CA35DBEF-96AA-4A93-805B-8AFBFC14C64B}" type="parTrans" cxnId="{A3FC89E7-ECBC-40D4-B47F-77B4710AEE37}">
      <dgm:prSet/>
      <dgm:spPr/>
      <dgm:t>
        <a:bodyPr/>
        <a:lstStyle/>
        <a:p>
          <a:endParaRPr lang="zh-CN" altLang="en-US"/>
        </a:p>
      </dgm:t>
    </dgm:pt>
    <dgm:pt modelId="{0DD3ECAF-0B0D-4AA3-81E0-318D259C6FCD}">
      <dgm:prSet phldrT="[文本]" custT="1"/>
      <dgm:spPr>
        <a:ln>
          <a:solidFill>
            <a:schemeClr val="accent1">
              <a:alpha val="90000"/>
            </a:schemeClr>
          </a:solidFill>
        </a:ln>
      </dgm:spPr>
      <dgm:t>
        <a:bodyPr/>
        <a:lstStyle/>
        <a:p>
          <a:pPr>
            <a:lnSpc>
              <a:spcPct val="130000"/>
            </a:lnSpc>
          </a:pPr>
          <a:r>
            <a:rPr lang="zh-CN" altLang="en-US" sz="1500" dirty="0">
              <a:solidFill>
                <a:srgbClr val="5F5F5F"/>
              </a:solidFill>
              <a:latin typeface="微软雅黑" panose="020B0503020204020204" pitchFamily="34" charset="-122"/>
              <a:ea typeface="微软雅黑" panose="020B0503020204020204" pitchFamily="34" charset="-122"/>
            </a:rPr>
            <a:t>研究利用计算机从包含海量信息并且迅速变化的网络中对特定安全主题相关信息进行自动获取、识别和分析的技术。</a:t>
          </a:r>
        </a:p>
      </dgm:t>
    </dgm:pt>
    <dgm:pt modelId="{88BE4E60-FA51-46BB-9A87-FF92CFBD0126}" type="sibTrans" cxnId="{40048124-DCEA-470E-B964-3A3642B62363}">
      <dgm:prSet/>
      <dgm:spPr/>
      <dgm:t>
        <a:bodyPr/>
        <a:lstStyle/>
        <a:p>
          <a:endParaRPr lang="zh-CN" altLang="en-US"/>
        </a:p>
      </dgm:t>
    </dgm:pt>
    <dgm:pt modelId="{42A61AB3-62A6-431B-B1A5-BFD8240143D5}" type="parTrans" cxnId="{40048124-DCEA-470E-B964-3A3642B62363}">
      <dgm:prSet/>
      <dgm:spPr/>
      <dgm:t>
        <a:bodyPr/>
        <a:lstStyle/>
        <a:p>
          <a:endParaRPr lang="zh-CN" altLang="en-US"/>
        </a:p>
      </dgm:t>
    </dgm:pt>
    <dgm:pt modelId="{FF7269FF-AA1A-4EAA-98F2-88D7144ADFBE}" type="pres">
      <dgm:prSet presAssocID="{718F27CD-EF13-4179-8BAC-ABFE88F70DEB}" presName="Name0" presStyleCnt="0">
        <dgm:presLayoutVars>
          <dgm:dir/>
          <dgm:animLvl val="lvl"/>
          <dgm:resizeHandles val="exact"/>
        </dgm:presLayoutVars>
      </dgm:prSet>
      <dgm:spPr/>
    </dgm:pt>
    <dgm:pt modelId="{06D5871A-4CD4-4AD3-83A4-77D3EFD329EF}" type="pres">
      <dgm:prSet presAssocID="{1B8B8338-705C-447F-8342-69DBB50B7A17}" presName="linNode" presStyleCnt="0"/>
      <dgm:spPr/>
    </dgm:pt>
    <dgm:pt modelId="{977FD54A-A561-43EA-90AA-24250C7EB206}" type="pres">
      <dgm:prSet presAssocID="{1B8B8338-705C-447F-8342-69DBB50B7A17}" presName="parentText" presStyleLbl="node1" presStyleIdx="0" presStyleCnt="1" custScaleX="78254" custScaleY="28783" custLinFactNeighborX="-5151" custLinFactNeighborY="-1838">
        <dgm:presLayoutVars>
          <dgm:chMax val="1"/>
          <dgm:bulletEnabled val="1"/>
        </dgm:presLayoutVars>
      </dgm:prSet>
      <dgm:spPr/>
    </dgm:pt>
    <dgm:pt modelId="{860B5F91-23FB-4B15-B03A-A88BF35C7C75}" type="pres">
      <dgm:prSet presAssocID="{1B8B8338-705C-447F-8342-69DBB50B7A17}" presName="descendantText" presStyleLbl="alignAccFollowNode1" presStyleIdx="0" presStyleCnt="1" custScaleX="103647" custScaleY="119822" custLinFactNeighborX="5956">
        <dgm:presLayoutVars>
          <dgm:bulletEnabled val="1"/>
        </dgm:presLayoutVars>
      </dgm:prSet>
      <dgm:spPr/>
    </dgm:pt>
  </dgm:ptLst>
  <dgm:cxnLst>
    <dgm:cxn modelId="{5932A50E-4944-40A4-A8D6-0727B7CA168D}" type="presOf" srcId="{5A1B0DCC-3863-453F-B5DD-7E82771C5747}" destId="{860B5F91-23FB-4B15-B03A-A88BF35C7C75}" srcOrd="0" destOrd="1" presId="urn:microsoft.com/office/officeart/2005/8/layout/vList5"/>
    <dgm:cxn modelId="{40048124-DCEA-470E-B964-3A3642B62363}" srcId="{1B8B8338-705C-447F-8342-69DBB50B7A17}" destId="{0DD3ECAF-0B0D-4AA3-81E0-318D259C6FCD}" srcOrd="0" destOrd="0" parTransId="{42A61AB3-62A6-431B-B1A5-BFD8240143D5}" sibTransId="{88BE4E60-FA51-46BB-9A87-FF92CFBD0126}"/>
    <dgm:cxn modelId="{B8DB304F-20CC-4F79-B6C3-9B5B944C5C02}" type="presOf" srcId="{1B8B8338-705C-447F-8342-69DBB50B7A17}" destId="{977FD54A-A561-43EA-90AA-24250C7EB206}" srcOrd="0" destOrd="0" presId="urn:microsoft.com/office/officeart/2005/8/layout/vList5"/>
    <dgm:cxn modelId="{663C20C7-484C-485F-8B7D-E68D58998B33}" type="presOf" srcId="{718F27CD-EF13-4179-8BAC-ABFE88F70DEB}" destId="{FF7269FF-AA1A-4EAA-98F2-88D7144ADFBE}" srcOrd="0" destOrd="0" presId="urn:microsoft.com/office/officeart/2005/8/layout/vList5"/>
    <dgm:cxn modelId="{734CF9DE-FE30-4434-B265-129C29ADF01B}" srcId="{718F27CD-EF13-4179-8BAC-ABFE88F70DEB}" destId="{1B8B8338-705C-447F-8342-69DBB50B7A17}" srcOrd="0" destOrd="0" parTransId="{DE6D6E25-0DB5-440C-AB9D-3D5B7A5411AF}" sibTransId="{EEFBE113-7A1E-4762-9CE0-287F50BC54F9}"/>
    <dgm:cxn modelId="{F00563DF-5CE0-4417-B682-1791A1B9DE50}" type="presOf" srcId="{0DD3ECAF-0B0D-4AA3-81E0-318D259C6FCD}" destId="{860B5F91-23FB-4B15-B03A-A88BF35C7C75}" srcOrd="0" destOrd="0" presId="urn:microsoft.com/office/officeart/2005/8/layout/vList5"/>
    <dgm:cxn modelId="{A3FC89E7-ECBC-40D4-B47F-77B4710AEE37}" srcId="{1B8B8338-705C-447F-8342-69DBB50B7A17}" destId="{5A1B0DCC-3863-453F-B5DD-7E82771C5747}" srcOrd="1" destOrd="0" parTransId="{CA35DBEF-96AA-4A93-805B-8AFBFC14C64B}" sibTransId="{A7BEC7F8-36FF-44EF-82BE-423F3DC3D28E}"/>
    <dgm:cxn modelId="{467DF1BD-855D-41B2-8713-445BB486223E}" type="presParOf" srcId="{FF7269FF-AA1A-4EAA-98F2-88D7144ADFBE}" destId="{06D5871A-4CD4-4AD3-83A4-77D3EFD329EF}" srcOrd="0" destOrd="0" presId="urn:microsoft.com/office/officeart/2005/8/layout/vList5"/>
    <dgm:cxn modelId="{B85E063A-618D-48CD-B8CF-F2B90F518C85}" type="presParOf" srcId="{06D5871A-4CD4-4AD3-83A4-77D3EFD329EF}" destId="{977FD54A-A561-43EA-90AA-24250C7EB206}" srcOrd="0" destOrd="0" presId="urn:microsoft.com/office/officeart/2005/8/layout/vList5"/>
    <dgm:cxn modelId="{DD5FCBDA-BF4B-48A8-8172-8039D9EAF891}" type="presParOf" srcId="{06D5871A-4CD4-4AD3-83A4-77D3EFD329EF}" destId="{860B5F91-23FB-4B15-B03A-A88BF35C7C75}" srcOrd="1" destOrd="0" presId="urn:microsoft.com/office/officeart/2005/8/layout/vList5"/>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8518BC1-326D-416E-8E19-D26D7FF5B8A6}" type="doc">
      <dgm:prSet loTypeId="urn:microsoft.com/office/officeart/2005/8/layout/hList1" loCatId="list" qsTypeId="urn:microsoft.com/office/officeart/2005/8/quickstyle/simple1#9" qsCatId="simple" csTypeId="urn:microsoft.com/office/officeart/2005/8/colors/accent1_2#9" csCatId="accent1" phldr="1"/>
      <dgm:spPr/>
      <dgm:t>
        <a:bodyPr/>
        <a:lstStyle/>
        <a:p>
          <a:endParaRPr lang="zh-CN" altLang="en-US"/>
        </a:p>
      </dgm:t>
    </dgm:pt>
    <dgm:pt modelId="{0858A149-77D0-4B0A-B1C5-A753AEFBC2B5}">
      <dgm:prSet phldrT="[文本]" custT="1"/>
      <dgm:spPr>
        <a:solidFill>
          <a:schemeClr val="bg1">
            <a:lumMod val="85000"/>
          </a:schemeClr>
        </a:solidFill>
        <a:ln>
          <a:solidFill>
            <a:schemeClr val="bg1">
              <a:lumMod val="85000"/>
            </a:schemeClr>
          </a:solidFill>
        </a:ln>
      </dgm:spPr>
      <dgm:t>
        <a:bodyPr/>
        <a:lstStyle/>
        <a:p>
          <a:r>
            <a:rPr lang="zh-CN" altLang="en-US" sz="2400" dirty="0">
              <a:solidFill>
                <a:schemeClr val="tx1"/>
              </a:solidFill>
            </a:rPr>
            <a:t>国外政府</a:t>
          </a:r>
        </a:p>
      </dgm:t>
    </dgm:pt>
    <dgm:pt modelId="{1359AC1B-92FE-433A-B038-2CEA9EEAB2ED}" type="parTrans" cxnId="{D14523F9-6B06-4D5F-97C6-0A5E233D92BE}">
      <dgm:prSet/>
      <dgm:spPr/>
      <dgm:t>
        <a:bodyPr/>
        <a:lstStyle/>
        <a:p>
          <a:endParaRPr lang="zh-CN" altLang="en-US"/>
        </a:p>
      </dgm:t>
    </dgm:pt>
    <dgm:pt modelId="{82FBBA71-7E51-4539-A5EE-7C88B80C2D1E}" type="sibTrans" cxnId="{D14523F9-6B06-4D5F-97C6-0A5E233D92BE}">
      <dgm:prSet/>
      <dgm:spPr/>
      <dgm:t>
        <a:bodyPr/>
        <a:lstStyle/>
        <a:p>
          <a:endParaRPr lang="zh-CN" altLang="en-US"/>
        </a:p>
      </dgm:t>
    </dgm:pt>
    <dgm:pt modelId="{8AB78E7A-F982-4D8C-A3D4-B4C667126275}">
      <dgm:prSet phldrT="[文本]" custT="1"/>
      <dgm:spPr/>
      <dgm:t>
        <a:bodyPr anchor="ctr"/>
        <a:lstStyle/>
        <a:p>
          <a:pPr algn="ctr">
            <a:lnSpc>
              <a:spcPct val="110000"/>
            </a:lnSpc>
            <a:buNone/>
          </a:pPr>
          <a:r>
            <a:rPr lang="zh-CN" altLang="en-US" sz="2000" dirty="0"/>
            <a:t>话题识别</a:t>
          </a:r>
        </a:p>
      </dgm:t>
    </dgm:pt>
    <dgm:pt modelId="{DBDBC07F-6350-4407-BF74-3AA1F863F7AA}" type="parTrans" cxnId="{DC1FC6D7-2D2F-4119-9185-9918D562A955}">
      <dgm:prSet/>
      <dgm:spPr/>
      <dgm:t>
        <a:bodyPr/>
        <a:lstStyle/>
        <a:p>
          <a:endParaRPr lang="zh-CN" altLang="en-US"/>
        </a:p>
      </dgm:t>
    </dgm:pt>
    <dgm:pt modelId="{C2AF6350-1680-4CCE-A3E5-B5A3A74A3A5B}" type="sibTrans" cxnId="{DC1FC6D7-2D2F-4119-9185-9918D562A955}">
      <dgm:prSet/>
      <dgm:spPr/>
      <dgm:t>
        <a:bodyPr/>
        <a:lstStyle/>
        <a:p>
          <a:endParaRPr lang="zh-CN" altLang="en-US"/>
        </a:p>
      </dgm:t>
    </dgm:pt>
    <dgm:pt modelId="{5199DE50-295D-455B-9675-28CE9E7F0FD8}">
      <dgm:prSet phldrT="[文本]" custT="1"/>
      <dgm:spPr/>
      <dgm:t>
        <a:bodyPr anchor="ctr"/>
        <a:lstStyle/>
        <a:p>
          <a:pPr algn="ctr">
            <a:lnSpc>
              <a:spcPct val="110000"/>
            </a:lnSpc>
            <a:buNone/>
          </a:pPr>
          <a:r>
            <a:rPr lang="zh-CN" altLang="en-US" sz="2000" dirty="0"/>
            <a:t>网络监听</a:t>
          </a:r>
        </a:p>
      </dgm:t>
    </dgm:pt>
    <dgm:pt modelId="{F2983D74-8725-41C6-820C-4418C8003E7F}" type="parTrans" cxnId="{833F1B49-B546-48CD-8701-4220F41FC5AA}">
      <dgm:prSet/>
      <dgm:spPr/>
      <dgm:t>
        <a:bodyPr/>
        <a:lstStyle/>
        <a:p>
          <a:endParaRPr lang="zh-CN" altLang="en-US"/>
        </a:p>
      </dgm:t>
    </dgm:pt>
    <dgm:pt modelId="{B46FE3EA-7035-464C-9AC0-6C4EF8070FA9}" type="sibTrans" cxnId="{833F1B49-B546-48CD-8701-4220F41FC5AA}">
      <dgm:prSet/>
      <dgm:spPr/>
      <dgm:t>
        <a:bodyPr/>
        <a:lstStyle/>
        <a:p>
          <a:endParaRPr lang="zh-CN" altLang="en-US"/>
        </a:p>
      </dgm:t>
    </dgm:pt>
    <dgm:pt modelId="{1B3B4570-78F5-4B72-8FAE-FC35C0BA2DFB}">
      <dgm:prSet phldrT="[文本]" custT="1"/>
      <dgm:spPr>
        <a:solidFill>
          <a:schemeClr val="bg1">
            <a:lumMod val="85000"/>
          </a:schemeClr>
        </a:solidFill>
        <a:ln>
          <a:solidFill>
            <a:schemeClr val="bg1">
              <a:lumMod val="85000"/>
            </a:schemeClr>
          </a:solidFill>
        </a:ln>
      </dgm:spPr>
      <dgm:t>
        <a:bodyPr/>
        <a:lstStyle/>
        <a:p>
          <a:r>
            <a:rPr lang="zh-CN" altLang="en-US" sz="2400" dirty="0">
              <a:solidFill>
                <a:schemeClr val="tx1"/>
              </a:solidFill>
            </a:rPr>
            <a:t>国外科研</a:t>
          </a:r>
        </a:p>
      </dgm:t>
    </dgm:pt>
    <dgm:pt modelId="{21405E14-76C0-4EF4-ABA9-46155C4DF3E8}" type="parTrans" cxnId="{05300D5C-429E-41E1-AB97-C41EE0427FF2}">
      <dgm:prSet/>
      <dgm:spPr/>
      <dgm:t>
        <a:bodyPr/>
        <a:lstStyle/>
        <a:p>
          <a:endParaRPr lang="zh-CN" altLang="en-US"/>
        </a:p>
      </dgm:t>
    </dgm:pt>
    <dgm:pt modelId="{36C157E3-B9FC-471B-ACFF-D9E98D34A1B4}" type="sibTrans" cxnId="{05300D5C-429E-41E1-AB97-C41EE0427FF2}">
      <dgm:prSet/>
      <dgm:spPr/>
      <dgm:t>
        <a:bodyPr/>
        <a:lstStyle/>
        <a:p>
          <a:endParaRPr lang="zh-CN" altLang="en-US"/>
        </a:p>
      </dgm:t>
    </dgm:pt>
    <dgm:pt modelId="{E06D4E5C-14D6-4074-96C1-7E36E88C6435}">
      <dgm:prSet phldrT="[文本]" custT="1"/>
      <dgm:spPr/>
      <dgm:t>
        <a:bodyPr anchor="ctr"/>
        <a:lstStyle/>
        <a:p>
          <a:pPr algn="ctr">
            <a:lnSpc>
              <a:spcPct val="110000"/>
            </a:lnSpc>
            <a:buNone/>
          </a:pPr>
          <a:r>
            <a:rPr lang="zh-CN" altLang="en-US" sz="2000" kern="1200" dirty="0">
              <a:solidFill>
                <a:srgbClr val="5F5F5F">
                  <a:hueOff val="0"/>
                  <a:satOff val="0"/>
                  <a:lumOff val="0"/>
                  <a:alphaOff val="0"/>
                </a:srgbClr>
              </a:solidFill>
              <a:latin typeface="Arial"/>
              <a:ea typeface="黑体"/>
              <a:cs typeface="+mn-cs"/>
            </a:rPr>
            <a:t>文本挖掘</a:t>
          </a:r>
        </a:p>
      </dgm:t>
    </dgm:pt>
    <dgm:pt modelId="{B1E0E05E-236B-4718-A7B9-3168636DDABA}" type="parTrans" cxnId="{871A1CC2-F138-42E8-8391-9D1C0AF6B16E}">
      <dgm:prSet/>
      <dgm:spPr/>
      <dgm:t>
        <a:bodyPr/>
        <a:lstStyle/>
        <a:p>
          <a:endParaRPr lang="zh-CN" altLang="en-US"/>
        </a:p>
      </dgm:t>
    </dgm:pt>
    <dgm:pt modelId="{03170270-6F3D-44A6-A215-E1C7FD528C7C}" type="sibTrans" cxnId="{871A1CC2-F138-42E8-8391-9D1C0AF6B16E}">
      <dgm:prSet/>
      <dgm:spPr/>
      <dgm:t>
        <a:bodyPr/>
        <a:lstStyle/>
        <a:p>
          <a:endParaRPr lang="zh-CN" altLang="en-US"/>
        </a:p>
      </dgm:t>
    </dgm:pt>
    <dgm:pt modelId="{E8D50B55-0A4D-4D4C-90DB-2638D3AF8478}">
      <dgm:prSet phldrT="[文本]" custT="1"/>
      <dgm:spPr/>
      <dgm:t>
        <a:bodyPr anchor="ctr"/>
        <a:lstStyle/>
        <a:p>
          <a:pPr algn="ctr">
            <a:lnSpc>
              <a:spcPct val="110000"/>
            </a:lnSpc>
            <a:buNone/>
          </a:pPr>
          <a:r>
            <a:rPr lang="zh-CN" altLang="en-US" sz="2000" kern="1200" dirty="0">
              <a:solidFill>
                <a:srgbClr val="5F5F5F">
                  <a:hueOff val="0"/>
                  <a:satOff val="0"/>
                  <a:lumOff val="0"/>
                  <a:alphaOff val="0"/>
                </a:srgbClr>
              </a:solidFill>
              <a:latin typeface="Arial"/>
              <a:ea typeface="黑体"/>
              <a:cs typeface="+mn-cs"/>
            </a:rPr>
            <a:t>软件审查</a:t>
          </a:r>
        </a:p>
      </dgm:t>
    </dgm:pt>
    <dgm:pt modelId="{4073F66A-3F57-46B8-A152-CC08BE93D4AE}" type="parTrans" cxnId="{8A74ADA0-E15C-409B-BFC9-8B514413DD5F}">
      <dgm:prSet/>
      <dgm:spPr/>
      <dgm:t>
        <a:bodyPr/>
        <a:lstStyle/>
        <a:p>
          <a:endParaRPr lang="zh-CN" altLang="en-US"/>
        </a:p>
      </dgm:t>
    </dgm:pt>
    <dgm:pt modelId="{43FA17B7-3C5B-4AA2-B223-838D4535C255}" type="sibTrans" cxnId="{8A74ADA0-E15C-409B-BFC9-8B514413DD5F}">
      <dgm:prSet/>
      <dgm:spPr/>
      <dgm:t>
        <a:bodyPr/>
        <a:lstStyle/>
        <a:p>
          <a:endParaRPr lang="zh-CN" altLang="en-US"/>
        </a:p>
      </dgm:t>
    </dgm:pt>
    <dgm:pt modelId="{735BEA91-2927-4541-BAB8-183B828F4222}">
      <dgm:prSet phldrT="[文本]" custT="1"/>
      <dgm:spPr>
        <a:solidFill>
          <a:schemeClr val="bg1">
            <a:lumMod val="85000"/>
          </a:schemeClr>
        </a:solidFill>
        <a:ln>
          <a:solidFill>
            <a:schemeClr val="bg1">
              <a:lumMod val="85000"/>
            </a:schemeClr>
          </a:solidFill>
        </a:ln>
      </dgm:spPr>
      <dgm:t>
        <a:bodyPr/>
        <a:lstStyle/>
        <a:p>
          <a:r>
            <a:rPr lang="zh-CN" altLang="en-US" sz="2400" dirty="0">
              <a:solidFill>
                <a:schemeClr val="tx1"/>
              </a:solidFill>
            </a:rPr>
            <a:t>中国大陆</a:t>
          </a:r>
        </a:p>
      </dgm:t>
    </dgm:pt>
    <dgm:pt modelId="{882F1A43-26D8-4A8F-B2B1-FBB8511F8D61}" type="parTrans" cxnId="{BD99D7C1-FF3E-43B6-983B-BAB42527ABC3}">
      <dgm:prSet/>
      <dgm:spPr/>
      <dgm:t>
        <a:bodyPr/>
        <a:lstStyle/>
        <a:p>
          <a:endParaRPr lang="zh-CN" altLang="en-US"/>
        </a:p>
      </dgm:t>
    </dgm:pt>
    <dgm:pt modelId="{AF2E68F9-3291-4FBB-8900-2D0049185B1D}" type="sibTrans" cxnId="{BD99D7C1-FF3E-43B6-983B-BAB42527ABC3}">
      <dgm:prSet/>
      <dgm:spPr/>
      <dgm:t>
        <a:bodyPr/>
        <a:lstStyle/>
        <a:p>
          <a:endParaRPr lang="zh-CN" altLang="en-US"/>
        </a:p>
      </dgm:t>
    </dgm:pt>
    <dgm:pt modelId="{827DC1FD-5DF6-4900-BEDE-DDBEC39FA34B}">
      <dgm:prSet phldrT="[文本]" custT="1"/>
      <dgm:spPr/>
      <dgm:t>
        <a:bodyPr anchor="ctr"/>
        <a:lstStyle/>
        <a:p>
          <a:pPr algn="ctr">
            <a:lnSpc>
              <a:spcPct val="110000"/>
            </a:lnSpc>
            <a:buNone/>
          </a:pPr>
          <a:r>
            <a:rPr lang="zh-CN" altLang="en-US" sz="2000" dirty="0">
              <a:solidFill>
                <a:srgbClr val="FC611F"/>
              </a:solidFill>
            </a:rPr>
            <a:t>关键过滤</a:t>
          </a:r>
        </a:p>
      </dgm:t>
    </dgm:pt>
    <dgm:pt modelId="{41FC698C-6F14-4B7B-A370-351725197C75}" type="parTrans" cxnId="{5C07DD44-A1A4-4F1A-8D9E-168C27C084F0}">
      <dgm:prSet/>
      <dgm:spPr/>
      <dgm:t>
        <a:bodyPr/>
        <a:lstStyle/>
        <a:p>
          <a:endParaRPr lang="zh-CN" altLang="en-US"/>
        </a:p>
      </dgm:t>
    </dgm:pt>
    <dgm:pt modelId="{7F442886-E2E6-4583-9167-3EC7E2DDAEC1}" type="sibTrans" cxnId="{5C07DD44-A1A4-4F1A-8D9E-168C27C084F0}">
      <dgm:prSet/>
      <dgm:spPr/>
      <dgm:t>
        <a:bodyPr/>
        <a:lstStyle/>
        <a:p>
          <a:endParaRPr lang="zh-CN" altLang="en-US"/>
        </a:p>
      </dgm:t>
    </dgm:pt>
    <dgm:pt modelId="{F46C5B11-38FA-4808-B52E-3DB6C382600C}">
      <dgm:prSet phldrT="[文本]" custT="1"/>
      <dgm:spPr/>
      <dgm:t>
        <a:bodyPr anchor="ctr"/>
        <a:lstStyle/>
        <a:p>
          <a:pPr algn="ctr">
            <a:lnSpc>
              <a:spcPct val="110000"/>
            </a:lnSpc>
            <a:buNone/>
          </a:pPr>
          <a:r>
            <a:rPr lang="zh-CN" altLang="en-US" sz="2000" dirty="0">
              <a:solidFill>
                <a:srgbClr val="FC611F"/>
              </a:solidFill>
            </a:rPr>
            <a:t>规则过滤</a:t>
          </a:r>
          <a:endParaRPr lang="zh-CN" altLang="en-US" sz="2700" dirty="0">
            <a:solidFill>
              <a:srgbClr val="FC611F"/>
            </a:solidFill>
          </a:endParaRPr>
        </a:p>
      </dgm:t>
    </dgm:pt>
    <dgm:pt modelId="{A91F9FCE-3A96-41E0-B87E-E123850B9221}" type="parTrans" cxnId="{81DB10A7-79DF-4DDB-B52B-5A88E7366D57}">
      <dgm:prSet/>
      <dgm:spPr/>
      <dgm:t>
        <a:bodyPr/>
        <a:lstStyle/>
        <a:p>
          <a:endParaRPr lang="zh-CN" altLang="en-US"/>
        </a:p>
      </dgm:t>
    </dgm:pt>
    <dgm:pt modelId="{02D499C8-7605-4D28-BD49-016860795A30}" type="sibTrans" cxnId="{81DB10A7-79DF-4DDB-B52B-5A88E7366D57}">
      <dgm:prSet/>
      <dgm:spPr/>
      <dgm:t>
        <a:bodyPr/>
        <a:lstStyle/>
        <a:p>
          <a:endParaRPr lang="zh-CN" altLang="en-US"/>
        </a:p>
      </dgm:t>
    </dgm:pt>
    <dgm:pt modelId="{2CA7E460-CDCD-4570-9FB6-F64C33A522BE}">
      <dgm:prSet phldrT="[文本]" custT="1"/>
      <dgm:spPr/>
      <dgm:t>
        <a:bodyPr anchor="ctr"/>
        <a:lstStyle/>
        <a:p>
          <a:pPr algn="ctr">
            <a:lnSpc>
              <a:spcPct val="110000"/>
            </a:lnSpc>
            <a:buNone/>
          </a:pPr>
          <a:r>
            <a:rPr lang="zh-CN" altLang="en-US" sz="2000" dirty="0"/>
            <a:t>信息嗅探</a:t>
          </a:r>
        </a:p>
      </dgm:t>
    </dgm:pt>
    <dgm:pt modelId="{4E439EC6-8075-460E-BDE9-AE90E0256B9D}" type="parTrans" cxnId="{57F2D03C-63F6-478C-9E7F-C74E52B1F65B}">
      <dgm:prSet/>
      <dgm:spPr/>
      <dgm:t>
        <a:bodyPr/>
        <a:lstStyle/>
        <a:p>
          <a:endParaRPr lang="zh-CN" altLang="en-US"/>
        </a:p>
      </dgm:t>
    </dgm:pt>
    <dgm:pt modelId="{4318488A-0DA2-42DF-A91C-DD02CA28D76E}" type="sibTrans" cxnId="{57F2D03C-63F6-478C-9E7F-C74E52B1F65B}">
      <dgm:prSet/>
      <dgm:spPr/>
      <dgm:t>
        <a:bodyPr/>
        <a:lstStyle/>
        <a:p>
          <a:endParaRPr lang="zh-CN" altLang="en-US"/>
        </a:p>
      </dgm:t>
    </dgm:pt>
    <dgm:pt modelId="{E056A9EF-0C9F-46BF-A74D-931B31740639}">
      <dgm:prSet phldrT="[文本]" custT="1"/>
      <dgm:spPr/>
      <dgm:t>
        <a:bodyPr anchor="ctr"/>
        <a:lstStyle/>
        <a:p>
          <a:pPr algn="ctr">
            <a:lnSpc>
              <a:spcPct val="110000"/>
            </a:lnSpc>
            <a:buNone/>
          </a:pPr>
          <a:r>
            <a:rPr lang="zh-CN" altLang="en-US" sz="2000" dirty="0"/>
            <a:t>信息整合</a:t>
          </a:r>
        </a:p>
      </dgm:t>
    </dgm:pt>
    <dgm:pt modelId="{D5F032EE-C720-4A1E-8533-3E2A7CD885CD}" type="parTrans" cxnId="{2BDD94A1-A278-4B42-A42C-217C97A7BF30}">
      <dgm:prSet/>
      <dgm:spPr/>
      <dgm:t>
        <a:bodyPr/>
        <a:lstStyle/>
        <a:p>
          <a:endParaRPr lang="zh-CN" altLang="en-US"/>
        </a:p>
      </dgm:t>
    </dgm:pt>
    <dgm:pt modelId="{74E0F597-1459-4194-932C-86EA22A3BA4B}" type="sibTrans" cxnId="{2BDD94A1-A278-4B42-A42C-217C97A7BF30}">
      <dgm:prSet/>
      <dgm:spPr/>
      <dgm:t>
        <a:bodyPr/>
        <a:lstStyle/>
        <a:p>
          <a:endParaRPr lang="zh-CN" altLang="en-US"/>
        </a:p>
      </dgm:t>
    </dgm:pt>
    <dgm:pt modelId="{2E3067E8-2FFD-49B1-B03E-12689DC5AAC1}">
      <dgm:prSet phldrT="[文本]" custT="1"/>
      <dgm:spPr/>
      <dgm:t>
        <a:bodyPr anchor="ctr"/>
        <a:lstStyle/>
        <a:p>
          <a:pPr algn="ctr">
            <a:lnSpc>
              <a:spcPct val="110000"/>
            </a:lnSpc>
            <a:buNone/>
          </a:pPr>
          <a:r>
            <a:rPr lang="zh-CN" altLang="en-US" sz="2000" kern="1200" dirty="0">
              <a:solidFill>
                <a:srgbClr val="5F5F5F">
                  <a:hueOff val="0"/>
                  <a:satOff val="0"/>
                  <a:lumOff val="0"/>
                  <a:alphaOff val="0"/>
                </a:srgbClr>
              </a:solidFill>
              <a:latin typeface="Arial"/>
              <a:ea typeface="黑体"/>
              <a:cs typeface="+mn-cs"/>
            </a:rPr>
            <a:t>异常行为</a:t>
          </a:r>
        </a:p>
      </dgm:t>
    </dgm:pt>
    <dgm:pt modelId="{C6AFEAC8-1623-4B0B-B77B-47E2DF6698DB}" type="parTrans" cxnId="{411A3F1D-A99F-43E6-91B4-0F5C8087D771}">
      <dgm:prSet/>
      <dgm:spPr/>
      <dgm:t>
        <a:bodyPr/>
        <a:lstStyle/>
        <a:p>
          <a:endParaRPr lang="zh-CN" altLang="en-US"/>
        </a:p>
      </dgm:t>
    </dgm:pt>
    <dgm:pt modelId="{7413422F-8448-4F7C-ADD4-79C428BEA1B9}" type="sibTrans" cxnId="{411A3F1D-A99F-43E6-91B4-0F5C8087D771}">
      <dgm:prSet/>
      <dgm:spPr/>
      <dgm:t>
        <a:bodyPr/>
        <a:lstStyle/>
        <a:p>
          <a:endParaRPr lang="zh-CN" altLang="en-US"/>
        </a:p>
      </dgm:t>
    </dgm:pt>
    <dgm:pt modelId="{DFF14D01-6E7D-4F19-BA41-AB81E52E8609}">
      <dgm:prSet phldrT="[文本]" custT="1"/>
      <dgm:spPr/>
      <dgm:t>
        <a:bodyPr anchor="ctr"/>
        <a:lstStyle/>
        <a:p>
          <a:pPr algn="ctr">
            <a:lnSpc>
              <a:spcPct val="110000"/>
            </a:lnSpc>
            <a:buNone/>
          </a:pPr>
          <a:r>
            <a:rPr lang="zh-CN" altLang="en-US" sz="2000" kern="1200" dirty="0">
              <a:solidFill>
                <a:srgbClr val="5F5F5F">
                  <a:hueOff val="0"/>
                  <a:satOff val="0"/>
                  <a:lumOff val="0"/>
                  <a:alphaOff val="0"/>
                </a:srgbClr>
              </a:solidFill>
              <a:latin typeface="Arial"/>
              <a:ea typeface="黑体"/>
              <a:cs typeface="+mn-cs"/>
            </a:rPr>
            <a:t>文本观点</a:t>
          </a:r>
        </a:p>
      </dgm:t>
    </dgm:pt>
    <dgm:pt modelId="{0FE28C64-A544-4A59-AE29-8EFB87855AD2}" type="parTrans" cxnId="{D89F97DE-F349-43B3-AB6E-5866094A45C6}">
      <dgm:prSet/>
      <dgm:spPr/>
      <dgm:t>
        <a:bodyPr/>
        <a:lstStyle/>
        <a:p>
          <a:endParaRPr lang="zh-CN" altLang="en-US"/>
        </a:p>
      </dgm:t>
    </dgm:pt>
    <dgm:pt modelId="{D8826C71-1B69-4747-8428-6E358B6234D8}" type="sibTrans" cxnId="{D89F97DE-F349-43B3-AB6E-5866094A45C6}">
      <dgm:prSet/>
      <dgm:spPr/>
      <dgm:t>
        <a:bodyPr/>
        <a:lstStyle/>
        <a:p>
          <a:endParaRPr lang="zh-CN" altLang="en-US"/>
        </a:p>
      </dgm:t>
    </dgm:pt>
    <dgm:pt modelId="{85BF0AEC-3464-4CFB-ADDE-E25716C06910}">
      <dgm:prSet phldrT="[文本]" custT="1"/>
      <dgm:spPr/>
      <dgm:t>
        <a:bodyPr anchor="ctr"/>
        <a:lstStyle/>
        <a:p>
          <a:pPr algn="ctr">
            <a:lnSpc>
              <a:spcPct val="110000"/>
            </a:lnSpc>
            <a:buNone/>
          </a:pPr>
          <a:r>
            <a:rPr lang="zh-CN" altLang="en-US" sz="2000" dirty="0">
              <a:solidFill>
                <a:srgbClr val="FC611F"/>
              </a:solidFill>
            </a:rPr>
            <a:t>日志管理</a:t>
          </a:r>
        </a:p>
      </dgm:t>
    </dgm:pt>
    <dgm:pt modelId="{59AB34EE-C744-461E-A255-704C9B6D8025}" type="parTrans" cxnId="{CDF647D5-A774-4186-898C-F139663BCB39}">
      <dgm:prSet/>
      <dgm:spPr/>
      <dgm:t>
        <a:bodyPr/>
        <a:lstStyle/>
        <a:p>
          <a:endParaRPr lang="zh-CN" altLang="en-US"/>
        </a:p>
      </dgm:t>
    </dgm:pt>
    <dgm:pt modelId="{436B57ED-1D65-4427-B25C-F9DC57806E04}" type="sibTrans" cxnId="{CDF647D5-A774-4186-898C-F139663BCB39}">
      <dgm:prSet/>
      <dgm:spPr/>
      <dgm:t>
        <a:bodyPr/>
        <a:lstStyle/>
        <a:p>
          <a:endParaRPr lang="zh-CN" altLang="en-US"/>
        </a:p>
      </dgm:t>
    </dgm:pt>
    <dgm:pt modelId="{7AEE5275-5DBC-41C9-9C74-D6A4BE329AAB}">
      <dgm:prSet phldrT="[文本]" custT="1"/>
      <dgm:spPr/>
      <dgm:t>
        <a:bodyPr anchor="ctr"/>
        <a:lstStyle/>
        <a:p>
          <a:pPr algn="ctr">
            <a:lnSpc>
              <a:spcPct val="110000"/>
            </a:lnSpc>
            <a:buNone/>
          </a:pPr>
          <a:r>
            <a:rPr lang="zh-CN" altLang="en-US" sz="2000" dirty="0">
              <a:solidFill>
                <a:srgbClr val="FC611F"/>
              </a:solidFill>
            </a:rPr>
            <a:t>模式匹配</a:t>
          </a:r>
        </a:p>
      </dgm:t>
    </dgm:pt>
    <dgm:pt modelId="{6ADCBF73-37E5-4846-99EC-04AF43B9E02C}" type="parTrans" cxnId="{E4CF955F-310E-4D95-A5E4-C961D7AA4717}">
      <dgm:prSet/>
      <dgm:spPr/>
      <dgm:t>
        <a:bodyPr/>
        <a:lstStyle/>
        <a:p>
          <a:endParaRPr lang="zh-CN" altLang="en-US"/>
        </a:p>
      </dgm:t>
    </dgm:pt>
    <dgm:pt modelId="{423279F9-3493-40B4-8079-9463F283F240}" type="sibTrans" cxnId="{E4CF955F-310E-4D95-A5E4-C961D7AA4717}">
      <dgm:prSet/>
      <dgm:spPr/>
      <dgm:t>
        <a:bodyPr/>
        <a:lstStyle/>
        <a:p>
          <a:endParaRPr lang="zh-CN" altLang="en-US"/>
        </a:p>
      </dgm:t>
    </dgm:pt>
    <dgm:pt modelId="{98E0F039-4E39-405E-8DEC-2B8C1BECC4A2}" type="pres">
      <dgm:prSet presAssocID="{18518BC1-326D-416E-8E19-D26D7FF5B8A6}" presName="Name0" presStyleCnt="0">
        <dgm:presLayoutVars>
          <dgm:dir/>
          <dgm:animLvl val="lvl"/>
          <dgm:resizeHandles val="exact"/>
        </dgm:presLayoutVars>
      </dgm:prSet>
      <dgm:spPr/>
    </dgm:pt>
    <dgm:pt modelId="{62357DFB-5E9B-4E61-807C-F63EEE307AAA}" type="pres">
      <dgm:prSet presAssocID="{0858A149-77D0-4B0A-B1C5-A753AEFBC2B5}" presName="composite" presStyleCnt="0"/>
      <dgm:spPr/>
    </dgm:pt>
    <dgm:pt modelId="{F85414A7-D38E-4460-9DAC-24242DD1073C}" type="pres">
      <dgm:prSet presAssocID="{0858A149-77D0-4B0A-B1C5-A753AEFBC2B5}" presName="parTx" presStyleLbl="alignNode1" presStyleIdx="0" presStyleCnt="3">
        <dgm:presLayoutVars>
          <dgm:chMax val="0"/>
          <dgm:chPref val="0"/>
          <dgm:bulletEnabled val="1"/>
        </dgm:presLayoutVars>
      </dgm:prSet>
      <dgm:spPr/>
    </dgm:pt>
    <dgm:pt modelId="{5C6B70DD-1FC2-4E2D-9CC5-DD6D1E26EBB0}" type="pres">
      <dgm:prSet presAssocID="{0858A149-77D0-4B0A-B1C5-A753AEFBC2B5}" presName="desTx" presStyleLbl="alignAccFollowNode1" presStyleIdx="0" presStyleCnt="3">
        <dgm:presLayoutVars>
          <dgm:bulletEnabled val="1"/>
        </dgm:presLayoutVars>
      </dgm:prSet>
      <dgm:spPr/>
    </dgm:pt>
    <dgm:pt modelId="{7E644B70-0737-4007-BF59-FBC6EE01CEDC}" type="pres">
      <dgm:prSet presAssocID="{82FBBA71-7E51-4539-A5EE-7C88B80C2D1E}" presName="space" presStyleCnt="0"/>
      <dgm:spPr/>
    </dgm:pt>
    <dgm:pt modelId="{0089C94A-75DF-4249-98EF-F074C644EECF}" type="pres">
      <dgm:prSet presAssocID="{1B3B4570-78F5-4B72-8FAE-FC35C0BA2DFB}" presName="composite" presStyleCnt="0"/>
      <dgm:spPr/>
    </dgm:pt>
    <dgm:pt modelId="{8FE9FE45-750C-4E84-9D5B-A0C1DD6E3386}" type="pres">
      <dgm:prSet presAssocID="{1B3B4570-78F5-4B72-8FAE-FC35C0BA2DFB}" presName="parTx" presStyleLbl="alignNode1" presStyleIdx="1" presStyleCnt="3">
        <dgm:presLayoutVars>
          <dgm:chMax val="0"/>
          <dgm:chPref val="0"/>
          <dgm:bulletEnabled val="1"/>
        </dgm:presLayoutVars>
      </dgm:prSet>
      <dgm:spPr/>
    </dgm:pt>
    <dgm:pt modelId="{3CA9B0A9-C009-4792-898F-61B2090ECA8A}" type="pres">
      <dgm:prSet presAssocID="{1B3B4570-78F5-4B72-8FAE-FC35C0BA2DFB}" presName="desTx" presStyleLbl="alignAccFollowNode1" presStyleIdx="1" presStyleCnt="3">
        <dgm:presLayoutVars>
          <dgm:bulletEnabled val="1"/>
        </dgm:presLayoutVars>
      </dgm:prSet>
      <dgm:spPr/>
    </dgm:pt>
    <dgm:pt modelId="{88A5F011-E6B6-4EC9-98F2-7955E3F2BC44}" type="pres">
      <dgm:prSet presAssocID="{36C157E3-B9FC-471B-ACFF-D9E98D34A1B4}" presName="space" presStyleCnt="0"/>
      <dgm:spPr/>
    </dgm:pt>
    <dgm:pt modelId="{C383815B-1178-4637-9653-3563521D9C28}" type="pres">
      <dgm:prSet presAssocID="{735BEA91-2927-4541-BAB8-183B828F4222}" presName="composite" presStyleCnt="0"/>
      <dgm:spPr/>
    </dgm:pt>
    <dgm:pt modelId="{4B6F6BE6-388C-4742-8F97-6B92F7BE75E9}" type="pres">
      <dgm:prSet presAssocID="{735BEA91-2927-4541-BAB8-183B828F4222}" presName="parTx" presStyleLbl="alignNode1" presStyleIdx="2" presStyleCnt="3">
        <dgm:presLayoutVars>
          <dgm:chMax val="0"/>
          <dgm:chPref val="0"/>
          <dgm:bulletEnabled val="1"/>
        </dgm:presLayoutVars>
      </dgm:prSet>
      <dgm:spPr/>
    </dgm:pt>
    <dgm:pt modelId="{6DFE6725-0E71-42C3-A81A-A319C8C90061}" type="pres">
      <dgm:prSet presAssocID="{735BEA91-2927-4541-BAB8-183B828F4222}" presName="desTx" presStyleLbl="alignAccFollowNode1" presStyleIdx="2" presStyleCnt="3">
        <dgm:presLayoutVars>
          <dgm:bulletEnabled val="1"/>
        </dgm:presLayoutVars>
      </dgm:prSet>
      <dgm:spPr/>
    </dgm:pt>
  </dgm:ptLst>
  <dgm:cxnLst>
    <dgm:cxn modelId="{A8A7351D-9073-420B-9267-170AA855690A}" type="presOf" srcId="{DFF14D01-6E7D-4F19-BA41-AB81E52E8609}" destId="{3CA9B0A9-C009-4792-898F-61B2090ECA8A}" srcOrd="0" destOrd="3" presId="urn:microsoft.com/office/officeart/2005/8/layout/hList1"/>
    <dgm:cxn modelId="{411A3F1D-A99F-43E6-91B4-0F5C8087D771}" srcId="{1B3B4570-78F5-4B72-8FAE-FC35C0BA2DFB}" destId="{2E3067E8-2FFD-49B1-B03E-12689DC5AAC1}" srcOrd="2" destOrd="0" parTransId="{C6AFEAC8-1623-4B0B-B77B-47E2DF6698DB}" sibTransId="{7413422F-8448-4F7C-ADD4-79C428BEA1B9}"/>
    <dgm:cxn modelId="{61D6483A-0E15-441C-BFD3-C177D099CA2B}" type="presOf" srcId="{E056A9EF-0C9F-46BF-A74D-931B31740639}" destId="{5C6B70DD-1FC2-4E2D-9CC5-DD6D1E26EBB0}" srcOrd="0" destOrd="3" presId="urn:microsoft.com/office/officeart/2005/8/layout/hList1"/>
    <dgm:cxn modelId="{57F2D03C-63F6-478C-9E7F-C74E52B1F65B}" srcId="{0858A149-77D0-4B0A-B1C5-A753AEFBC2B5}" destId="{2CA7E460-CDCD-4570-9FB6-F64C33A522BE}" srcOrd="1" destOrd="0" parTransId="{4E439EC6-8075-460E-BDE9-AE90E0256B9D}" sibTransId="{4318488A-0DA2-42DF-A91C-DD02CA28D76E}"/>
    <dgm:cxn modelId="{05300D5C-429E-41E1-AB97-C41EE0427FF2}" srcId="{18518BC1-326D-416E-8E19-D26D7FF5B8A6}" destId="{1B3B4570-78F5-4B72-8FAE-FC35C0BA2DFB}" srcOrd="1" destOrd="0" parTransId="{21405E14-76C0-4EF4-ABA9-46155C4DF3E8}" sibTransId="{36C157E3-B9FC-471B-ACFF-D9E98D34A1B4}"/>
    <dgm:cxn modelId="{32CE5F5F-FF0D-4EFF-B09E-8B2BDADBFEC9}" type="presOf" srcId="{18518BC1-326D-416E-8E19-D26D7FF5B8A6}" destId="{98E0F039-4E39-405E-8DEC-2B8C1BECC4A2}" srcOrd="0" destOrd="0" presId="urn:microsoft.com/office/officeart/2005/8/layout/hList1"/>
    <dgm:cxn modelId="{E4CF955F-310E-4D95-A5E4-C961D7AA4717}" srcId="{735BEA91-2927-4541-BAB8-183B828F4222}" destId="{7AEE5275-5DBC-41C9-9C74-D6A4BE329AAB}" srcOrd="2" destOrd="0" parTransId="{6ADCBF73-37E5-4846-99EC-04AF43B9E02C}" sibTransId="{423279F9-3493-40B4-8079-9463F283F240}"/>
    <dgm:cxn modelId="{29DCAC61-E56A-432D-A243-70B774457D69}" type="presOf" srcId="{85BF0AEC-3464-4CFB-ADDE-E25716C06910}" destId="{6DFE6725-0E71-42C3-A81A-A319C8C90061}" srcOrd="0" destOrd="1" presId="urn:microsoft.com/office/officeart/2005/8/layout/hList1"/>
    <dgm:cxn modelId="{5C07DD44-A1A4-4F1A-8D9E-168C27C084F0}" srcId="{735BEA91-2927-4541-BAB8-183B828F4222}" destId="{827DC1FD-5DF6-4900-BEDE-DDBEC39FA34B}" srcOrd="0" destOrd="0" parTransId="{41FC698C-6F14-4B7B-A370-351725197C75}" sibTransId="{7F442886-E2E6-4583-9167-3EC7E2DDAEC1}"/>
    <dgm:cxn modelId="{833F1B49-B546-48CD-8701-4220F41FC5AA}" srcId="{0858A149-77D0-4B0A-B1C5-A753AEFBC2B5}" destId="{5199DE50-295D-455B-9675-28CE9E7F0FD8}" srcOrd="2" destOrd="0" parTransId="{F2983D74-8725-41C6-820C-4418C8003E7F}" sibTransId="{B46FE3EA-7035-464C-9AC0-6C4EF8070FA9}"/>
    <dgm:cxn modelId="{6DBB8A4D-912B-41F4-9A3F-0497FA8AFFD3}" type="presOf" srcId="{E8D50B55-0A4D-4D4C-90DB-2638D3AF8478}" destId="{3CA9B0A9-C009-4792-898F-61B2090ECA8A}" srcOrd="0" destOrd="1" presId="urn:microsoft.com/office/officeart/2005/8/layout/hList1"/>
    <dgm:cxn modelId="{9297F771-D893-45B4-A057-CFBB0AD8AE13}" type="presOf" srcId="{2E3067E8-2FFD-49B1-B03E-12689DC5AAC1}" destId="{3CA9B0A9-C009-4792-898F-61B2090ECA8A}" srcOrd="0" destOrd="2" presId="urn:microsoft.com/office/officeart/2005/8/layout/hList1"/>
    <dgm:cxn modelId="{8D51997F-1BA5-4B74-94FD-194E18B290E8}" type="presOf" srcId="{7AEE5275-5DBC-41C9-9C74-D6A4BE329AAB}" destId="{6DFE6725-0E71-42C3-A81A-A319C8C90061}" srcOrd="0" destOrd="2" presId="urn:microsoft.com/office/officeart/2005/8/layout/hList1"/>
    <dgm:cxn modelId="{89BECA7F-B29D-4C16-9CFB-9E37AAA24887}" type="presOf" srcId="{E06D4E5C-14D6-4074-96C1-7E36E88C6435}" destId="{3CA9B0A9-C009-4792-898F-61B2090ECA8A}" srcOrd="0" destOrd="0" presId="urn:microsoft.com/office/officeart/2005/8/layout/hList1"/>
    <dgm:cxn modelId="{24466982-878C-423F-8053-710828EEF946}" type="presOf" srcId="{F46C5B11-38FA-4808-B52E-3DB6C382600C}" destId="{6DFE6725-0E71-42C3-A81A-A319C8C90061}" srcOrd="0" destOrd="3" presId="urn:microsoft.com/office/officeart/2005/8/layout/hList1"/>
    <dgm:cxn modelId="{7E8F1B84-1606-427B-9188-B43F2D4D8064}" type="presOf" srcId="{1B3B4570-78F5-4B72-8FAE-FC35C0BA2DFB}" destId="{8FE9FE45-750C-4E84-9D5B-A0C1DD6E3386}" srcOrd="0" destOrd="0" presId="urn:microsoft.com/office/officeart/2005/8/layout/hList1"/>
    <dgm:cxn modelId="{3E67DB8B-F8EB-4A79-B019-F47CD1DA7045}" type="presOf" srcId="{735BEA91-2927-4541-BAB8-183B828F4222}" destId="{4B6F6BE6-388C-4742-8F97-6B92F7BE75E9}" srcOrd="0" destOrd="0" presId="urn:microsoft.com/office/officeart/2005/8/layout/hList1"/>
    <dgm:cxn modelId="{96BF0393-C794-43F9-BA73-07910610CEF5}" type="presOf" srcId="{0858A149-77D0-4B0A-B1C5-A753AEFBC2B5}" destId="{F85414A7-D38E-4460-9DAC-24242DD1073C}" srcOrd="0" destOrd="0" presId="urn:microsoft.com/office/officeart/2005/8/layout/hList1"/>
    <dgm:cxn modelId="{2AAA0A94-2AFA-4A27-BD0F-31257B82C7B3}" type="presOf" srcId="{827DC1FD-5DF6-4900-BEDE-DDBEC39FA34B}" destId="{6DFE6725-0E71-42C3-A81A-A319C8C90061}" srcOrd="0" destOrd="0" presId="urn:microsoft.com/office/officeart/2005/8/layout/hList1"/>
    <dgm:cxn modelId="{8A74ADA0-E15C-409B-BFC9-8B514413DD5F}" srcId="{1B3B4570-78F5-4B72-8FAE-FC35C0BA2DFB}" destId="{E8D50B55-0A4D-4D4C-90DB-2638D3AF8478}" srcOrd="1" destOrd="0" parTransId="{4073F66A-3F57-46B8-A152-CC08BE93D4AE}" sibTransId="{43FA17B7-3C5B-4AA2-B223-838D4535C255}"/>
    <dgm:cxn modelId="{2BDD94A1-A278-4B42-A42C-217C97A7BF30}" srcId="{0858A149-77D0-4B0A-B1C5-A753AEFBC2B5}" destId="{E056A9EF-0C9F-46BF-A74D-931B31740639}" srcOrd="3" destOrd="0" parTransId="{D5F032EE-C720-4A1E-8533-3E2A7CD885CD}" sibTransId="{74E0F597-1459-4194-932C-86EA22A3BA4B}"/>
    <dgm:cxn modelId="{D12C2FA6-247D-45AF-84DA-8067054C5B97}" type="presOf" srcId="{8AB78E7A-F982-4D8C-A3D4-B4C667126275}" destId="{5C6B70DD-1FC2-4E2D-9CC5-DD6D1E26EBB0}" srcOrd="0" destOrd="0" presId="urn:microsoft.com/office/officeart/2005/8/layout/hList1"/>
    <dgm:cxn modelId="{81DB10A7-79DF-4DDB-B52B-5A88E7366D57}" srcId="{735BEA91-2927-4541-BAB8-183B828F4222}" destId="{F46C5B11-38FA-4808-B52E-3DB6C382600C}" srcOrd="3" destOrd="0" parTransId="{A91F9FCE-3A96-41E0-B87E-E123850B9221}" sibTransId="{02D499C8-7605-4D28-BD49-016860795A30}"/>
    <dgm:cxn modelId="{BD99D7C1-FF3E-43B6-983B-BAB42527ABC3}" srcId="{18518BC1-326D-416E-8E19-D26D7FF5B8A6}" destId="{735BEA91-2927-4541-BAB8-183B828F4222}" srcOrd="2" destOrd="0" parTransId="{882F1A43-26D8-4A8F-B2B1-FBB8511F8D61}" sibTransId="{AF2E68F9-3291-4FBB-8900-2D0049185B1D}"/>
    <dgm:cxn modelId="{871A1CC2-F138-42E8-8391-9D1C0AF6B16E}" srcId="{1B3B4570-78F5-4B72-8FAE-FC35C0BA2DFB}" destId="{E06D4E5C-14D6-4074-96C1-7E36E88C6435}" srcOrd="0" destOrd="0" parTransId="{B1E0E05E-236B-4718-A7B9-3168636DDABA}" sibTransId="{03170270-6F3D-44A6-A215-E1C7FD528C7C}"/>
    <dgm:cxn modelId="{CDF647D5-A774-4186-898C-F139663BCB39}" srcId="{735BEA91-2927-4541-BAB8-183B828F4222}" destId="{85BF0AEC-3464-4CFB-ADDE-E25716C06910}" srcOrd="1" destOrd="0" parTransId="{59AB34EE-C744-461E-A255-704C9B6D8025}" sibTransId="{436B57ED-1D65-4427-B25C-F9DC57806E04}"/>
    <dgm:cxn modelId="{156590D6-77DD-40FF-BDF0-1B958A074C0B}" type="presOf" srcId="{5199DE50-295D-455B-9675-28CE9E7F0FD8}" destId="{5C6B70DD-1FC2-4E2D-9CC5-DD6D1E26EBB0}" srcOrd="0" destOrd="2" presId="urn:microsoft.com/office/officeart/2005/8/layout/hList1"/>
    <dgm:cxn modelId="{DC1FC6D7-2D2F-4119-9185-9918D562A955}" srcId="{0858A149-77D0-4B0A-B1C5-A753AEFBC2B5}" destId="{8AB78E7A-F982-4D8C-A3D4-B4C667126275}" srcOrd="0" destOrd="0" parTransId="{DBDBC07F-6350-4407-BF74-3AA1F863F7AA}" sibTransId="{C2AF6350-1680-4CCE-A3E5-B5A3A74A3A5B}"/>
    <dgm:cxn modelId="{CCE27ED9-2856-4953-ADBE-855ADF85ACF4}" type="presOf" srcId="{2CA7E460-CDCD-4570-9FB6-F64C33A522BE}" destId="{5C6B70DD-1FC2-4E2D-9CC5-DD6D1E26EBB0}" srcOrd="0" destOrd="1" presId="urn:microsoft.com/office/officeart/2005/8/layout/hList1"/>
    <dgm:cxn modelId="{D89F97DE-F349-43B3-AB6E-5866094A45C6}" srcId="{1B3B4570-78F5-4B72-8FAE-FC35C0BA2DFB}" destId="{DFF14D01-6E7D-4F19-BA41-AB81E52E8609}" srcOrd="3" destOrd="0" parTransId="{0FE28C64-A544-4A59-AE29-8EFB87855AD2}" sibTransId="{D8826C71-1B69-4747-8428-6E358B6234D8}"/>
    <dgm:cxn modelId="{D14523F9-6B06-4D5F-97C6-0A5E233D92BE}" srcId="{18518BC1-326D-416E-8E19-D26D7FF5B8A6}" destId="{0858A149-77D0-4B0A-B1C5-A753AEFBC2B5}" srcOrd="0" destOrd="0" parTransId="{1359AC1B-92FE-433A-B038-2CEA9EEAB2ED}" sibTransId="{82FBBA71-7E51-4539-A5EE-7C88B80C2D1E}"/>
    <dgm:cxn modelId="{84BFAF54-E4BE-40D6-89A8-093E67F51A6D}" type="presParOf" srcId="{98E0F039-4E39-405E-8DEC-2B8C1BECC4A2}" destId="{62357DFB-5E9B-4E61-807C-F63EEE307AAA}" srcOrd="0" destOrd="0" presId="urn:microsoft.com/office/officeart/2005/8/layout/hList1"/>
    <dgm:cxn modelId="{2F167C87-2FB1-4508-9DA2-0D7176BF3AE1}" type="presParOf" srcId="{62357DFB-5E9B-4E61-807C-F63EEE307AAA}" destId="{F85414A7-D38E-4460-9DAC-24242DD1073C}" srcOrd="0" destOrd="0" presId="urn:microsoft.com/office/officeart/2005/8/layout/hList1"/>
    <dgm:cxn modelId="{F902A6F3-F168-4EA9-8C04-D3FEA9FFB2AD}" type="presParOf" srcId="{62357DFB-5E9B-4E61-807C-F63EEE307AAA}" destId="{5C6B70DD-1FC2-4E2D-9CC5-DD6D1E26EBB0}" srcOrd="1" destOrd="0" presId="urn:microsoft.com/office/officeart/2005/8/layout/hList1"/>
    <dgm:cxn modelId="{E1790629-FFFE-4F16-B4D3-B1E26153E634}" type="presParOf" srcId="{98E0F039-4E39-405E-8DEC-2B8C1BECC4A2}" destId="{7E644B70-0737-4007-BF59-FBC6EE01CEDC}" srcOrd="1" destOrd="0" presId="urn:microsoft.com/office/officeart/2005/8/layout/hList1"/>
    <dgm:cxn modelId="{02E908DC-D590-4D24-845B-0095BE1AE029}" type="presParOf" srcId="{98E0F039-4E39-405E-8DEC-2B8C1BECC4A2}" destId="{0089C94A-75DF-4249-98EF-F074C644EECF}" srcOrd="2" destOrd="0" presId="urn:microsoft.com/office/officeart/2005/8/layout/hList1"/>
    <dgm:cxn modelId="{A58468E8-949E-42ED-8B03-118BF5D33B4C}" type="presParOf" srcId="{0089C94A-75DF-4249-98EF-F074C644EECF}" destId="{8FE9FE45-750C-4E84-9D5B-A0C1DD6E3386}" srcOrd="0" destOrd="0" presId="urn:microsoft.com/office/officeart/2005/8/layout/hList1"/>
    <dgm:cxn modelId="{5A40B8F6-B651-489F-A8BD-1B82B16E0D9A}" type="presParOf" srcId="{0089C94A-75DF-4249-98EF-F074C644EECF}" destId="{3CA9B0A9-C009-4792-898F-61B2090ECA8A}" srcOrd="1" destOrd="0" presId="urn:microsoft.com/office/officeart/2005/8/layout/hList1"/>
    <dgm:cxn modelId="{BA0B54D3-A9F8-4288-92DF-9C8552B52A53}" type="presParOf" srcId="{98E0F039-4E39-405E-8DEC-2B8C1BECC4A2}" destId="{88A5F011-E6B6-4EC9-98F2-7955E3F2BC44}" srcOrd="3" destOrd="0" presId="urn:microsoft.com/office/officeart/2005/8/layout/hList1"/>
    <dgm:cxn modelId="{70E4F6E0-5FA9-469F-AA33-1CC77B8A5566}" type="presParOf" srcId="{98E0F039-4E39-405E-8DEC-2B8C1BECC4A2}" destId="{C383815B-1178-4637-9653-3563521D9C28}" srcOrd="4" destOrd="0" presId="urn:microsoft.com/office/officeart/2005/8/layout/hList1"/>
    <dgm:cxn modelId="{13D8AFE0-FD67-49FC-BE23-8C19A8FCAEE4}" type="presParOf" srcId="{C383815B-1178-4637-9653-3563521D9C28}" destId="{4B6F6BE6-388C-4742-8F97-6B92F7BE75E9}" srcOrd="0" destOrd="0" presId="urn:microsoft.com/office/officeart/2005/8/layout/hList1"/>
    <dgm:cxn modelId="{61BF5487-9C7F-4598-B3A2-4AA3BCCE678E}" type="presParOf" srcId="{C383815B-1178-4637-9653-3563521D9C28}" destId="{6DFE6725-0E71-42C3-A81A-A319C8C90061}" srcOrd="1" destOrd="0" presId="urn:microsoft.com/office/officeart/2005/8/layout/hList1"/>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E73E749-C3E6-4E35-B6C3-F6B67619701B}" type="doc">
      <dgm:prSet loTypeId="urn:microsoft.com/office/officeart/2005/8/layout/matrix1#1" loCatId="matrix" qsTypeId="urn:microsoft.com/office/officeart/2005/8/quickstyle/simple1#1" qsCatId="simple" csTypeId="urn:microsoft.com/office/officeart/2005/8/colors/accent1_2#1" csCatId="accent1" phldr="1"/>
      <dgm:spPr/>
      <dgm:t>
        <a:bodyPr/>
        <a:lstStyle/>
        <a:p>
          <a:endParaRPr lang="zh-CN" altLang="en-US"/>
        </a:p>
      </dgm:t>
    </dgm:pt>
    <dgm:pt modelId="{73134F1D-B262-4C92-B25B-4DE5A018D07A}">
      <dgm:prSet phldrT="[文本]" custT="1"/>
      <dgm:spPr/>
      <dgm:t>
        <a:bodyPr/>
        <a:lstStyle/>
        <a:p>
          <a:r>
            <a:rPr lang="zh-CN" altLang="en-US" sz="2000" dirty="0"/>
            <a:t>信息安全</a:t>
          </a:r>
        </a:p>
      </dgm:t>
    </dgm:pt>
    <dgm:pt modelId="{FF543932-27A7-4D66-ACF7-F8B3CD46B932}" type="parTrans" cxnId="{D6208F47-314E-4E19-AC86-C79A6841A42B}">
      <dgm:prSet/>
      <dgm:spPr/>
      <dgm:t>
        <a:bodyPr/>
        <a:lstStyle/>
        <a:p>
          <a:endParaRPr lang="zh-CN" altLang="en-US" sz="1400"/>
        </a:p>
      </dgm:t>
    </dgm:pt>
    <dgm:pt modelId="{A2C4E014-F293-46F0-BB27-C67290181234}" type="sibTrans" cxnId="{D6208F47-314E-4E19-AC86-C79A6841A42B}">
      <dgm:prSet/>
      <dgm:spPr/>
      <dgm:t>
        <a:bodyPr/>
        <a:lstStyle/>
        <a:p>
          <a:endParaRPr lang="zh-CN" altLang="en-US" sz="1400"/>
        </a:p>
      </dgm:t>
    </dgm:pt>
    <dgm:pt modelId="{6C3669EB-42EA-48ED-BEAF-49DC6D051AD4}">
      <dgm:prSet phldrT="[文本]" custT="1"/>
      <dgm:spPr>
        <a:solidFill>
          <a:schemeClr val="bg1">
            <a:lumMod val="85000"/>
          </a:schemeClr>
        </a:solidFill>
      </dgm:spPr>
      <dgm:t>
        <a:bodyPr/>
        <a:lstStyle/>
        <a:p>
          <a:r>
            <a:rPr lang="zh-CN" altLang="en-US" sz="2000" dirty="0">
              <a:solidFill>
                <a:srgbClr val="464F5A"/>
              </a:solidFill>
            </a:rPr>
            <a:t>物理安全</a:t>
          </a:r>
        </a:p>
      </dgm:t>
    </dgm:pt>
    <dgm:pt modelId="{F4365D2B-F0B9-4940-B8D4-791515B6B828}" type="parTrans" cxnId="{B01D3966-E20B-46C9-834C-1969F4C3EE24}">
      <dgm:prSet/>
      <dgm:spPr/>
      <dgm:t>
        <a:bodyPr/>
        <a:lstStyle/>
        <a:p>
          <a:endParaRPr lang="zh-CN" altLang="en-US" sz="1400"/>
        </a:p>
      </dgm:t>
    </dgm:pt>
    <dgm:pt modelId="{B0E61D36-5E92-4BCD-81BD-E86818FB06B6}" type="sibTrans" cxnId="{B01D3966-E20B-46C9-834C-1969F4C3EE24}">
      <dgm:prSet/>
      <dgm:spPr/>
      <dgm:t>
        <a:bodyPr/>
        <a:lstStyle/>
        <a:p>
          <a:endParaRPr lang="zh-CN" altLang="en-US" sz="1400"/>
        </a:p>
      </dgm:t>
    </dgm:pt>
    <dgm:pt modelId="{5F28ABF5-65BD-4AE4-AC87-5F70B65F914D}">
      <dgm:prSet phldrT="[文本]" custT="1"/>
      <dgm:spPr>
        <a:solidFill>
          <a:schemeClr val="bg1">
            <a:lumMod val="85000"/>
          </a:schemeClr>
        </a:solidFill>
      </dgm:spPr>
      <dgm:t>
        <a:bodyPr/>
        <a:lstStyle/>
        <a:p>
          <a:r>
            <a:rPr lang="zh-CN" altLang="en-US" sz="2000" dirty="0">
              <a:solidFill>
                <a:srgbClr val="464F5A"/>
              </a:solidFill>
            </a:rPr>
            <a:t>运行安全</a:t>
          </a:r>
        </a:p>
      </dgm:t>
    </dgm:pt>
    <dgm:pt modelId="{2B422FBB-4090-45A9-A238-A7FB0E5E45B1}" type="parTrans" cxnId="{53D939A1-9243-4628-9B9A-23DB36C7F21B}">
      <dgm:prSet/>
      <dgm:spPr/>
      <dgm:t>
        <a:bodyPr/>
        <a:lstStyle/>
        <a:p>
          <a:endParaRPr lang="zh-CN" altLang="en-US" sz="1400"/>
        </a:p>
      </dgm:t>
    </dgm:pt>
    <dgm:pt modelId="{872D4AAE-9A07-41C2-A0DC-0448C4EFBD28}" type="sibTrans" cxnId="{53D939A1-9243-4628-9B9A-23DB36C7F21B}">
      <dgm:prSet/>
      <dgm:spPr/>
      <dgm:t>
        <a:bodyPr/>
        <a:lstStyle/>
        <a:p>
          <a:endParaRPr lang="zh-CN" altLang="en-US" sz="1400"/>
        </a:p>
      </dgm:t>
    </dgm:pt>
    <dgm:pt modelId="{BDA26E47-FBE3-44C1-B196-F66794680568}">
      <dgm:prSet phldrT="[文本]" custT="1"/>
      <dgm:spPr>
        <a:solidFill>
          <a:schemeClr val="bg1">
            <a:lumMod val="85000"/>
          </a:schemeClr>
        </a:solidFill>
      </dgm:spPr>
      <dgm:t>
        <a:bodyPr/>
        <a:lstStyle/>
        <a:p>
          <a:r>
            <a:rPr lang="zh-CN" altLang="en-US" sz="2000" dirty="0">
              <a:solidFill>
                <a:srgbClr val="464F5A"/>
              </a:solidFill>
            </a:rPr>
            <a:t>内容安全</a:t>
          </a:r>
        </a:p>
      </dgm:t>
    </dgm:pt>
    <dgm:pt modelId="{F7597544-C024-4722-8BBC-740669B0EAE6}" type="parTrans" cxnId="{1CA6A66C-0CE3-49BF-82B9-71C0C7DFFD1D}">
      <dgm:prSet/>
      <dgm:spPr/>
      <dgm:t>
        <a:bodyPr/>
        <a:lstStyle/>
        <a:p>
          <a:endParaRPr lang="zh-CN" altLang="en-US" sz="1400"/>
        </a:p>
      </dgm:t>
    </dgm:pt>
    <dgm:pt modelId="{1F97699C-B623-47C1-AC80-494E5B4929B4}" type="sibTrans" cxnId="{1CA6A66C-0CE3-49BF-82B9-71C0C7DFFD1D}">
      <dgm:prSet/>
      <dgm:spPr/>
      <dgm:t>
        <a:bodyPr/>
        <a:lstStyle/>
        <a:p>
          <a:endParaRPr lang="zh-CN" altLang="en-US" sz="1400"/>
        </a:p>
      </dgm:t>
    </dgm:pt>
    <dgm:pt modelId="{89A98EF8-208A-40D3-B992-8C5FB407F66F}">
      <dgm:prSet phldrT="[文本]" custT="1"/>
      <dgm:spPr>
        <a:solidFill>
          <a:schemeClr val="bg1">
            <a:lumMod val="85000"/>
          </a:schemeClr>
        </a:solidFill>
      </dgm:spPr>
      <dgm:t>
        <a:bodyPr/>
        <a:lstStyle/>
        <a:p>
          <a:r>
            <a:rPr lang="zh-CN" altLang="en-US" sz="2000" dirty="0">
              <a:solidFill>
                <a:srgbClr val="464F5A"/>
              </a:solidFill>
            </a:rPr>
            <a:t>数据安全</a:t>
          </a:r>
        </a:p>
      </dgm:t>
    </dgm:pt>
    <dgm:pt modelId="{D1EF126E-C9A9-4060-86DA-6DD5AAE0E88B}" type="parTrans" cxnId="{56053100-381C-4E4D-99EE-CD95ADE817E4}">
      <dgm:prSet/>
      <dgm:spPr/>
      <dgm:t>
        <a:bodyPr/>
        <a:lstStyle/>
        <a:p>
          <a:endParaRPr lang="zh-CN" altLang="en-US" sz="1400"/>
        </a:p>
      </dgm:t>
    </dgm:pt>
    <dgm:pt modelId="{E3C82027-00F0-4900-9A4E-009D10800DC8}" type="sibTrans" cxnId="{56053100-381C-4E4D-99EE-CD95ADE817E4}">
      <dgm:prSet/>
      <dgm:spPr/>
      <dgm:t>
        <a:bodyPr/>
        <a:lstStyle/>
        <a:p>
          <a:endParaRPr lang="zh-CN" altLang="en-US" sz="1400"/>
        </a:p>
      </dgm:t>
    </dgm:pt>
    <dgm:pt modelId="{D952F8CE-BD47-4D92-AE86-082D400D3976}" type="pres">
      <dgm:prSet presAssocID="{2E73E749-C3E6-4E35-B6C3-F6B67619701B}" presName="diagram" presStyleCnt="0">
        <dgm:presLayoutVars>
          <dgm:chMax val="1"/>
          <dgm:dir/>
          <dgm:animLvl val="ctr"/>
          <dgm:resizeHandles val="exact"/>
        </dgm:presLayoutVars>
      </dgm:prSet>
      <dgm:spPr/>
    </dgm:pt>
    <dgm:pt modelId="{B859F235-FDE7-4F43-9E47-1F70A1765726}" type="pres">
      <dgm:prSet presAssocID="{2E73E749-C3E6-4E35-B6C3-F6B67619701B}" presName="matrix" presStyleCnt="0"/>
      <dgm:spPr/>
    </dgm:pt>
    <dgm:pt modelId="{294C4553-BF41-4039-AAD2-B116FF3E6C84}" type="pres">
      <dgm:prSet presAssocID="{2E73E749-C3E6-4E35-B6C3-F6B67619701B}" presName="tile1" presStyleLbl="node1" presStyleIdx="0" presStyleCnt="4"/>
      <dgm:spPr/>
    </dgm:pt>
    <dgm:pt modelId="{13A7BA55-5C76-4737-988B-F057F17E44A1}" type="pres">
      <dgm:prSet presAssocID="{2E73E749-C3E6-4E35-B6C3-F6B67619701B}" presName="tile1text" presStyleLbl="node1" presStyleIdx="0" presStyleCnt="4">
        <dgm:presLayoutVars>
          <dgm:chMax val="0"/>
          <dgm:chPref val="0"/>
          <dgm:bulletEnabled val="1"/>
        </dgm:presLayoutVars>
      </dgm:prSet>
      <dgm:spPr/>
    </dgm:pt>
    <dgm:pt modelId="{3798BF73-4C43-444B-9355-89586D54E769}" type="pres">
      <dgm:prSet presAssocID="{2E73E749-C3E6-4E35-B6C3-F6B67619701B}" presName="tile2" presStyleLbl="node1" presStyleIdx="1" presStyleCnt="4"/>
      <dgm:spPr/>
    </dgm:pt>
    <dgm:pt modelId="{0C9696C3-CCD8-4525-9C96-FE6D9F266576}" type="pres">
      <dgm:prSet presAssocID="{2E73E749-C3E6-4E35-B6C3-F6B67619701B}" presName="tile2text" presStyleLbl="node1" presStyleIdx="1" presStyleCnt="4">
        <dgm:presLayoutVars>
          <dgm:chMax val="0"/>
          <dgm:chPref val="0"/>
          <dgm:bulletEnabled val="1"/>
        </dgm:presLayoutVars>
      </dgm:prSet>
      <dgm:spPr/>
    </dgm:pt>
    <dgm:pt modelId="{6E45B5A5-6A0D-432D-B1C8-C36469932156}" type="pres">
      <dgm:prSet presAssocID="{2E73E749-C3E6-4E35-B6C3-F6B67619701B}" presName="tile3" presStyleLbl="node1" presStyleIdx="2" presStyleCnt="4"/>
      <dgm:spPr/>
    </dgm:pt>
    <dgm:pt modelId="{466EF9B2-5A7D-4CC7-BA81-1736709F3255}" type="pres">
      <dgm:prSet presAssocID="{2E73E749-C3E6-4E35-B6C3-F6B67619701B}" presName="tile3text" presStyleLbl="node1" presStyleIdx="2" presStyleCnt="4">
        <dgm:presLayoutVars>
          <dgm:chMax val="0"/>
          <dgm:chPref val="0"/>
          <dgm:bulletEnabled val="1"/>
        </dgm:presLayoutVars>
      </dgm:prSet>
      <dgm:spPr/>
    </dgm:pt>
    <dgm:pt modelId="{A733CBCE-CE41-4654-B190-1913514C66FE}" type="pres">
      <dgm:prSet presAssocID="{2E73E749-C3E6-4E35-B6C3-F6B67619701B}" presName="tile4" presStyleLbl="node1" presStyleIdx="3" presStyleCnt="4"/>
      <dgm:spPr/>
    </dgm:pt>
    <dgm:pt modelId="{DDB6FDE2-BDCF-43AD-901D-47BD5EA26884}" type="pres">
      <dgm:prSet presAssocID="{2E73E749-C3E6-4E35-B6C3-F6B67619701B}" presName="tile4text" presStyleLbl="node1" presStyleIdx="3" presStyleCnt="4">
        <dgm:presLayoutVars>
          <dgm:chMax val="0"/>
          <dgm:chPref val="0"/>
          <dgm:bulletEnabled val="1"/>
        </dgm:presLayoutVars>
      </dgm:prSet>
      <dgm:spPr/>
    </dgm:pt>
    <dgm:pt modelId="{55AD2A4B-F875-4C60-9B94-88F685147AE6}" type="pres">
      <dgm:prSet presAssocID="{2E73E749-C3E6-4E35-B6C3-F6B67619701B}" presName="centerTile" presStyleLbl="fgShp" presStyleIdx="0" presStyleCnt="1" custScaleX="141748" custScaleY="170097">
        <dgm:presLayoutVars>
          <dgm:chMax val="0"/>
          <dgm:chPref val="0"/>
        </dgm:presLayoutVars>
      </dgm:prSet>
      <dgm:spPr/>
    </dgm:pt>
  </dgm:ptLst>
  <dgm:cxnLst>
    <dgm:cxn modelId="{56053100-381C-4E4D-99EE-CD95ADE817E4}" srcId="{73134F1D-B262-4C92-B25B-4DE5A018D07A}" destId="{89A98EF8-208A-40D3-B992-8C5FB407F66F}" srcOrd="3" destOrd="0" parTransId="{D1EF126E-C9A9-4060-86DA-6DD5AAE0E88B}" sibTransId="{E3C82027-00F0-4900-9A4E-009D10800DC8}"/>
    <dgm:cxn modelId="{6DC72C1A-6DA9-4247-B9B9-539884F04F23}" type="presOf" srcId="{89A98EF8-208A-40D3-B992-8C5FB407F66F}" destId="{A733CBCE-CE41-4654-B190-1913514C66FE}" srcOrd="0" destOrd="0" presId="urn:microsoft.com/office/officeart/2005/8/layout/matrix1#1"/>
    <dgm:cxn modelId="{612FE51C-4000-4521-BF94-71CBB2CB34F0}" type="presOf" srcId="{73134F1D-B262-4C92-B25B-4DE5A018D07A}" destId="{55AD2A4B-F875-4C60-9B94-88F685147AE6}" srcOrd="0" destOrd="0" presId="urn:microsoft.com/office/officeart/2005/8/layout/matrix1#1"/>
    <dgm:cxn modelId="{B01D3966-E20B-46C9-834C-1969F4C3EE24}" srcId="{73134F1D-B262-4C92-B25B-4DE5A018D07A}" destId="{6C3669EB-42EA-48ED-BEAF-49DC6D051AD4}" srcOrd="0" destOrd="0" parTransId="{F4365D2B-F0B9-4940-B8D4-791515B6B828}" sibTransId="{B0E61D36-5E92-4BCD-81BD-E86818FB06B6}"/>
    <dgm:cxn modelId="{D6208F47-314E-4E19-AC86-C79A6841A42B}" srcId="{2E73E749-C3E6-4E35-B6C3-F6B67619701B}" destId="{73134F1D-B262-4C92-B25B-4DE5A018D07A}" srcOrd="0" destOrd="0" parTransId="{FF543932-27A7-4D66-ACF7-F8B3CD46B932}" sibTransId="{A2C4E014-F293-46F0-BB27-C67290181234}"/>
    <dgm:cxn modelId="{1CA6A66C-0CE3-49BF-82B9-71C0C7DFFD1D}" srcId="{73134F1D-B262-4C92-B25B-4DE5A018D07A}" destId="{BDA26E47-FBE3-44C1-B196-F66794680568}" srcOrd="2" destOrd="0" parTransId="{F7597544-C024-4722-8BBC-740669B0EAE6}" sibTransId="{1F97699C-B623-47C1-AC80-494E5B4929B4}"/>
    <dgm:cxn modelId="{8D79BC56-3A44-4E45-9794-224F4B1AAF54}" type="presOf" srcId="{BDA26E47-FBE3-44C1-B196-F66794680568}" destId="{6E45B5A5-6A0D-432D-B1C8-C36469932156}" srcOrd="0" destOrd="0" presId="urn:microsoft.com/office/officeart/2005/8/layout/matrix1#1"/>
    <dgm:cxn modelId="{0BB54C88-48E6-46E8-B8E3-B97DA78C7F3D}" type="presOf" srcId="{6C3669EB-42EA-48ED-BEAF-49DC6D051AD4}" destId="{13A7BA55-5C76-4737-988B-F057F17E44A1}" srcOrd="1" destOrd="0" presId="urn:microsoft.com/office/officeart/2005/8/layout/matrix1#1"/>
    <dgm:cxn modelId="{D0BEDC9D-A13D-446F-8417-DAC52D56CA93}" type="presOf" srcId="{2E73E749-C3E6-4E35-B6C3-F6B67619701B}" destId="{D952F8CE-BD47-4D92-AE86-082D400D3976}" srcOrd="0" destOrd="0" presId="urn:microsoft.com/office/officeart/2005/8/layout/matrix1#1"/>
    <dgm:cxn modelId="{53D939A1-9243-4628-9B9A-23DB36C7F21B}" srcId="{73134F1D-B262-4C92-B25B-4DE5A018D07A}" destId="{5F28ABF5-65BD-4AE4-AC87-5F70B65F914D}" srcOrd="1" destOrd="0" parTransId="{2B422FBB-4090-45A9-A238-A7FB0E5E45B1}" sibTransId="{872D4AAE-9A07-41C2-A0DC-0448C4EFBD28}"/>
    <dgm:cxn modelId="{BB86DCA3-4E64-44CA-BE76-48380157D134}" type="presOf" srcId="{5F28ABF5-65BD-4AE4-AC87-5F70B65F914D}" destId="{0C9696C3-CCD8-4525-9C96-FE6D9F266576}" srcOrd="1" destOrd="0" presId="urn:microsoft.com/office/officeart/2005/8/layout/matrix1#1"/>
    <dgm:cxn modelId="{6FEA1CCF-79BC-4783-96B4-951325A481AB}" type="presOf" srcId="{BDA26E47-FBE3-44C1-B196-F66794680568}" destId="{466EF9B2-5A7D-4CC7-BA81-1736709F3255}" srcOrd="1" destOrd="0" presId="urn:microsoft.com/office/officeart/2005/8/layout/matrix1#1"/>
    <dgm:cxn modelId="{9D6EC1DC-0ABC-4C08-9D44-899AA2B038B6}" type="presOf" srcId="{89A98EF8-208A-40D3-B992-8C5FB407F66F}" destId="{DDB6FDE2-BDCF-43AD-901D-47BD5EA26884}" srcOrd="1" destOrd="0" presId="urn:microsoft.com/office/officeart/2005/8/layout/matrix1#1"/>
    <dgm:cxn modelId="{0BCD24DD-4D79-41A5-AF96-66580665B6D4}" type="presOf" srcId="{6C3669EB-42EA-48ED-BEAF-49DC6D051AD4}" destId="{294C4553-BF41-4039-AAD2-B116FF3E6C84}" srcOrd="0" destOrd="0" presId="urn:microsoft.com/office/officeart/2005/8/layout/matrix1#1"/>
    <dgm:cxn modelId="{F3451CF3-7619-4AF3-84E0-81019465C411}" type="presOf" srcId="{5F28ABF5-65BD-4AE4-AC87-5F70B65F914D}" destId="{3798BF73-4C43-444B-9355-89586D54E769}" srcOrd="0" destOrd="0" presId="urn:microsoft.com/office/officeart/2005/8/layout/matrix1#1"/>
    <dgm:cxn modelId="{B43CB2AD-3B69-4CD3-921B-39C2333B2447}" type="presParOf" srcId="{D952F8CE-BD47-4D92-AE86-082D400D3976}" destId="{B859F235-FDE7-4F43-9E47-1F70A1765726}" srcOrd="0" destOrd="0" presId="urn:microsoft.com/office/officeart/2005/8/layout/matrix1#1"/>
    <dgm:cxn modelId="{27BD01A4-F9CE-4921-83E1-10B4594EE3C5}" type="presParOf" srcId="{B859F235-FDE7-4F43-9E47-1F70A1765726}" destId="{294C4553-BF41-4039-AAD2-B116FF3E6C84}" srcOrd="0" destOrd="0" presId="urn:microsoft.com/office/officeart/2005/8/layout/matrix1#1"/>
    <dgm:cxn modelId="{64E5622D-E7C3-4D44-953A-91E57C106BC2}" type="presParOf" srcId="{B859F235-FDE7-4F43-9E47-1F70A1765726}" destId="{13A7BA55-5C76-4737-988B-F057F17E44A1}" srcOrd="1" destOrd="0" presId="urn:microsoft.com/office/officeart/2005/8/layout/matrix1#1"/>
    <dgm:cxn modelId="{E2CEAD3A-A486-49C1-98C9-3E5767EE7214}" type="presParOf" srcId="{B859F235-FDE7-4F43-9E47-1F70A1765726}" destId="{3798BF73-4C43-444B-9355-89586D54E769}" srcOrd="2" destOrd="0" presId="urn:microsoft.com/office/officeart/2005/8/layout/matrix1#1"/>
    <dgm:cxn modelId="{67BD3C59-4001-4633-8A11-3517634C74F5}" type="presParOf" srcId="{B859F235-FDE7-4F43-9E47-1F70A1765726}" destId="{0C9696C3-CCD8-4525-9C96-FE6D9F266576}" srcOrd="3" destOrd="0" presId="urn:microsoft.com/office/officeart/2005/8/layout/matrix1#1"/>
    <dgm:cxn modelId="{9FBA15C4-A600-4085-932B-27976202F9CB}" type="presParOf" srcId="{B859F235-FDE7-4F43-9E47-1F70A1765726}" destId="{6E45B5A5-6A0D-432D-B1C8-C36469932156}" srcOrd="4" destOrd="0" presId="urn:microsoft.com/office/officeart/2005/8/layout/matrix1#1"/>
    <dgm:cxn modelId="{CA053A39-A689-4E60-8381-BD92A066CB49}" type="presParOf" srcId="{B859F235-FDE7-4F43-9E47-1F70A1765726}" destId="{466EF9B2-5A7D-4CC7-BA81-1736709F3255}" srcOrd="5" destOrd="0" presId="urn:microsoft.com/office/officeart/2005/8/layout/matrix1#1"/>
    <dgm:cxn modelId="{6B1CB841-75BE-45E2-85A6-86480929F87C}" type="presParOf" srcId="{B859F235-FDE7-4F43-9E47-1F70A1765726}" destId="{A733CBCE-CE41-4654-B190-1913514C66FE}" srcOrd="6" destOrd="0" presId="urn:microsoft.com/office/officeart/2005/8/layout/matrix1#1"/>
    <dgm:cxn modelId="{CDA96842-BBEC-4114-80B3-76AD1CEC456D}" type="presParOf" srcId="{B859F235-FDE7-4F43-9E47-1F70A1765726}" destId="{DDB6FDE2-BDCF-43AD-901D-47BD5EA26884}" srcOrd="7" destOrd="0" presId="urn:microsoft.com/office/officeart/2005/8/layout/matrix1#1"/>
    <dgm:cxn modelId="{45E574B4-9670-4B3A-BF67-2B60F08B99AE}" type="presParOf" srcId="{D952F8CE-BD47-4D92-AE86-082D400D3976}" destId="{55AD2A4B-F875-4C60-9B94-88F685147AE6}" srcOrd="1" destOrd="0" presId="urn:microsoft.com/office/officeart/2005/8/layout/matrix1#1"/>
  </dgm:cxnLst>
  <dgm:bg>
    <a:noFill/>
  </dgm:bg>
  <dgm:whole/>
  <dgm:extLst>
    <a:ext uri="http://schemas.microsoft.com/office/drawing/2008/diagram">
      <dsp:dataModelExt xmlns:dsp="http://schemas.microsoft.com/office/drawing/2008/diagram" relId="rId2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F7D6F93-9C5D-4D68-84B4-52A59C81A766}" type="doc">
      <dgm:prSet loTypeId="urn:microsoft.com/office/officeart/2005/8/layout/hList6" loCatId="list" qsTypeId="urn:microsoft.com/office/officeart/2005/8/quickstyle/simple1#10" qsCatId="simple" csTypeId="urn:microsoft.com/office/officeart/2005/8/colors/accent1_2#10" csCatId="accent1" phldr="1"/>
      <dgm:spPr/>
      <dgm:t>
        <a:bodyPr/>
        <a:lstStyle/>
        <a:p>
          <a:endParaRPr lang="zh-CN" altLang="en-US"/>
        </a:p>
      </dgm:t>
    </dgm:pt>
    <dgm:pt modelId="{E1618613-EAAC-4412-8765-1BAC1D978F2E}">
      <dgm:prSet phldrT="[文本]" custT="1"/>
      <dgm:spPr>
        <a:solidFill>
          <a:schemeClr val="bg1">
            <a:lumMod val="85000"/>
          </a:schemeClr>
        </a:solidFill>
        <a:ln>
          <a:solidFill>
            <a:schemeClr val="accent1"/>
          </a:solidFill>
        </a:ln>
      </dgm:spPr>
      <dgm:t>
        <a:bodyPr/>
        <a:lstStyle/>
        <a:p>
          <a:pPr marL="0" lvl="0" indent="0" algn="l" defTabSz="889000">
            <a:lnSpc>
              <a:spcPct val="90000"/>
            </a:lnSpc>
            <a:spcBef>
              <a:spcPct val="0"/>
            </a:spcBef>
            <a:spcAft>
              <a:spcPct val="35000"/>
            </a:spcAft>
            <a:buNone/>
          </a:pPr>
          <a:r>
            <a:rPr lang="zh-CN" altLang="en-US" sz="2000" kern="1200" dirty="0">
              <a:solidFill>
                <a:srgbClr val="FF6600"/>
              </a:solidFill>
              <a:latin typeface="Arial"/>
              <a:ea typeface="黑体"/>
              <a:cs typeface="+mn-cs"/>
            </a:rPr>
            <a:t>保护目标</a:t>
          </a:r>
        </a:p>
      </dgm:t>
    </dgm:pt>
    <dgm:pt modelId="{C694EADC-5350-4AD9-9C74-1668246DD93B}" type="parTrans" cxnId="{762CAFCC-5C42-4290-98F0-9C11D279D27C}">
      <dgm:prSet/>
      <dgm:spPr/>
      <dgm:t>
        <a:bodyPr/>
        <a:lstStyle/>
        <a:p>
          <a:endParaRPr lang="zh-CN" altLang="en-US"/>
        </a:p>
      </dgm:t>
    </dgm:pt>
    <dgm:pt modelId="{DE4F90C4-601E-4D99-9124-884417CA16CB}" type="sibTrans" cxnId="{762CAFCC-5C42-4290-98F0-9C11D279D27C}">
      <dgm:prSet/>
      <dgm:spPr/>
      <dgm:t>
        <a:bodyPr/>
        <a:lstStyle/>
        <a:p>
          <a:endParaRPr lang="zh-CN" altLang="en-US"/>
        </a:p>
      </dgm:t>
    </dgm:pt>
    <dgm:pt modelId="{26BB0B50-7AE6-42E7-A271-2486EF17C14E}">
      <dgm:prSet phldrT="[文本]" custT="1"/>
      <dgm:spPr>
        <a:solidFill>
          <a:schemeClr val="bg1">
            <a:lumMod val="85000"/>
          </a:schemeClr>
        </a:solidFill>
        <a:ln>
          <a:solidFill>
            <a:schemeClr val="accent1"/>
          </a:solidFill>
        </a:ln>
      </dgm:spPr>
      <dgm:t>
        <a:bodyPr/>
        <a:lstStyle/>
        <a:p>
          <a:pPr marL="171450" lvl="1" indent="0" algn="l" defTabSz="800100">
            <a:lnSpc>
              <a:spcPct val="130000"/>
            </a:lnSpc>
            <a:spcBef>
              <a:spcPct val="0"/>
            </a:spcBef>
            <a:spcAft>
              <a:spcPct val="15000"/>
            </a:spcAft>
          </a:pPr>
          <a:r>
            <a:rPr lang="zh-CN" altLang="en-US" sz="1800" kern="1200" dirty="0">
              <a:solidFill>
                <a:schemeClr val="tx1"/>
              </a:solidFill>
            </a:rPr>
            <a:t>信息自身的安全</a:t>
          </a:r>
        </a:p>
      </dgm:t>
    </dgm:pt>
    <dgm:pt modelId="{6728722F-B46D-4BDA-8ECA-EE6220D6D6C7}" type="parTrans" cxnId="{DFA9CDBD-7E32-4AB4-9BD8-9F5DABC39903}">
      <dgm:prSet/>
      <dgm:spPr/>
      <dgm:t>
        <a:bodyPr/>
        <a:lstStyle/>
        <a:p>
          <a:endParaRPr lang="zh-CN" altLang="en-US"/>
        </a:p>
      </dgm:t>
    </dgm:pt>
    <dgm:pt modelId="{9804E811-CBC7-4F05-B837-C885523AD75F}" type="sibTrans" cxnId="{DFA9CDBD-7E32-4AB4-9BD8-9F5DABC39903}">
      <dgm:prSet/>
      <dgm:spPr/>
      <dgm:t>
        <a:bodyPr/>
        <a:lstStyle/>
        <a:p>
          <a:endParaRPr lang="zh-CN" altLang="en-US"/>
        </a:p>
      </dgm:t>
    </dgm:pt>
    <dgm:pt modelId="{28051643-007C-4C10-B64F-8790DC26BD68}">
      <dgm:prSet phldrT="[文本]" custT="1"/>
      <dgm:spPr>
        <a:solidFill>
          <a:schemeClr val="bg1">
            <a:lumMod val="85000"/>
          </a:schemeClr>
        </a:solidFill>
        <a:ln>
          <a:solidFill>
            <a:schemeClr val="accent1"/>
          </a:solidFill>
        </a:ln>
      </dgm:spPr>
      <dgm:t>
        <a:bodyPr/>
        <a:lstStyle/>
        <a:p>
          <a:pPr marL="171450" lvl="1" indent="0" algn="l" defTabSz="800100">
            <a:lnSpc>
              <a:spcPct val="130000"/>
            </a:lnSpc>
            <a:spcBef>
              <a:spcPct val="0"/>
            </a:spcBef>
            <a:spcAft>
              <a:spcPct val="15000"/>
            </a:spcAft>
          </a:pPr>
          <a:r>
            <a:rPr lang="zh-CN" altLang="en-US" sz="1800" kern="1200" dirty="0">
              <a:solidFill>
                <a:schemeClr val="tx1"/>
              </a:solidFill>
            </a:rPr>
            <a:t>软硬件系统安全</a:t>
          </a:r>
        </a:p>
      </dgm:t>
    </dgm:pt>
    <dgm:pt modelId="{D71F17C8-D371-476A-878D-C497E66675ED}" type="parTrans" cxnId="{2FFF5903-83CF-4619-989E-C4ACF05037F0}">
      <dgm:prSet/>
      <dgm:spPr/>
      <dgm:t>
        <a:bodyPr/>
        <a:lstStyle/>
        <a:p>
          <a:endParaRPr lang="zh-CN" altLang="en-US"/>
        </a:p>
      </dgm:t>
    </dgm:pt>
    <dgm:pt modelId="{0B772C09-7032-4F0A-964D-5C123D2DAA3F}" type="sibTrans" cxnId="{2FFF5903-83CF-4619-989E-C4ACF05037F0}">
      <dgm:prSet/>
      <dgm:spPr/>
      <dgm:t>
        <a:bodyPr/>
        <a:lstStyle/>
        <a:p>
          <a:endParaRPr lang="zh-CN" altLang="en-US"/>
        </a:p>
      </dgm:t>
    </dgm:pt>
    <dgm:pt modelId="{6350ECF0-B477-48A7-8718-2D75E8CC5A46}">
      <dgm:prSet phldrT="[文本]" custT="1"/>
      <dgm:spPr>
        <a:solidFill>
          <a:schemeClr val="bg1">
            <a:lumMod val="85000"/>
          </a:schemeClr>
        </a:solidFill>
        <a:ln>
          <a:solidFill>
            <a:schemeClr val="accent1"/>
          </a:solidFill>
        </a:ln>
      </dgm:spPr>
      <dgm:t>
        <a:bodyPr/>
        <a:lstStyle/>
        <a:p>
          <a:pPr marL="0" lvl="0" indent="0" algn="l" defTabSz="889000">
            <a:lnSpc>
              <a:spcPct val="90000"/>
            </a:lnSpc>
            <a:spcBef>
              <a:spcPct val="0"/>
            </a:spcBef>
            <a:spcAft>
              <a:spcPct val="35000"/>
            </a:spcAft>
            <a:buNone/>
          </a:pPr>
          <a:r>
            <a:rPr lang="zh-CN" altLang="en-US" sz="2000" kern="1200" dirty="0">
              <a:solidFill>
                <a:srgbClr val="FF6600"/>
              </a:solidFill>
              <a:latin typeface="Arial"/>
              <a:ea typeface="黑体"/>
              <a:cs typeface="+mn-cs"/>
            </a:rPr>
            <a:t>信息安全层次</a:t>
          </a:r>
        </a:p>
      </dgm:t>
    </dgm:pt>
    <dgm:pt modelId="{1582352C-D956-4367-898F-DA801703E164}" type="parTrans" cxnId="{741E078A-6311-4A43-91AC-62556A0B4DF7}">
      <dgm:prSet/>
      <dgm:spPr/>
      <dgm:t>
        <a:bodyPr/>
        <a:lstStyle/>
        <a:p>
          <a:endParaRPr lang="zh-CN" altLang="en-US"/>
        </a:p>
      </dgm:t>
    </dgm:pt>
    <dgm:pt modelId="{EED10B75-515D-417E-8E67-E6D086DFF85C}" type="sibTrans" cxnId="{741E078A-6311-4A43-91AC-62556A0B4DF7}">
      <dgm:prSet/>
      <dgm:spPr/>
      <dgm:t>
        <a:bodyPr/>
        <a:lstStyle/>
        <a:p>
          <a:endParaRPr lang="zh-CN" altLang="en-US"/>
        </a:p>
      </dgm:t>
    </dgm:pt>
    <dgm:pt modelId="{622944E1-0E21-4AD7-A3F4-C1CE04BFE9E6}">
      <dgm:prSet phldrT="[文本]" custT="1"/>
      <dgm:spPr>
        <a:solidFill>
          <a:schemeClr val="bg1">
            <a:lumMod val="85000"/>
          </a:schemeClr>
        </a:solidFill>
        <a:ln>
          <a:solidFill>
            <a:schemeClr val="accent1"/>
          </a:solidFill>
        </a:ln>
      </dgm:spPr>
      <dgm:t>
        <a:bodyPr/>
        <a:lstStyle/>
        <a:p>
          <a:pPr marL="171450" lvl="1" indent="0" algn="l" defTabSz="800100">
            <a:lnSpc>
              <a:spcPct val="130000"/>
            </a:lnSpc>
            <a:spcBef>
              <a:spcPct val="0"/>
            </a:spcBef>
            <a:spcAft>
              <a:spcPct val="15000"/>
            </a:spcAft>
          </a:pPr>
          <a:r>
            <a:rPr lang="zh-CN" altLang="en-US" sz="1800" kern="1200" dirty="0">
              <a:solidFill>
                <a:schemeClr val="tx1"/>
              </a:solidFill>
            </a:rPr>
            <a:t>内容安全</a:t>
          </a:r>
        </a:p>
      </dgm:t>
    </dgm:pt>
    <dgm:pt modelId="{DC51CA42-49DB-4A2B-BF57-86EF7A0523B6}" type="parTrans" cxnId="{497F018B-C05A-47B1-860B-D3048C67B2F7}">
      <dgm:prSet/>
      <dgm:spPr/>
      <dgm:t>
        <a:bodyPr/>
        <a:lstStyle/>
        <a:p>
          <a:endParaRPr lang="zh-CN" altLang="en-US"/>
        </a:p>
      </dgm:t>
    </dgm:pt>
    <dgm:pt modelId="{8C373201-4FCA-4931-BFC1-BCFFEA99EFF8}" type="sibTrans" cxnId="{497F018B-C05A-47B1-860B-D3048C67B2F7}">
      <dgm:prSet/>
      <dgm:spPr/>
      <dgm:t>
        <a:bodyPr/>
        <a:lstStyle/>
        <a:p>
          <a:endParaRPr lang="zh-CN" altLang="en-US"/>
        </a:p>
      </dgm:t>
    </dgm:pt>
    <dgm:pt modelId="{EAD79E8B-5B12-4C52-A41A-64C7DDBA7F9B}">
      <dgm:prSet phldrT="[文本]" custT="1"/>
      <dgm:spPr>
        <a:solidFill>
          <a:schemeClr val="bg1">
            <a:lumMod val="85000"/>
          </a:schemeClr>
        </a:solidFill>
        <a:ln>
          <a:solidFill>
            <a:schemeClr val="accent1"/>
          </a:solidFill>
        </a:ln>
      </dgm:spPr>
      <dgm:t>
        <a:bodyPr/>
        <a:lstStyle/>
        <a:p>
          <a:pPr marL="0" lvl="0" indent="0" algn="l" defTabSz="889000">
            <a:lnSpc>
              <a:spcPct val="90000"/>
            </a:lnSpc>
            <a:spcBef>
              <a:spcPct val="0"/>
            </a:spcBef>
            <a:spcAft>
              <a:spcPct val="35000"/>
            </a:spcAft>
            <a:buNone/>
          </a:pPr>
          <a:r>
            <a:rPr lang="zh-CN" altLang="en-US" sz="2000" kern="1200" dirty="0">
              <a:solidFill>
                <a:srgbClr val="FF6600"/>
              </a:solidFill>
              <a:latin typeface="Arial"/>
              <a:ea typeface="黑体"/>
              <a:cs typeface="+mn-cs"/>
            </a:rPr>
            <a:t>主要作用</a:t>
          </a:r>
        </a:p>
      </dgm:t>
    </dgm:pt>
    <dgm:pt modelId="{3A792778-6435-47C3-9431-78908DF2D5A1}" type="parTrans" cxnId="{1AAC86A3-EA34-44D9-BFAF-A150EB0968A0}">
      <dgm:prSet/>
      <dgm:spPr/>
      <dgm:t>
        <a:bodyPr/>
        <a:lstStyle/>
        <a:p>
          <a:endParaRPr lang="zh-CN" altLang="en-US"/>
        </a:p>
      </dgm:t>
    </dgm:pt>
    <dgm:pt modelId="{BAEA2783-311C-41DE-8D4F-8CAE48166C84}" type="sibTrans" cxnId="{1AAC86A3-EA34-44D9-BFAF-A150EB0968A0}">
      <dgm:prSet/>
      <dgm:spPr/>
      <dgm:t>
        <a:bodyPr/>
        <a:lstStyle/>
        <a:p>
          <a:endParaRPr lang="zh-CN" altLang="en-US"/>
        </a:p>
      </dgm:t>
    </dgm:pt>
    <dgm:pt modelId="{84DD352A-EEE4-4D77-B3CD-E30085118614}">
      <dgm:prSet phldrT="[文本]" custT="1"/>
      <dgm:spPr>
        <a:solidFill>
          <a:schemeClr val="bg1">
            <a:lumMod val="85000"/>
          </a:schemeClr>
        </a:solidFill>
        <a:ln>
          <a:solidFill>
            <a:schemeClr val="accent1"/>
          </a:solidFill>
        </a:ln>
      </dgm:spPr>
      <dgm:t>
        <a:bodyPr/>
        <a:lstStyle/>
        <a:p>
          <a:pPr marL="171450" lvl="1" indent="0" algn="l" defTabSz="800100">
            <a:lnSpc>
              <a:spcPct val="130000"/>
            </a:lnSpc>
            <a:spcBef>
              <a:spcPct val="0"/>
            </a:spcBef>
            <a:spcAft>
              <a:spcPct val="15000"/>
            </a:spcAft>
          </a:pPr>
          <a:r>
            <a:rPr lang="zh-CN" altLang="en-US" sz="1800" kern="1200" dirty="0">
              <a:solidFill>
                <a:schemeClr val="tx1"/>
              </a:solidFill>
            </a:rPr>
            <a:t>分析过滤</a:t>
          </a:r>
        </a:p>
      </dgm:t>
    </dgm:pt>
    <dgm:pt modelId="{F0E9E4AE-7C0C-4A1D-BFE8-54922BA41CC6}" type="parTrans" cxnId="{3D923970-50AC-446B-8643-920B68B1A35E}">
      <dgm:prSet/>
      <dgm:spPr/>
      <dgm:t>
        <a:bodyPr/>
        <a:lstStyle/>
        <a:p>
          <a:endParaRPr lang="zh-CN" altLang="en-US"/>
        </a:p>
      </dgm:t>
    </dgm:pt>
    <dgm:pt modelId="{9CD285A2-52F6-42C3-820C-110B8E4AACDF}" type="sibTrans" cxnId="{3D923970-50AC-446B-8643-920B68B1A35E}">
      <dgm:prSet/>
      <dgm:spPr/>
      <dgm:t>
        <a:bodyPr/>
        <a:lstStyle/>
        <a:p>
          <a:endParaRPr lang="zh-CN" altLang="en-US"/>
        </a:p>
      </dgm:t>
    </dgm:pt>
    <dgm:pt modelId="{5929BCC0-BD81-4AB3-81E6-F4D3D78FA82F}">
      <dgm:prSet phldrT="[文本]" custT="1"/>
      <dgm:spPr>
        <a:solidFill>
          <a:schemeClr val="bg1">
            <a:lumMod val="85000"/>
          </a:schemeClr>
        </a:solidFill>
        <a:ln>
          <a:solidFill>
            <a:schemeClr val="accent1"/>
          </a:solidFill>
        </a:ln>
      </dgm:spPr>
      <dgm:t>
        <a:bodyPr/>
        <a:lstStyle/>
        <a:p>
          <a:pPr marL="171450" lvl="1" indent="0" algn="l" defTabSz="800100">
            <a:lnSpc>
              <a:spcPct val="130000"/>
            </a:lnSpc>
            <a:spcBef>
              <a:spcPct val="0"/>
            </a:spcBef>
            <a:spcAft>
              <a:spcPct val="15000"/>
            </a:spcAft>
          </a:pPr>
          <a:r>
            <a:rPr lang="zh-CN" altLang="en-US" sz="1800" kern="1200" dirty="0">
              <a:solidFill>
                <a:schemeClr val="tx1"/>
              </a:solidFill>
            </a:rPr>
            <a:t>加密保护</a:t>
          </a:r>
        </a:p>
      </dgm:t>
    </dgm:pt>
    <dgm:pt modelId="{9B92C26D-8B34-48E0-B2EB-6A415641D195}" type="parTrans" cxnId="{B262AFD8-A5D5-4ECC-9E06-A0208400A7CE}">
      <dgm:prSet/>
      <dgm:spPr/>
      <dgm:t>
        <a:bodyPr/>
        <a:lstStyle/>
        <a:p>
          <a:endParaRPr lang="zh-CN" altLang="en-US"/>
        </a:p>
      </dgm:t>
    </dgm:pt>
    <dgm:pt modelId="{28EA2188-BC52-4ACE-B45A-05C25DFA1E1B}" type="sibTrans" cxnId="{B262AFD8-A5D5-4ECC-9E06-A0208400A7CE}">
      <dgm:prSet/>
      <dgm:spPr/>
      <dgm:t>
        <a:bodyPr/>
        <a:lstStyle/>
        <a:p>
          <a:endParaRPr lang="zh-CN" altLang="en-US"/>
        </a:p>
      </dgm:t>
    </dgm:pt>
    <dgm:pt modelId="{A5751BFD-4594-40F0-A5C2-34E453554D09}">
      <dgm:prSet phldrT="[文本]" custT="1"/>
      <dgm:spPr>
        <a:solidFill>
          <a:schemeClr val="bg1">
            <a:lumMod val="85000"/>
          </a:schemeClr>
        </a:solidFill>
        <a:ln>
          <a:solidFill>
            <a:schemeClr val="accent1"/>
          </a:solidFill>
        </a:ln>
      </dgm:spPr>
      <dgm:t>
        <a:bodyPr/>
        <a:lstStyle/>
        <a:p>
          <a:pPr marL="171450" lvl="1" indent="0" algn="l" defTabSz="800100">
            <a:lnSpc>
              <a:spcPct val="130000"/>
            </a:lnSpc>
            <a:spcBef>
              <a:spcPct val="0"/>
            </a:spcBef>
            <a:spcAft>
              <a:spcPct val="15000"/>
            </a:spcAft>
          </a:pPr>
          <a:r>
            <a:rPr lang="zh-CN" altLang="en-US" sz="1800" kern="1200" dirty="0">
              <a:solidFill>
                <a:schemeClr val="tx1"/>
              </a:solidFill>
            </a:rPr>
            <a:t>基础设施的安全</a:t>
          </a:r>
        </a:p>
      </dgm:t>
    </dgm:pt>
    <dgm:pt modelId="{49AD645A-4BE4-4E4C-85B7-010D511DC1A1}" type="parTrans" cxnId="{0D426D80-09C0-47DC-9B4E-A69DE29E538F}">
      <dgm:prSet/>
      <dgm:spPr/>
      <dgm:t>
        <a:bodyPr/>
        <a:lstStyle/>
        <a:p>
          <a:endParaRPr lang="zh-CN" altLang="en-US"/>
        </a:p>
      </dgm:t>
    </dgm:pt>
    <dgm:pt modelId="{32841A18-E565-426E-93D5-8F1C735510DB}" type="sibTrans" cxnId="{0D426D80-09C0-47DC-9B4E-A69DE29E538F}">
      <dgm:prSet/>
      <dgm:spPr/>
      <dgm:t>
        <a:bodyPr/>
        <a:lstStyle/>
        <a:p>
          <a:endParaRPr lang="zh-CN" altLang="en-US"/>
        </a:p>
      </dgm:t>
    </dgm:pt>
    <dgm:pt modelId="{8266E867-C8F3-4D06-8385-53A21AC34B03}">
      <dgm:prSet phldrT="[文本]" custT="1"/>
      <dgm:spPr>
        <a:solidFill>
          <a:schemeClr val="bg1">
            <a:lumMod val="85000"/>
          </a:schemeClr>
        </a:solidFill>
        <a:ln>
          <a:solidFill>
            <a:schemeClr val="accent1"/>
          </a:solidFill>
        </a:ln>
      </dgm:spPr>
      <dgm:t>
        <a:bodyPr/>
        <a:lstStyle/>
        <a:p>
          <a:pPr marL="171450" lvl="1" indent="0" algn="l" defTabSz="800100">
            <a:lnSpc>
              <a:spcPct val="130000"/>
            </a:lnSpc>
            <a:spcBef>
              <a:spcPct val="0"/>
            </a:spcBef>
            <a:spcAft>
              <a:spcPct val="15000"/>
            </a:spcAft>
          </a:pPr>
          <a:r>
            <a:rPr lang="zh-CN" altLang="en-US" sz="1800" kern="1200" dirty="0">
              <a:solidFill>
                <a:schemeClr val="tx1"/>
              </a:solidFill>
            </a:rPr>
            <a:t>信息利用的安全</a:t>
          </a:r>
        </a:p>
      </dgm:t>
    </dgm:pt>
    <dgm:pt modelId="{4B91A98C-D860-4EF1-B872-8C3CB826E54D}" type="parTrans" cxnId="{012FBC32-2440-4906-B96A-AA1A06BF6F5F}">
      <dgm:prSet/>
      <dgm:spPr/>
      <dgm:t>
        <a:bodyPr/>
        <a:lstStyle/>
        <a:p>
          <a:endParaRPr lang="zh-CN" altLang="en-US"/>
        </a:p>
      </dgm:t>
    </dgm:pt>
    <dgm:pt modelId="{57C421B2-2AAF-41C9-AB6C-3F92315BACCC}" type="sibTrans" cxnId="{012FBC32-2440-4906-B96A-AA1A06BF6F5F}">
      <dgm:prSet/>
      <dgm:spPr/>
      <dgm:t>
        <a:bodyPr/>
        <a:lstStyle/>
        <a:p>
          <a:endParaRPr lang="zh-CN" altLang="en-US"/>
        </a:p>
      </dgm:t>
    </dgm:pt>
    <dgm:pt modelId="{3EDD9746-7CC7-4309-A196-30DCFE4312A5}">
      <dgm:prSet phldrT="[文本]" custT="1"/>
      <dgm:spPr>
        <a:solidFill>
          <a:schemeClr val="bg1">
            <a:lumMod val="85000"/>
          </a:schemeClr>
        </a:solidFill>
        <a:ln>
          <a:solidFill>
            <a:schemeClr val="accent1"/>
          </a:solidFill>
        </a:ln>
      </dgm:spPr>
      <dgm:t>
        <a:bodyPr/>
        <a:lstStyle/>
        <a:p>
          <a:pPr marL="171450" lvl="1" indent="0" algn="l" defTabSz="800100">
            <a:lnSpc>
              <a:spcPct val="130000"/>
            </a:lnSpc>
            <a:spcBef>
              <a:spcPct val="0"/>
            </a:spcBef>
            <a:spcAft>
              <a:spcPct val="15000"/>
            </a:spcAft>
          </a:pPr>
          <a:r>
            <a:rPr lang="zh-CN" altLang="en-US" sz="1800" kern="1200" dirty="0">
              <a:solidFill>
                <a:schemeClr val="tx1"/>
              </a:solidFill>
            </a:rPr>
            <a:t>数据安全</a:t>
          </a:r>
        </a:p>
      </dgm:t>
    </dgm:pt>
    <dgm:pt modelId="{260FE9BA-8CDE-4EBF-8CC2-1E440A6951D4}" type="parTrans" cxnId="{F1EF3328-C678-4B7E-ADCC-A44BFF2A61D5}">
      <dgm:prSet/>
      <dgm:spPr/>
      <dgm:t>
        <a:bodyPr/>
        <a:lstStyle/>
        <a:p>
          <a:endParaRPr lang="zh-CN" altLang="en-US"/>
        </a:p>
      </dgm:t>
    </dgm:pt>
    <dgm:pt modelId="{7D025697-C1AA-4C56-B6F2-DDD636209D25}" type="sibTrans" cxnId="{F1EF3328-C678-4B7E-ADCC-A44BFF2A61D5}">
      <dgm:prSet/>
      <dgm:spPr/>
      <dgm:t>
        <a:bodyPr/>
        <a:lstStyle/>
        <a:p>
          <a:endParaRPr lang="zh-CN" altLang="en-US"/>
        </a:p>
      </dgm:t>
    </dgm:pt>
    <dgm:pt modelId="{A58B5DA6-B15A-48D2-AB03-613A6344F9FB}">
      <dgm:prSet phldrT="[文本]" custT="1"/>
      <dgm:spPr>
        <a:solidFill>
          <a:schemeClr val="bg1">
            <a:lumMod val="85000"/>
          </a:schemeClr>
        </a:solidFill>
        <a:ln>
          <a:solidFill>
            <a:schemeClr val="accent1"/>
          </a:solidFill>
        </a:ln>
      </dgm:spPr>
      <dgm:t>
        <a:bodyPr/>
        <a:lstStyle/>
        <a:p>
          <a:pPr marL="171450" lvl="1" indent="0" algn="l" defTabSz="800100">
            <a:lnSpc>
              <a:spcPct val="130000"/>
            </a:lnSpc>
            <a:spcBef>
              <a:spcPct val="0"/>
            </a:spcBef>
            <a:spcAft>
              <a:spcPct val="15000"/>
            </a:spcAft>
          </a:pPr>
          <a:r>
            <a:rPr lang="zh-CN" altLang="en-US" sz="1800" kern="1200" dirty="0">
              <a:solidFill>
                <a:schemeClr val="tx1"/>
              </a:solidFill>
            </a:rPr>
            <a:t>运行安全</a:t>
          </a:r>
        </a:p>
      </dgm:t>
    </dgm:pt>
    <dgm:pt modelId="{16ED98F9-7344-43B5-9BDE-F581A5657B19}" type="parTrans" cxnId="{69F91C08-D9F4-4EC4-A736-270A57829CEE}">
      <dgm:prSet/>
      <dgm:spPr/>
      <dgm:t>
        <a:bodyPr/>
        <a:lstStyle/>
        <a:p>
          <a:endParaRPr lang="zh-CN" altLang="en-US"/>
        </a:p>
      </dgm:t>
    </dgm:pt>
    <dgm:pt modelId="{5AA6190F-F11C-4B73-937E-3DBDFC251990}" type="sibTrans" cxnId="{69F91C08-D9F4-4EC4-A736-270A57829CEE}">
      <dgm:prSet/>
      <dgm:spPr/>
      <dgm:t>
        <a:bodyPr/>
        <a:lstStyle/>
        <a:p>
          <a:endParaRPr lang="zh-CN" altLang="en-US"/>
        </a:p>
      </dgm:t>
    </dgm:pt>
    <dgm:pt modelId="{B19C6FA5-EA16-42F9-B9DE-B271EC460151}">
      <dgm:prSet phldrT="[文本]" custT="1"/>
      <dgm:spPr>
        <a:solidFill>
          <a:schemeClr val="bg1">
            <a:lumMod val="85000"/>
          </a:schemeClr>
        </a:solidFill>
        <a:ln>
          <a:solidFill>
            <a:schemeClr val="accent1"/>
          </a:solidFill>
        </a:ln>
      </dgm:spPr>
      <dgm:t>
        <a:bodyPr/>
        <a:lstStyle/>
        <a:p>
          <a:pPr marL="171450" lvl="1" indent="0" algn="l" defTabSz="800100">
            <a:lnSpc>
              <a:spcPct val="130000"/>
            </a:lnSpc>
            <a:spcBef>
              <a:spcPct val="0"/>
            </a:spcBef>
            <a:spcAft>
              <a:spcPct val="15000"/>
            </a:spcAft>
          </a:pPr>
          <a:r>
            <a:rPr lang="zh-CN" altLang="en-US" sz="1800" kern="1200" dirty="0">
              <a:solidFill>
                <a:schemeClr val="tx1"/>
              </a:solidFill>
            </a:rPr>
            <a:t>物理安全</a:t>
          </a:r>
        </a:p>
      </dgm:t>
    </dgm:pt>
    <dgm:pt modelId="{9226A5FF-82A3-40C6-9BB5-B5D367605ADF}" type="parTrans" cxnId="{7F2D71FD-9C35-41D8-B06E-4697D73665B3}">
      <dgm:prSet/>
      <dgm:spPr/>
      <dgm:t>
        <a:bodyPr/>
        <a:lstStyle/>
        <a:p>
          <a:endParaRPr lang="zh-CN" altLang="en-US"/>
        </a:p>
      </dgm:t>
    </dgm:pt>
    <dgm:pt modelId="{95E28F2F-1867-4A83-8DAF-8BEB3E1FCA65}" type="sibTrans" cxnId="{7F2D71FD-9C35-41D8-B06E-4697D73665B3}">
      <dgm:prSet/>
      <dgm:spPr/>
      <dgm:t>
        <a:bodyPr/>
        <a:lstStyle/>
        <a:p>
          <a:endParaRPr lang="zh-CN" altLang="en-US"/>
        </a:p>
      </dgm:t>
    </dgm:pt>
    <dgm:pt modelId="{88DD0268-8902-45C2-A371-BA4D8FE69196}">
      <dgm:prSet phldrT="[文本]" custT="1"/>
      <dgm:spPr>
        <a:solidFill>
          <a:schemeClr val="bg1">
            <a:lumMod val="85000"/>
          </a:schemeClr>
        </a:solidFill>
        <a:ln>
          <a:solidFill>
            <a:schemeClr val="accent1"/>
          </a:solidFill>
        </a:ln>
      </dgm:spPr>
      <dgm:t>
        <a:bodyPr/>
        <a:lstStyle/>
        <a:p>
          <a:pPr marL="171450" lvl="1" indent="0" algn="l" defTabSz="800100">
            <a:lnSpc>
              <a:spcPct val="130000"/>
            </a:lnSpc>
            <a:spcBef>
              <a:spcPct val="0"/>
            </a:spcBef>
            <a:spcAft>
              <a:spcPct val="15000"/>
            </a:spcAft>
          </a:pPr>
          <a:r>
            <a:rPr lang="zh-CN" altLang="en-US" sz="1800" kern="1200" dirty="0">
              <a:solidFill>
                <a:schemeClr val="tx1"/>
              </a:solidFill>
            </a:rPr>
            <a:t>网络安全</a:t>
          </a:r>
        </a:p>
      </dgm:t>
    </dgm:pt>
    <dgm:pt modelId="{8E3DC33A-35F3-41A0-B78F-EBA2959B589C}" type="parTrans" cxnId="{EFF31ABB-A8D1-4953-A1C8-AE44BA6716D2}">
      <dgm:prSet/>
      <dgm:spPr/>
      <dgm:t>
        <a:bodyPr/>
        <a:lstStyle/>
        <a:p>
          <a:endParaRPr lang="zh-CN" altLang="en-US"/>
        </a:p>
      </dgm:t>
    </dgm:pt>
    <dgm:pt modelId="{939CE453-C35D-4CE6-A614-00B1BE9C18FB}" type="sibTrans" cxnId="{EFF31ABB-A8D1-4953-A1C8-AE44BA6716D2}">
      <dgm:prSet/>
      <dgm:spPr/>
      <dgm:t>
        <a:bodyPr/>
        <a:lstStyle/>
        <a:p>
          <a:endParaRPr lang="zh-CN" altLang="en-US"/>
        </a:p>
      </dgm:t>
    </dgm:pt>
    <dgm:pt modelId="{6CE513AC-953D-4296-B85B-58920D5EA30F}">
      <dgm:prSet phldrT="[文本]" custT="1"/>
      <dgm:spPr>
        <a:solidFill>
          <a:schemeClr val="bg1">
            <a:lumMod val="85000"/>
          </a:schemeClr>
        </a:solidFill>
        <a:ln>
          <a:solidFill>
            <a:schemeClr val="accent1"/>
          </a:solidFill>
        </a:ln>
      </dgm:spPr>
      <dgm:t>
        <a:bodyPr/>
        <a:lstStyle/>
        <a:p>
          <a:pPr marL="171450" lvl="1" indent="0" algn="l" defTabSz="800100">
            <a:lnSpc>
              <a:spcPct val="130000"/>
            </a:lnSpc>
            <a:spcBef>
              <a:spcPct val="0"/>
            </a:spcBef>
            <a:spcAft>
              <a:spcPct val="15000"/>
            </a:spcAft>
          </a:pPr>
          <a:r>
            <a:rPr lang="zh-CN" altLang="en-US" sz="1800" kern="1200" dirty="0">
              <a:solidFill>
                <a:schemeClr val="tx1"/>
              </a:solidFill>
            </a:rPr>
            <a:t>容灾备份</a:t>
          </a:r>
        </a:p>
      </dgm:t>
    </dgm:pt>
    <dgm:pt modelId="{4D2D9161-D24B-4FA3-8F04-FB9FB5BCE363}" type="parTrans" cxnId="{C6D115BA-1A0A-4C8A-B77E-18330EC4BA35}">
      <dgm:prSet/>
      <dgm:spPr/>
      <dgm:t>
        <a:bodyPr/>
        <a:lstStyle/>
        <a:p>
          <a:endParaRPr lang="zh-CN" altLang="en-US"/>
        </a:p>
      </dgm:t>
    </dgm:pt>
    <dgm:pt modelId="{D67630BA-894D-4503-A589-5EFDC19C6685}" type="sibTrans" cxnId="{C6D115BA-1A0A-4C8A-B77E-18330EC4BA35}">
      <dgm:prSet/>
      <dgm:spPr/>
      <dgm:t>
        <a:bodyPr/>
        <a:lstStyle/>
        <a:p>
          <a:endParaRPr lang="zh-CN" altLang="en-US"/>
        </a:p>
      </dgm:t>
    </dgm:pt>
    <dgm:pt modelId="{F3334416-E0E6-4EFD-A9BD-CEE7A846C1A8}" type="pres">
      <dgm:prSet presAssocID="{9F7D6F93-9C5D-4D68-84B4-52A59C81A766}" presName="Name0" presStyleCnt="0">
        <dgm:presLayoutVars>
          <dgm:dir/>
          <dgm:resizeHandles val="exact"/>
        </dgm:presLayoutVars>
      </dgm:prSet>
      <dgm:spPr/>
    </dgm:pt>
    <dgm:pt modelId="{F37BCD41-03C3-403B-9248-ACC2E73D3DEA}" type="pres">
      <dgm:prSet presAssocID="{E1618613-EAAC-4412-8765-1BAC1D978F2E}" presName="node" presStyleLbl="node1" presStyleIdx="0" presStyleCnt="3">
        <dgm:presLayoutVars>
          <dgm:bulletEnabled val="1"/>
        </dgm:presLayoutVars>
      </dgm:prSet>
      <dgm:spPr/>
    </dgm:pt>
    <dgm:pt modelId="{9AE033FB-4475-446F-BE2F-E8B8A28D343B}" type="pres">
      <dgm:prSet presAssocID="{DE4F90C4-601E-4D99-9124-884417CA16CB}" presName="sibTrans" presStyleCnt="0"/>
      <dgm:spPr/>
    </dgm:pt>
    <dgm:pt modelId="{D38EB785-F8CF-40B6-8388-E73B6DA77409}" type="pres">
      <dgm:prSet presAssocID="{6350ECF0-B477-48A7-8718-2D75E8CC5A46}" presName="node" presStyleLbl="node1" presStyleIdx="1" presStyleCnt="3">
        <dgm:presLayoutVars>
          <dgm:bulletEnabled val="1"/>
        </dgm:presLayoutVars>
      </dgm:prSet>
      <dgm:spPr/>
    </dgm:pt>
    <dgm:pt modelId="{9215A9D0-33E3-4604-AACC-D9ED0ABCDB87}" type="pres">
      <dgm:prSet presAssocID="{EED10B75-515D-417E-8E67-E6D086DFF85C}" presName="sibTrans" presStyleCnt="0"/>
      <dgm:spPr/>
    </dgm:pt>
    <dgm:pt modelId="{3F6BBF47-9D68-44FD-9313-397D9AECEF6C}" type="pres">
      <dgm:prSet presAssocID="{EAD79E8B-5B12-4C52-A41A-64C7DDBA7F9B}" presName="node" presStyleLbl="node1" presStyleIdx="2" presStyleCnt="3">
        <dgm:presLayoutVars>
          <dgm:bulletEnabled val="1"/>
        </dgm:presLayoutVars>
      </dgm:prSet>
      <dgm:spPr/>
    </dgm:pt>
  </dgm:ptLst>
  <dgm:cxnLst>
    <dgm:cxn modelId="{2FFF5903-83CF-4619-989E-C4ACF05037F0}" srcId="{E1618613-EAAC-4412-8765-1BAC1D978F2E}" destId="{28051643-007C-4C10-B64F-8790DC26BD68}" srcOrd="2" destOrd="0" parTransId="{D71F17C8-D371-476A-878D-C497E66675ED}" sibTransId="{0B772C09-7032-4F0A-964D-5C123D2DAA3F}"/>
    <dgm:cxn modelId="{69F91C08-D9F4-4EC4-A736-270A57829CEE}" srcId="{6350ECF0-B477-48A7-8718-2D75E8CC5A46}" destId="{A58B5DA6-B15A-48D2-AB03-613A6344F9FB}" srcOrd="2" destOrd="0" parTransId="{16ED98F9-7344-43B5-9BDE-F581A5657B19}" sibTransId="{5AA6190F-F11C-4B73-937E-3DBDFC251990}"/>
    <dgm:cxn modelId="{F1EF3328-C678-4B7E-ADCC-A44BFF2A61D5}" srcId="{6350ECF0-B477-48A7-8718-2D75E8CC5A46}" destId="{3EDD9746-7CC7-4309-A196-30DCFE4312A5}" srcOrd="1" destOrd="0" parTransId="{260FE9BA-8CDE-4EBF-8CC2-1E440A6951D4}" sibTransId="{7D025697-C1AA-4C56-B6F2-DDD636209D25}"/>
    <dgm:cxn modelId="{2CF5BB2B-C04C-409D-AE90-D2832E1F5CA7}" type="presOf" srcId="{84DD352A-EEE4-4D77-B3CD-E30085118614}" destId="{3F6BBF47-9D68-44FD-9313-397D9AECEF6C}" srcOrd="0" destOrd="1" presId="urn:microsoft.com/office/officeart/2005/8/layout/hList6"/>
    <dgm:cxn modelId="{A2F4072C-552B-4DFE-9E59-3A7B83F6BC3E}" type="presOf" srcId="{9F7D6F93-9C5D-4D68-84B4-52A59C81A766}" destId="{F3334416-E0E6-4EFD-A9BD-CEE7A846C1A8}" srcOrd="0" destOrd="0" presId="urn:microsoft.com/office/officeart/2005/8/layout/hList6"/>
    <dgm:cxn modelId="{012FBC32-2440-4906-B96A-AA1A06BF6F5F}" srcId="{E1618613-EAAC-4412-8765-1BAC1D978F2E}" destId="{8266E867-C8F3-4D06-8385-53A21AC34B03}" srcOrd="0" destOrd="0" parTransId="{4B91A98C-D860-4EF1-B872-8C3CB826E54D}" sibTransId="{57C421B2-2AAF-41C9-AB6C-3F92315BACCC}"/>
    <dgm:cxn modelId="{A4692737-BD2D-4CFB-AF7E-649525965B41}" type="presOf" srcId="{26BB0B50-7AE6-42E7-A271-2486EF17C14E}" destId="{F37BCD41-03C3-403B-9248-ACC2E73D3DEA}" srcOrd="0" destOrd="2" presId="urn:microsoft.com/office/officeart/2005/8/layout/hList6"/>
    <dgm:cxn modelId="{0796C437-D8E4-4480-AE37-885345AD3F59}" type="presOf" srcId="{A5751BFD-4594-40F0-A5C2-34E453554D09}" destId="{F37BCD41-03C3-403B-9248-ACC2E73D3DEA}" srcOrd="0" destOrd="4" presId="urn:microsoft.com/office/officeart/2005/8/layout/hList6"/>
    <dgm:cxn modelId="{89315344-31F1-4BF8-B0B3-2AADCF9CE0D0}" type="presOf" srcId="{E1618613-EAAC-4412-8765-1BAC1D978F2E}" destId="{F37BCD41-03C3-403B-9248-ACC2E73D3DEA}" srcOrd="0" destOrd="0" presId="urn:microsoft.com/office/officeart/2005/8/layout/hList6"/>
    <dgm:cxn modelId="{2BC1E146-43B7-4E9E-A728-725DB5C1BD2E}" type="presOf" srcId="{5929BCC0-BD81-4AB3-81E6-F4D3D78FA82F}" destId="{3F6BBF47-9D68-44FD-9313-397D9AECEF6C}" srcOrd="0" destOrd="2" presId="urn:microsoft.com/office/officeart/2005/8/layout/hList6"/>
    <dgm:cxn modelId="{01273968-4DEA-401D-BC69-BAEDA98DC9BA}" type="presOf" srcId="{6350ECF0-B477-48A7-8718-2D75E8CC5A46}" destId="{D38EB785-F8CF-40B6-8388-E73B6DA77409}" srcOrd="0" destOrd="0" presId="urn:microsoft.com/office/officeart/2005/8/layout/hList6"/>
    <dgm:cxn modelId="{6E18014B-BA53-4B91-B8A1-FA0251EDA88C}" type="presOf" srcId="{A58B5DA6-B15A-48D2-AB03-613A6344F9FB}" destId="{D38EB785-F8CF-40B6-8388-E73B6DA77409}" srcOrd="0" destOrd="3" presId="urn:microsoft.com/office/officeart/2005/8/layout/hList6"/>
    <dgm:cxn modelId="{683A7A4D-5881-45B5-89AB-6B54B790B067}" type="presOf" srcId="{6CE513AC-953D-4296-B85B-58920D5EA30F}" destId="{3F6BBF47-9D68-44FD-9313-397D9AECEF6C}" srcOrd="0" destOrd="4" presId="urn:microsoft.com/office/officeart/2005/8/layout/hList6"/>
    <dgm:cxn modelId="{3D923970-50AC-446B-8643-920B68B1A35E}" srcId="{EAD79E8B-5B12-4C52-A41A-64C7DDBA7F9B}" destId="{84DD352A-EEE4-4D77-B3CD-E30085118614}" srcOrd="0" destOrd="0" parTransId="{F0E9E4AE-7C0C-4A1D-BFE8-54922BA41CC6}" sibTransId="{9CD285A2-52F6-42C3-820C-110B8E4AACDF}"/>
    <dgm:cxn modelId="{8191DA50-DAF3-4683-9BF5-5169ABAFF6B1}" type="presOf" srcId="{3EDD9746-7CC7-4309-A196-30DCFE4312A5}" destId="{D38EB785-F8CF-40B6-8388-E73B6DA77409}" srcOrd="0" destOrd="2" presId="urn:microsoft.com/office/officeart/2005/8/layout/hList6"/>
    <dgm:cxn modelId="{0D426D80-09C0-47DC-9B4E-A69DE29E538F}" srcId="{E1618613-EAAC-4412-8765-1BAC1D978F2E}" destId="{A5751BFD-4594-40F0-A5C2-34E453554D09}" srcOrd="3" destOrd="0" parTransId="{49AD645A-4BE4-4E4C-85B7-010D511DC1A1}" sibTransId="{32841A18-E565-426E-93D5-8F1C735510DB}"/>
    <dgm:cxn modelId="{741E078A-6311-4A43-91AC-62556A0B4DF7}" srcId="{9F7D6F93-9C5D-4D68-84B4-52A59C81A766}" destId="{6350ECF0-B477-48A7-8718-2D75E8CC5A46}" srcOrd="1" destOrd="0" parTransId="{1582352C-D956-4367-898F-DA801703E164}" sibTransId="{EED10B75-515D-417E-8E67-E6D086DFF85C}"/>
    <dgm:cxn modelId="{497F018B-C05A-47B1-860B-D3048C67B2F7}" srcId="{6350ECF0-B477-48A7-8718-2D75E8CC5A46}" destId="{622944E1-0E21-4AD7-A3F4-C1CE04BFE9E6}" srcOrd="0" destOrd="0" parTransId="{DC51CA42-49DB-4A2B-BF57-86EF7A0523B6}" sibTransId="{8C373201-4FCA-4931-BFC1-BCFFEA99EFF8}"/>
    <dgm:cxn modelId="{F7EA4196-436E-4D4B-8200-E23D6174AE50}" type="presOf" srcId="{88DD0268-8902-45C2-A371-BA4D8FE69196}" destId="{3F6BBF47-9D68-44FD-9313-397D9AECEF6C}" srcOrd="0" destOrd="3" presId="urn:microsoft.com/office/officeart/2005/8/layout/hList6"/>
    <dgm:cxn modelId="{1AAC86A3-EA34-44D9-BFAF-A150EB0968A0}" srcId="{9F7D6F93-9C5D-4D68-84B4-52A59C81A766}" destId="{EAD79E8B-5B12-4C52-A41A-64C7DDBA7F9B}" srcOrd="2" destOrd="0" parTransId="{3A792778-6435-47C3-9431-78908DF2D5A1}" sibTransId="{BAEA2783-311C-41DE-8D4F-8CAE48166C84}"/>
    <dgm:cxn modelId="{60A029AB-90C8-4701-AD3E-02E38A5B78F7}" type="presOf" srcId="{622944E1-0E21-4AD7-A3F4-C1CE04BFE9E6}" destId="{D38EB785-F8CF-40B6-8388-E73B6DA77409}" srcOrd="0" destOrd="1" presId="urn:microsoft.com/office/officeart/2005/8/layout/hList6"/>
    <dgm:cxn modelId="{C6D115BA-1A0A-4C8A-B77E-18330EC4BA35}" srcId="{EAD79E8B-5B12-4C52-A41A-64C7DDBA7F9B}" destId="{6CE513AC-953D-4296-B85B-58920D5EA30F}" srcOrd="3" destOrd="0" parTransId="{4D2D9161-D24B-4FA3-8F04-FB9FB5BCE363}" sibTransId="{D67630BA-894D-4503-A589-5EFDC19C6685}"/>
    <dgm:cxn modelId="{B97D79BA-8D5F-48A5-B496-2BAC0E799963}" type="presOf" srcId="{8266E867-C8F3-4D06-8385-53A21AC34B03}" destId="{F37BCD41-03C3-403B-9248-ACC2E73D3DEA}" srcOrd="0" destOrd="1" presId="urn:microsoft.com/office/officeart/2005/8/layout/hList6"/>
    <dgm:cxn modelId="{EFF31ABB-A8D1-4953-A1C8-AE44BA6716D2}" srcId="{EAD79E8B-5B12-4C52-A41A-64C7DDBA7F9B}" destId="{88DD0268-8902-45C2-A371-BA4D8FE69196}" srcOrd="2" destOrd="0" parTransId="{8E3DC33A-35F3-41A0-B78F-EBA2959B589C}" sibTransId="{939CE453-C35D-4CE6-A614-00B1BE9C18FB}"/>
    <dgm:cxn modelId="{DFA9CDBD-7E32-4AB4-9BD8-9F5DABC39903}" srcId="{E1618613-EAAC-4412-8765-1BAC1D978F2E}" destId="{26BB0B50-7AE6-42E7-A271-2486EF17C14E}" srcOrd="1" destOrd="0" parTransId="{6728722F-B46D-4BDA-8ECA-EE6220D6D6C7}" sibTransId="{9804E811-CBC7-4F05-B837-C885523AD75F}"/>
    <dgm:cxn modelId="{C03756C4-0258-4A5F-A073-A12C05DC85B2}" type="presOf" srcId="{B19C6FA5-EA16-42F9-B9DE-B271EC460151}" destId="{D38EB785-F8CF-40B6-8388-E73B6DA77409}" srcOrd="0" destOrd="4" presId="urn:microsoft.com/office/officeart/2005/8/layout/hList6"/>
    <dgm:cxn modelId="{762CAFCC-5C42-4290-98F0-9C11D279D27C}" srcId="{9F7D6F93-9C5D-4D68-84B4-52A59C81A766}" destId="{E1618613-EAAC-4412-8765-1BAC1D978F2E}" srcOrd="0" destOrd="0" parTransId="{C694EADC-5350-4AD9-9C74-1668246DD93B}" sibTransId="{DE4F90C4-601E-4D99-9124-884417CA16CB}"/>
    <dgm:cxn modelId="{19C2F8CD-47BA-497B-9A9F-47197FB29429}" type="presOf" srcId="{EAD79E8B-5B12-4C52-A41A-64C7DDBA7F9B}" destId="{3F6BBF47-9D68-44FD-9313-397D9AECEF6C}" srcOrd="0" destOrd="0" presId="urn:microsoft.com/office/officeart/2005/8/layout/hList6"/>
    <dgm:cxn modelId="{935D13D1-0D62-4FD0-B6CC-54C0C5FC1D14}" type="presOf" srcId="{28051643-007C-4C10-B64F-8790DC26BD68}" destId="{F37BCD41-03C3-403B-9248-ACC2E73D3DEA}" srcOrd="0" destOrd="3" presId="urn:microsoft.com/office/officeart/2005/8/layout/hList6"/>
    <dgm:cxn modelId="{B262AFD8-A5D5-4ECC-9E06-A0208400A7CE}" srcId="{EAD79E8B-5B12-4C52-A41A-64C7DDBA7F9B}" destId="{5929BCC0-BD81-4AB3-81E6-F4D3D78FA82F}" srcOrd="1" destOrd="0" parTransId="{9B92C26D-8B34-48E0-B2EB-6A415641D195}" sibTransId="{28EA2188-BC52-4ACE-B45A-05C25DFA1E1B}"/>
    <dgm:cxn modelId="{7F2D71FD-9C35-41D8-B06E-4697D73665B3}" srcId="{6350ECF0-B477-48A7-8718-2D75E8CC5A46}" destId="{B19C6FA5-EA16-42F9-B9DE-B271EC460151}" srcOrd="3" destOrd="0" parTransId="{9226A5FF-82A3-40C6-9BB5-B5D367605ADF}" sibTransId="{95E28F2F-1867-4A83-8DAF-8BEB3E1FCA65}"/>
    <dgm:cxn modelId="{1447D6F7-2768-453F-9544-66B58D03F523}" type="presParOf" srcId="{F3334416-E0E6-4EFD-A9BD-CEE7A846C1A8}" destId="{F37BCD41-03C3-403B-9248-ACC2E73D3DEA}" srcOrd="0" destOrd="0" presId="urn:microsoft.com/office/officeart/2005/8/layout/hList6"/>
    <dgm:cxn modelId="{C72FDE02-7269-4BA2-A1DE-921D71A28D1E}" type="presParOf" srcId="{F3334416-E0E6-4EFD-A9BD-CEE7A846C1A8}" destId="{9AE033FB-4475-446F-BE2F-E8B8A28D343B}" srcOrd="1" destOrd="0" presId="urn:microsoft.com/office/officeart/2005/8/layout/hList6"/>
    <dgm:cxn modelId="{7C6CC2D9-A8D0-4274-9753-D46589FA7C86}" type="presParOf" srcId="{F3334416-E0E6-4EFD-A9BD-CEE7A846C1A8}" destId="{D38EB785-F8CF-40B6-8388-E73B6DA77409}" srcOrd="2" destOrd="0" presId="urn:microsoft.com/office/officeart/2005/8/layout/hList6"/>
    <dgm:cxn modelId="{26984E0E-7E01-4676-B160-7DA63A6DF87F}" type="presParOf" srcId="{F3334416-E0E6-4EFD-A9BD-CEE7A846C1A8}" destId="{9215A9D0-33E3-4604-AACC-D9ED0ABCDB87}" srcOrd="3" destOrd="0" presId="urn:microsoft.com/office/officeart/2005/8/layout/hList6"/>
    <dgm:cxn modelId="{8CC915B7-3154-49ED-B3D2-CDF25F897690}" type="presParOf" srcId="{F3334416-E0E6-4EFD-A9BD-CEE7A846C1A8}" destId="{3F6BBF47-9D68-44FD-9313-397D9AECEF6C}" srcOrd="4" destOrd="0" presId="urn:microsoft.com/office/officeart/2005/8/layout/hList6"/>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17BA4DD-EF9F-4002-BC56-7C773983A824}" type="doc">
      <dgm:prSet loTypeId="urn:microsoft.com/office/officeart/2005/8/layout/vList5" loCatId="list" qsTypeId="urn:microsoft.com/office/officeart/2005/8/quickstyle/simple1#11" qsCatId="simple" csTypeId="urn:microsoft.com/office/officeart/2005/8/colors/accent1_2#11" csCatId="accent1" phldr="1"/>
      <dgm:spPr/>
      <dgm:t>
        <a:bodyPr/>
        <a:lstStyle/>
        <a:p>
          <a:endParaRPr lang="zh-CN" altLang="en-US"/>
        </a:p>
      </dgm:t>
    </dgm:pt>
    <dgm:pt modelId="{82A132A4-C300-4DF9-8304-D2476824005F}">
      <dgm:prSet phldrT="[文本]" custT="1"/>
      <dgm:spPr>
        <a:solidFill>
          <a:schemeClr val="bg1">
            <a:lumMod val="85000"/>
          </a:schemeClr>
        </a:solidFill>
        <a:ln>
          <a:solidFill>
            <a:schemeClr val="accent1"/>
          </a:solidFill>
        </a:ln>
      </dgm:spPr>
      <dgm:t>
        <a:bodyPr/>
        <a:lstStyle/>
        <a:p>
          <a:r>
            <a:rPr lang="zh-CN" altLang="en-US" sz="2000" dirty="0">
              <a:solidFill>
                <a:schemeClr val="tx1"/>
              </a:solidFill>
            </a:rPr>
            <a:t>盗版贩卖和非法使用</a:t>
          </a:r>
        </a:p>
      </dgm:t>
    </dgm:pt>
    <dgm:pt modelId="{F22CF9A6-6234-455F-922C-163543FCBA55}" type="parTrans" cxnId="{C0CB4966-36C4-4796-A7F3-3F7026B6DCFD}">
      <dgm:prSet/>
      <dgm:spPr/>
      <dgm:t>
        <a:bodyPr/>
        <a:lstStyle/>
        <a:p>
          <a:endParaRPr lang="zh-CN" altLang="en-US"/>
        </a:p>
      </dgm:t>
    </dgm:pt>
    <dgm:pt modelId="{6AB20D7E-DA04-4283-988F-F79456478BF7}" type="sibTrans" cxnId="{C0CB4966-36C4-4796-A7F3-3F7026B6DCFD}">
      <dgm:prSet/>
      <dgm:spPr/>
      <dgm:t>
        <a:bodyPr/>
        <a:lstStyle/>
        <a:p>
          <a:endParaRPr lang="zh-CN" altLang="en-US"/>
        </a:p>
      </dgm:t>
    </dgm:pt>
    <dgm:pt modelId="{958CAFAE-3CBC-4310-A919-51976E600600}">
      <dgm:prSet phldrT="[文本]" custT="1"/>
      <dgm:spPr>
        <a:ln>
          <a:solidFill>
            <a:schemeClr val="accent1">
              <a:alpha val="90000"/>
            </a:schemeClr>
          </a:solidFill>
        </a:ln>
      </dgm:spPr>
      <dgm:t>
        <a:bodyPr/>
        <a:lstStyle/>
        <a:p>
          <a:pPr>
            <a:lnSpc>
              <a:spcPct val="150000"/>
            </a:lnSpc>
          </a:pPr>
          <a:r>
            <a:rPr lang="zh-CN" altLang="en-US" sz="1800" dirty="0"/>
            <a:t>信息隐藏、数字水印</a:t>
          </a:r>
        </a:p>
      </dgm:t>
    </dgm:pt>
    <dgm:pt modelId="{2BAC763F-C674-4F1F-91EE-F36F470BE48D}" type="parTrans" cxnId="{5EC22E66-6E18-47D8-AD6C-1C22159101DE}">
      <dgm:prSet/>
      <dgm:spPr/>
      <dgm:t>
        <a:bodyPr/>
        <a:lstStyle/>
        <a:p>
          <a:endParaRPr lang="zh-CN" altLang="en-US"/>
        </a:p>
      </dgm:t>
    </dgm:pt>
    <dgm:pt modelId="{B7844511-F97B-49DF-A84B-1CB16182E7CB}" type="sibTrans" cxnId="{5EC22E66-6E18-47D8-AD6C-1C22159101DE}">
      <dgm:prSet/>
      <dgm:spPr/>
      <dgm:t>
        <a:bodyPr/>
        <a:lstStyle/>
        <a:p>
          <a:endParaRPr lang="zh-CN" altLang="en-US"/>
        </a:p>
      </dgm:t>
    </dgm:pt>
    <dgm:pt modelId="{61261CB3-C434-4DD5-B468-91AED294F97F}">
      <dgm:prSet phldrT="[文本]" custT="1"/>
      <dgm:spPr>
        <a:solidFill>
          <a:schemeClr val="bg1">
            <a:lumMod val="85000"/>
          </a:schemeClr>
        </a:solidFill>
        <a:ln>
          <a:solidFill>
            <a:schemeClr val="accent1"/>
          </a:solidFill>
        </a:ln>
      </dgm:spPr>
      <dgm:t>
        <a:bodyPr/>
        <a:lstStyle/>
        <a:p>
          <a:r>
            <a:rPr lang="zh-CN" altLang="en-US" sz="2000" dirty="0">
              <a:solidFill>
                <a:schemeClr val="tx1"/>
              </a:solidFill>
            </a:rPr>
            <a:t>非法及有害内容破坏和</a:t>
          </a:r>
          <a:endParaRPr lang="en-US" altLang="zh-CN" sz="2000" dirty="0">
            <a:solidFill>
              <a:schemeClr val="tx1"/>
            </a:solidFill>
          </a:endParaRPr>
        </a:p>
        <a:p>
          <a:r>
            <a:rPr lang="zh-CN" altLang="en-US" sz="2000" dirty="0">
              <a:solidFill>
                <a:schemeClr val="tx1"/>
              </a:solidFill>
            </a:rPr>
            <a:t>污染社会环境</a:t>
          </a:r>
        </a:p>
      </dgm:t>
    </dgm:pt>
    <dgm:pt modelId="{41CA0931-430D-4860-972B-74EB49EE1A51}" type="parTrans" cxnId="{16080C09-4990-4249-BAB6-A3FDBB93A056}">
      <dgm:prSet/>
      <dgm:spPr/>
      <dgm:t>
        <a:bodyPr/>
        <a:lstStyle/>
        <a:p>
          <a:endParaRPr lang="zh-CN" altLang="en-US"/>
        </a:p>
      </dgm:t>
    </dgm:pt>
    <dgm:pt modelId="{FC148B0B-EA8C-4D97-973B-23AAFDD8CFAA}" type="sibTrans" cxnId="{16080C09-4990-4249-BAB6-A3FDBB93A056}">
      <dgm:prSet/>
      <dgm:spPr/>
      <dgm:t>
        <a:bodyPr/>
        <a:lstStyle/>
        <a:p>
          <a:endParaRPr lang="zh-CN" altLang="en-US"/>
        </a:p>
      </dgm:t>
    </dgm:pt>
    <dgm:pt modelId="{CE87E1D1-9D0F-4FDD-8336-D80F8D925D25}">
      <dgm:prSet phldrT="[文本]" custT="1"/>
      <dgm:spPr>
        <a:ln>
          <a:solidFill>
            <a:schemeClr val="accent1">
              <a:alpha val="90000"/>
            </a:schemeClr>
          </a:solidFill>
        </a:ln>
      </dgm:spPr>
      <dgm:t>
        <a:bodyPr/>
        <a:lstStyle/>
        <a:p>
          <a:r>
            <a:rPr lang="zh-CN" altLang="en-US" sz="2000" dirty="0"/>
            <a:t>基于内容过滤</a:t>
          </a:r>
        </a:p>
      </dgm:t>
    </dgm:pt>
    <dgm:pt modelId="{902E2CA5-7106-4886-A91A-E789B9FF39DD}" type="parTrans" cxnId="{D1730B21-0B3E-4F25-87F2-67526F8A5712}">
      <dgm:prSet/>
      <dgm:spPr/>
      <dgm:t>
        <a:bodyPr/>
        <a:lstStyle/>
        <a:p>
          <a:endParaRPr lang="zh-CN" altLang="en-US"/>
        </a:p>
      </dgm:t>
    </dgm:pt>
    <dgm:pt modelId="{5F7F9059-98B5-43CA-B572-F26E6B9CA43D}" type="sibTrans" cxnId="{D1730B21-0B3E-4F25-87F2-67526F8A5712}">
      <dgm:prSet/>
      <dgm:spPr/>
      <dgm:t>
        <a:bodyPr/>
        <a:lstStyle/>
        <a:p>
          <a:endParaRPr lang="zh-CN" altLang="en-US"/>
        </a:p>
      </dgm:t>
    </dgm:pt>
    <dgm:pt modelId="{1D735E36-00A2-4718-A4FA-663F0E86155F}">
      <dgm:prSet phldrT="[文本]" custT="1"/>
      <dgm:spPr>
        <a:solidFill>
          <a:schemeClr val="bg1">
            <a:lumMod val="85000"/>
          </a:schemeClr>
        </a:solidFill>
        <a:ln>
          <a:solidFill>
            <a:schemeClr val="accent1"/>
          </a:solidFill>
        </a:ln>
      </dgm:spPr>
      <dgm:t>
        <a:bodyPr/>
        <a:lstStyle/>
        <a:p>
          <a:r>
            <a:rPr lang="zh-CN" altLang="en-US" sz="2000" dirty="0">
              <a:solidFill>
                <a:schemeClr val="tx1"/>
              </a:solidFill>
            </a:rPr>
            <a:t>真实和原始认证</a:t>
          </a:r>
        </a:p>
      </dgm:t>
    </dgm:pt>
    <dgm:pt modelId="{EBE5BCFD-61CF-46F0-A05D-BD0E6607B895}" type="parTrans" cxnId="{A1D0E289-6685-4911-8B26-7C1DCFC0DD2C}">
      <dgm:prSet/>
      <dgm:spPr/>
      <dgm:t>
        <a:bodyPr/>
        <a:lstStyle/>
        <a:p>
          <a:endParaRPr lang="zh-CN" altLang="en-US"/>
        </a:p>
      </dgm:t>
    </dgm:pt>
    <dgm:pt modelId="{57E28F71-959E-4C18-BFA5-84CBB4B03553}" type="sibTrans" cxnId="{A1D0E289-6685-4911-8B26-7C1DCFC0DD2C}">
      <dgm:prSet/>
      <dgm:spPr/>
      <dgm:t>
        <a:bodyPr/>
        <a:lstStyle/>
        <a:p>
          <a:endParaRPr lang="zh-CN" altLang="en-US"/>
        </a:p>
      </dgm:t>
    </dgm:pt>
    <dgm:pt modelId="{5F2CD620-13D4-4B79-BB5A-7D354B08E563}">
      <dgm:prSet phldrT="[文本]" custT="1"/>
      <dgm:spPr>
        <a:ln>
          <a:solidFill>
            <a:schemeClr val="accent1">
              <a:alpha val="90000"/>
            </a:schemeClr>
          </a:solidFill>
        </a:ln>
      </dgm:spPr>
      <dgm:t>
        <a:bodyPr/>
        <a:lstStyle/>
        <a:p>
          <a:r>
            <a:rPr lang="zh-CN" altLang="en-US" sz="1800" dirty="0"/>
            <a:t>数字内容取证</a:t>
          </a:r>
        </a:p>
      </dgm:t>
    </dgm:pt>
    <dgm:pt modelId="{6AEE376A-2E4F-4775-9411-2ADA8AC5AE26}" type="parTrans" cxnId="{3F04ED6F-512F-46A7-83DA-A61CF9164C36}">
      <dgm:prSet/>
      <dgm:spPr/>
      <dgm:t>
        <a:bodyPr/>
        <a:lstStyle/>
        <a:p>
          <a:endParaRPr lang="zh-CN" altLang="en-US"/>
        </a:p>
      </dgm:t>
    </dgm:pt>
    <dgm:pt modelId="{DEA10729-CFD3-4722-AB0B-E093D2857AF6}" type="sibTrans" cxnId="{3F04ED6F-512F-46A7-83DA-A61CF9164C36}">
      <dgm:prSet/>
      <dgm:spPr/>
      <dgm:t>
        <a:bodyPr/>
        <a:lstStyle/>
        <a:p>
          <a:endParaRPr lang="zh-CN" altLang="en-US"/>
        </a:p>
      </dgm:t>
    </dgm:pt>
    <dgm:pt modelId="{0AE39205-13D9-4E37-ABCD-C1EEA3838C17}">
      <dgm:prSet phldrT="[文本]" custT="1"/>
      <dgm:spPr>
        <a:ln>
          <a:solidFill>
            <a:schemeClr val="accent1">
              <a:alpha val="90000"/>
            </a:schemeClr>
          </a:solidFill>
        </a:ln>
      </dgm:spPr>
      <dgm:t>
        <a:bodyPr/>
        <a:lstStyle/>
        <a:p>
          <a:pPr>
            <a:lnSpc>
              <a:spcPct val="150000"/>
            </a:lnSpc>
          </a:pPr>
          <a:r>
            <a:rPr lang="zh-CN" altLang="en-US" sz="1800" dirty="0"/>
            <a:t>数字版权管理</a:t>
          </a:r>
        </a:p>
      </dgm:t>
    </dgm:pt>
    <dgm:pt modelId="{9781A24E-3ACA-4882-B323-F24FB62FEB7B}" type="parTrans" cxnId="{E615F461-DADC-4EF4-9045-81011F6E4FD7}">
      <dgm:prSet/>
      <dgm:spPr/>
      <dgm:t>
        <a:bodyPr/>
        <a:lstStyle/>
        <a:p>
          <a:endParaRPr lang="zh-CN" altLang="en-US"/>
        </a:p>
      </dgm:t>
    </dgm:pt>
    <dgm:pt modelId="{6013DDB0-A813-49AD-858D-27964702688B}" type="sibTrans" cxnId="{E615F461-DADC-4EF4-9045-81011F6E4FD7}">
      <dgm:prSet/>
      <dgm:spPr/>
      <dgm:t>
        <a:bodyPr/>
        <a:lstStyle/>
        <a:p>
          <a:endParaRPr lang="zh-CN" altLang="en-US"/>
        </a:p>
      </dgm:t>
    </dgm:pt>
    <dgm:pt modelId="{3830951A-D2F8-4A67-ABC8-944B470203C2}" type="pres">
      <dgm:prSet presAssocID="{F17BA4DD-EF9F-4002-BC56-7C773983A824}" presName="Name0" presStyleCnt="0">
        <dgm:presLayoutVars>
          <dgm:dir/>
          <dgm:animLvl val="lvl"/>
          <dgm:resizeHandles val="exact"/>
        </dgm:presLayoutVars>
      </dgm:prSet>
      <dgm:spPr/>
    </dgm:pt>
    <dgm:pt modelId="{605B6BB5-6E54-45CF-BB2F-38C648B0AB18}" type="pres">
      <dgm:prSet presAssocID="{82A132A4-C300-4DF9-8304-D2476824005F}" presName="linNode" presStyleCnt="0"/>
      <dgm:spPr/>
    </dgm:pt>
    <dgm:pt modelId="{05964938-E2A5-413F-90D3-F3C99CC0E7D7}" type="pres">
      <dgm:prSet presAssocID="{82A132A4-C300-4DF9-8304-D2476824005F}" presName="parentText" presStyleLbl="node1" presStyleIdx="0" presStyleCnt="3" custScaleX="100187" custScaleY="56624">
        <dgm:presLayoutVars>
          <dgm:chMax val="1"/>
          <dgm:bulletEnabled val="1"/>
        </dgm:presLayoutVars>
      </dgm:prSet>
      <dgm:spPr/>
    </dgm:pt>
    <dgm:pt modelId="{A35671C6-2EA7-4CA3-BECB-6AB40FAE19CC}" type="pres">
      <dgm:prSet presAssocID="{82A132A4-C300-4DF9-8304-D2476824005F}" presName="descendantText" presStyleLbl="alignAccFollowNode1" presStyleIdx="0" presStyleCnt="3" custScaleX="82733" custLinFactNeighborX="7894">
        <dgm:presLayoutVars>
          <dgm:bulletEnabled val="1"/>
        </dgm:presLayoutVars>
      </dgm:prSet>
      <dgm:spPr/>
    </dgm:pt>
    <dgm:pt modelId="{0BCED160-1C94-458C-BCE6-6AF8BBC2C2DF}" type="pres">
      <dgm:prSet presAssocID="{6AB20D7E-DA04-4283-988F-F79456478BF7}" presName="sp" presStyleCnt="0"/>
      <dgm:spPr/>
    </dgm:pt>
    <dgm:pt modelId="{76BA2E84-1910-499E-9CBC-113DA23AE72B}" type="pres">
      <dgm:prSet presAssocID="{61261CB3-C434-4DD5-B468-91AED294F97F}" presName="linNode" presStyleCnt="0"/>
      <dgm:spPr/>
    </dgm:pt>
    <dgm:pt modelId="{D5427F5D-CD9C-45C5-9C11-D4C5F2BB588F}" type="pres">
      <dgm:prSet presAssocID="{61261CB3-C434-4DD5-B468-91AED294F97F}" presName="parentText" presStyleLbl="node1" presStyleIdx="1" presStyleCnt="3" custScaleX="102448" custScaleY="62515">
        <dgm:presLayoutVars>
          <dgm:chMax val="1"/>
          <dgm:bulletEnabled val="1"/>
        </dgm:presLayoutVars>
      </dgm:prSet>
      <dgm:spPr/>
    </dgm:pt>
    <dgm:pt modelId="{4A9B920E-C244-41D7-AD31-3816B758F870}" type="pres">
      <dgm:prSet presAssocID="{61261CB3-C434-4DD5-B468-91AED294F97F}" presName="descendantText" presStyleLbl="alignAccFollowNode1" presStyleIdx="1" presStyleCnt="3" custScaleX="73515" custLinFactNeighborX="5633">
        <dgm:presLayoutVars>
          <dgm:bulletEnabled val="1"/>
        </dgm:presLayoutVars>
      </dgm:prSet>
      <dgm:spPr/>
    </dgm:pt>
    <dgm:pt modelId="{2A028EDC-25D5-401B-BAE9-B63FC75E804B}" type="pres">
      <dgm:prSet presAssocID="{FC148B0B-EA8C-4D97-973B-23AAFDD8CFAA}" presName="sp" presStyleCnt="0"/>
      <dgm:spPr/>
    </dgm:pt>
    <dgm:pt modelId="{3C91D306-A538-410F-9E2F-2E47C7A40504}" type="pres">
      <dgm:prSet presAssocID="{1D735E36-00A2-4718-A4FA-663F0E86155F}" presName="linNode" presStyleCnt="0"/>
      <dgm:spPr/>
    </dgm:pt>
    <dgm:pt modelId="{9F82C6D0-23F6-4BD6-A61C-88401C282A09}" type="pres">
      <dgm:prSet presAssocID="{1D735E36-00A2-4718-A4FA-663F0E86155F}" presName="parentText" presStyleLbl="node1" presStyleIdx="2" presStyleCnt="3" custScaleX="99999" custScaleY="44969">
        <dgm:presLayoutVars>
          <dgm:chMax val="1"/>
          <dgm:bulletEnabled val="1"/>
        </dgm:presLayoutVars>
      </dgm:prSet>
      <dgm:spPr/>
    </dgm:pt>
    <dgm:pt modelId="{6C7A809B-F002-408A-8705-F3553F5547FB}" type="pres">
      <dgm:prSet presAssocID="{1D735E36-00A2-4718-A4FA-663F0E86155F}" presName="descendantText" presStyleLbl="alignAccFollowNode1" presStyleIdx="2" presStyleCnt="3" custScaleX="81461" custLinFactNeighborX="8329">
        <dgm:presLayoutVars>
          <dgm:bulletEnabled val="1"/>
        </dgm:presLayoutVars>
      </dgm:prSet>
      <dgm:spPr/>
    </dgm:pt>
  </dgm:ptLst>
  <dgm:cxnLst>
    <dgm:cxn modelId="{C6126800-CBE3-4D24-A680-199A08D3EEB0}" type="presOf" srcId="{61261CB3-C434-4DD5-B468-91AED294F97F}" destId="{D5427F5D-CD9C-45C5-9C11-D4C5F2BB588F}" srcOrd="0" destOrd="0" presId="urn:microsoft.com/office/officeart/2005/8/layout/vList5"/>
    <dgm:cxn modelId="{16080C09-4990-4249-BAB6-A3FDBB93A056}" srcId="{F17BA4DD-EF9F-4002-BC56-7C773983A824}" destId="{61261CB3-C434-4DD5-B468-91AED294F97F}" srcOrd="1" destOrd="0" parTransId="{41CA0931-430D-4860-972B-74EB49EE1A51}" sibTransId="{FC148B0B-EA8C-4D97-973B-23AAFDD8CFAA}"/>
    <dgm:cxn modelId="{3492350D-04F1-4387-AA34-C432098D3911}" type="presOf" srcId="{CE87E1D1-9D0F-4FDD-8336-D80F8D925D25}" destId="{4A9B920E-C244-41D7-AD31-3816B758F870}" srcOrd="0" destOrd="0" presId="urn:microsoft.com/office/officeart/2005/8/layout/vList5"/>
    <dgm:cxn modelId="{7266B314-A52B-4779-9E0E-6C9B3ABF3E9B}" type="presOf" srcId="{F17BA4DD-EF9F-4002-BC56-7C773983A824}" destId="{3830951A-D2F8-4A67-ABC8-944B470203C2}" srcOrd="0" destOrd="0" presId="urn:microsoft.com/office/officeart/2005/8/layout/vList5"/>
    <dgm:cxn modelId="{8F5E7C1C-F91E-4464-BE00-00DECBB6A4B4}" type="presOf" srcId="{1D735E36-00A2-4718-A4FA-663F0E86155F}" destId="{9F82C6D0-23F6-4BD6-A61C-88401C282A09}" srcOrd="0" destOrd="0" presId="urn:microsoft.com/office/officeart/2005/8/layout/vList5"/>
    <dgm:cxn modelId="{D1730B21-0B3E-4F25-87F2-67526F8A5712}" srcId="{61261CB3-C434-4DD5-B468-91AED294F97F}" destId="{CE87E1D1-9D0F-4FDD-8336-D80F8D925D25}" srcOrd="0" destOrd="0" parTransId="{902E2CA5-7106-4886-A91A-E789B9FF39DD}" sibTransId="{5F7F9059-98B5-43CA-B572-F26E6B9CA43D}"/>
    <dgm:cxn modelId="{B6B09225-7B19-42DF-856C-DAABF6CDFFB7}" type="presOf" srcId="{958CAFAE-3CBC-4310-A919-51976E600600}" destId="{A35671C6-2EA7-4CA3-BECB-6AB40FAE19CC}" srcOrd="0" destOrd="0" presId="urn:microsoft.com/office/officeart/2005/8/layout/vList5"/>
    <dgm:cxn modelId="{E615F461-DADC-4EF4-9045-81011F6E4FD7}" srcId="{82A132A4-C300-4DF9-8304-D2476824005F}" destId="{0AE39205-13D9-4E37-ABCD-C1EEA3838C17}" srcOrd="1" destOrd="0" parTransId="{9781A24E-3ACA-4882-B323-F24FB62FEB7B}" sibTransId="{6013DDB0-A813-49AD-858D-27964702688B}"/>
    <dgm:cxn modelId="{5EC22E66-6E18-47D8-AD6C-1C22159101DE}" srcId="{82A132A4-C300-4DF9-8304-D2476824005F}" destId="{958CAFAE-3CBC-4310-A919-51976E600600}" srcOrd="0" destOrd="0" parTransId="{2BAC763F-C674-4F1F-91EE-F36F470BE48D}" sibTransId="{B7844511-F97B-49DF-A84B-1CB16182E7CB}"/>
    <dgm:cxn modelId="{C0CB4966-36C4-4796-A7F3-3F7026B6DCFD}" srcId="{F17BA4DD-EF9F-4002-BC56-7C773983A824}" destId="{82A132A4-C300-4DF9-8304-D2476824005F}" srcOrd="0" destOrd="0" parTransId="{F22CF9A6-6234-455F-922C-163543FCBA55}" sibTransId="{6AB20D7E-DA04-4283-988F-F79456478BF7}"/>
    <dgm:cxn modelId="{3F04ED6F-512F-46A7-83DA-A61CF9164C36}" srcId="{1D735E36-00A2-4718-A4FA-663F0E86155F}" destId="{5F2CD620-13D4-4B79-BB5A-7D354B08E563}" srcOrd="0" destOrd="0" parTransId="{6AEE376A-2E4F-4775-9411-2ADA8AC5AE26}" sibTransId="{DEA10729-CFD3-4722-AB0B-E093D2857AF6}"/>
    <dgm:cxn modelId="{A1D0E289-6685-4911-8B26-7C1DCFC0DD2C}" srcId="{F17BA4DD-EF9F-4002-BC56-7C773983A824}" destId="{1D735E36-00A2-4718-A4FA-663F0E86155F}" srcOrd="2" destOrd="0" parTransId="{EBE5BCFD-61CF-46F0-A05D-BD0E6607B895}" sibTransId="{57E28F71-959E-4C18-BFA5-84CBB4B03553}"/>
    <dgm:cxn modelId="{9CE7098F-BD48-4F18-910F-F46298DA1CC3}" type="presOf" srcId="{0AE39205-13D9-4E37-ABCD-C1EEA3838C17}" destId="{A35671C6-2EA7-4CA3-BECB-6AB40FAE19CC}" srcOrd="0" destOrd="1" presId="urn:microsoft.com/office/officeart/2005/8/layout/vList5"/>
    <dgm:cxn modelId="{EA368EA3-FF5D-4E4E-AA03-6F441F35313F}" type="presOf" srcId="{5F2CD620-13D4-4B79-BB5A-7D354B08E563}" destId="{6C7A809B-F002-408A-8705-F3553F5547FB}" srcOrd="0" destOrd="0" presId="urn:microsoft.com/office/officeart/2005/8/layout/vList5"/>
    <dgm:cxn modelId="{DF09C2E1-E10C-4B3F-9F42-ADFAC0C56EA8}" type="presOf" srcId="{82A132A4-C300-4DF9-8304-D2476824005F}" destId="{05964938-E2A5-413F-90D3-F3C99CC0E7D7}" srcOrd="0" destOrd="0" presId="urn:microsoft.com/office/officeart/2005/8/layout/vList5"/>
    <dgm:cxn modelId="{C3A683E8-3353-463B-9E5C-73112EB48D12}" type="presParOf" srcId="{3830951A-D2F8-4A67-ABC8-944B470203C2}" destId="{605B6BB5-6E54-45CF-BB2F-38C648B0AB18}" srcOrd="0" destOrd="0" presId="urn:microsoft.com/office/officeart/2005/8/layout/vList5"/>
    <dgm:cxn modelId="{D84241C1-5AE8-4BDB-A014-2E3890FBB502}" type="presParOf" srcId="{605B6BB5-6E54-45CF-BB2F-38C648B0AB18}" destId="{05964938-E2A5-413F-90D3-F3C99CC0E7D7}" srcOrd="0" destOrd="0" presId="urn:microsoft.com/office/officeart/2005/8/layout/vList5"/>
    <dgm:cxn modelId="{E931091A-C8C2-4538-835B-F16A5F9242B5}" type="presParOf" srcId="{605B6BB5-6E54-45CF-BB2F-38C648B0AB18}" destId="{A35671C6-2EA7-4CA3-BECB-6AB40FAE19CC}" srcOrd="1" destOrd="0" presId="urn:microsoft.com/office/officeart/2005/8/layout/vList5"/>
    <dgm:cxn modelId="{65B0A371-46EE-4EC2-A906-8D9DF9534846}" type="presParOf" srcId="{3830951A-D2F8-4A67-ABC8-944B470203C2}" destId="{0BCED160-1C94-458C-BCE6-6AF8BBC2C2DF}" srcOrd="1" destOrd="0" presId="urn:microsoft.com/office/officeart/2005/8/layout/vList5"/>
    <dgm:cxn modelId="{E986D5C9-721D-4058-A8EE-5DAC09D9911B}" type="presParOf" srcId="{3830951A-D2F8-4A67-ABC8-944B470203C2}" destId="{76BA2E84-1910-499E-9CBC-113DA23AE72B}" srcOrd="2" destOrd="0" presId="urn:microsoft.com/office/officeart/2005/8/layout/vList5"/>
    <dgm:cxn modelId="{F0FB6C3F-252E-4958-B167-8118A64AFE36}" type="presParOf" srcId="{76BA2E84-1910-499E-9CBC-113DA23AE72B}" destId="{D5427F5D-CD9C-45C5-9C11-D4C5F2BB588F}" srcOrd="0" destOrd="0" presId="urn:microsoft.com/office/officeart/2005/8/layout/vList5"/>
    <dgm:cxn modelId="{319C11C3-5F7A-40D3-83D7-4D80AA6A6911}" type="presParOf" srcId="{76BA2E84-1910-499E-9CBC-113DA23AE72B}" destId="{4A9B920E-C244-41D7-AD31-3816B758F870}" srcOrd="1" destOrd="0" presId="urn:microsoft.com/office/officeart/2005/8/layout/vList5"/>
    <dgm:cxn modelId="{6FA76624-CA0F-4CAE-A878-C8CC7E41E608}" type="presParOf" srcId="{3830951A-D2F8-4A67-ABC8-944B470203C2}" destId="{2A028EDC-25D5-401B-BAE9-B63FC75E804B}" srcOrd="3" destOrd="0" presId="urn:microsoft.com/office/officeart/2005/8/layout/vList5"/>
    <dgm:cxn modelId="{D6BF3214-E061-4E20-8E78-CFBFD0BA221F}" type="presParOf" srcId="{3830951A-D2F8-4A67-ABC8-944B470203C2}" destId="{3C91D306-A538-410F-9E2F-2E47C7A40504}" srcOrd="4" destOrd="0" presId="urn:microsoft.com/office/officeart/2005/8/layout/vList5"/>
    <dgm:cxn modelId="{28580891-992F-4B43-A1A2-CCE3823C6B7D}" type="presParOf" srcId="{3C91D306-A538-410F-9E2F-2E47C7A40504}" destId="{9F82C6D0-23F6-4BD6-A61C-88401C282A09}" srcOrd="0" destOrd="0" presId="urn:microsoft.com/office/officeart/2005/8/layout/vList5"/>
    <dgm:cxn modelId="{8649DFBA-0887-4F53-962C-CCC499389DD5}" type="presParOf" srcId="{3C91D306-A538-410F-9E2F-2E47C7A40504}" destId="{6C7A809B-F002-408A-8705-F3553F5547FB}" srcOrd="1" destOrd="0" presId="urn:microsoft.com/office/officeart/2005/8/layout/vList5"/>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8518BC1-326D-416E-8E19-D26D7FF5B8A6}" type="doc">
      <dgm:prSet loTypeId="urn:microsoft.com/office/officeart/2005/8/layout/hList1" loCatId="list" qsTypeId="urn:microsoft.com/office/officeart/2005/8/quickstyle/simple1#12" qsCatId="simple" csTypeId="urn:microsoft.com/office/officeart/2005/8/colors/accent1_2#12" csCatId="accent1" phldr="1"/>
      <dgm:spPr/>
      <dgm:t>
        <a:bodyPr/>
        <a:lstStyle/>
        <a:p>
          <a:endParaRPr lang="zh-CN" altLang="en-US"/>
        </a:p>
      </dgm:t>
    </dgm:pt>
    <dgm:pt modelId="{0858A149-77D0-4B0A-B1C5-A753AEFBC2B5}">
      <dgm:prSet phldrT="[文本]"/>
      <dgm:spPr>
        <a:solidFill>
          <a:schemeClr val="bg1">
            <a:lumMod val="85000"/>
          </a:schemeClr>
        </a:solidFill>
        <a:ln>
          <a:solidFill>
            <a:schemeClr val="bg1">
              <a:lumMod val="85000"/>
            </a:schemeClr>
          </a:solidFill>
        </a:ln>
      </dgm:spPr>
      <dgm:t>
        <a:bodyPr/>
        <a:lstStyle/>
        <a:p>
          <a:r>
            <a:rPr lang="zh-CN" altLang="en-US" dirty="0">
              <a:solidFill>
                <a:schemeClr val="tx1"/>
              </a:solidFill>
            </a:rPr>
            <a:t>信息隐藏与</a:t>
          </a:r>
          <a:endParaRPr lang="en-US" altLang="zh-CN" dirty="0">
            <a:solidFill>
              <a:schemeClr val="tx1"/>
            </a:solidFill>
          </a:endParaRPr>
        </a:p>
        <a:p>
          <a:r>
            <a:rPr lang="zh-CN" altLang="en-US" dirty="0">
              <a:solidFill>
                <a:schemeClr val="tx1"/>
              </a:solidFill>
            </a:rPr>
            <a:t>数字水印</a:t>
          </a:r>
        </a:p>
      </dgm:t>
    </dgm:pt>
    <dgm:pt modelId="{1359AC1B-92FE-433A-B038-2CEA9EEAB2ED}" type="parTrans" cxnId="{D14523F9-6B06-4D5F-97C6-0A5E233D92BE}">
      <dgm:prSet/>
      <dgm:spPr/>
      <dgm:t>
        <a:bodyPr/>
        <a:lstStyle/>
        <a:p>
          <a:endParaRPr lang="zh-CN" altLang="en-US"/>
        </a:p>
      </dgm:t>
    </dgm:pt>
    <dgm:pt modelId="{82FBBA71-7E51-4539-A5EE-7C88B80C2D1E}" type="sibTrans" cxnId="{D14523F9-6B06-4D5F-97C6-0A5E233D92BE}">
      <dgm:prSet/>
      <dgm:spPr/>
      <dgm:t>
        <a:bodyPr/>
        <a:lstStyle/>
        <a:p>
          <a:endParaRPr lang="zh-CN" altLang="en-US"/>
        </a:p>
      </dgm:t>
    </dgm:pt>
    <dgm:pt modelId="{8AB78E7A-F982-4D8C-A3D4-B4C667126275}">
      <dgm:prSet phldrT="[文本]"/>
      <dgm:spPr/>
      <dgm:t>
        <a:bodyPr anchor="ctr"/>
        <a:lstStyle/>
        <a:p>
          <a:pPr algn="ctr">
            <a:buNone/>
          </a:pPr>
          <a:r>
            <a:rPr lang="zh-CN" altLang="en-US" dirty="0"/>
            <a:t>信息隐藏</a:t>
          </a:r>
        </a:p>
      </dgm:t>
    </dgm:pt>
    <dgm:pt modelId="{DBDBC07F-6350-4407-BF74-3AA1F863F7AA}" type="parTrans" cxnId="{DC1FC6D7-2D2F-4119-9185-9918D562A955}">
      <dgm:prSet/>
      <dgm:spPr/>
      <dgm:t>
        <a:bodyPr/>
        <a:lstStyle/>
        <a:p>
          <a:endParaRPr lang="zh-CN" altLang="en-US"/>
        </a:p>
      </dgm:t>
    </dgm:pt>
    <dgm:pt modelId="{C2AF6350-1680-4CCE-A3E5-B5A3A74A3A5B}" type="sibTrans" cxnId="{DC1FC6D7-2D2F-4119-9185-9918D562A955}">
      <dgm:prSet/>
      <dgm:spPr/>
      <dgm:t>
        <a:bodyPr/>
        <a:lstStyle/>
        <a:p>
          <a:endParaRPr lang="zh-CN" altLang="en-US"/>
        </a:p>
      </dgm:t>
    </dgm:pt>
    <dgm:pt modelId="{1B3B4570-78F5-4B72-8FAE-FC35C0BA2DFB}">
      <dgm:prSet phldrT="[文本]"/>
      <dgm:spPr>
        <a:solidFill>
          <a:schemeClr val="bg1">
            <a:lumMod val="85000"/>
          </a:schemeClr>
        </a:solidFill>
        <a:ln>
          <a:solidFill>
            <a:schemeClr val="bg1">
              <a:lumMod val="85000"/>
            </a:schemeClr>
          </a:solidFill>
        </a:ln>
      </dgm:spPr>
      <dgm:t>
        <a:bodyPr/>
        <a:lstStyle/>
        <a:p>
          <a:r>
            <a:rPr lang="zh-CN" altLang="en-US" dirty="0">
              <a:solidFill>
                <a:schemeClr val="tx1"/>
              </a:solidFill>
            </a:rPr>
            <a:t>数字版权管理</a:t>
          </a:r>
          <a:endParaRPr lang="en-US" altLang="zh-CN" dirty="0">
            <a:solidFill>
              <a:schemeClr val="tx1"/>
            </a:solidFill>
          </a:endParaRPr>
        </a:p>
        <a:p>
          <a:r>
            <a:rPr lang="en-US" altLang="zh-CN" dirty="0">
              <a:solidFill>
                <a:schemeClr val="tx1"/>
              </a:solidFill>
            </a:rPr>
            <a:t>DRM</a:t>
          </a:r>
          <a:endParaRPr lang="zh-CN" altLang="en-US" dirty="0">
            <a:solidFill>
              <a:schemeClr val="tx1"/>
            </a:solidFill>
          </a:endParaRPr>
        </a:p>
      </dgm:t>
    </dgm:pt>
    <dgm:pt modelId="{21405E14-76C0-4EF4-ABA9-46155C4DF3E8}" type="parTrans" cxnId="{05300D5C-429E-41E1-AB97-C41EE0427FF2}">
      <dgm:prSet/>
      <dgm:spPr/>
      <dgm:t>
        <a:bodyPr/>
        <a:lstStyle/>
        <a:p>
          <a:endParaRPr lang="zh-CN" altLang="en-US"/>
        </a:p>
      </dgm:t>
    </dgm:pt>
    <dgm:pt modelId="{36C157E3-B9FC-471B-ACFF-D9E98D34A1B4}" type="sibTrans" cxnId="{05300D5C-429E-41E1-AB97-C41EE0427FF2}">
      <dgm:prSet/>
      <dgm:spPr/>
      <dgm:t>
        <a:bodyPr/>
        <a:lstStyle/>
        <a:p>
          <a:endParaRPr lang="zh-CN" altLang="en-US"/>
        </a:p>
      </dgm:t>
    </dgm:pt>
    <dgm:pt modelId="{735BEA91-2927-4541-BAB8-183B828F4222}">
      <dgm:prSet phldrT="[文本]"/>
      <dgm:spPr>
        <a:solidFill>
          <a:schemeClr val="bg1">
            <a:lumMod val="85000"/>
          </a:schemeClr>
        </a:solidFill>
        <a:ln>
          <a:solidFill>
            <a:schemeClr val="bg1">
              <a:lumMod val="85000"/>
            </a:schemeClr>
          </a:solidFill>
        </a:ln>
      </dgm:spPr>
      <dgm:t>
        <a:bodyPr/>
        <a:lstStyle/>
        <a:p>
          <a:r>
            <a:rPr lang="zh-CN" altLang="en-US" dirty="0">
              <a:solidFill>
                <a:schemeClr val="tx1"/>
              </a:solidFill>
            </a:rPr>
            <a:t>基于内容过滤</a:t>
          </a:r>
          <a:endParaRPr lang="en-US" altLang="zh-CN" dirty="0">
            <a:solidFill>
              <a:schemeClr val="tx1"/>
            </a:solidFill>
          </a:endParaRPr>
        </a:p>
        <a:p>
          <a:r>
            <a:rPr lang="en-US" altLang="zh-CN" dirty="0">
              <a:solidFill>
                <a:schemeClr val="tx1"/>
              </a:solidFill>
            </a:rPr>
            <a:t>CBF</a:t>
          </a:r>
          <a:endParaRPr lang="zh-CN" altLang="en-US" dirty="0">
            <a:solidFill>
              <a:schemeClr val="tx1"/>
            </a:solidFill>
          </a:endParaRPr>
        </a:p>
      </dgm:t>
    </dgm:pt>
    <dgm:pt modelId="{882F1A43-26D8-4A8F-B2B1-FBB8511F8D61}" type="parTrans" cxnId="{BD99D7C1-FF3E-43B6-983B-BAB42527ABC3}">
      <dgm:prSet/>
      <dgm:spPr/>
      <dgm:t>
        <a:bodyPr/>
        <a:lstStyle/>
        <a:p>
          <a:endParaRPr lang="zh-CN" altLang="en-US"/>
        </a:p>
      </dgm:t>
    </dgm:pt>
    <dgm:pt modelId="{AF2E68F9-3291-4FBB-8900-2D0049185B1D}" type="sibTrans" cxnId="{BD99D7C1-FF3E-43B6-983B-BAB42527ABC3}">
      <dgm:prSet/>
      <dgm:spPr/>
      <dgm:t>
        <a:bodyPr/>
        <a:lstStyle/>
        <a:p>
          <a:endParaRPr lang="zh-CN" altLang="en-US"/>
        </a:p>
      </dgm:t>
    </dgm:pt>
    <dgm:pt modelId="{827DC1FD-5DF6-4900-BEDE-DDBEC39FA34B}">
      <dgm:prSet phldrT="[文本]"/>
      <dgm:spPr/>
      <dgm:t>
        <a:bodyPr anchor="ctr"/>
        <a:lstStyle/>
        <a:p>
          <a:pPr algn="ctr">
            <a:buNone/>
          </a:pPr>
          <a:r>
            <a:rPr lang="zh-CN" altLang="en-US" dirty="0">
              <a:solidFill>
                <a:srgbClr val="FC611F"/>
              </a:solidFill>
            </a:rPr>
            <a:t>串匹配</a:t>
          </a:r>
        </a:p>
      </dgm:t>
    </dgm:pt>
    <dgm:pt modelId="{41FC698C-6F14-4B7B-A370-351725197C75}" type="parTrans" cxnId="{5C07DD44-A1A4-4F1A-8D9E-168C27C084F0}">
      <dgm:prSet/>
      <dgm:spPr/>
      <dgm:t>
        <a:bodyPr/>
        <a:lstStyle/>
        <a:p>
          <a:endParaRPr lang="zh-CN" altLang="en-US"/>
        </a:p>
      </dgm:t>
    </dgm:pt>
    <dgm:pt modelId="{7F442886-E2E6-4583-9167-3EC7E2DDAEC1}" type="sibTrans" cxnId="{5C07DD44-A1A4-4F1A-8D9E-168C27C084F0}">
      <dgm:prSet/>
      <dgm:spPr/>
      <dgm:t>
        <a:bodyPr/>
        <a:lstStyle/>
        <a:p>
          <a:endParaRPr lang="zh-CN" altLang="en-US"/>
        </a:p>
      </dgm:t>
    </dgm:pt>
    <dgm:pt modelId="{666C5060-94A3-420A-A9F9-8F8260CA12F7}">
      <dgm:prSet phldrT="[文本]"/>
      <dgm:spPr>
        <a:solidFill>
          <a:schemeClr val="bg1">
            <a:lumMod val="85000"/>
          </a:schemeClr>
        </a:solidFill>
        <a:ln>
          <a:solidFill>
            <a:schemeClr val="bg1">
              <a:lumMod val="85000"/>
            </a:schemeClr>
          </a:solidFill>
        </a:ln>
      </dgm:spPr>
      <dgm:t>
        <a:bodyPr/>
        <a:lstStyle/>
        <a:p>
          <a:r>
            <a:rPr lang="zh-CN" altLang="en-US" dirty="0">
              <a:solidFill>
                <a:schemeClr val="tx1"/>
              </a:solidFill>
            </a:rPr>
            <a:t>数字取证内容</a:t>
          </a:r>
          <a:endParaRPr lang="en-US" altLang="zh-CN" dirty="0">
            <a:solidFill>
              <a:schemeClr val="tx1"/>
            </a:solidFill>
          </a:endParaRPr>
        </a:p>
        <a:p>
          <a:r>
            <a:rPr lang="en-US" altLang="zh-CN" dirty="0">
              <a:solidFill>
                <a:schemeClr val="tx1"/>
              </a:solidFill>
            </a:rPr>
            <a:t>Digital Forensics</a:t>
          </a:r>
          <a:endParaRPr lang="zh-CN" altLang="en-US" dirty="0">
            <a:solidFill>
              <a:schemeClr val="tx1"/>
            </a:solidFill>
          </a:endParaRPr>
        </a:p>
      </dgm:t>
    </dgm:pt>
    <dgm:pt modelId="{824BBE9F-AB1D-4FFE-A966-F6CD86D4EC51}" type="parTrans" cxnId="{0E2A5B3F-316F-402B-B67A-76322F682071}">
      <dgm:prSet/>
      <dgm:spPr/>
      <dgm:t>
        <a:bodyPr/>
        <a:lstStyle/>
        <a:p>
          <a:endParaRPr lang="zh-CN" altLang="en-US"/>
        </a:p>
      </dgm:t>
    </dgm:pt>
    <dgm:pt modelId="{4A07DADB-B709-4FD4-B7D4-A4566926CF23}" type="sibTrans" cxnId="{0E2A5B3F-316F-402B-B67A-76322F682071}">
      <dgm:prSet/>
      <dgm:spPr/>
      <dgm:t>
        <a:bodyPr/>
        <a:lstStyle/>
        <a:p>
          <a:endParaRPr lang="zh-CN" altLang="en-US"/>
        </a:p>
      </dgm:t>
    </dgm:pt>
    <dgm:pt modelId="{0A40B571-CAC9-493E-A571-915A250F8EFC}">
      <dgm:prSet phldrT="[文本]"/>
      <dgm:spPr/>
      <dgm:t>
        <a:bodyPr anchor="ctr"/>
        <a:lstStyle/>
        <a:p>
          <a:pPr algn="ctr">
            <a:buNone/>
          </a:pPr>
          <a:r>
            <a:rPr lang="zh-CN" altLang="en-US" dirty="0"/>
            <a:t>数字水印</a:t>
          </a:r>
        </a:p>
      </dgm:t>
    </dgm:pt>
    <dgm:pt modelId="{30872FCB-A6F0-44C0-9CFE-075290C32063}" type="parTrans" cxnId="{CA0B4027-64A8-445E-8785-F205E853BA7A}">
      <dgm:prSet/>
      <dgm:spPr/>
      <dgm:t>
        <a:bodyPr/>
        <a:lstStyle/>
        <a:p>
          <a:endParaRPr lang="zh-CN" altLang="en-US"/>
        </a:p>
      </dgm:t>
    </dgm:pt>
    <dgm:pt modelId="{0DB75968-3AAF-42B2-84B1-0C5F3E8445DB}" type="sibTrans" cxnId="{CA0B4027-64A8-445E-8785-F205E853BA7A}">
      <dgm:prSet/>
      <dgm:spPr/>
      <dgm:t>
        <a:bodyPr/>
        <a:lstStyle/>
        <a:p>
          <a:endParaRPr lang="zh-CN" altLang="en-US"/>
        </a:p>
      </dgm:t>
    </dgm:pt>
    <dgm:pt modelId="{E06D4E5C-14D6-4074-96C1-7E36E88C6435}">
      <dgm:prSet phldrT="[文本]" custT="1"/>
      <dgm:spPr/>
      <dgm:t>
        <a:bodyPr anchor="ctr"/>
        <a:lstStyle/>
        <a:p>
          <a:pPr algn="ctr">
            <a:buNone/>
          </a:pPr>
          <a:r>
            <a:rPr lang="zh-CN" altLang="en-US" sz="1700" kern="1200" dirty="0">
              <a:solidFill>
                <a:srgbClr val="5F5F5F">
                  <a:hueOff val="0"/>
                  <a:satOff val="0"/>
                  <a:lumOff val="0"/>
                  <a:alphaOff val="0"/>
                </a:srgbClr>
              </a:solidFill>
              <a:latin typeface="Arial"/>
              <a:ea typeface="黑体"/>
              <a:cs typeface="+mn-cs"/>
            </a:rPr>
            <a:t>系统框架</a:t>
          </a:r>
        </a:p>
      </dgm:t>
    </dgm:pt>
    <dgm:pt modelId="{03170270-6F3D-44A6-A215-E1C7FD528C7C}" type="sibTrans" cxnId="{871A1CC2-F138-42E8-8391-9D1C0AF6B16E}">
      <dgm:prSet/>
      <dgm:spPr/>
      <dgm:t>
        <a:bodyPr/>
        <a:lstStyle/>
        <a:p>
          <a:endParaRPr lang="zh-CN" altLang="en-US"/>
        </a:p>
      </dgm:t>
    </dgm:pt>
    <dgm:pt modelId="{B1E0E05E-236B-4718-A7B9-3168636DDABA}" type="parTrans" cxnId="{871A1CC2-F138-42E8-8391-9D1C0AF6B16E}">
      <dgm:prSet/>
      <dgm:spPr/>
      <dgm:t>
        <a:bodyPr/>
        <a:lstStyle/>
        <a:p>
          <a:endParaRPr lang="zh-CN" altLang="en-US"/>
        </a:p>
      </dgm:t>
    </dgm:pt>
    <dgm:pt modelId="{48BAEEA1-B442-4833-AF99-B87D628812E0}">
      <dgm:prSet phldrT="[文本]" custT="1"/>
      <dgm:spPr/>
      <dgm:t>
        <a:bodyPr anchor="ctr"/>
        <a:lstStyle/>
        <a:p>
          <a:pPr algn="ctr">
            <a:buNone/>
          </a:pPr>
          <a:r>
            <a:rPr lang="zh-CN" altLang="en-US" sz="1700" kern="1200" dirty="0">
              <a:solidFill>
                <a:srgbClr val="5F5F5F">
                  <a:hueOff val="0"/>
                  <a:satOff val="0"/>
                  <a:lumOff val="0"/>
                  <a:alphaOff val="0"/>
                </a:srgbClr>
              </a:solidFill>
              <a:latin typeface="Arial"/>
              <a:ea typeface="黑体"/>
              <a:cs typeface="+mn-cs"/>
            </a:rPr>
            <a:t>加密技术</a:t>
          </a:r>
        </a:p>
      </dgm:t>
    </dgm:pt>
    <dgm:pt modelId="{515353D3-2DB0-4902-B5A5-9CD2FC5B82EB}" type="parTrans" cxnId="{A7AF8908-5E1C-4C20-91B4-11866BDDC96F}">
      <dgm:prSet/>
      <dgm:spPr/>
      <dgm:t>
        <a:bodyPr/>
        <a:lstStyle/>
        <a:p>
          <a:endParaRPr lang="zh-CN" altLang="en-US"/>
        </a:p>
      </dgm:t>
    </dgm:pt>
    <dgm:pt modelId="{09D8AA49-1A77-42F9-A4FD-662DFD135C27}" type="sibTrans" cxnId="{A7AF8908-5E1C-4C20-91B4-11866BDDC96F}">
      <dgm:prSet/>
      <dgm:spPr/>
      <dgm:t>
        <a:bodyPr/>
        <a:lstStyle/>
        <a:p>
          <a:endParaRPr lang="zh-CN" altLang="en-US"/>
        </a:p>
      </dgm:t>
    </dgm:pt>
    <dgm:pt modelId="{07C7AFDC-958E-410F-9CDF-18F35CBFBE09}">
      <dgm:prSet phldrT="[文本]" custT="1"/>
      <dgm:spPr/>
      <dgm:t>
        <a:bodyPr anchor="ctr"/>
        <a:lstStyle/>
        <a:p>
          <a:pPr algn="ctr">
            <a:buNone/>
          </a:pPr>
          <a:r>
            <a:rPr lang="zh-CN" altLang="en-US" sz="1700" kern="1200" dirty="0">
              <a:solidFill>
                <a:srgbClr val="5F5F5F">
                  <a:hueOff val="0"/>
                  <a:satOff val="0"/>
                  <a:lumOff val="0"/>
                  <a:alphaOff val="0"/>
                </a:srgbClr>
              </a:solidFill>
              <a:latin typeface="Arial"/>
              <a:ea typeface="黑体"/>
              <a:cs typeface="+mn-cs"/>
            </a:rPr>
            <a:t>水印技术</a:t>
          </a:r>
        </a:p>
      </dgm:t>
    </dgm:pt>
    <dgm:pt modelId="{FCA2FBEF-E4C1-45BE-9620-A63B8EE5E770}" type="parTrans" cxnId="{05F4185C-7973-43A9-B5EE-0BB64CE03645}">
      <dgm:prSet/>
      <dgm:spPr/>
      <dgm:t>
        <a:bodyPr/>
        <a:lstStyle/>
        <a:p>
          <a:endParaRPr lang="zh-CN" altLang="en-US"/>
        </a:p>
      </dgm:t>
    </dgm:pt>
    <dgm:pt modelId="{7633D956-9596-487C-BEB4-45BEF567C344}" type="sibTrans" cxnId="{05F4185C-7973-43A9-B5EE-0BB64CE03645}">
      <dgm:prSet/>
      <dgm:spPr/>
      <dgm:t>
        <a:bodyPr/>
        <a:lstStyle/>
        <a:p>
          <a:endParaRPr lang="zh-CN" altLang="en-US"/>
        </a:p>
      </dgm:t>
    </dgm:pt>
    <dgm:pt modelId="{9DA32D6D-20F2-40C2-85A3-C5B297E784B2}">
      <dgm:prSet phldrT="[文本]" custT="1"/>
      <dgm:spPr/>
      <dgm:t>
        <a:bodyPr anchor="ctr"/>
        <a:lstStyle/>
        <a:p>
          <a:pPr algn="ctr">
            <a:buNone/>
          </a:pPr>
          <a:r>
            <a:rPr lang="zh-CN" altLang="en-US" sz="1700" kern="1200" dirty="0">
              <a:solidFill>
                <a:srgbClr val="5F5F5F">
                  <a:hueOff val="0"/>
                  <a:satOff val="0"/>
                  <a:lumOff val="0"/>
                  <a:alphaOff val="0"/>
                </a:srgbClr>
              </a:solidFill>
              <a:latin typeface="Arial"/>
              <a:ea typeface="黑体"/>
              <a:cs typeface="+mn-cs"/>
            </a:rPr>
            <a:t>权利描述</a:t>
          </a:r>
        </a:p>
      </dgm:t>
    </dgm:pt>
    <dgm:pt modelId="{CE46229E-85AC-4DAA-9EDD-4D1C18EEF2F1}" type="parTrans" cxnId="{7E0A485B-FAEF-4BF1-9546-7ECAE02EF3D4}">
      <dgm:prSet/>
      <dgm:spPr/>
      <dgm:t>
        <a:bodyPr/>
        <a:lstStyle/>
        <a:p>
          <a:endParaRPr lang="zh-CN" altLang="en-US"/>
        </a:p>
      </dgm:t>
    </dgm:pt>
    <dgm:pt modelId="{0EA78F7C-7F38-4310-B0C6-1D21D2CEBD7D}" type="sibTrans" cxnId="{7E0A485B-FAEF-4BF1-9546-7ECAE02EF3D4}">
      <dgm:prSet/>
      <dgm:spPr/>
      <dgm:t>
        <a:bodyPr/>
        <a:lstStyle/>
        <a:p>
          <a:endParaRPr lang="zh-CN" altLang="en-US"/>
        </a:p>
      </dgm:t>
    </dgm:pt>
    <dgm:pt modelId="{4570F7E0-06C0-4E0B-A0A9-06ED2C8F7C68}">
      <dgm:prSet phldrT="[文本]"/>
      <dgm:spPr/>
      <dgm:t>
        <a:bodyPr anchor="ctr"/>
        <a:lstStyle/>
        <a:p>
          <a:pPr algn="ctr">
            <a:buNone/>
          </a:pPr>
          <a:r>
            <a:rPr lang="zh-CN" altLang="en-US" dirty="0">
              <a:solidFill>
                <a:srgbClr val="FC611F"/>
              </a:solidFill>
            </a:rPr>
            <a:t>过滤器</a:t>
          </a:r>
        </a:p>
      </dgm:t>
    </dgm:pt>
    <dgm:pt modelId="{91354BD1-7484-4652-B441-C0415A3DE98C}" type="parTrans" cxnId="{8B80ADD1-9084-4742-B5C2-BB9692BBF056}">
      <dgm:prSet/>
      <dgm:spPr/>
      <dgm:t>
        <a:bodyPr/>
        <a:lstStyle/>
        <a:p>
          <a:endParaRPr lang="zh-CN" altLang="en-US"/>
        </a:p>
      </dgm:t>
    </dgm:pt>
    <dgm:pt modelId="{1EF82E4E-986E-483A-8FF4-1C9699CE6E96}" type="sibTrans" cxnId="{8B80ADD1-9084-4742-B5C2-BB9692BBF056}">
      <dgm:prSet/>
      <dgm:spPr/>
      <dgm:t>
        <a:bodyPr/>
        <a:lstStyle/>
        <a:p>
          <a:endParaRPr lang="zh-CN" altLang="en-US"/>
        </a:p>
      </dgm:t>
    </dgm:pt>
    <dgm:pt modelId="{4AB20B61-FB83-4FCC-ADD6-E7829F76E36C}">
      <dgm:prSet phldrT="[文本]"/>
      <dgm:spPr/>
      <dgm:t>
        <a:bodyPr anchor="ctr"/>
        <a:lstStyle/>
        <a:p>
          <a:pPr algn="ctr">
            <a:buNone/>
          </a:pPr>
          <a:r>
            <a:rPr lang="zh-CN" altLang="en-US" dirty="0">
              <a:solidFill>
                <a:srgbClr val="FC611F"/>
              </a:solidFill>
            </a:rPr>
            <a:t>向量空间模型</a:t>
          </a:r>
        </a:p>
      </dgm:t>
    </dgm:pt>
    <dgm:pt modelId="{C5AB4643-D633-42DB-8525-144ED7348262}" type="parTrans" cxnId="{BC2B026C-C343-4789-8715-DBA5E370BF59}">
      <dgm:prSet/>
      <dgm:spPr/>
      <dgm:t>
        <a:bodyPr/>
        <a:lstStyle/>
        <a:p>
          <a:endParaRPr lang="zh-CN" altLang="en-US"/>
        </a:p>
      </dgm:t>
    </dgm:pt>
    <dgm:pt modelId="{825F5D04-BDD4-4598-8F15-1FBF84232F17}" type="sibTrans" cxnId="{BC2B026C-C343-4789-8715-DBA5E370BF59}">
      <dgm:prSet/>
      <dgm:spPr/>
      <dgm:t>
        <a:bodyPr/>
        <a:lstStyle/>
        <a:p>
          <a:endParaRPr lang="zh-CN" altLang="en-US"/>
        </a:p>
      </dgm:t>
    </dgm:pt>
    <dgm:pt modelId="{62258F40-2D0A-4BC5-BA87-BAEA60A45961}">
      <dgm:prSet phldrT="[文本]"/>
      <dgm:spPr/>
      <dgm:t>
        <a:bodyPr anchor="ctr"/>
        <a:lstStyle/>
        <a:p>
          <a:pPr algn="ctr">
            <a:buNone/>
          </a:pPr>
          <a:r>
            <a:rPr lang="zh-CN" altLang="en-US" dirty="0">
              <a:solidFill>
                <a:srgbClr val="FC611F"/>
              </a:solidFill>
            </a:rPr>
            <a:t>模式识别</a:t>
          </a:r>
        </a:p>
      </dgm:t>
    </dgm:pt>
    <dgm:pt modelId="{A2CC076C-1881-42B7-ADEC-D7E9670D2122}" type="parTrans" cxnId="{B76654A8-4DC8-4225-B21C-F58FC0760CA0}">
      <dgm:prSet/>
      <dgm:spPr/>
      <dgm:t>
        <a:bodyPr/>
        <a:lstStyle/>
        <a:p>
          <a:endParaRPr lang="zh-CN" altLang="en-US"/>
        </a:p>
      </dgm:t>
    </dgm:pt>
    <dgm:pt modelId="{EF5CAA08-3ABD-4329-928C-B17D7EADC3B0}" type="sibTrans" cxnId="{B76654A8-4DC8-4225-B21C-F58FC0760CA0}">
      <dgm:prSet/>
      <dgm:spPr/>
      <dgm:t>
        <a:bodyPr/>
        <a:lstStyle/>
        <a:p>
          <a:endParaRPr lang="zh-CN" altLang="en-US"/>
        </a:p>
      </dgm:t>
    </dgm:pt>
    <dgm:pt modelId="{2FF19162-1417-4CA4-BFC3-FD6471A3B6C6}">
      <dgm:prSet phldrT="[文本]"/>
      <dgm:spPr/>
      <dgm:t>
        <a:bodyPr anchor="ctr"/>
        <a:lstStyle/>
        <a:p>
          <a:pPr algn="ctr">
            <a:buNone/>
          </a:pPr>
          <a:r>
            <a:rPr lang="zh-CN" altLang="en-US" dirty="0">
              <a:solidFill>
                <a:srgbClr val="FC611F"/>
              </a:solidFill>
            </a:rPr>
            <a:t>自然语言处理</a:t>
          </a:r>
        </a:p>
      </dgm:t>
    </dgm:pt>
    <dgm:pt modelId="{C62A1092-53AE-4873-91AB-50C39D475E02}" type="parTrans" cxnId="{41C7CFDA-0479-4AEF-A5E8-AB6AE4752097}">
      <dgm:prSet/>
      <dgm:spPr/>
      <dgm:t>
        <a:bodyPr/>
        <a:lstStyle/>
        <a:p>
          <a:endParaRPr lang="zh-CN" altLang="en-US"/>
        </a:p>
      </dgm:t>
    </dgm:pt>
    <dgm:pt modelId="{A0E9FFF2-6072-4687-BE60-65332DFC881F}" type="sibTrans" cxnId="{41C7CFDA-0479-4AEF-A5E8-AB6AE4752097}">
      <dgm:prSet/>
      <dgm:spPr/>
      <dgm:t>
        <a:bodyPr/>
        <a:lstStyle/>
        <a:p>
          <a:endParaRPr lang="zh-CN" altLang="en-US"/>
        </a:p>
      </dgm:t>
    </dgm:pt>
    <dgm:pt modelId="{CCF8ADFB-41AE-4A9D-A304-0079BDC7B8BF}">
      <dgm:prSet custT="1"/>
      <dgm:spPr/>
      <dgm:t>
        <a:bodyPr anchor="ctr"/>
        <a:lstStyle/>
        <a:p>
          <a:pPr marL="171450" lvl="1" indent="-171450" algn="ctr" defTabSz="755650">
            <a:lnSpc>
              <a:spcPct val="90000"/>
            </a:lnSpc>
            <a:spcBef>
              <a:spcPct val="0"/>
            </a:spcBef>
            <a:spcAft>
              <a:spcPct val="15000"/>
            </a:spcAft>
            <a:buNone/>
          </a:pPr>
          <a:r>
            <a:rPr lang="zh-CN" altLang="en-US" sz="1700" kern="1200" dirty="0">
              <a:solidFill>
                <a:srgbClr val="5F5F5F">
                  <a:hueOff val="0"/>
                  <a:satOff val="0"/>
                  <a:lumOff val="0"/>
                  <a:alphaOff val="0"/>
                </a:srgbClr>
              </a:solidFill>
              <a:latin typeface="Arial"/>
              <a:ea typeface="黑体"/>
              <a:cs typeface="+mn-cs"/>
            </a:rPr>
            <a:t>分析</a:t>
          </a:r>
        </a:p>
      </dgm:t>
    </dgm:pt>
    <dgm:pt modelId="{0C0C2F51-D465-46A8-999B-DB51437BB267}" type="parTrans" cxnId="{416ECA4B-9015-4916-959A-2D2346754A3E}">
      <dgm:prSet/>
      <dgm:spPr/>
      <dgm:t>
        <a:bodyPr/>
        <a:lstStyle/>
        <a:p>
          <a:endParaRPr lang="zh-CN" altLang="en-US"/>
        </a:p>
      </dgm:t>
    </dgm:pt>
    <dgm:pt modelId="{5C6DB7A3-6027-4633-ACAC-DB4A153DEAEB}" type="sibTrans" cxnId="{416ECA4B-9015-4916-959A-2D2346754A3E}">
      <dgm:prSet/>
      <dgm:spPr/>
      <dgm:t>
        <a:bodyPr/>
        <a:lstStyle/>
        <a:p>
          <a:endParaRPr lang="zh-CN" altLang="en-US"/>
        </a:p>
      </dgm:t>
    </dgm:pt>
    <dgm:pt modelId="{CA6E9B09-075B-461E-8AB7-B7A44ADD578E}">
      <dgm:prSet custT="1"/>
      <dgm:spPr/>
      <dgm:t>
        <a:bodyPr anchor="ctr"/>
        <a:lstStyle/>
        <a:p>
          <a:pPr marL="171450" lvl="1" indent="-171450" algn="ctr" defTabSz="755650">
            <a:lnSpc>
              <a:spcPct val="90000"/>
            </a:lnSpc>
            <a:spcBef>
              <a:spcPct val="0"/>
            </a:spcBef>
            <a:spcAft>
              <a:spcPct val="15000"/>
            </a:spcAft>
            <a:buNone/>
          </a:pPr>
          <a:r>
            <a:rPr lang="zh-CN" altLang="en-US" sz="1700" kern="1200" dirty="0">
              <a:solidFill>
                <a:srgbClr val="5F5F5F">
                  <a:hueOff val="0"/>
                  <a:satOff val="0"/>
                  <a:lumOff val="0"/>
                  <a:alphaOff val="0"/>
                </a:srgbClr>
              </a:solidFill>
              <a:latin typeface="Arial"/>
              <a:ea typeface="黑体"/>
              <a:cs typeface="+mn-cs"/>
            </a:rPr>
            <a:t>追溯</a:t>
          </a:r>
        </a:p>
      </dgm:t>
    </dgm:pt>
    <dgm:pt modelId="{02DF385F-39EF-4335-AA97-E2EBB62599CF}" type="parTrans" cxnId="{D76F8F06-A61E-4604-955A-5A5416E4B867}">
      <dgm:prSet/>
      <dgm:spPr/>
      <dgm:t>
        <a:bodyPr/>
        <a:lstStyle/>
        <a:p>
          <a:endParaRPr lang="zh-CN" altLang="en-US"/>
        </a:p>
      </dgm:t>
    </dgm:pt>
    <dgm:pt modelId="{56D9FCE8-4524-4E94-BCCA-1F4F985EDDDB}" type="sibTrans" cxnId="{D76F8F06-A61E-4604-955A-5A5416E4B867}">
      <dgm:prSet/>
      <dgm:spPr/>
      <dgm:t>
        <a:bodyPr/>
        <a:lstStyle/>
        <a:p>
          <a:endParaRPr lang="zh-CN" altLang="en-US"/>
        </a:p>
      </dgm:t>
    </dgm:pt>
    <dgm:pt modelId="{98E0F039-4E39-405E-8DEC-2B8C1BECC4A2}" type="pres">
      <dgm:prSet presAssocID="{18518BC1-326D-416E-8E19-D26D7FF5B8A6}" presName="Name0" presStyleCnt="0">
        <dgm:presLayoutVars>
          <dgm:dir/>
          <dgm:animLvl val="lvl"/>
          <dgm:resizeHandles val="exact"/>
        </dgm:presLayoutVars>
      </dgm:prSet>
      <dgm:spPr/>
    </dgm:pt>
    <dgm:pt modelId="{62357DFB-5E9B-4E61-807C-F63EEE307AAA}" type="pres">
      <dgm:prSet presAssocID="{0858A149-77D0-4B0A-B1C5-A753AEFBC2B5}" presName="composite" presStyleCnt="0"/>
      <dgm:spPr/>
    </dgm:pt>
    <dgm:pt modelId="{F85414A7-D38E-4460-9DAC-24242DD1073C}" type="pres">
      <dgm:prSet presAssocID="{0858A149-77D0-4B0A-B1C5-A753AEFBC2B5}" presName="parTx" presStyleLbl="alignNode1" presStyleIdx="0" presStyleCnt="4">
        <dgm:presLayoutVars>
          <dgm:chMax val="0"/>
          <dgm:chPref val="0"/>
          <dgm:bulletEnabled val="1"/>
        </dgm:presLayoutVars>
      </dgm:prSet>
      <dgm:spPr/>
    </dgm:pt>
    <dgm:pt modelId="{5C6B70DD-1FC2-4E2D-9CC5-DD6D1E26EBB0}" type="pres">
      <dgm:prSet presAssocID="{0858A149-77D0-4B0A-B1C5-A753AEFBC2B5}" presName="desTx" presStyleLbl="alignAccFollowNode1" presStyleIdx="0" presStyleCnt="4" custScaleY="109746">
        <dgm:presLayoutVars>
          <dgm:bulletEnabled val="1"/>
        </dgm:presLayoutVars>
      </dgm:prSet>
      <dgm:spPr/>
    </dgm:pt>
    <dgm:pt modelId="{7E644B70-0737-4007-BF59-FBC6EE01CEDC}" type="pres">
      <dgm:prSet presAssocID="{82FBBA71-7E51-4539-A5EE-7C88B80C2D1E}" presName="space" presStyleCnt="0"/>
      <dgm:spPr/>
    </dgm:pt>
    <dgm:pt modelId="{0089C94A-75DF-4249-98EF-F074C644EECF}" type="pres">
      <dgm:prSet presAssocID="{1B3B4570-78F5-4B72-8FAE-FC35C0BA2DFB}" presName="composite" presStyleCnt="0"/>
      <dgm:spPr/>
    </dgm:pt>
    <dgm:pt modelId="{8FE9FE45-750C-4E84-9D5B-A0C1DD6E3386}" type="pres">
      <dgm:prSet presAssocID="{1B3B4570-78F5-4B72-8FAE-FC35C0BA2DFB}" presName="parTx" presStyleLbl="alignNode1" presStyleIdx="1" presStyleCnt="4">
        <dgm:presLayoutVars>
          <dgm:chMax val="0"/>
          <dgm:chPref val="0"/>
          <dgm:bulletEnabled val="1"/>
        </dgm:presLayoutVars>
      </dgm:prSet>
      <dgm:spPr/>
    </dgm:pt>
    <dgm:pt modelId="{3CA9B0A9-C009-4792-898F-61B2090ECA8A}" type="pres">
      <dgm:prSet presAssocID="{1B3B4570-78F5-4B72-8FAE-FC35C0BA2DFB}" presName="desTx" presStyleLbl="alignAccFollowNode1" presStyleIdx="1" presStyleCnt="4" custScaleY="108340">
        <dgm:presLayoutVars>
          <dgm:bulletEnabled val="1"/>
        </dgm:presLayoutVars>
      </dgm:prSet>
      <dgm:spPr/>
    </dgm:pt>
    <dgm:pt modelId="{88A5F011-E6B6-4EC9-98F2-7955E3F2BC44}" type="pres">
      <dgm:prSet presAssocID="{36C157E3-B9FC-471B-ACFF-D9E98D34A1B4}" presName="space" presStyleCnt="0"/>
      <dgm:spPr/>
    </dgm:pt>
    <dgm:pt modelId="{C383815B-1178-4637-9653-3563521D9C28}" type="pres">
      <dgm:prSet presAssocID="{735BEA91-2927-4541-BAB8-183B828F4222}" presName="composite" presStyleCnt="0"/>
      <dgm:spPr/>
    </dgm:pt>
    <dgm:pt modelId="{4B6F6BE6-388C-4742-8F97-6B92F7BE75E9}" type="pres">
      <dgm:prSet presAssocID="{735BEA91-2927-4541-BAB8-183B828F4222}" presName="parTx" presStyleLbl="alignNode1" presStyleIdx="2" presStyleCnt="4">
        <dgm:presLayoutVars>
          <dgm:chMax val="0"/>
          <dgm:chPref val="0"/>
          <dgm:bulletEnabled val="1"/>
        </dgm:presLayoutVars>
      </dgm:prSet>
      <dgm:spPr/>
    </dgm:pt>
    <dgm:pt modelId="{6DFE6725-0E71-42C3-A81A-A319C8C90061}" type="pres">
      <dgm:prSet presAssocID="{735BEA91-2927-4541-BAB8-183B828F4222}" presName="desTx" presStyleLbl="alignAccFollowNode1" presStyleIdx="2" presStyleCnt="4" custScaleY="108340">
        <dgm:presLayoutVars>
          <dgm:bulletEnabled val="1"/>
        </dgm:presLayoutVars>
      </dgm:prSet>
      <dgm:spPr/>
    </dgm:pt>
    <dgm:pt modelId="{A0837B9B-D1F0-44C8-8396-1DE7DD6D7B7E}" type="pres">
      <dgm:prSet presAssocID="{AF2E68F9-3291-4FBB-8900-2D0049185B1D}" presName="space" presStyleCnt="0"/>
      <dgm:spPr/>
    </dgm:pt>
    <dgm:pt modelId="{2D3EE5C3-9AC4-407B-9218-F9BD146B2104}" type="pres">
      <dgm:prSet presAssocID="{666C5060-94A3-420A-A9F9-8F8260CA12F7}" presName="composite" presStyleCnt="0"/>
      <dgm:spPr/>
    </dgm:pt>
    <dgm:pt modelId="{812897EB-17DF-41F8-AB24-F46AB8B5DEB4}" type="pres">
      <dgm:prSet presAssocID="{666C5060-94A3-420A-A9F9-8F8260CA12F7}" presName="parTx" presStyleLbl="alignNode1" presStyleIdx="3" presStyleCnt="4" custLinFactNeighborY="-2685">
        <dgm:presLayoutVars>
          <dgm:chMax val="0"/>
          <dgm:chPref val="0"/>
          <dgm:bulletEnabled val="1"/>
        </dgm:presLayoutVars>
      </dgm:prSet>
      <dgm:spPr/>
    </dgm:pt>
    <dgm:pt modelId="{70EAAD63-D1BD-484D-900D-8BF9F793C535}" type="pres">
      <dgm:prSet presAssocID="{666C5060-94A3-420A-A9F9-8F8260CA12F7}" presName="desTx" presStyleLbl="alignAccFollowNode1" presStyleIdx="3" presStyleCnt="4" custScaleY="104766">
        <dgm:presLayoutVars>
          <dgm:bulletEnabled val="1"/>
        </dgm:presLayoutVars>
      </dgm:prSet>
      <dgm:spPr/>
    </dgm:pt>
  </dgm:ptLst>
  <dgm:cxnLst>
    <dgm:cxn modelId="{D76F8F06-A61E-4604-955A-5A5416E4B867}" srcId="{666C5060-94A3-420A-A9F9-8F8260CA12F7}" destId="{CA6E9B09-075B-461E-8AB7-B7A44ADD578E}" srcOrd="1" destOrd="0" parTransId="{02DF385F-39EF-4335-AA97-E2EBB62599CF}" sibTransId="{56D9FCE8-4524-4E94-BCCA-1F4F985EDDDB}"/>
    <dgm:cxn modelId="{A7AF8908-5E1C-4C20-91B4-11866BDDC96F}" srcId="{1B3B4570-78F5-4B72-8FAE-FC35C0BA2DFB}" destId="{48BAEEA1-B442-4833-AF99-B87D628812E0}" srcOrd="1" destOrd="0" parTransId="{515353D3-2DB0-4902-B5A5-9CD2FC5B82EB}" sibTransId="{09D8AA49-1A77-42F9-A4FD-662DFD135C27}"/>
    <dgm:cxn modelId="{58A60B0F-8681-4CBA-879D-0B4D3D6730F3}" type="presOf" srcId="{9DA32D6D-20F2-40C2-85A3-C5B297E784B2}" destId="{3CA9B0A9-C009-4792-898F-61B2090ECA8A}" srcOrd="0" destOrd="3" presId="urn:microsoft.com/office/officeart/2005/8/layout/hList1"/>
    <dgm:cxn modelId="{EF04DA24-C017-4241-8149-134C4BD15122}" type="presOf" srcId="{62258F40-2D0A-4BC5-BA87-BAEA60A45961}" destId="{6DFE6725-0E71-42C3-A81A-A319C8C90061}" srcOrd="0" destOrd="2" presId="urn:microsoft.com/office/officeart/2005/8/layout/hList1"/>
    <dgm:cxn modelId="{CA0B4027-64A8-445E-8785-F205E853BA7A}" srcId="{0858A149-77D0-4B0A-B1C5-A753AEFBC2B5}" destId="{0A40B571-CAC9-493E-A571-915A250F8EFC}" srcOrd="1" destOrd="0" parTransId="{30872FCB-A6F0-44C0-9CFE-075290C32063}" sibTransId="{0DB75968-3AAF-42B2-84B1-0C5F3E8445DB}"/>
    <dgm:cxn modelId="{6995C13A-4882-4345-9571-074851E88D26}" type="presOf" srcId="{CA6E9B09-075B-461E-8AB7-B7A44ADD578E}" destId="{70EAAD63-D1BD-484D-900D-8BF9F793C535}" srcOrd="0" destOrd="1" presId="urn:microsoft.com/office/officeart/2005/8/layout/hList1"/>
    <dgm:cxn modelId="{0E2A5B3F-316F-402B-B67A-76322F682071}" srcId="{18518BC1-326D-416E-8E19-D26D7FF5B8A6}" destId="{666C5060-94A3-420A-A9F9-8F8260CA12F7}" srcOrd="3" destOrd="0" parTransId="{824BBE9F-AB1D-4FFE-A966-F6CD86D4EC51}" sibTransId="{4A07DADB-B709-4FD4-B7D4-A4566926CF23}"/>
    <dgm:cxn modelId="{7E0A485B-FAEF-4BF1-9546-7ECAE02EF3D4}" srcId="{1B3B4570-78F5-4B72-8FAE-FC35C0BA2DFB}" destId="{9DA32D6D-20F2-40C2-85A3-C5B297E784B2}" srcOrd="3" destOrd="0" parTransId="{CE46229E-85AC-4DAA-9EDD-4D1C18EEF2F1}" sibTransId="{0EA78F7C-7F38-4310-B0C6-1D21D2CEBD7D}"/>
    <dgm:cxn modelId="{05300D5C-429E-41E1-AB97-C41EE0427FF2}" srcId="{18518BC1-326D-416E-8E19-D26D7FF5B8A6}" destId="{1B3B4570-78F5-4B72-8FAE-FC35C0BA2DFB}" srcOrd="1" destOrd="0" parTransId="{21405E14-76C0-4EF4-ABA9-46155C4DF3E8}" sibTransId="{36C157E3-B9FC-471B-ACFF-D9E98D34A1B4}"/>
    <dgm:cxn modelId="{05F4185C-7973-43A9-B5EE-0BB64CE03645}" srcId="{1B3B4570-78F5-4B72-8FAE-FC35C0BA2DFB}" destId="{07C7AFDC-958E-410F-9CDF-18F35CBFBE09}" srcOrd="2" destOrd="0" parTransId="{FCA2FBEF-E4C1-45BE-9620-A63B8EE5E770}" sibTransId="{7633D956-9596-487C-BEB4-45BEF567C344}"/>
    <dgm:cxn modelId="{5C07DD44-A1A4-4F1A-8D9E-168C27C084F0}" srcId="{735BEA91-2927-4541-BAB8-183B828F4222}" destId="{827DC1FD-5DF6-4900-BEDE-DDBEC39FA34B}" srcOrd="0" destOrd="0" parTransId="{41FC698C-6F14-4B7B-A370-351725197C75}" sibTransId="{7F442886-E2E6-4583-9167-3EC7E2DDAEC1}"/>
    <dgm:cxn modelId="{12E4ED68-34E3-4943-BBE9-3DD215862042}" type="presOf" srcId="{4AB20B61-FB83-4FCC-ADD6-E7829F76E36C}" destId="{6DFE6725-0E71-42C3-A81A-A319C8C90061}" srcOrd="0" destOrd="1" presId="urn:microsoft.com/office/officeart/2005/8/layout/hList1"/>
    <dgm:cxn modelId="{416ECA4B-9015-4916-959A-2D2346754A3E}" srcId="{666C5060-94A3-420A-A9F9-8F8260CA12F7}" destId="{CCF8ADFB-41AE-4A9D-A304-0079BDC7B8BF}" srcOrd="0" destOrd="0" parTransId="{0C0C2F51-D465-46A8-999B-DB51437BB267}" sibTransId="{5C6DB7A3-6027-4633-ACAC-DB4A153DEAEB}"/>
    <dgm:cxn modelId="{BC2B026C-C343-4789-8715-DBA5E370BF59}" srcId="{735BEA91-2927-4541-BAB8-183B828F4222}" destId="{4AB20B61-FB83-4FCC-ADD6-E7829F76E36C}" srcOrd="1" destOrd="0" parTransId="{C5AB4643-D633-42DB-8525-144ED7348262}" sibTransId="{825F5D04-BDD4-4598-8F15-1FBF84232F17}"/>
    <dgm:cxn modelId="{2C92D475-AE44-405E-B36D-F9B5F75D26B8}" type="presOf" srcId="{8AB78E7A-F982-4D8C-A3D4-B4C667126275}" destId="{5C6B70DD-1FC2-4E2D-9CC5-DD6D1E26EBB0}" srcOrd="0" destOrd="0" presId="urn:microsoft.com/office/officeart/2005/8/layout/hList1"/>
    <dgm:cxn modelId="{FDD3A379-29E6-4E3C-95D4-052DB87F7089}" type="presOf" srcId="{CCF8ADFB-41AE-4A9D-A304-0079BDC7B8BF}" destId="{70EAAD63-D1BD-484D-900D-8BF9F793C535}" srcOrd="0" destOrd="0" presId="urn:microsoft.com/office/officeart/2005/8/layout/hList1"/>
    <dgm:cxn modelId="{6A4E777C-CF58-435B-9F16-D890B2CC7BBF}" type="presOf" srcId="{735BEA91-2927-4541-BAB8-183B828F4222}" destId="{4B6F6BE6-388C-4742-8F97-6B92F7BE75E9}" srcOrd="0" destOrd="0" presId="urn:microsoft.com/office/officeart/2005/8/layout/hList1"/>
    <dgm:cxn modelId="{34039485-E8FC-4EE1-BD04-1C7177F0C676}" type="presOf" srcId="{827DC1FD-5DF6-4900-BEDE-DDBEC39FA34B}" destId="{6DFE6725-0E71-42C3-A81A-A319C8C90061}" srcOrd="0" destOrd="0" presId="urn:microsoft.com/office/officeart/2005/8/layout/hList1"/>
    <dgm:cxn modelId="{DD4C3D8D-AFA1-47F2-811A-132F062F1566}" type="presOf" srcId="{E06D4E5C-14D6-4074-96C1-7E36E88C6435}" destId="{3CA9B0A9-C009-4792-898F-61B2090ECA8A}" srcOrd="0" destOrd="0" presId="urn:microsoft.com/office/officeart/2005/8/layout/hList1"/>
    <dgm:cxn modelId="{67DA2993-8297-4FE7-AE47-BF0C1D07C978}" type="presOf" srcId="{666C5060-94A3-420A-A9F9-8F8260CA12F7}" destId="{812897EB-17DF-41F8-AB24-F46AB8B5DEB4}" srcOrd="0" destOrd="0" presId="urn:microsoft.com/office/officeart/2005/8/layout/hList1"/>
    <dgm:cxn modelId="{04E75298-9B54-4C63-B107-EB09CE7ED398}" type="presOf" srcId="{18518BC1-326D-416E-8E19-D26D7FF5B8A6}" destId="{98E0F039-4E39-405E-8DEC-2B8C1BECC4A2}" srcOrd="0" destOrd="0" presId="urn:microsoft.com/office/officeart/2005/8/layout/hList1"/>
    <dgm:cxn modelId="{B76654A8-4DC8-4225-B21C-F58FC0760CA0}" srcId="{735BEA91-2927-4541-BAB8-183B828F4222}" destId="{62258F40-2D0A-4BC5-BA87-BAEA60A45961}" srcOrd="2" destOrd="0" parTransId="{A2CC076C-1881-42B7-ADEC-D7E9670D2122}" sibTransId="{EF5CAA08-3ABD-4329-928C-B17D7EADC3B0}"/>
    <dgm:cxn modelId="{A12B3ABF-0231-4FF6-9A8D-72AAB3234C27}" type="presOf" srcId="{48BAEEA1-B442-4833-AF99-B87D628812E0}" destId="{3CA9B0A9-C009-4792-898F-61B2090ECA8A}" srcOrd="0" destOrd="1" presId="urn:microsoft.com/office/officeart/2005/8/layout/hList1"/>
    <dgm:cxn modelId="{8CB279C1-E46D-4116-8919-61A6544F0949}" type="presOf" srcId="{0858A149-77D0-4B0A-B1C5-A753AEFBC2B5}" destId="{F85414A7-D38E-4460-9DAC-24242DD1073C}" srcOrd="0" destOrd="0" presId="urn:microsoft.com/office/officeart/2005/8/layout/hList1"/>
    <dgm:cxn modelId="{BD99D7C1-FF3E-43B6-983B-BAB42527ABC3}" srcId="{18518BC1-326D-416E-8E19-D26D7FF5B8A6}" destId="{735BEA91-2927-4541-BAB8-183B828F4222}" srcOrd="2" destOrd="0" parTransId="{882F1A43-26D8-4A8F-B2B1-FBB8511F8D61}" sibTransId="{AF2E68F9-3291-4FBB-8900-2D0049185B1D}"/>
    <dgm:cxn modelId="{871A1CC2-F138-42E8-8391-9D1C0AF6B16E}" srcId="{1B3B4570-78F5-4B72-8FAE-FC35C0BA2DFB}" destId="{E06D4E5C-14D6-4074-96C1-7E36E88C6435}" srcOrd="0" destOrd="0" parTransId="{B1E0E05E-236B-4718-A7B9-3168636DDABA}" sibTransId="{03170270-6F3D-44A6-A215-E1C7FD528C7C}"/>
    <dgm:cxn modelId="{C942ECCF-BB4B-43D2-867A-CFFA0B2AF79E}" type="presOf" srcId="{1B3B4570-78F5-4B72-8FAE-FC35C0BA2DFB}" destId="{8FE9FE45-750C-4E84-9D5B-A0C1DD6E3386}" srcOrd="0" destOrd="0" presId="urn:microsoft.com/office/officeart/2005/8/layout/hList1"/>
    <dgm:cxn modelId="{8B80ADD1-9084-4742-B5C2-BB9692BBF056}" srcId="{735BEA91-2927-4541-BAB8-183B828F4222}" destId="{4570F7E0-06C0-4E0B-A0A9-06ED2C8F7C68}" srcOrd="4" destOrd="0" parTransId="{91354BD1-7484-4652-B441-C0415A3DE98C}" sibTransId="{1EF82E4E-986E-483A-8FF4-1C9699CE6E96}"/>
    <dgm:cxn modelId="{77A1E1D2-9034-454A-BEEF-2970BDDD12E4}" type="presOf" srcId="{0A40B571-CAC9-493E-A571-915A250F8EFC}" destId="{5C6B70DD-1FC2-4E2D-9CC5-DD6D1E26EBB0}" srcOrd="0" destOrd="1" presId="urn:microsoft.com/office/officeart/2005/8/layout/hList1"/>
    <dgm:cxn modelId="{DC1FC6D7-2D2F-4119-9185-9918D562A955}" srcId="{0858A149-77D0-4B0A-B1C5-A753AEFBC2B5}" destId="{8AB78E7A-F982-4D8C-A3D4-B4C667126275}" srcOrd="0" destOrd="0" parTransId="{DBDBC07F-6350-4407-BF74-3AA1F863F7AA}" sibTransId="{C2AF6350-1680-4CCE-A3E5-B5A3A74A3A5B}"/>
    <dgm:cxn modelId="{41C7CFDA-0479-4AEF-A5E8-AB6AE4752097}" srcId="{735BEA91-2927-4541-BAB8-183B828F4222}" destId="{2FF19162-1417-4CA4-BFC3-FD6471A3B6C6}" srcOrd="3" destOrd="0" parTransId="{C62A1092-53AE-4873-91AB-50C39D475E02}" sibTransId="{A0E9FFF2-6072-4687-BE60-65332DFC881F}"/>
    <dgm:cxn modelId="{2447B3E4-77B5-4BFC-8191-C10931CFB69E}" type="presOf" srcId="{07C7AFDC-958E-410F-9CDF-18F35CBFBE09}" destId="{3CA9B0A9-C009-4792-898F-61B2090ECA8A}" srcOrd="0" destOrd="2" presId="urn:microsoft.com/office/officeart/2005/8/layout/hList1"/>
    <dgm:cxn modelId="{3B17D2EA-ACA5-40A8-B302-2329A0BA1CC9}" type="presOf" srcId="{4570F7E0-06C0-4E0B-A0A9-06ED2C8F7C68}" destId="{6DFE6725-0E71-42C3-A81A-A319C8C90061}" srcOrd="0" destOrd="4" presId="urn:microsoft.com/office/officeart/2005/8/layout/hList1"/>
    <dgm:cxn modelId="{D14523F9-6B06-4D5F-97C6-0A5E233D92BE}" srcId="{18518BC1-326D-416E-8E19-D26D7FF5B8A6}" destId="{0858A149-77D0-4B0A-B1C5-A753AEFBC2B5}" srcOrd="0" destOrd="0" parTransId="{1359AC1B-92FE-433A-B038-2CEA9EEAB2ED}" sibTransId="{82FBBA71-7E51-4539-A5EE-7C88B80C2D1E}"/>
    <dgm:cxn modelId="{F1913CFC-9AF2-4E92-8164-F119B03C2D2B}" type="presOf" srcId="{2FF19162-1417-4CA4-BFC3-FD6471A3B6C6}" destId="{6DFE6725-0E71-42C3-A81A-A319C8C90061}" srcOrd="0" destOrd="3" presId="urn:microsoft.com/office/officeart/2005/8/layout/hList1"/>
    <dgm:cxn modelId="{5908C8C8-773B-4848-8B6A-80DF554876E0}" type="presParOf" srcId="{98E0F039-4E39-405E-8DEC-2B8C1BECC4A2}" destId="{62357DFB-5E9B-4E61-807C-F63EEE307AAA}" srcOrd="0" destOrd="0" presId="urn:microsoft.com/office/officeart/2005/8/layout/hList1"/>
    <dgm:cxn modelId="{ABB8BDBB-1232-4CA0-AA60-3DBCBACDF3B2}" type="presParOf" srcId="{62357DFB-5E9B-4E61-807C-F63EEE307AAA}" destId="{F85414A7-D38E-4460-9DAC-24242DD1073C}" srcOrd="0" destOrd="0" presId="urn:microsoft.com/office/officeart/2005/8/layout/hList1"/>
    <dgm:cxn modelId="{75C1C871-C25D-42FF-92E7-413E02E24F64}" type="presParOf" srcId="{62357DFB-5E9B-4E61-807C-F63EEE307AAA}" destId="{5C6B70DD-1FC2-4E2D-9CC5-DD6D1E26EBB0}" srcOrd="1" destOrd="0" presId="urn:microsoft.com/office/officeart/2005/8/layout/hList1"/>
    <dgm:cxn modelId="{2123C464-A8B4-4422-BBC0-0B50EFBC58F8}" type="presParOf" srcId="{98E0F039-4E39-405E-8DEC-2B8C1BECC4A2}" destId="{7E644B70-0737-4007-BF59-FBC6EE01CEDC}" srcOrd="1" destOrd="0" presId="urn:microsoft.com/office/officeart/2005/8/layout/hList1"/>
    <dgm:cxn modelId="{51ADD3A6-1F19-42E1-9715-2CE1E27BCC7A}" type="presParOf" srcId="{98E0F039-4E39-405E-8DEC-2B8C1BECC4A2}" destId="{0089C94A-75DF-4249-98EF-F074C644EECF}" srcOrd="2" destOrd="0" presId="urn:microsoft.com/office/officeart/2005/8/layout/hList1"/>
    <dgm:cxn modelId="{1794518F-3B8C-4747-9229-16FE9CC4F485}" type="presParOf" srcId="{0089C94A-75DF-4249-98EF-F074C644EECF}" destId="{8FE9FE45-750C-4E84-9D5B-A0C1DD6E3386}" srcOrd="0" destOrd="0" presId="urn:microsoft.com/office/officeart/2005/8/layout/hList1"/>
    <dgm:cxn modelId="{A43F2D24-A606-49DF-B9CF-AC97648E6F1C}" type="presParOf" srcId="{0089C94A-75DF-4249-98EF-F074C644EECF}" destId="{3CA9B0A9-C009-4792-898F-61B2090ECA8A}" srcOrd="1" destOrd="0" presId="urn:microsoft.com/office/officeart/2005/8/layout/hList1"/>
    <dgm:cxn modelId="{32C1D33B-B043-4190-A2F8-968CDF5D7AB2}" type="presParOf" srcId="{98E0F039-4E39-405E-8DEC-2B8C1BECC4A2}" destId="{88A5F011-E6B6-4EC9-98F2-7955E3F2BC44}" srcOrd="3" destOrd="0" presId="urn:microsoft.com/office/officeart/2005/8/layout/hList1"/>
    <dgm:cxn modelId="{5D1749B6-D28D-4CBD-86F6-B26369109F43}" type="presParOf" srcId="{98E0F039-4E39-405E-8DEC-2B8C1BECC4A2}" destId="{C383815B-1178-4637-9653-3563521D9C28}" srcOrd="4" destOrd="0" presId="urn:microsoft.com/office/officeart/2005/8/layout/hList1"/>
    <dgm:cxn modelId="{CB4C12AB-72AA-4A9C-816B-9E7633EAE7C7}" type="presParOf" srcId="{C383815B-1178-4637-9653-3563521D9C28}" destId="{4B6F6BE6-388C-4742-8F97-6B92F7BE75E9}" srcOrd="0" destOrd="0" presId="urn:microsoft.com/office/officeart/2005/8/layout/hList1"/>
    <dgm:cxn modelId="{4772CA2C-18DE-44D5-8B78-9DF6432EC588}" type="presParOf" srcId="{C383815B-1178-4637-9653-3563521D9C28}" destId="{6DFE6725-0E71-42C3-A81A-A319C8C90061}" srcOrd="1" destOrd="0" presId="urn:microsoft.com/office/officeart/2005/8/layout/hList1"/>
    <dgm:cxn modelId="{AC6F75E0-6A7E-4EDE-8601-E388B2413D42}" type="presParOf" srcId="{98E0F039-4E39-405E-8DEC-2B8C1BECC4A2}" destId="{A0837B9B-D1F0-44C8-8396-1DE7DD6D7B7E}" srcOrd="5" destOrd="0" presId="urn:microsoft.com/office/officeart/2005/8/layout/hList1"/>
    <dgm:cxn modelId="{95A95674-E1E5-4487-8099-F3849A1DF89C}" type="presParOf" srcId="{98E0F039-4E39-405E-8DEC-2B8C1BECC4A2}" destId="{2D3EE5C3-9AC4-407B-9218-F9BD146B2104}" srcOrd="6" destOrd="0" presId="urn:microsoft.com/office/officeart/2005/8/layout/hList1"/>
    <dgm:cxn modelId="{CBBCC345-AD28-42E8-8F4E-63CBB3F8EC83}" type="presParOf" srcId="{2D3EE5C3-9AC4-407B-9218-F9BD146B2104}" destId="{812897EB-17DF-41F8-AB24-F46AB8B5DEB4}" srcOrd="0" destOrd="0" presId="urn:microsoft.com/office/officeart/2005/8/layout/hList1"/>
    <dgm:cxn modelId="{6C8B963E-F040-4491-8980-623BFBF853CE}" type="presParOf" srcId="{2D3EE5C3-9AC4-407B-9218-F9BD146B2104}" destId="{70EAAD63-D1BD-484D-900D-8BF9F793C535}" srcOrd="1" destOrd="0" presId="urn:microsoft.com/office/officeart/2005/8/layout/hList1"/>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E85D810-37F5-4B99-88DD-2FE57C53B131}" type="doc">
      <dgm:prSet loTypeId="urn:microsoft.com/office/officeart/2005/8/layout/cycle6#1" loCatId="cycle" qsTypeId="urn:microsoft.com/office/officeart/2005/8/quickstyle/simple1#13" qsCatId="simple" csTypeId="urn:microsoft.com/office/officeart/2005/8/colors/accent1_2#13" csCatId="accent1" phldr="1"/>
      <dgm:spPr/>
      <dgm:t>
        <a:bodyPr/>
        <a:lstStyle/>
        <a:p>
          <a:endParaRPr lang="zh-CN" altLang="en-US"/>
        </a:p>
      </dgm:t>
    </dgm:pt>
    <dgm:pt modelId="{35D6E3D2-2021-437B-BA84-3B2C0BF5D706}">
      <dgm:prSet phldrT="[文本]" custT="1"/>
      <dgm:spPr>
        <a:solidFill>
          <a:schemeClr val="bg1">
            <a:lumMod val="85000"/>
          </a:schemeClr>
        </a:solidFill>
        <a:ln>
          <a:solidFill>
            <a:schemeClr val="accent1"/>
          </a:solidFill>
        </a:ln>
      </dgm:spPr>
      <dgm:t>
        <a:bodyPr/>
        <a:lstStyle/>
        <a:p>
          <a:r>
            <a:rPr lang="zh-CN" altLang="en-US" sz="2000" kern="1200" dirty="0">
              <a:solidFill>
                <a:srgbClr val="5F5F5F"/>
              </a:solidFill>
              <a:latin typeface="微软雅黑" panose="020B0503020204020204" pitchFamily="34" charset="-122"/>
              <a:ea typeface="微软雅黑" panose="020B0503020204020204" pitchFamily="34" charset="-122"/>
              <a:cs typeface="+mn-cs"/>
              <a:sym typeface="+mn-ea"/>
            </a:rPr>
            <a:t>数字内容概念</a:t>
          </a:r>
        </a:p>
      </dgm:t>
    </dgm:pt>
    <dgm:pt modelId="{0969DAEC-6270-4C80-9086-46BDF4832FAD}" type="parTrans" cxnId="{5647AFCC-B2FB-4B78-927C-B8B421DE7240}">
      <dgm:prSet/>
      <dgm:spPr/>
      <dgm:t>
        <a:bodyPr/>
        <a:lstStyle/>
        <a:p>
          <a:endParaRPr lang="zh-CN" altLang="en-US"/>
        </a:p>
      </dgm:t>
    </dgm:pt>
    <dgm:pt modelId="{F6686070-6F26-4BF4-B8F6-D4CDF5EB4B29}" type="sibTrans" cxnId="{5647AFCC-B2FB-4B78-927C-B8B421DE7240}">
      <dgm:prSet/>
      <dgm:spPr/>
      <dgm:t>
        <a:bodyPr/>
        <a:lstStyle/>
        <a:p>
          <a:endParaRPr lang="zh-CN" altLang="en-US"/>
        </a:p>
      </dgm:t>
    </dgm:pt>
    <dgm:pt modelId="{16044792-4D5A-4E1B-A4F5-F025C4967BDE}">
      <dgm:prSet phldrT="[文本]" custT="1"/>
      <dgm:spPr>
        <a:solidFill>
          <a:schemeClr val="bg1">
            <a:lumMod val="85000"/>
          </a:schemeClr>
        </a:solidFill>
        <a:ln>
          <a:solidFill>
            <a:schemeClr val="accent1"/>
          </a:solidFill>
        </a:ln>
      </dgm:spPr>
      <dgm:t>
        <a:bodyPr/>
        <a:lstStyle/>
        <a:p>
          <a:pPr>
            <a:spcAft>
              <a:spcPts val="0"/>
            </a:spcAft>
          </a:pPr>
          <a:r>
            <a:rPr lang="zh-CN" altLang="en-US" sz="2000" kern="1200" dirty="0">
              <a:solidFill>
                <a:srgbClr val="5F5F5F"/>
              </a:solidFill>
              <a:latin typeface="微软雅黑" panose="020B0503020204020204" pitchFamily="34" charset="-122"/>
              <a:ea typeface="微软雅黑" panose="020B0503020204020204" pitchFamily="34" charset="-122"/>
              <a:cs typeface="+mn-cs"/>
              <a:sym typeface="+mn-ea"/>
            </a:rPr>
            <a:t>数字内容</a:t>
          </a:r>
          <a:endParaRPr lang="en-US" altLang="zh-CN" sz="2000" kern="1200" dirty="0">
            <a:solidFill>
              <a:srgbClr val="5F5F5F"/>
            </a:solidFill>
            <a:latin typeface="微软雅黑" panose="020B0503020204020204" pitchFamily="34" charset="-122"/>
            <a:ea typeface="微软雅黑" panose="020B0503020204020204" pitchFamily="34" charset="-122"/>
            <a:cs typeface="+mn-cs"/>
            <a:sym typeface="+mn-ea"/>
          </a:endParaRPr>
        </a:p>
        <a:p>
          <a:pPr>
            <a:spcAft>
              <a:spcPts val="0"/>
            </a:spcAft>
          </a:pPr>
          <a:r>
            <a:rPr lang="zh-CN" altLang="en-US" sz="2000" kern="1200" dirty="0">
              <a:solidFill>
                <a:srgbClr val="5F5F5F"/>
              </a:solidFill>
              <a:latin typeface="微软雅黑" panose="020B0503020204020204" pitchFamily="34" charset="-122"/>
              <a:ea typeface="微软雅黑" panose="020B0503020204020204" pitchFamily="34" charset="-122"/>
              <a:cs typeface="+mn-cs"/>
              <a:sym typeface="+mn-ea"/>
            </a:rPr>
            <a:t>安全威胁</a:t>
          </a:r>
        </a:p>
      </dgm:t>
    </dgm:pt>
    <dgm:pt modelId="{5BAFD002-1541-4F56-B5EC-1EFF0834A265}" type="parTrans" cxnId="{9A7EC13C-369B-4F35-A530-60ADA6E99DF5}">
      <dgm:prSet/>
      <dgm:spPr/>
      <dgm:t>
        <a:bodyPr/>
        <a:lstStyle/>
        <a:p>
          <a:endParaRPr lang="zh-CN" altLang="en-US"/>
        </a:p>
      </dgm:t>
    </dgm:pt>
    <dgm:pt modelId="{38311E1F-E165-4F86-8881-AC702C9FAA5D}" type="sibTrans" cxnId="{9A7EC13C-369B-4F35-A530-60ADA6E99DF5}">
      <dgm:prSet/>
      <dgm:spPr/>
      <dgm:t>
        <a:bodyPr/>
        <a:lstStyle/>
        <a:p>
          <a:endParaRPr lang="zh-CN" altLang="en-US"/>
        </a:p>
      </dgm:t>
    </dgm:pt>
    <dgm:pt modelId="{492B2139-E73B-4213-9730-C7A94E47E609}">
      <dgm:prSet phldrT="[文本]" custT="1"/>
      <dgm:spPr>
        <a:solidFill>
          <a:schemeClr val="bg1">
            <a:lumMod val="85000"/>
          </a:schemeClr>
        </a:solidFill>
        <a:ln>
          <a:solidFill>
            <a:schemeClr val="accent1"/>
          </a:solidFill>
        </a:ln>
      </dgm:spPr>
      <dgm:t>
        <a:bodyPr/>
        <a:lstStyle/>
        <a:p>
          <a:pPr>
            <a:spcAft>
              <a:spcPts val="0"/>
            </a:spcAft>
          </a:pPr>
          <a:r>
            <a:rPr lang="zh-CN" altLang="en-US" sz="2000" dirty="0">
              <a:solidFill>
                <a:srgbClr val="5F5F5F"/>
              </a:solidFill>
              <a:latin typeface="微软雅黑" panose="020B0503020204020204" pitchFamily="34" charset="-122"/>
              <a:ea typeface="微软雅黑" panose="020B0503020204020204" pitchFamily="34" charset="-122"/>
            </a:rPr>
            <a:t>数字内容</a:t>
          </a:r>
          <a:endParaRPr lang="en-US" altLang="zh-CN" sz="2000" dirty="0">
            <a:solidFill>
              <a:srgbClr val="5F5F5F"/>
            </a:solidFill>
            <a:latin typeface="微软雅黑" panose="020B0503020204020204" pitchFamily="34" charset="-122"/>
            <a:ea typeface="微软雅黑" panose="020B0503020204020204" pitchFamily="34" charset="-122"/>
          </a:endParaRPr>
        </a:p>
        <a:p>
          <a:pPr>
            <a:spcAft>
              <a:spcPts val="0"/>
            </a:spcAft>
          </a:pPr>
          <a:r>
            <a:rPr lang="zh-CN" altLang="en-US" sz="2000" dirty="0">
              <a:solidFill>
                <a:srgbClr val="5F5F5F"/>
              </a:solidFill>
              <a:latin typeface="微软雅黑" panose="020B0503020204020204" pitchFamily="34" charset="-122"/>
              <a:ea typeface="微软雅黑" panose="020B0503020204020204" pitchFamily="34" charset="-122"/>
            </a:rPr>
            <a:t>安全概念</a:t>
          </a:r>
        </a:p>
      </dgm:t>
    </dgm:pt>
    <dgm:pt modelId="{E820ECFD-1ED9-4EB4-8B75-62D0C6BE5B2C}" type="parTrans" cxnId="{8A34A2C0-D845-46DD-9340-6D30A2C42A47}">
      <dgm:prSet/>
      <dgm:spPr/>
      <dgm:t>
        <a:bodyPr/>
        <a:lstStyle/>
        <a:p>
          <a:endParaRPr lang="zh-CN" altLang="en-US"/>
        </a:p>
      </dgm:t>
    </dgm:pt>
    <dgm:pt modelId="{1B7BE051-EB07-4BD6-BEAB-D5BF56A66018}" type="sibTrans" cxnId="{8A34A2C0-D845-46DD-9340-6D30A2C42A47}">
      <dgm:prSet/>
      <dgm:spPr/>
      <dgm:t>
        <a:bodyPr/>
        <a:lstStyle/>
        <a:p>
          <a:endParaRPr lang="zh-CN" altLang="en-US"/>
        </a:p>
      </dgm:t>
    </dgm:pt>
    <dgm:pt modelId="{D257B2FF-9080-4E17-A0F4-ADE0E2F96D7A}">
      <dgm:prSet phldrT="[文本]" custT="1"/>
      <dgm:spPr>
        <a:solidFill>
          <a:schemeClr val="bg1">
            <a:lumMod val="85000"/>
          </a:schemeClr>
        </a:solidFill>
        <a:ln>
          <a:solidFill>
            <a:schemeClr val="accent1"/>
          </a:solidFill>
        </a:ln>
      </dgm:spPr>
      <dgm:t>
        <a:bodyPr/>
        <a:lstStyle/>
        <a:p>
          <a:pPr>
            <a:spcAft>
              <a:spcPts val="0"/>
            </a:spcAft>
          </a:pPr>
          <a:r>
            <a:rPr lang="zh-CN" altLang="en-US" sz="2000" dirty="0">
              <a:solidFill>
                <a:srgbClr val="5F5F5F"/>
              </a:solidFill>
              <a:latin typeface="微软雅黑" panose="020B0503020204020204" pitchFamily="34" charset="-122"/>
              <a:ea typeface="微软雅黑" panose="020B0503020204020204" pitchFamily="34" charset="-122"/>
            </a:rPr>
            <a:t>数字内容</a:t>
          </a:r>
          <a:endParaRPr lang="en-US" altLang="zh-CN" sz="2000" dirty="0">
            <a:solidFill>
              <a:srgbClr val="5F5F5F"/>
            </a:solidFill>
            <a:latin typeface="微软雅黑" panose="020B0503020204020204" pitchFamily="34" charset="-122"/>
            <a:ea typeface="微软雅黑" panose="020B0503020204020204" pitchFamily="34" charset="-122"/>
          </a:endParaRPr>
        </a:p>
        <a:p>
          <a:pPr>
            <a:spcAft>
              <a:spcPts val="0"/>
            </a:spcAft>
          </a:pPr>
          <a:r>
            <a:rPr lang="zh-CN" altLang="en-US" sz="2000" dirty="0">
              <a:solidFill>
                <a:srgbClr val="5F5F5F"/>
              </a:solidFill>
              <a:latin typeface="微软雅黑" panose="020B0503020204020204" pitchFamily="34" charset="-122"/>
              <a:ea typeface="微软雅黑" panose="020B0503020204020204" pitchFamily="34" charset="-122"/>
            </a:rPr>
            <a:t>安全技术</a:t>
          </a:r>
        </a:p>
      </dgm:t>
    </dgm:pt>
    <dgm:pt modelId="{A6FC4FBB-BB5F-44B2-BA8D-D3134D342041}" type="parTrans" cxnId="{E170A256-BBA1-4771-8937-BAB025A7E098}">
      <dgm:prSet/>
      <dgm:spPr/>
      <dgm:t>
        <a:bodyPr/>
        <a:lstStyle/>
        <a:p>
          <a:endParaRPr lang="zh-CN" altLang="en-US"/>
        </a:p>
      </dgm:t>
    </dgm:pt>
    <dgm:pt modelId="{B9EE60FC-A511-462A-8C3C-3442E67CAEDD}" type="sibTrans" cxnId="{E170A256-BBA1-4771-8937-BAB025A7E098}">
      <dgm:prSet/>
      <dgm:spPr/>
      <dgm:t>
        <a:bodyPr/>
        <a:lstStyle/>
        <a:p>
          <a:endParaRPr lang="zh-CN" altLang="en-US"/>
        </a:p>
      </dgm:t>
    </dgm:pt>
    <dgm:pt modelId="{7D046742-0457-4C69-93C3-1627059FE852}" type="pres">
      <dgm:prSet presAssocID="{DE85D810-37F5-4B99-88DD-2FE57C53B131}" presName="cycle" presStyleCnt="0">
        <dgm:presLayoutVars>
          <dgm:dir/>
          <dgm:resizeHandles val="exact"/>
        </dgm:presLayoutVars>
      </dgm:prSet>
      <dgm:spPr/>
    </dgm:pt>
    <dgm:pt modelId="{90E635B4-CA6C-4742-A94F-14201063C7E2}" type="pres">
      <dgm:prSet presAssocID="{35D6E3D2-2021-437B-BA84-3B2C0BF5D706}" presName="node" presStyleLbl="node1" presStyleIdx="0" presStyleCnt="4" custScaleX="139163">
        <dgm:presLayoutVars>
          <dgm:bulletEnabled val="1"/>
        </dgm:presLayoutVars>
      </dgm:prSet>
      <dgm:spPr/>
    </dgm:pt>
    <dgm:pt modelId="{AE18B585-9236-44BC-AFB9-7C6A1B8B84B1}" type="pres">
      <dgm:prSet presAssocID="{35D6E3D2-2021-437B-BA84-3B2C0BF5D706}" presName="spNode" presStyleCnt="0"/>
      <dgm:spPr/>
    </dgm:pt>
    <dgm:pt modelId="{B37A1CD2-0161-4E04-9EF2-E52E4B2D851F}" type="pres">
      <dgm:prSet presAssocID="{F6686070-6F26-4BF4-B8F6-D4CDF5EB4B29}" presName="sibTrans" presStyleLbl="sibTrans1D1" presStyleIdx="0" presStyleCnt="4"/>
      <dgm:spPr/>
    </dgm:pt>
    <dgm:pt modelId="{AE43E8CF-8CD5-40CC-82E6-9CF2B5077056}" type="pres">
      <dgm:prSet presAssocID="{16044792-4D5A-4E1B-A4F5-F025C4967BDE}" presName="node" presStyleLbl="node1" presStyleIdx="1" presStyleCnt="4" custScaleX="174199" custScaleY="104663" custRadScaleRad="133843">
        <dgm:presLayoutVars>
          <dgm:bulletEnabled val="1"/>
        </dgm:presLayoutVars>
      </dgm:prSet>
      <dgm:spPr/>
    </dgm:pt>
    <dgm:pt modelId="{B1C83519-AA1E-4520-8D62-D2A12F3BA3D6}" type="pres">
      <dgm:prSet presAssocID="{16044792-4D5A-4E1B-A4F5-F025C4967BDE}" presName="spNode" presStyleCnt="0"/>
      <dgm:spPr/>
    </dgm:pt>
    <dgm:pt modelId="{8FBA1E70-DAC5-48DA-B17F-D7CBD4E61487}" type="pres">
      <dgm:prSet presAssocID="{38311E1F-E165-4F86-8881-AC702C9FAA5D}" presName="sibTrans" presStyleLbl="sibTrans1D1" presStyleIdx="1" presStyleCnt="4"/>
      <dgm:spPr/>
    </dgm:pt>
    <dgm:pt modelId="{1365C0B3-542E-45D7-BDD3-241D7887FC59}" type="pres">
      <dgm:prSet presAssocID="{492B2139-E73B-4213-9730-C7A94E47E609}" presName="node" presStyleLbl="node1" presStyleIdx="2" presStyleCnt="4" custScaleX="150448" custRadScaleRad="101350">
        <dgm:presLayoutVars>
          <dgm:bulletEnabled val="1"/>
        </dgm:presLayoutVars>
      </dgm:prSet>
      <dgm:spPr/>
    </dgm:pt>
    <dgm:pt modelId="{CD5F875F-C9AB-4518-969B-F5193C123513}" type="pres">
      <dgm:prSet presAssocID="{492B2139-E73B-4213-9730-C7A94E47E609}" presName="spNode" presStyleCnt="0"/>
      <dgm:spPr/>
    </dgm:pt>
    <dgm:pt modelId="{6815F6E3-0EBB-4166-8CB4-15B400DB81FD}" type="pres">
      <dgm:prSet presAssocID="{1B7BE051-EB07-4BD6-BEAB-D5BF56A66018}" presName="sibTrans" presStyleLbl="sibTrans1D1" presStyleIdx="2" presStyleCnt="4"/>
      <dgm:spPr/>
    </dgm:pt>
    <dgm:pt modelId="{AF212564-B2E4-4883-8F98-31B84BD863CF}" type="pres">
      <dgm:prSet presAssocID="{D257B2FF-9080-4E17-A0F4-ADE0E2F96D7A}" presName="node" presStyleLbl="node1" presStyleIdx="3" presStyleCnt="4" custScaleX="204255" custScaleY="111233" custRadScaleRad="138611">
        <dgm:presLayoutVars>
          <dgm:bulletEnabled val="1"/>
        </dgm:presLayoutVars>
      </dgm:prSet>
      <dgm:spPr/>
    </dgm:pt>
    <dgm:pt modelId="{DC6F82E5-4313-4CE5-BDAD-E4213EF1A9A9}" type="pres">
      <dgm:prSet presAssocID="{D257B2FF-9080-4E17-A0F4-ADE0E2F96D7A}" presName="spNode" presStyleCnt="0"/>
      <dgm:spPr/>
    </dgm:pt>
    <dgm:pt modelId="{B3034395-49A4-423D-AA01-2692A55A304F}" type="pres">
      <dgm:prSet presAssocID="{B9EE60FC-A511-462A-8C3C-3442E67CAEDD}" presName="sibTrans" presStyleLbl="sibTrans1D1" presStyleIdx="3" presStyleCnt="4"/>
      <dgm:spPr/>
    </dgm:pt>
  </dgm:ptLst>
  <dgm:cxnLst>
    <dgm:cxn modelId="{F00D7B0F-BE1B-480B-94A6-414D4023D48E}" type="presOf" srcId="{D257B2FF-9080-4E17-A0F4-ADE0E2F96D7A}" destId="{AF212564-B2E4-4883-8F98-31B84BD863CF}" srcOrd="0" destOrd="0" presId="urn:microsoft.com/office/officeart/2005/8/layout/cycle6#1"/>
    <dgm:cxn modelId="{9A7EC13C-369B-4F35-A530-60ADA6E99DF5}" srcId="{DE85D810-37F5-4B99-88DD-2FE57C53B131}" destId="{16044792-4D5A-4E1B-A4F5-F025C4967BDE}" srcOrd="1" destOrd="0" parTransId="{5BAFD002-1541-4F56-B5EC-1EFF0834A265}" sibTransId="{38311E1F-E165-4F86-8881-AC702C9FAA5D}"/>
    <dgm:cxn modelId="{15C3F25D-9DD4-465E-847D-D0B0A02E4641}" type="presOf" srcId="{35D6E3D2-2021-437B-BA84-3B2C0BF5D706}" destId="{90E635B4-CA6C-4742-A94F-14201063C7E2}" srcOrd="0" destOrd="0" presId="urn:microsoft.com/office/officeart/2005/8/layout/cycle6#1"/>
    <dgm:cxn modelId="{0B3FC646-A1A5-42BF-8C81-038E8918A3A3}" type="presOf" srcId="{DE85D810-37F5-4B99-88DD-2FE57C53B131}" destId="{7D046742-0457-4C69-93C3-1627059FE852}" srcOrd="0" destOrd="0" presId="urn:microsoft.com/office/officeart/2005/8/layout/cycle6#1"/>
    <dgm:cxn modelId="{99830676-B39F-4377-AA58-9D6478D14AC7}" type="presOf" srcId="{F6686070-6F26-4BF4-B8F6-D4CDF5EB4B29}" destId="{B37A1CD2-0161-4E04-9EF2-E52E4B2D851F}" srcOrd="0" destOrd="0" presId="urn:microsoft.com/office/officeart/2005/8/layout/cycle6#1"/>
    <dgm:cxn modelId="{E170A256-BBA1-4771-8937-BAB025A7E098}" srcId="{DE85D810-37F5-4B99-88DD-2FE57C53B131}" destId="{D257B2FF-9080-4E17-A0F4-ADE0E2F96D7A}" srcOrd="3" destOrd="0" parTransId="{A6FC4FBB-BB5F-44B2-BA8D-D3134D342041}" sibTransId="{B9EE60FC-A511-462A-8C3C-3442E67CAEDD}"/>
    <dgm:cxn modelId="{095AD059-9BFE-4806-84E3-87F10A61DD16}" type="presOf" srcId="{B9EE60FC-A511-462A-8C3C-3442E67CAEDD}" destId="{B3034395-49A4-423D-AA01-2692A55A304F}" srcOrd="0" destOrd="0" presId="urn:microsoft.com/office/officeart/2005/8/layout/cycle6#1"/>
    <dgm:cxn modelId="{AC21659B-DD1E-4CF5-B9E7-C1F0CC16F72C}" type="presOf" srcId="{492B2139-E73B-4213-9730-C7A94E47E609}" destId="{1365C0B3-542E-45D7-BDD3-241D7887FC59}" srcOrd="0" destOrd="0" presId="urn:microsoft.com/office/officeart/2005/8/layout/cycle6#1"/>
    <dgm:cxn modelId="{0CB318AD-48F1-4F7D-9DAE-0DBEF4937929}" type="presOf" srcId="{1B7BE051-EB07-4BD6-BEAB-D5BF56A66018}" destId="{6815F6E3-0EBB-4166-8CB4-15B400DB81FD}" srcOrd="0" destOrd="0" presId="urn:microsoft.com/office/officeart/2005/8/layout/cycle6#1"/>
    <dgm:cxn modelId="{8A34A2C0-D845-46DD-9340-6D30A2C42A47}" srcId="{DE85D810-37F5-4B99-88DD-2FE57C53B131}" destId="{492B2139-E73B-4213-9730-C7A94E47E609}" srcOrd="2" destOrd="0" parTransId="{E820ECFD-1ED9-4EB4-8B75-62D0C6BE5B2C}" sibTransId="{1B7BE051-EB07-4BD6-BEAB-D5BF56A66018}"/>
    <dgm:cxn modelId="{5647AFCC-B2FB-4B78-927C-B8B421DE7240}" srcId="{DE85D810-37F5-4B99-88DD-2FE57C53B131}" destId="{35D6E3D2-2021-437B-BA84-3B2C0BF5D706}" srcOrd="0" destOrd="0" parTransId="{0969DAEC-6270-4C80-9086-46BDF4832FAD}" sibTransId="{F6686070-6F26-4BF4-B8F6-D4CDF5EB4B29}"/>
    <dgm:cxn modelId="{2A8BDBD1-D5EA-4BDB-BE71-95F910D6C164}" type="presOf" srcId="{16044792-4D5A-4E1B-A4F5-F025C4967BDE}" destId="{AE43E8CF-8CD5-40CC-82E6-9CF2B5077056}" srcOrd="0" destOrd="0" presId="urn:microsoft.com/office/officeart/2005/8/layout/cycle6#1"/>
    <dgm:cxn modelId="{50E515F5-890E-4B4A-8712-EDF5F309D8A3}" type="presOf" srcId="{38311E1F-E165-4F86-8881-AC702C9FAA5D}" destId="{8FBA1E70-DAC5-48DA-B17F-D7CBD4E61487}" srcOrd="0" destOrd="0" presId="urn:microsoft.com/office/officeart/2005/8/layout/cycle6#1"/>
    <dgm:cxn modelId="{ED5ED611-D02E-482A-9D53-9739C2239118}" type="presParOf" srcId="{7D046742-0457-4C69-93C3-1627059FE852}" destId="{90E635B4-CA6C-4742-A94F-14201063C7E2}" srcOrd="0" destOrd="0" presId="urn:microsoft.com/office/officeart/2005/8/layout/cycle6#1"/>
    <dgm:cxn modelId="{C03AABC4-1197-421E-8CEF-59781FACF6AA}" type="presParOf" srcId="{7D046742-0457-4C69-93C3-1627059FE852}" destId="{AE18B585-9236-44BC-AFB9-7C6A1B8B84B1}" srcOrd="1" destOrd="0" presId="urn:microsoft.com/office/officeart/2005/8/layout/cycle6#1"/>
    <dgm:cxn modelId="{E1A57A71-09AD-4095-B09F-4216163AAAA6}" type="presParOf" srcId="{7D046742-0457-4C69-93C3-1627059FE852}" destId="{B37A1CD2-0161-4E04-9EF2-E52E4B2D851F}" srcOrd="2" destOrd="0" presId="urn:microsoft.com/office/officeart/2005/8/layout/cycle6#1"/>
    <dgm:cxn modelId="{89CD2A82-5C8E-4E1F-BBDB-4A9F2B354A76}" type="presParOf" srcId="{7D046742-0457-4C69-93C3-1627059FE852}" destId="{AE43E8CF-8CD5-40CC-82E6-9CF2B5077056}" srcOrd="3" destOrd="0" presId="urn:microsoft.com/office/officeart/2005/8/layout/cycle6#1"/>
    <dgm:cxn modelId="{968E0930-6661-47F3-8858-5FF846C9756E}" type="presParOf" srcId="{7D046742-0457-4C69-93C3-1627059FE852}" destId="{B1C83519-AA1E-4520-8D62-D2A12F3BA3D6}" srcOrd="4" destOrd="0" presId="urn:microsoft.com/office/officeart/2005/8/layout/cycle6#1"/>
    <dgm:cxn modelId="{C452F312-733F-499C-AC6A-08C3F90A7EA3}" type="presParOf" srcId="{7D046742-0457-4C69-93C3-1627059FE852}" destId="{8FBA1E70-DAC5-48DA-B17F-D7CBD4E61487}" srcOrd="5" destOrd="0" presId="urn:microsoft.com/office/officeart/2005/8/layout/cycle6#1"/>
    <dgm:cxn modelId="{42B643D4-177F-4D95-A013-3E1538838CD7}" type="presParOf" srcId="{7D046742-0457-4C69-93C3-1627059FE852}" destId="{1365C0B3-542E-45D7-BDD3-241D7887FC59}" srcOrd="6" destOrd="0" presId="urn:microsoft.com/office/officeart/2005/8/layout/cycle6#1"/>
    <dgm:cxn modelId="{5FC87FF5-4C86-415E-B639-CD669DD9E898}" type="presParOf" srcId="{7D046742-0457-4C69-93C3-1627059FE852}" destId="{CD5F875F-C9AB-4518-969B-F5193C123513}" srcOrd="7" destOrd="0" presId="urn:microsoft.com/office/officeart/2005/8/layout/cycle6#1"/>
    <dgm:cxn modelId="{07917CDC-90DE-4AF4-BAE6-E79C57BCBEA4}" type="presParOf" srcId="{7D046742-0457-4C69-93C3-1627059FE852}" destId="{6815F6E3-0EBB-4166-8CB4-15B400DB81FD}" srcOrd="8" destOrd="0" presId="urn:microsoft.com/office/officeart/2005/8/layout/cycle6#1"/>
    <dgm:cxn modelId="{1B01D2DC-C0E1-4F17-BEEF-EBDF1A6BF324}" type="presParOf" srcId="{7D046742-0457-4C69-93C3-1627059FE852}" destId="{AF212564-B2E4-4883-8F98-31B84BD863CF}" srcOrd="9" destOrd="0" presId="urn:microsoft.com/office/officeart/2005/8/layout/cycle6#1"/>
    <dgm:cxn modelId="{6A0A2EC9-F218-47DA-A5EF-5602B5CB48AF}" type="presParOf" srcId="{7D046742-0457-4C69-93C3-1627059FE852}" destId="{DC6F82E5-4313-4CE5-BDAD-E4213EF1A9A9}" srcOrd="10" destOrd="0" presId="urn:microsoft.com/office/officeart/2005/8/layout/cycle6#1"/>
    <dgm:cxn modelId="{B395D350-6F8F-4AAE-9FC1-23F4DE969276}" type="presParOf" srcId="{7D046742-0457-4C69-93C3-1627059FE852}" destId="{B3034395-49A4-423D-AA01-2692A55A304F}" srcOrd="11" destOrd="0" presId="urn:microsoft.com/office/officeart/2005/8/layout/cycle6#1"/>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4C4553-BF41-4039-AAD2-B116FF3E6C84}">
      <dsp:nvSpPr>
        <dsp:cNvPr id="0" name=""/>
        <dsp:cNvSpPr/>
      </dsp:nvSpPr>
      <dsp:spPr>
        <a:xfrm rot="16200000">
          <a:off x="388155" y="-388155"/>
          <a:ext cx="1059891" cy="1836203"/>
        </a:xfrm>
        <a:prstGeom prst="round1Rect">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图像</a:t>
          </a:r>
        </a:p>
      </dsp:txBody>
      <dsp:txXfrm rot="5400000">
        <a:off x="0" y="0"/>
        <a:ext cx="1836203" cy="794918"/>
      </dsp:txXfrm>
    </dsp:sp>
    <dsp:sp modelId="{3798BF73-4C43-444B-9355-89586D54E769}">
      <dsp:nvSpPr>
        <dsp:cNvPr id="0" name=""/>
        <dsp:cNvSpPr/>
      </dsp:nvSpPr>
      <dsp:spPr>
        <a:xfrm>
          <a:off x="1836203" y="0"/>
          <a:ext cx="1836203" cy="1059891"/>
        </a:xfrm>
        <a:prstGeom prst="round1Rect">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影像</a:t>
          </a:r>
        </a:p>
      </dsp:txBody>
      <dsp:txXfrm>
        <a:off x="1836203" y="0"/>
        <a:ext cx="1836203" cy="794918"/>
      </dsp:txXfrm>
    </dsp:sp>
    <dsp:sp modelId="{6E45B5A5-6A0D-432D-B1C8-C36469932156}">
      <dsp:nvSpPr>
        <dsp:cNvPr id="0" name=""/>
        <dsp:cNvSpPr/>
      </dsp:nvSpPr>
      <dsp:spPr>
        <a:xfrm rot="10800000">
          <a:off x="0" y="1059891"/>
          <a:ext cx="1836203" cy="1059891"/>
        </a:xfrm>
        <a:prstGeom prst="round1Rect">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文字</a:t>
          </a:r>
        </a:p>
      </dsp:txBody>
      <dsp:txXfrm rot="10800000">
        <a:off x="0" y="1324864"/>
        <a:ext cx="1836203" cy="794918"/>
      </dsp:txXfrm>
    </dsp:sp>
    <dsp:sp modelId="{A733CBCE-CE41-4654-B190-1913514C66FE}">
      <dsp:nvSpPr>
        <dsp:cNvPr id="0" name=""/>
        <dsp:cNvSpPr/>
      </dsp:nvSpPr>
      <dsp:spPr>
        <a:xfrm rot="5400000">
          <a:off x="2224359" y="671735"/>
          <a:ext cx="1059891" cy="1836203"/>
        </a:xfrm>
        <a:prstGeom prst="round1Rect">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语音</a:t>
          </a:r>
        </a:p>
      </dsp:txBody>
      <dsp:txXfrm rot="-5400000">
        <a:off x="1836203" y="1324863"/>
        <a:ext cx="1836203" cy="794918"/>
      </dsp:txXfrm>
    </dsp:sp>
    <dsp:sp modelId="{55AD2A4B-F875-4C60-9B94-88F685147AE6}">
      <dsp:nvSpPr>
        <dsp:cNvPr id="0" name=""/>
        <dsp:cNvSpPr/>
      </dsp:nvSpPr>
      <dsp:spPr>
        <a:xfrm>
          <a:off x="1055368" y="609180"/>
          <a:ext cx="1561669" cy="901421"/>
        </a:xfrm>
        <a:prstGeom prst="roundRect">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t>数字内容</a:t>
          </a:r>
        </a:p>
      </dsp:txBody>
      <dsp:txXfrm>
        <a:off x="1099372" y="653184"/>
        <a:ext cx="1473661" cy="8134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93A5CE-6D44-46F4-8BF1-73E6A661985D}">
      <dsp:nvSpPr>
        <dsp:cNvPr id="0" name=""/>
        <dsp:cNvSpPr/>
      </dsp:nvSpPr>
      <dsp:spPr>
        <a:xfrm>
          <a:off x="2165399" y="959043"/>
          <a:ext cx="2293937" cy="2293937"/>
        </a:xfrm>
        <a:prstGeom prst="ellipse">
          <a:avLst/>
        </a:prstGeom>
        <a:solidFill>
          <a:schemeClr val="bg1">
            <a:lumMod val="85000"/>
            <a:alpha val="50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zh-CN" altLang="en-US" sz="3200" kern="1200" dirty="0">
              <a:solidFill>
                <a:schemeClr val="tx1"/>
              </a:solidFill>
            </a:rPr>
            <a:t>数字内容产业</a:t>
          </a:r>
        </a:p>
      </dsp:txBody>
      <dsp:txXfrm>
        <a:off x="2501338" y="1294982"/>
        <a:ext cx="1622059" cy="1622059"/>
      </dsp:txXfrm>
    </dsp:sp>
    <dsp:sp modelId="{A0089723-4CDC-4221-839A-DC36AB72E8AE}">
      <dsp:nvSpPr>
        <dsp:cNvPr id="0" name=""/>
        <dsp:cNvSpPr/>
      </dsp:nvSpPr>
      <dsp:spPr>
        <a:xfrm>
          <a:off x="2738883" y="37803"/>
          <a:ext cx="1146968" cy="1146968"/>
        </a:xfrm>
        <a:prstGeom prst="ellipse">
          <a:avLst/>
        </a:prstGeom>
        <a:solidFill>
          <a:schemeClr val="bg1">
            <a:lumMod val="85000"/>
            <a:alpha val="50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rPr>
            <a:t>电脑动画</a:t>
          </a:r>
        </a:p>
      </dsp:txBody>
      <dsp:txXfrm>
        <a:off x="2906853" y="205773"/>
        <a:ext cx="811028" cy="811028"/>
      </dsp:txXfrm>
    </dsp:sp>
    <dsp:sp modelId="{E68E03B2-440D-469D-852B-38E4D33C0CFB}">
      <dsp:nvSpPr>
        <dsp:cNvPr id="0" name=""/>
        <dsp:cNvSpPr/>
      </dsp:nvSpPr>
      <dsp:spPr>
        <a:xfrm>
          <a:off x="4013942" y="725243"/>
          <a:ext cx="1146968" cy="1146968"/>
        </a:xfrm>
        <a:prstGeom prst="ellipse">
          <a:avLst/>
        </a:prstGeom>
        <a:solidFill>
          <a:schemeClr val="bg1">
            <a:lumMod val="85000"/>
            <a:alpha val="50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rPr>
            <a:t>网络游戏</a:t>
          </a:r>
        </a:p>
      </dsp:txBody>
      <dsp:txXfrm>
        <a:off x="4181912" y="893213"/>
        <a:ext cx="811028" cy="811028"/>
      </dsp:txXfrm>
    </dsp:sp>
    <dsp:sp modelId="{E6472290-6B79-4998-A2BB-A8D909A8FBD7}">
      <dsp:nvSpPr>
        <dsp:cNvPr id="0" name=""/>
        <dsp:cNvSpPr/>
      </dsp:nvSpPr>
      <dsp:spPr>
        <a:xfrm>
          <a:off x="4196127" y="2016231"/>
          <a:ext cx="1146968" cy="1146968"/>
        </a:xfrm>
        <a:prstGeom prst="ellipse">
          <a:avLst/>
        </a:prstGeom>
        <a:solidFill>
          <a:schemeClr val="bg1">
            <a:lumMod val="85000"/>
            <a:alpha val="50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rPr>
            <a:t>数字教育</a:t>
          </a:r>
        </a:p>
      </dsp:txBody>
      <dsp:txXfrm>
        <a:off x="4364097" y="2184201"/>
        <a:ext cx="811028" cy="811028"/>
      </dsp:txXfrm>
    </dsp:sp>
    <dsp:sp modelId="{F7068BD9-1D19-49C6-A47F-559F29BBA523}">
      <dsp:nvSpPr>
        <dsp:cNvPr id="0" name=""/>
        <dsp:cNvSpPr/>
      </dsp:nvSpPr>
      <dsp:spPr>
        <a:xfrm>
          <a:off x="3293861" y="2917031"/>
          <a:ext cx="1146968" cy="1146968"/>
        </a:xfrm>
        <a:prstGeom prst="ellipse">
          <a:avLst/>
        </a:prstGeom>
        <a:solidFill>
          <a:schemeClr val="bg1">
            <a:lumMod val="85000"/>
            <a:alpha val="50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rPr>
            <a:t>数字化出版</a:t>
          </a:r>
        </a:p>
      </dsp:txBody>
      <dsp:txXfrm>
        <a:off x="3461831" y="3085001"/>
        <a:ext cx="811028" cy="811028"/>
      </dsp:txXfrm>
    </dsp:sp>
    <dsp:sp modelId="{7E307757-DB6F-4F8B-A1A2-525CA8E947AA}">
      <dsp:nvSpPr>
        <dsp:cNvPr id="0" name=""/>
        <dsp:cNvSpPr/>
      </dsp:nvSpPr>
      <dsp:spPr>
        <a:xfrm>
          <a:off x="1853698" y="2808308"/>
          <a:ext cx="1146968" cy="1146968"/>
        </a:xfrm>
        <a:prstGeom prst="ellipse">
          <a:avLst/>
        </a:prstGeom>
        <a:solidFill>
          <a:schemeClr val="bg1">
            <a:lumMod val="85000"/>
            <a:alpha val="50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rPr>
            <a:t>数字影音及音乐</a:t>
          </a:r>
        </a:p>
      </dsp:txBody>
      <dsp:txXfrm>
        <a:off x="2021668" y="2976278"/>
        <a:ext cx="811028" cy="811028"/>
      </dsp:txXfrm>
    </dsp:sp>
    <dsp:sp modelId="{43EE48DB-E997-477F-88A2-4DA82AEA609D}">
      <dsp:nvSpPr>
        <dsp:cNvPr id="0" name=""/>
        <dsp:cNvSpPr/>
      </dsp:nvSpPr>
      <dsp:spPr>
        <a:xfrm>
          <a:off x="1200473" y="1733359"/>
          <a:ext cx="1146968" cy="1146968"/>
        </a:xfrm>
        <a:prstGeom prst="ellipse">
          <a:avLst/>
        </a:prstGeom>
        <a:solidFill>
          <a:schemeClr val="bg1">
            <a:lumMod val="85000"/>
            <a:alpha val="50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rPr>
            <a:t>移动服务内容</a:t>
          </a:r>
        </a:p>
      </dsp:txBody>
      <dsp:txXfrm>
        <a:off x="1368443" y="1901329"/>
        <a:ext cx="811028" cy="811028"/>
      </dsp:txXfrm>
    </dsp:sp>
    <dsp:sp modelId="{4F1AA594-94B7-49B7-80BE-BCA42BD6C94F}">
      <dsp:nvSpPr>
        <dsp:cNvPr id="0" name=""/>
        <dsp:cNvSpPr/>
      </dsp:nvSpPr>
      <dsp:spPr>
        <a:xfrm>
          <a:off x="1565676" y="581215"/>
          <a:ext cx="1146968" cy="1146968"/>
        </a:xfrm>
        <a:prstGeom prst="ellipse">
          <a:avLst/>
        </a:prstGeom>
        <a:solidFill>
          <a:schemeClr val="bg1">
            <a:lumMod val="85000"/>
            <a:alpha val="50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solidFill>
                <a:schemeClr val="tx1"/>
              </a:solidFill>
            </a:rPr>
            <a:t>计算机软件和数字艺术</a:t>
          </a:r>
        </a:p>
      </dsp:txBody>
      <dsp:txXfrm>
        <a:off x="1733646" y="749185"/>
        <a:ext cx="811028" cy="8110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14B12F-20A0-4FE8-BB58-F22EFFC8B761}">
      <dsp:nvSpPr>
        <dsp:cNvPr id="0" name=""/>
        <dsp:cNvSpPr/>
      </dsp:nvSpPr>
      <dsp:spPr>
        <a:xfrm>
          <a:off x="0" y="7302"/>
          <a:ext cx="3513787" cy="3513787"/>
        </a:xfrm>
        <a:prstGeom prst="pie">
          <a:avLst>
            <a:gd name="adj1" fmla="val 5400000"/>
            <a:gd name="adj2" fmla="val 16200000"/>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9206B1-26A6-472D-B164-056340341147}">
      <dsp:nvSpPr>
        <dsp:cNvPr id="0" name=""/>
        <dsp:cNvSpPr/>
      </dsp:nvSpPr>
      <dsp:spPr>
        <a:xfrm>
          <a:off x="1756893" y="0"/>
          <a:ext cx="4099418" cy="35137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图像内容</a:t>
          </a:r>
        </a:p>
      </dsp:txBody>
      <dsp:txXfrm>
        <a:off x="1756893" y="0"/>
        <a:ext cx="2049709" cy="1054138"/>
      </dsp:txXfrm>
    </dsp:sp>
    <dsp:sp modelId="{F67454E1-11EB-4BF0-B63B-EB5A2A5C565C}">
      <dsp:nvSpPr>
        <dsp:cNvPr id="0" name=""/>
        <dsp:cNvSpPr/>
      </dsp:nvSpPr>
      <dsp:spPr>
        <a:xfrm>
          <a:off x="614913" y="1061440"/>
          <a:ext cx="2283959" cy="2283959"/>
        </a:xfrm>
        <a:prstGeom prst="pie">
          <a:avLst>
            <a:gd name="adj1" fmla="val 5400000"/>
            <a:gd name="adj2" fmla="val 16200000"/>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196647-5324-482A-BBFE-868A4F02128D}">
      <dsp:nvSpPr>
        <dsp:cNvPr id="0" name=""/>
        <dsp:cNvSpPr/>
      </dsp:nvSpPr>
      <dsp:spPr>
        <a:xfrm>
          <a:off x="1756893" y="1061440"/>
          <a:ext cx="4099418" cy="22839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音频内容</a:t>
          </a:r>
        </a:p>
      </dsp:txBody>
      <dsp:txXfrm>
        <a:off x="1756893" y="1061440"/>
        <a:ext cx="2049709" cy="1054134"/>
      </dsp:txXfrm>
    </dsp:sp>
    <dsp:sp modelId="{2CA858A1-5DD2-4AB6-BDF9-1905BB863362}">
      <dsp:nvSpPr>
        <dsp:cNvPr id="0" name=""/>
        <dsp:cNvSpPr/>
      </dsp:nvSpPr>
      <dsp:spPr>
        <a:xfrm>
          <a:off x="1229826" y="2115575"/>
          <a:ext cx="1054135" cy="1054135"/>
        </a:xfrm>
        <a:prstGeom prst="pie">
          <a:avLst>
            <a:gd name="adj1" fmla="val 5400000"/>
            <a:gd name="adj2" fmla="val 16200000"/>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6F1C18-87E3-4E86-842D-22FCA0FE8DA6}">
      <dsp:nvSpPr>
        <dsp:cNvPr id="0" name=""/>
        <dsp:cNvSpPr/>
      </dsp:nvSpPr>
      <dsp:spPr>
        <a:xfrm>
          <a:off x="1756893" y="2115575"/>
          <a:ext cx="4099418" cy="105413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视频内容</a:t>
          </a:r>
        </a:p>
      </dsp:txBody>
      <dsp:txXfrm>
        <a:off x="1756893" y="2115575"/>
        <a:ext cx="2049709" cy="1054135"/>
      </dsp:txXfrm>
    </dsp:sp>
    <dsp:sp modelId="{128FF396-99D4-4092-8873-231337E2150E}">
      <dsp:nvSpPr>
        <dsp:cNvPr id="0" name=""/>
        <dsp:cNvSpPr/>
      </dsp:nvSpPr>
      <dsp:spPr>
        <a:xfrm>
          <a:off x="3806602" y="7302"/>
          <a:ext cx="2049709" cy="105413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t>位图图像</a:t>
          </a:r>
        </a:p>
        <a:p>
          <a:pPr marL="171450" lvl="1" indent="-171450" algn="l" defTabSz="711200">
            <a:lnSpc>
              <a:spcPct val="90000"/>
            </a:lnSpc>
            <a:spcBef>
              <a:spcPct val="0"/>
            </a:spcBef>
            <a:spcAft>
              <a:spcPct val="15000"/>
            </a:spcAft>
            <a:buChar char="•"/>
          </a:pPr>
          <a:r>
            <a:rPr lang="zh-CN" altLang="en-US" sz="1600" kern="1200" dirty="0"/>
            <a:t>矢量图像</a:t>
          </a:r>
        </a:p>
        <a:p>
          <a:pPr marL="171450" lvl="1" indent="-171450" algn="l" defTabSz="711200">
            <a:lnSpc>
              <a:spcPct val="90000"/>
            </a:lnSpc>
            <a:spcBef>
              <a:spcPct val="0"/>
            </a:spcBef>
            <a:spcAft>
              <a:spcPct val="15000"/>
            </a:spcAft>
            <a:buChar char="•"/>
          </a:pPr>
          <a:r>
            <a:rPr lang="zh-CN" altLang="en-US" sz="1600" kern="1200" dirty="0"/>
            <a:t>压缩编码</a:t>
          </a:r>
        </a:p>
      </dsp:txBody>
      <dsp:txXfrm>
        <a:off x="3806602" y="7302"/>
        <a:ext cx="2049709" cy="1054138"/>
      </dsp:txXfrm>
    </dsp:sp>
    <dsp:sp modelId="{D4E3CA29-9204-47E4-9B02-4E29C73DEF77}">
      <dsp:nvSpPr>
        <dsp:cNvPr id="0" name=""/>
        <dsp:cNvSpPr/>
      </dsp:nvSpPr>
      <dsp:spPr>
        <a:xfrm>
          <a:off x="3806602" y="1061440"/>
          <a:ext cx="2049709" cy="105413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t>波形编码</a:t>
          </a:r>
        </a:p>
        <a:p>
          <a:pPr marL="171450" lvl="1" indent="-171450" algn="l" defTabSz="711200">
            <a:lnSpc>
              <a:spcPct val="90000"/>
            </a:lnSpc>
            <a:spcBef>
              <a:spcPct val="0"/>
            </a:spcBef>
            <a:spcAft>
              <a:spcPct val="15000"/>
            </a:spcAft>
            <a:buChar char="•"/>
          </a:pPr>
          <a:r>
            <a:rPr lang="zh-CN" altLang="en-US" sz="1600" kern="1200" dirty="0"/>
            <a:t>参数编码</a:t>
          </a:r>
        </a:p>
        <a:p>
          <a:pPr marL="171450" lvl="1" indent="-171450" algn="l" defTabSz="711200">
            <a:lnSpc>
              <a:spcPct val="90000"/>
            </a:lnSpc>
            <a:spcBef>
              <a:spcPct val="0"/>
            </a:spcBef>
            <a:spcAft>
              <a:spcPct val="15000"/>
            </a:spcAft>
            <a:buChar char="•"/>
          </a:pPr>
          <a:r>
            <a:rPr lang="zh-CN" altLang="en-US" sz="1600" kern="1200" dirty="0"/>
            <a:t>混合编码</a:t>
          </a:r>
          <a:endParaRPr lang="zh-CN" altLang="en-US" sz="1800" kern="1200" dirty="0"/>
        </a:p>
      </dsp:txBody>
      <dsp:txXfrm>
        <a:off x="3806602" y="1061440"/>
        <a:ext cx="2049709" cy="1054134"/>
      </dsp:txXfrm>
    </dsp:sp>
    <dsp:sp modelId="{7507709E-9321-40F0-9FFC-D4FED78C3217}">
      <dsp:nvSpPr>
        <dsp:cNvPr id="0" name=""/>
        <dsp:cNvSpPr/>
      </dsp:nvSpPr>
      <dsp:spPr>
        <a:xfrm>
          <a:off x="3806602" y="2115575"/>
          <a:ext cx="2049709" cy="105413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r>
            <a:rPr lang="en-US" altLang="zh-CN" sz="1600" kern="1200" dirty="0"/>
            <a:t>AVI</a:t>
          </a:r>
          <a:endParaRPr lang="zh-CN" altLang="en-US" sz="1600" kern="1200" dirty="0"/>
        </a:p>
        <a:p>
          <a:pPr marL="171450" lvl="1" indent="-171450" algn="l" defTabSz="711200">
            <a:lnSpc>
              <a:spcPct val="90000"/>
            </a:lnSpc>
            <a:spcBef>
              <a:spcPct val="0"/>
            </a:spcBef>
            <a:spcAft>
              <a:spcPct val="15000"/>
            </a:spcAft>
            <a:buChar char="•"/>
          </a:pPr>
          <a:r>
            <a:rPr lang="en-US" altLang="zh-CN" sz="1600" kern="1200" dirty="0"/>
            <a:t>MPEG</a:t>
          </a:r>
          <a:endParaRPr lang="zh-CN" altLang="en-US" sz="1600" kern="1200" dirty="0"/>
        </a:p>
        <a:p>
          <a:pPr marL="171450" lvl="1" indent="-171450" algn="l" defTabSz="711200">
            <a:lnSpc>
              <a:spcPct val="90000"/>
            </a:lnSpc>
            <a:spcBef>
              <a:spcPct val="0"/>
            </a:spcBef>
            <a:spcAft>
              <a:spcPct val="15000"/>
            </a:spcAft>
            <a:buChar char="•"/>
          </a:pPr>
          <a:r>
            <a:rPr lang="zh-CN" altLang="en-US" sz="1600" kern="1200" dirty="0"/>
            <a:t>其它</a:t>
          </a:r>
          <a:endParaRPr lang="zh-CN" altLang="en-US" sz="1900" kern="1200" dirty="0"/>
        </a:p>
      </dsp:txBody>
      <dsp:txXfrm>
        <a:off x="3806602" y="2115575"/>
        <a:ext cx="2049709" cy="10541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14B12F-20A0-4FE8-BB58-F22EFFC8B761}">
      <dsp:nvSpPr>
        <dsp:cNvPr id="0" name=""/>
        <dsp:cNvSpPr/>
      </dsp:nvSpPr>
      <dsp:spPr>
        <a:xfrm>
          <a:off x="0" y="7302"/>
          <a:ext cx="3513787" cy="3513787"/>
        </a:xfrm>
        <a:prstGeom prst="pie">
          <a:avLst>
            <a:gd name="adj1" fmla="val 5400000"/>
            <a:gd name="adj2" fmla="val 16200000"/>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9206B1-26A6-472D-B164-056340341147}">
      <dsp:nvSpPr>
        <dsp:cNvPr id="0" name=""/>
        <dsp:cNvSpPr/>
      </dsp:nvSpPr>
      <dsp:spPr>
        <a:xfrm>
          <a:off x="1756893" y="0"/>
          <a:ext cx="4099418" cy="35137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文本内容</a:t>
          </a:r>
        </a:p>
      </dsp:txBody>
      <dsp:txXfrm>
        <a:off x="1756893" y="0"/>
        <a:ext cx="2049709" cy="1054138"/>
      </dsp:txXfrm>
    </dsp:sp>
    <dsp:sp modelId="{F67454E1-11EB-4BF0-B63B-EB5A2A5C565C}">
      <dsp:nvSpPr>
        <dsp:cNvPr id="0" name=""/>
        <dsp:cNvSpPr/>
      </dsp:nvSpPr>
      <dsp:spPr>
        <a:xfrm>
          <a:off x="614913" y="1061440"/>
          <a:ext cx="2283959" cy="2283959"/>
        </a:xfrm>
        <a:prstGeom prst="pie">
          <a:avLst>
            <a:gd name="adj1" fmla="val 5400000"/>
            <a:gd name="adj2" fmla="val 16200000"/>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196647-5324-482A-BBFE-868A4F02128D}">
      <dsp:nvSpPr>
        <dsp:cNvPr id="0" name=""/>
        <dsp:cNvSpPr/>
      </dsp:nvSpPr>
      <dsp:spPr>
        <a:xfrm>
          <a:off x="1756893" y="1061440"/>
          <a:ext cx="4099418" cy="22839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软件内容</a:t>
          </a:r>
        </a:p>
      </dsp:txBody>
      <dsp:txXfrm>
        <a:off x="1756893" y="1061440"/>
        <a:ext cx="2049709" cy="1054134"/>
      </dsp:txXfrm>
    </dsp:sp>
    <dsp:sp modelId="{2CA858A1-5DD2-4AB6-BDF9-1905BB863362}">
      <dsp:nvSpPr>
        <dsp:cNvPr id="0" name=""/>
        <dsp:cNvSpPr/>
      </dsp:nvSpPr>
      <dsp:spPr>
        <a:xfrm>
          <a:off x="1229826" y="2115575"/>
          <a:ext cx="1054135" cy="1054135"/>
        </a:xfrm>
        <a:prstGeom prst="pie">
          <a:avLst>
            <a:gd name="adj1" fmla="val 5400000"/>
            <a:gd name="adj2" fmla="val 16200000"/>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6F1C18-87E3-4E86-842D-22FCA0FE8DA6}">
      <dsp:nvSpPr>
        <dsp:cNvPr id="0" name=""/>
        <dsp:cNvSpPr/>
      </dsp:nvSpPr>
      <dsp:spPr>
        <a:xfrm>
          <a:off x="1756893" y="2115575"/>
          <a:ext cx="4099418" cy="105413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数据库</a:t>
          </a:r>
        </a:p>
      </dsp:txBody>
      <dsp:txXfrm>
        <a:off x="1756893" y="2115575"/>
        <a:ext cx="2049709" cy="1054135"/>
      </dsp:txXfrm>
    </dsp:sp>
    <dsp:sp modelId="{128FF396-99D4-4092-8873-231337E2150E}">
      <dsp:nvSpPr>
        <dsp:cNvPr id="0" name=""/>
        <dsp:cNvSpPr/>
      </dsp:nvSpPr>
      <dsp:spPr>
        <a:xfrm>
          <a:off x="3806602" y="7302"/>
          <a:ext cx="2049709" cy="105413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t>结构文档</a:t>
          </a:r>
        </a:p>
        <a:p>
          <a:pPr marL="171450" lvl="1" indent="-171450" algn="l" defTabSz="711200">
            <a:lnSpc>
              <a:spcPct val="90000"/>
            </a:lnSpc>
            <a:spcBef>
              <a:spcPct val="0"/>
            </a:spcBef>
            <a:spcAft>
              <a:spcPct val="15000"/>
            </a:spcAft>
            <a:buChar char="•"/>
          </a:pPr>
          <a:r>
            <a:rPr lang="zh-CN" altLang="en-US" sz="1600" kern="1200" dirty="0"/>
            <a:t>非结构文档</a:t>
          </a:r>
        </a:p>
        <a:p>
          <a:pPr marL="171450" lvl="1" indent="-171450" algn="l" defTabSz="711200">
            <a:lnSpc>
              <a:spcPct val="90000"/>
            </a:lnSpc>
            <a:spcBef>
              <a:spcPct val="0"/>
            </a:spcBef>
            <a:spcAft>
              <a:spcPct val="15000"/>
            </a:spcAft>
            <a:buChar char="•"/>
          </a:pPr>
          <a:r>
            <a:rPr lang="zh-CN" altLang="en-US" sz="1600" kern="1200" dirty="0">
              <a:solidFill>
                <a:srgbClr val="FC611F"/>
              </a:solidFill>
            </a:rPr>
            <a:t>超文本文档</a:t>
          </a:r>
          <a:endParaRPr lang="zh-CN" altLang="en-US" sz="1800" kern="1200" dirty="0">
            <a:solidFill>
              <a:srgbClr val="FC611F"/>
            </a:solidFill>
          </a:endParaRPr>
        </a:p>
      </dsp:txBody>
      <dsp:txXfrm>
        <a:off x="3806602" y="7302"/>
        <a:ext cx="2049709" cy="1054138"/>
      </dsp:txXfrm>
    </dsp:sp>
    <dsp:sp modelId="{D4E3CA29-9204-47E4-9B02-4E29C73DEF77}">
      <dsp:nvSpPr>
        <dsp:cNvPr id="0" name=""/>
        <dsp:cNvSpPr/>
      </dsp:nvSpPr>
      <dsp:spPr>
        <a:xfrm>
          <a:off x="3806602" y="1061440"/>
          <a:ext cx="2049709" cy="105413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t>系统软件</a:t>
          </a:r>
        </a:p>
        <a:p>
          <a:pPr marL="171450" lvl="1" indent="-171450" algn="l" defTabSz="711200">
            <a:lnSpc>
              <a:spcPct val="90000"/>
            </a:lnSpc>
            <a:spcBef>
              <a:spcPct val="0"/>
            </a:spcBef>
            <a:spcAft>
              <a:spcPct val="15000"/>
            </a:spcAft>
            <a:buChar char="•"/>
          </a:pPr>
          <a:r>
            <a:rPr lang="zh-CN" altLang="en-US" sz="1600" kern="1200" dirty="0"/>
            <a:t>应用软件</a:t>
          </a:r>
        </a:p>
        <a:p>
          <a:pPr marL="171450" lvl="1" indent="-171450" algn="l" defTabSz="711200">
            <a:lnSpc>
              <a:spcPct val="90000"/>
            </a:lnSpc>
            <a:spcBef>
              <a:spcPct val="0"/>
            </a:spcBef>
            <a:spcAft>
              <a:spcPct val="15000"/>
            </a:spcAft>
            <a:buChar char="•"/>
          </a:pPr>
          <a:r>
            <a:rPr lang="zh-CN" altLang="en-US" sz="1600" kern="1200" dirty="0">
              <a:solidFill>
                <a:srgbClr val="FC611F"/>
              </a:solidFill>
            </a:rPr>
            <a:t>程序文档</a:t>
          </a:r>
          <a:endParaRPr lang="zh-CN" altLang="en-US" sz="1800" kern="1200" dirty="0">
            <a:solidFill>
              <a:srgbClr val="FC611F"/>
            </a:solidFill>
          </a:endParaRPr>
        </a:p>
      </dsp:txBody>
      <dsp:txXfrm>
        <a:off x="3806602" y="1061440"/>
        <a:ext cx="2049709" cy="1054134"/>
      </dsp:txXfrm>
    </dsp:sp>
    <dsp:sp modelId="{7507709E-9321-40F0-9FFC-D4FED78C3217}">
      <dsp:nvSpPr>
        <dsp:cNvPr id="0" name=""/>
        <dsp:cNvSpPr/>
      </dsp:nvSpPr>
      <dsp:spPr>
        <a:xfrm>
          <a:off x="3806602" y="2115575"/>
          <a:ext cx="2049709" cy="105413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t>关系型</a:t>
          </a:r>
        </a:p>
        <a:p>
          <a:pPr marL="171450" lvl="1" indent="-171450" algn="l" defTabSz="711200">
            <a:lnSpc>
              <a:spcPct val="90000"/>
            </a:lnSpc>
            <a:spcBef>
              <a:spcPct val="0"/>
            </a:spcBef>
            <a:spcAft>
              <a:spcPct val="15000"/>
            </a:spcAft>
            <a:buChar char="•"/>
          </a:pPr>
          <a:r>
            <a:rPr lang="zh-CN" altLang="en-US" sz="1600" kern="1200" dirty="0"/>
            <a:t>非关系型</a:t>
          </a:r>
        </a:p>
        <a:p>
          <a:pPr marL="171450" lvl="1" indent="-171450" algn="l" defTabSz="711200">
            <a:lnSpc>
              <a:spcPct val="90000"/>
            </a:lnSpc>
            <a:spcBef>
              <a:spcPct val="0"/>
            </a:spcBef>
            <a:spcAft>
              <a:spcPct val="15000"/>
            </a:spcAft>
            <a:buChar char="•"/>
          </a:pPr>
          <a:r>
            <a:rPr lang="zh-CN" altLang="en-US" sz="1600" kern="1200" dirty="0">
              <a:solidFill>
                <a:srgbClr val="FC611F"/>
              </a:solidFill>
            </a:rPr>
            <a:t>数据仓库</a:t>
          </a:r>
          <a:endParaRPr lang="zh-CN" altLang="en-US" sz="1800" kern="1200" dirty="0">
            <a:solidFill>
              <a:srgbClr val="FC611F"/>
            </a:solidFill>
          </a:endParaRPr>
        </a:p>
      </dsp:txBody>
      <dsp:txXfrm>
        <a:off x="3806602" y="2115575"/>
        <a:ext cx="2049709" cy="105413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14720-357A-4C51-A72C-6FAE472E1DB1}">
      <dsp:nvSpPr>
        <dsp:cNvPr id="0" name=""/>
        <dsp:cNvSpPr/>
      </dsp:nvSpPr>
      <dsp:spPr>
        <a:xfrm>
          <a:off x="1129" y="20293"/>
          <a:ext cx="2123597" cy="849438"/>
        </a:xfrm>
        <a:prstGeom prst="rect">
          <a:avLst/>
        </a:prstGeom>
        <a:solidFill>
          <a:schemeClr val="bg1">
            <a:lumMod val="85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数字内容开发</a:t>
          </a:r>
        </a:p>
      </dsp:txBody>
      <dsp:txXfrm>
        <a:off x="1129" y="20293"/>
        <a:ext cx="2123597" cy="849438"/>
      </dsp:txXfrm>
    </dsp:sp>
    <dsp:sp modelId="{A795103E-1BFD-43EE-ACE2-8D3A00B9B644}">
      <dsp:nvSpPr>
        <dsp:cNvPr id="0" name=""/>
        <dsp:cNvSpPr/>
      </dsp:nvSpPr>
      <dsp:spPr>
        <a:xfrm>
          <a:off x="1129" y="869732"/>
          <a:ext cx="2123597" cy="18885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ctr" anchorCtr="0">
          <a:noAutofit/>
        </a:bodyPr>
        <a:lstStyle/>
        <a:p>
          <a:pPr marL="171450" lvl="1" indent="-171450" algn="ctr" defTabSz="800100">
            <a:lnSpc>
              <a:spcPct val="120000"/>
            </a:lnSpc>
            <a:spcBef>
              <a:spcPct val="0"/>
            </a:spcBef>
            <a:spcAft>
              <a:spcPct val="15000"/>
            </a:spcAft>
            <a:buNone/>
          </a:pPr>
          <a:r>
            <a:rPr lang="zh-CN" altLang="en-US" sz="1800" kern="1200" dirty="0"/>
            <a:t>文化创意</a:t>
          </a:r>
        </a:p>
        <a:p>
          <a:pPr marL="171450" lvl="1" indent="-171450" algn="ctr" defTabSz="800100">
            <a:lnSpc>
              <a:spcPct val="120000"/>
            </a:lnSpc>
            <a:spcBef>
              <a:spcPct val="0"/>
            </a:spcBef>
            <a:spcAft>
              <a:spcPct val="15000"/>
            </a:spcAft>
            <a:buNone/>
          </a:pPr>
          <a:r>
            <a:rPr lang="zh-CN" altLang="en-US" sz="1800" kern="1200" dirty="0"/>
            <a:t>艺术创造</a:t>
          </a:r>
        </a:p>
      </dsp:txBody>
      <dsp:txXfrm>
        <a:off x="1129" y="869732"/>
        <a:ext cx="2123597" cy="1888560"/>
      </dsp:txXfrm>
    </dsp:sp>
    <dsp:sp modelId="{173FE618-035B-4E65-A363-228D0F63FBAB}">
      <dsp:nvSpPr>
        <dsp:cNvPr id="0" name=""/>
        <dsp:cNvSpPr/>
      </dsp:nvSpPr>
      <dsp:spPr>
        <a:xfrm>
          <a:off x="2422030" y="20293"/>
          <a:ext cx="2123597" cy="849438"/>
        </a:xfrm>
        <a:prstGeom prst="rect">
          <a:avLst/>
        </a:prstGeom>
        <a:solidFill>
          <a:schemeClr val="bg1">
            <a:lumMod val="85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数字内容传递</a:t>
          </a:r>
        </a:p>
      </dsp:txBody>
      <dsp:txXfrm>
        <a:off x="2422030" y="20293"/>
        <a:ext cx="2123597" cy="849438"/>
      </dsp:txXfrm>
    </dsp:sp>
    <dsp:sp modelId="{78453897-DB88-4319-9DE0-C721A7C53DCC}">
      <dsp:nvSpPr>
        <dsp:cNvPr id="0" name=""/>
        <dsp:cNvSpPr/>
      </dsp:nvSpPr>
      <dsp:spPr>
        <a:xfrm>
          <a:off x="2422030" y="869732"/>
          <a:ext cx="2123597" cy="18885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ctr" anchorCtr="0">
          <a:noAutofit/>
        </a:bodyPr>
        <a:lstStyle/>
        <a:p>
          <a:pPr marL="171450" lvl="1" indent="-171450" algn="ctr" defTabSz="800100">
            <a:lnSpc>
              <a:spcPct val="120000"/>
            </a:lnSpc>
            <a:spcBef>
              <a:spcPct val="0"/>
            </a:spcBef>
            <a:spcAft>
              <a:spcPct val="15000"/>
            </a:spcAft>
            <a:buNone/>
          </a:pPr>
          <a:r>
            <a:rPr lang="zh-CN" altLang="en-US" sz="1800" kern="1200" dirty="0"/>
            <a:t>网络门户</a:t>
          </a:r>
        </a:p>
        <a:p>
          <a:pPr marL="171450" lvl="1" indent="-171450" algn="ctr" defTabSz="800100">
            <a:lnSpc>
              <a:spcPct val="120000"/>
            </a:lnSpc>
            <a:spcBef>
              <a:spcPct val="0"/>
            </a:spcBef>
            <a:spcAft>
              <a:spcPct val="15000"/>
            </a:spcAft>
            <a:buNone/>
          </a:pPr>
          <a:r>
            <a:rPr lang="zh-CN" altLang="en-US" sz="1800" kern="1200" dirty="0"/>
            <a:t>搜索引擎</a:t>
          </a:r>
        </a:p>
        <a:p>
          <a:pPr marL="171450" lvl="1" indent="-171450" algn="ctr" defTabSz="800100">
            <a:lnSpc>
              <a:spcPct val="120000"/>
            </a:lnSpc>
            <a:spcBef>
              <a:spcPct val="0"/>
            </a:spcBef>
            <a:spcAft>
              <a:spcPct val="15000"/>
            </a:spcAft>
            <a:buNone/>
          </a:pPr>
          <a:r>
            <a:rPr lang="zh-CN" altLang="en-US" sz="1800" kern="1200" dirty="0"/>
            <a:t>无线带宽</a:t>
          </a:r>
        </a:p>
        <a:p>
          <a:pPr marL="171450" lvl="1" indent="-171450" algn="ctr" defTabSz="800100">
            <a:lnSpc>
              <a:spcPct val="120000"/>
            </a:lnSpc>
            <a:spcBef>
              <a:spcPct val="0"/>
            </a:spcBef>
            <a:spcAft>
              <a:spcPct val="15000"/>
            </a:spcAft>
            <a:buNone/>
          </a:pPr>
          <a:r>
            <a:rPr lang="zh-CN" altLang="en-US" sz="1800" kern="1200" dirty="0"/>
            <a:t>移动交互</a:t>
          </a:r>
        </a:p>
      </dsp:txBody>
      <dsp:txXfrm>
        <a:off x="2422030" y="869732"/>
        <a:ext cx="2123597" cy="1888560"/>
      </dsp:txXfrm>
    </dsp:sp>
    <dsp:sp modelId="{93A89BA8-132B-4105-8BF9-4EF4BBBADE4E}">
      <dsp:nvSpPr>
        <dsp:cNvPr id="0" name=""/>
        <dsp:cNvSpPr/>
      </dsp:nvSpPr>
      <dsp:spPr>
        <a:xfrm>
          <a:off x="4843886" y="20293"/>
          <a:ext cx="2378492" cy="849438"/>
        </a:xfrm>
        <a:prstGeom prst="rect">
          <a:avLst/>
        </a:prstGeom>
        <a:solidFill>
          <a:schemeClr val="bg1">
            <a:lumMod val="85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chemeClr val="tx1"/>
              </a:solidFill>
            </a:rPr>
            <a:t>数字内容安全</a:t>
          </a:r>
        </a:p>
      </dsp:txBody>
      <dsp:txXfrm>
        <a:off x="4843886" y="20293"/>
        <a:ext cx="2378492" cy="849438"/>
      </dsp:txXfrm>
    </dsp:sp>
    <dsp:sp modelId="{7558E9A5-777D-4106-ADF8-C40E03217C29}">
      <dsp:nvSpPr>
        <dsp:cNvPr id="0" name=""/>
        <dsp:cNvSpPr/>
      </dsp:nvSpPr>
      <dsp:spPr>
        <a:xfrm>
          <a:off x="4842930" y="869732"/>
          <a:ext cx="2380403" cy="18885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ctr" anchorCtr="0">
          <a:noAutofit/>
        </a:bodyPr>
        <a:lstStyle/>
        <a:p>
          <a:pPr marL="171450" lvl="1" indent="-171450" algn="ctr" defTabSz="800100">
            <a:lnSpc>
              <a:spcPct val="120000"/>
            </a:lnSpc>
            <a:spcBef>
              <a:spcPct val="0"/>
            </a:spcBef>
            <a:spcAft>
              <a:spcPct val="15000"/>
            </a:spcAft>
            <a:buNone/>
          </a:pPr>
          <a:r>
            <a:rPr lang="zh-CN" altLang="en-US" sz="1800" kern="1200" dirty="0"/>
            <a:t>数字版权管理</a:t>
          </a:r>
        </a:p>
        <a:p>
          <a:pPr marL="171450" lvl="1" indent="-171450" algn="ctr" defTabSz="800100">
            <a:lnSpc>
              <a:spcPct val="120000"/>
            </a:lnSpc>
            <a:spcBef>
              <a:spcPct val="0"/>
            </a:spcBef>
            <a:spcAft>
              <a:spcPct val="15000"/>
            </a:spcAft>
            <a:buNone/>
          </a:pPr>
          <a:r>
            <a:rPr lang="zh-CN" altLang="en-US" sz="1800" kern="1200" dirty="0"/>
            <a:t>非法及有害内容过滤</a:t>
          </a:r>
        </a:p>
        <a:p>
          <a:pPr marL="171450" lvl="1" indent="-171450" algn="ctr" defTabSz="800100">
            <a:lnSpc>
              <a:spcPct val="120000"/>
            </a:lnSpc>
            <a:spcBef>
              <a:spcPct val="0"/>
            </a:spcBef>
            <a:spcAft>
              <a:spcPct val="15000"/>
            </a:spcAft>
            <a:buNone/>
          </a:pPr>
          <a:r>
            <a:rPr lang="zh-CN" altLang="en-US" sz="1800" kern="1200" dirty="0"/>
            <a:t>数字内容取证</a:t>
          </a:r>
        </a:p>
      </dsp:txBody>
      <dsp:txXfrm>
        <a:off x="4842930" y="869732"/>
        <a:ext cx="2380403" cy="18885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5CD084-4A06-426F-A31B-3BA7E16CEDAC}">
      <dsp:nvSpPr>
        <dsp:cNvPr id="0" name=""/>
        <dsp:cNvSpPr/>
      </dsp:nvSpPr>
      <dsp:spPr>
        <a:xfrm rot="5400000">
          <a:off x="3639325" y="-1119860"/>
          <a:ext cx="3403126" cy="6024096"/>
        </a:xfrm>
        <a:prstGeom prst="round2SameRect">
          <a:avLst/>
        </a:prstGeom>
        <a:solidFill>
          <a:schemeClr val="accent1">
            <a:alpha val="90000"/>
            <a:tint val="40000"/>
            <a:hueOff val="0"/>
            <a:satOff val="0"/>
            <a:lumOff val="0"/>
            <a:alphaOff val="0"/>
          </a:schemeClr>
        </a:solidFill>
        <a:ln w="12700" cap="flat" cmpd="sng" algn="ctr">
          <a:solidFill>
            <a:schemeClr val="accent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100000"/>
            </a:lnSpc>
            <a:spcBef>
              <a:spcPct val="0"/>
            </a:spcBef>
            <a:spcAft>
              <a:spcPts val="600"/>
            </a:spcAft>
            <a:buChar char="•"/>
          </a:pPr>
          <a:r>
            <a:rPr lang="zh-CN" altLang="en-US" sz="1600" kern="1200" dirty="0">
              <a:solidFill>
                <a:srgbClr val="5F5F5F"/>
              </a:solidFill>
              <a:latin typeface="微软雅黑" panose="020B0503020204020204" pitchFamily="34" charset="-122"/>
              <a:ea typeface="微软雅黑" panose="020B0503020204020204" pitchFamily="34" charset="-122"/>
            </a:rPr>
            <a:t>在互联网爆炸性发展过程中，相关方面的规范和管理措施未能同步发展。</a:t>
          </a:r>
        </a:p>
        <a:p>
          <a:pPr marL="171450" lvl="1" indent="-171450" algn="l" defTabSz="711200">
            <a:lnSpc>
              <a:spcPct val="100000"/>
            </a:lnSpc>
            <a:spcBef>
              <a:spcPct val="0"/>
            </a:spcBef>
            <a:spcAft>
              <a:spcPts val="600"/>
            </a:spcAft>
            <a:buChar char="•"/>
          </a:pPr>
          <a:r>
            <a:rPr lang="zh-CN" altLang="en-US" sz="1600" kern="1200" dirty="0">
              <a:solidFill>
                <a:srgbClr val="5F5F5F"/>
              </a:solidFill>
              <a:latin typeface="微软雅黑" panose="020B0503020204020204" pitchFamily="34" charset="-122"/>
              <a:ea typeface="微软雅黑" panose="020B0503020204020204" pitchFamily="34" charset="-122"/>
            </a:rPr>
            <a:t>互联网作为一个新生事物，为人们提供了便利地获取、发布信息的条件，制作出前所未有的思想碰撞场所。</a:t>
          </a:r>
        </a:p>
        <a:p>
          <a:pPr marL="171450" lvl="1" indent="-171450" algn="l" defTabSz="711200">
            <a:lnSpc>
              <a:spcPct val="100000"/>
            </a:lnSpc>
            <a:spcBef>
              <a:spcPct val="0"/>
            </a:spcBef>
            <a:spcAft>
              <a:spcPts val="600"/>
            </a:spcAft>
            <a:buChar char="•"/>
          </a:pPr>
          <a:r>
            <a:rPr lang="zh-CN" altLang="en-US" sz="1600" kern="1200" dirty="0">
              <a:solidFill>
                <a:srgbClr val="5F5F5F"/>
              </a:solidFill>
              <a:latin typeface="微软雅黑" panose="020B0503020204020204" pitchFamily="34" charset="-122"/>
              <a:ea typeface="微软雅黑" panose="020B0503020204020204" pitchFamily="34" charset="-122"/>
            </a:rPr>
            <a:t>信息化是当今世界发展的大趋势，是推动经济社会变革的重要力量。</a:t>
          </a:r>
        </a:p>
        <a:p>
          <a:pPr marL="171450" lvl="1" indent="-171450" algn="l" defTabSz="711200">
            <a:lnSpc>
              <a:spcPct val="100000"/>
            </a:lnSpc>
            <a:spcBef>
              <a:spcPct val="0"/>
            </a:spcBef>
            <a:spcAft>
              <a:spcPts val="600"/>
            </a:spcAft>
            <a:buChar char="•"/>
          </a:pPr>
          <a:r>
            <a:rPr lang="zh-CN" altLang="en-US" sz="1600" kern="1200" dirty="0">
              <a:solidFill>
                <a:srgbClr val="5F5F5F"/>
              </a:solidFill>
              <a:latin typeface="微软雅黑" panose="020B0503020204020204" pitchFamily="34" charset="-122"/>
              <a:ea typeface="微软雅黑" panose="020B0503020204020204" pitchFamily="34" charset="-122"/>
            </a:rPr>
            <a:t>网络内容安全方面的研究不仅具有重要的学术意义，也具有重要的社会意义。</a:t>
          </a:r>
        </a:p>
      </dsp:txBody>
      <dsp:txXfrm rot="-5400000">
        <a:off x="2328841" y="356751"/>
        <a:ext cx="5857969" cy="3070872"/>
      </dsp:txXfrm>
    </dsp:sp>
    <dsp:sp modelId="{27FFBFF1-5897-4D36-ABAA-74D98A28A699}">
      <dsp:nvSpPr>
        <dsp:cNvPr id="0" name=""/>
        <dsp:cNvSpPr/>
      </dsp:nvSpPr>
      <dsp:spPr>
        <a:xfrm>
          <a:off x="50764" y="1225294"/>
          <a:ext cx="2111098" cy="1333786"/>
        </a:xfrm>
        <a:prstGeom prst="roundRect">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5F5F5F"/>
              </a:solidFill>
              <a:latin typeface="微软雅黑" panose="020B0503020204020204" pitchFamily="34" charset="-122"/>
              <a:ea typeface="微软雅黑" panose="020B0503020204020204" pitchFamily="34" charset="-122"/>
            </a:rPr>
            <a:t>内容安全</a:t>
          </a:r>
          <a:endParaRPr lang="en-US" altLang="zh-CN" sz="2400" kern="1200" dirty="0">
            <a:solidFill>
              <a:srgbClr val="5F5F5F"/>
            </a:solidFill>
            <a:latin typeface="微软雅黑" panose="020B0503020204020204" pitchFamily="34" charset="-122"/>
            <a:ea typeface="微软雅黑" panose="020B0503020204020204" pitchFamily="34" charset="-122"/>
          </a:endParaRPr>
        </a:p>
        <a:p>
          <a:pPr marL="0" lvl="0" indent="0" algn="ctr" defTabSz="1066800">
            <a:lnSpc>
              <a:spcPct val="90000"/>
            </a:lnSpc>
            <a:spcBef>
              <a:spcPct val="0"/>
            </a:spcBef>
            <a:spcAft>
              <a:spcPct val="35000"/>
            </a:spcAft>
            <a:buNone/>
          </a:pPr>
          <a:r>
            <a:rPr lang="zh-CN" altLang="en-US" sz="2400" kern="1200" dirty="0">
              <a:solidFill>
                <a:srgbClr val="5F5F5F"/>
              </a:solidFill>
              <a:latin typeface="微软雅黑" panose="020B0503020204020204" pitchFamily="34" charset="-122"/>
              <a:ea typeface="微软雅黑" panose="020B0503020204020204" pitchFamily="34" charset="-122"/>
            </a:rPr>
            <a:t>时代背景</a:t>
          </a:r>
        </a:p>
      </dsp:txBody>
      <dsp:txXfrm>
        <a:off x="115874" y="1290404"/>
        <a:ext cx="1980878" cy="120356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5CD084-4A06-426F-A31B-3BA7E16CEDAC}">
      <dsp:nvSpPr>
        <dsp:cNvPr id="0" name=""/>
        <dsp:cNvSpPr/>
      </dsp:nvSpPr>
      <dsp:spPr>
        <a:xfrm rot="5400000">
          <a:off x="4527861" y="-1778390"/>
          <a:ext cx="1823112" cy="5960316"/>
        </a:xfrm>
        <a:prstGeom prst="round2SameRect">
          <a:avLst/>
        </a:prstGeom>
        <a:solidFill>
          <a:schemeClr val="accent1">
            <a:alpha val="90000"/>
            <a:tint val="40000"/>
            <a:hueOff val="0"/>
            <a:satOff val="0"/>
            <a:lumOff val="0"/>
            <a:alphaOff val="0"/>
          </a:schemeClr>
        </a:solidFill>
        <a:ln w="12700" cap="flat" cmpd="sng" algn="ctr">
          <a:solidFill>
            <a:schemeClr val="accent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80000" lvl="1" indent="0" algn="l" defTabSz="800100">
            <a:lnSpc>
              <a:spcPct val="90000"/>
            </a:lnSpc>
            <a:spcBef>
              <a:spcPct val="0"/>
            </a:spcBef>
            <a:spcAft>
              <a:spcPts val="600"/>
            </a:spcAft>
            <a:buChar char="•"/>
          </a:pPr>
          <a:r>
            <a:rPr lang="zh-CN" altLang="en-US" sz="1500" kern="1200" dirty="0">
              <a:solidFill>
                <a:srgbClr val="5F5F5F"/>
              </a:solidFill>
              <a:latin typeface="微软雅黑" panose="020B0503020204020204" pitchFamily="34" charset="-122"/>
              <a:ea typeface="微软雅黑" panose="020B0503020204020204" pitchFamily="34" charset="-122"/>
            </a:rPr>
            <a:t>对象：面向互联网的</a:t>
          </a:r>
          <a:r>
            <a:rPr lang="en-US" altLang="zh-CN" sz="1500" kern="1200" dirty="0">
              <a:solidFill>
                <a:srgbClr val="5F5F5F"/>
              </a:solidFill>
              <a:latin typeface="微软雅黑" panose="020B0503020204020204" pitchFamily="34" charset="-122"/>
              <a:ea typeface="微软雅黑" panose="020B0503020204020204" pitchFamily="34" charset="-122"/>
            </a:rPr>
            <a:t>Web</a:t>
          </a:r>
          <a:r>
            <a:rPr lang="zh-CN" altLang="en-US" sz="1500" kern="1200" dirty="0">
              <a:solidFill>
                <a:srgbClr val="5F5F5F"/>
              </a:solidFill>
              <a:latin typeface="微软雅黑" panose="020B0503020204020204" pitchFamily="34" charset="-122"/>
              <a:ea typeface="微软雅黑" panose="020B0503020204020204" pitchFamily="34" charset="-122"/>
            </a:rPr>
            <a:t>网页、电子邮件、离线的电子数据</a:t>
          </a:r>
        </a:p>
        <a:p>
          <a:pPr marL="180000" lvl="1" indent="0" algn="l" defTabSz="800100">
            <a:lnSpc>
              <a:spcPct val="90000"/>
            </a:lnSpc>
            <a:spcBef>
              <a:spcPct val="0"/>
            </a:spcBef>
            <a:spcAft>
              <a:spcPts val="600"/>
            </a:spcAft>
            <a:buChar char="•"/>
          </a:pPr>
          <a:r>
            <a:rPr lang="zh-CN" altLang="en-US" sz="1500" kern="1200" dirty="0">
              <a:solidFill>
                <a:srgbClr val="5F5F5F"/>
              </a:solidFill>
              <a:latin typeface="微软雅黑" panose="020B0503020204020204" pitchFamily="34" charset="-122"/>
              <a:ea typeface="微软雅黑" panose="020B0503020204020204" pitchFamily="34" charset="-122"/>
            </a:rPr>
            <a:t>任务：信息过滤、舆情分析、事件挖掘</a:t>
          </a:r>
        </a:p>
        <a:p>
          <a:pPr marL="180000" lvl="1" indent="0" algn="l" defTabSz="800100">
            <a:lnSpc>
              <a:spcPct val="90000"/>
            </a:lnSpc>
            <a:spcBef>
              <a:spcPct val="0"/>
            </a:spcBef>
            <a:spcAft>
              <a:spcPts val="600"/>
            </a:spcAft>
            <a:buChar char="•"/>
          </a:pPr>
          <a:r>
            <a:rPr lang="zh-CN" altLang="en-US" sz="1500" kern="1200" dirty="0">
              <a:solidFill>
                <a:srgbClr val="5F5F5F"/>
              </a:solidFill>
              <a:latin typeface="微软雅黑" panose="020B0503020204020204" pitchFamily="34" charset="-122"/>
              <a:ea typeface="微软雅黑" panose="020B0503020204020204" pitchFamily="34" charset="-122"/>
            </a:rPr>
            <a:t>领域：自然语言理解、图像内容理解、视频信息处理、音频信息处理、数据挖掘、智能过滤技术等。</a:t>
          </a:r>
        </a:p>
      </dsp:txBody>
      <dsp:txXfrm rot="-5400000">
        <a:off x="2459260" y="379208"/>
        <a:ext cx="5871319" cy="1645118"/>
      </dsp:txXfrm>
    </dsp:sp>
    <dsp:sp modelId="{27FFBFF1-5897-4D36-ABAA-74D98A28A699}">
      <dsp:nvSpPr>
        <dsp:cNvPr id="0" name=""/>
        <dsp:cNvSpPr/>
      </dsp:nvSpPr>
      <dsp:spPr>
        <a:xfrm>
          <a:off x="0" y="493919"/>
          <a:ext cx="2314079" cy="1161190"/>
        </a:xfrm>
        <a:prstGeom prst="roundRect">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5F5F5F"/>
              </a:solidFill>
              <a:latin typeface="微软雅黑" panose="020B0503020204020204" pitchFamily="34" charset="-122"/>
              <a:ea typeface="微软雅黑" panose="020B0503020204020204" pitchFamily="34" charset="-122"/>
            </a:rPr>
            <a:t>内容安全定义</a:t>
          </a:r>
        </a:p>
      </dsp:txBody>
      <dsp:txXfrm>
        <a:off x="56685" y="550604"/>
        <a:ext cx="2200709" cy="10478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B5F91-23FB-4B15-B03A-A88BF35C7C75}">
      <dsp:nvSpPr>
        <dsp:cNvPr id="0" name=""/>
        <dsp:cNvSpPr/>
      </dsp:nvSpPr>
      <dsp:spPr>
        <a:xfrm rot="5400000">
          <a:off x="4036190" y="-1182386"/>
          <a:ext cx="3087268" cy="5588603"/>
        </a:xfrm>
        <a:prstGeom prst="round2SameRect">
          <a:avLst/>
        </a:prstGeom>
        <a:solidFill>
          <a:schemeClr val="accent1">
            <a:alpha val="90000"/>
            <a:tint val="40000"/>
            <a:hueOff val="0"/>
            <a:satOff val="0"/>
            <a:lumOff val="0"/>
            <a:alphaOff val="0"/>
          </a:schemeClr>
        </a:solidFill>
        <a:ln w="12700" cap="flat" cmpd="sng" algn="ctr">
          <a:solidFill>
            <a:schemeClr val="accent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66750">
            <a:lnSpc>
              <a:spcPct val="130000"/>
            </a:lnSpc>
            <a:spcBef>
              <a:spcPct val="0"/>
            </a:spcBef>
            <a:spcAft>
              <a:spcPct val="15000"/>
            </a:spcAft>
            <a:buChar char="•"/>
          </a:pPr>
          <a:r>
            <a:rPr lang="zh-CN" altLang="en-US" sz="1500" kern="1200" dirty="0">
              <a:solidFill>
                <a:srgbClr val="5F5F5F"/>
              </a:solidFill>
              <a:latin typeface="微软雅黑" panose="020B0503020204020204" pitchFamily="34" charset="-122"/>
              <a:ea typeface="微软雅黑" panose="020B0503020204020204" pitchFamily="34" charset="-122"/>
            </a:rPr>
            <a:t>研究利用计算机从包含海量信息并且迅速变化的网络中对特定安全主题相关信息进行自动获取、识别和分析的技术。</a:t>
          </a:r>
        </a:p>
        <a:p>
          <a:pPr marL="114300" lvl="1" indent="-114300" algn="l" defTabSz="666750">
            <a:lnSpc>
              <a:spcPct val="130000"/>
            </a:lnSpc>
            <a:spcBef>
              <a:spcPct val="0"/>
            </a:spcBef>
            <a:spcAft>
              <a:spcPct val="15000"/>
            </a:spcAft>
            <a:buChar char="•"/>
          </a:pPr>
          <a:r>
            <a:rPr lang="zh-CN" altLang="en-US" sz="1500" kern="1200" dirty="0">
              <a:solidFill>
                <a:srgbClr val="5F5F5F"/>
              </a:solidFill>
              <a:latin typeface="微软雅黑" panose="020B0503020204020204" pitchFamily="34" charset="-122"/>
              <a:ea typeface="微软雅黑" panose="020B0503020204020204" pitchFamily="34" charset="-122"/>
            </a:rPr>
            <a:t>管理不良信息传播的重要手段，属于网络安全系统核心理论与关键组成部分，对提高网络使用效率，净化网络空间，保障社会稳定发展具有重大意义。</a:t>
          </a:r>
        </a:p>
      </dsp:txBody>
      <dsp:txXfrm rot="-5400000">
        <a:off x="2785523" y="218989"/>
        <a:ext cx="5437895" cy="2785852"/>
      </dsp:txXfrm>
    </dsp:sp>
    <dsp:sp modelId="{977FD54A-A561-43EA-90AA-24250C7EB206}">
      <dsp:nvSpPr>
        <dsp:cNvPr id="0" name=""/>
        <dsp:cNvSpPr/>
      </dsp:nvSpPr>
      <dsp:spPr>
        <a:xfrm>
          <a:off x="0" y="1089214"/>
          <a:ext cx="2373425" cy="927008"/>
        </a:xfrm>
        <a:prstGeom prst="roundRect">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rgbClr val="5F5F5F"/>
              </a:solidFill>
              <a:latin typeface="微软雅黑" panose="020B0503020204020204" pitchFamily="34" charset="-122"/>
              <a:ea typeface="微软雅黑" panose="020B0503020204020204" pitchFamily="34" charset="-122"/>
            </a:rPr>
            <a:t>内容安全研究</a:t>
          </a:r>
        </a:p>
      </dsp:txBody>
      <dsp:txXfrm>
        <a:off x="45253" y="1134467"/>
        <a:ext cx="2282919" cy="83650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5414A7-D38E-4460-9DAC-24242DD1073C}">
      <dsp:nvSpPr>
        <dsp:cNvPr id="0" name=""/>
        <dsp:cNvSpPr/>
      </dsp:nvSpPr>
      <dsp:spPr>
        <a:xfrm>
          <a:off x="2047" y="8247"/>
          <a:ext cx="1996534" cy="798613"/>
        </a:xfrm>
        <a:prstGeom prst="rect">
          <a:avLst/>
        </a:prstGeom>
        <a:solidFill>
          <a:schemeClr val="bg1">
            <a:lumMod val="85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chemeClr val="tx1"/>
              </a:solidFill>
            </a:rPr>
            <a:t>国外政府</a:t>
          </a:r>
        </a:p>
      </dsp:txBody>
      <dsp:txXfrm>
        <a:off x="2047" y="8247"/>
        <a:ext cx="1996534" cy="798613"/>
      </dsp:txXfrm>
    </dsp:sp>
    <dsp:sp modelId="{5C6B70DD-1FC2-4E2D-9CC5-DD6D1E26EBB0}">
      <dsp:nvSpPr>
        <dsp:cNvPr id="0" name=""/>
        <dsp:cNvSpPr/>
      </dsp:nvSpPr>
      <dsp:spPr>
        <a:xfrm>
          <a:off x="2047" y="806861"/>
          <a:ext cx="1996534" cy="21520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ctr" anchorCtr="0">
          <a:noAutofit/>
        </a:bodyPr>
        <a:lstStyle/>
        <a:p>
          <a:pPr marL="228600" lvl="1" indent="-228600" algn="ctr" defTabSz="889000">
            <a:lnSpc>
              <a:spcPct val="110000"/>
            </a:lnSpc>
            <a:spcBef>
              <a:spcPct val="0"/>
            </a:spcBef>
            <a:spcAft>
              <a:spcPct val="15000"/>
            </a:spcAft>
            <a:buNone/>
          </a:pPr>
          <a:r>
            <a:rPr lang="zh-CN" altLang="en-US" sz="2000" kern="1200" dirty="0"/>
            <a:t>话题识别</a:t>
          </a:r>
        </a:p>
        <a:p>
          <a:pPr marL="228600" lvl="1" indent="-228600" algn="ctr" defTabSz="889000">
            <a:lnSpc>
              <a:spcPct val="110000"/>
            </a:lnSpc>
            <a:spcBef>
              <a:spcPct val="0"/>
            </a:spcBef>
            <a:spcAft>
              <a:spcPct val="15000"/>
            </a:spcAft>
            <a:buNone/>
          </a:pPr>
          <a:r>
            <a:rPr lang="zh-CN" altLang="en-US" sz="2000" kern="1200" dirty="0"/>
            <a:t>信息嗅探</a:t>
          </a:r>
        </a:p>
        <a:p>
          <a:pPr marL="228600" lvl="1" indent="-228600" algn="ctr" defTabSz="889000">
            <a:lnSpc>
              <a:spcPct val="110000"/>
            </a:lnSpc>
            <a:spcBef>
              <a:spcPct val="0"/>
            </a:spcBef>
            <a:spcAft>
              <a:spcPct val="15000"/>
            </a:spcAft>
            <a:buNone/>
          </a:pPr>
          <a:r>
            <a:rPr lang="zh-CN" altLang="en-US" sz="2000" kern="1200" dirty="0"/>
            <a:t>网络监听</a:t>
          </a:r>
        </a:p>
        <a:p>
          <a:pPr marL="228600" lvl="1" indent="-228600" algn="ctr" defTabSz="889000">
            <a:lnSpc>
              <a:spcPct val="110000"/>
            </a:lnSpc>
            <a:spcBef>
              <a:spcPct val="0"/>
            </a:spcBef>
            <a:spcAft>
              <a:spcPct val="15000"/>
            </a:spcAft>
            <a:buNone/>
          </a:pPr>
          <a:r>
            <a:rPr lang="zh-CN" altLang="en-US" sz="2000" kern="1200" dirty="0"/>
            <a:t>信息整合</a:t>
          </a:r>
        </a:p>
      </dsp:txBody>
      <dsp:txXfrm>
        <a:off x="2047" y="806861"/>
        <a:ext cx="1996534" cy="2152080"/>
      </dsp:txXfrm>
    </dsp:sp>
    <dsp:sp modelId="{8FE9FE45-750C-4E84-9D5B-A0C1DD6E3386}">
      <dsp:nvSpPr>
        <dsp:cNvPr id="0" name=""/>
        <dsp:cNvSpPr/>
      </dsp:nvSpPr>
      <dsp:spPr>
        <a:xfrm>
          <a:off x="2278096" y="8247"/>
          <a:ext cx="1996534" cy="798613"/>
        </a:xfrm>
        <a:prstGeom prst="rect">
          <a:avLst/>
        </a:prstGeom>
        <a:solidFill>
          <a:schemeClr val="bg1">
            <a:lumMod val="85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chemeClr val="tx1"/>
              </a:solidFill>
            </a:rPr>
            <a:t>国外科研</a:t>
          </a:r>
        </a:p>
      </dsp:txBody>
      <dsp:txXfrm>
        <a:off x="2278096" y="8247"/>
        <a:ext cx="1996534" cy="798613"/>
      </dsp:txXfrm>
    </dsp:sp>
    <dsp:sp modelId="{3CA9B0A9-C009-4792-898F-61B2090ECA8A}">
      <dsp:nvSpPr>
        <dsp:cNvPr id="0" name=""/>
        <dsp:cNvSpPr/>
      </dsp:nvSpPr>
      <dsp:spPr>
        <a:xfrm>
          <a:off x="2278096" y="806861"/>
          <a:ext cx="1996534" cy="21520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ctr" anchorCtr="0">
          <a:noAutofit/>
        </a:bodyPr>
        <a:lstStyle/>
        <a:p>
          <a:pPr marL="228600" lvl="1" indent="-228600" algn="ctr" defTabSz="889000">
            <a:lnSpc>
              <a:spcPct val="110000"/>
            </a:lnSpc>
            <a:spcBef>
              <a:spcPct val="0"/>
            </a:spcBef>
            <a:spcAft>
              <a:spcPct val="15000"/>
            </a:spcAft>
            <a:buNone/>
          </a:pPr>
          <a:r>
            <a:rPr lang="zh-CN" altLang="en-US" sz="2000" kern="1200" dirty="0">
              <a:solidFill>
                <a:srgbClr val="5F5F5F">
                  <a:hueOff val="0"/>
                  <a:satOff val="0"/>
                  <a:lumOff val="0"/>
                  <a:alphaOff val="0"/>
                </a:srgbClr>
              </a:solidFill>
              <a:latin typeface="Arial"/>
              <a:ea typeface="黑体"/>
              <a:cs typeface="+mn-cs"/>
            </a:rPr>
            <a:t>文本挖掘</a:t>
          </a:r>
        </a:p>
        <a:p>
          <a:pPr marL="228600" lvl="1" indent="-228600" algn="ctr" defTabSz="889000">
            <a:lnSpc>
              <a:spcPct val="110000"/>
            </a:lnSpc>
            <a:spcBef>
              <a:spcPct val="0"/>
            </a:spcBef>
            <a:spcAft>
              <a:spcPct val="15000"/>
            </a:spcAft>
            <a:buNone/>
          </a:pPr>
          <a:r>
            <a:rPr lang="zh-CN" altLang="en-US" sz="2000" kern="1200" dirty="0">
              <a:solidFill>
                <a:srgbClr val="5F5F5F">
                  <a:hueOff val="0"/>
                  <a:satOff val="0"/>
                  <a:lumOff val="0"/>
                  <a:alphaOff val="0"/>
                </a:srgbClr>
              </a:solidFill>
              <a:latin typeface="Arial"/>
              <a:ea typeface="黑体"/>
              <a:cs typeface="+mn-cs"/>
            </a:rPr>
            <a:t>软件审查</a:t>
          </a:r>
        </a:p>
        <a:p>
          <a:pPr marL="228600" lvl="1" indent="-228600" algn="ctr" defTabSz="889000">
            <a:lnSpc>
              <a:spcPct val="110000"/>
            </a:lnSpc>
            <a:spcBef>
              <a:spcPct val="0"/>
            </a:spcBef>
            <a:spcAft>
              <a:spcPct val="15000"/>
            </a:spcAft>
            <a:buNone/>
          </a:pPr>
          <a:r>
            <a:rPr lang="zh-CN" altLang="en-US" sz="2000" kern="1200" dirty="0">
              <a:solidFill>
                <a:srgbClr val="5F5F5F">
                  <a:hueOff val="0"/>
                  <a:satOff val="0"/>
                  <a:lumOff val="0"/>
                  <a:alphaOff val="0"/>
                </a:srgbClr>
              </a:solidFill>
              <a:latin typeface="Arial"/>
              <a:ea typeface="黑体"/>
              <a:cs typeface="+mn-cs"/>
            </a:rPr>
            <a:t>异常行为</a:t>
          </a:r>
        </a:p>
        <a:p>
          <a:pPr marL="228600" lvl="1" indent="-228600" algn="ctr" defTabSz="889000">
            <a:lnSpc>
              <a:spcPct val="110000"/>
            </a:lnSpc>
            <a:spcBef>
              <a:spcPct val="0"/>
            </a:spcBef>
            <a:spcAft>
              <a:spcPct val="15000"/>
            </a:spcAft>
            <a:buNone/>
          </a:pPr>
          <a:r>
            <a:rPr lang="zh-CN" altLang="en-US" sz="2000" kern="1200" dirty="0">
              <a:solidFill>
                <a:srgbClr val="5F5F5F">
                  <a:hueOff val="0"/>
                  <a:satOff val="0"/>
                  <a:lumOff val="0"/>
                  <a:alphaOff val="0"/>
                </a:srgbClr>
              </a:solidFill>
              <a:latin typeface="Arial"/>
              <a:ea typeface="黑体"/>
              <a:cs typeface="+mn-cs"/>
            </a:rPr>
            <a:t>文本观点</a:t>
          </a:r>
        </a:p>
      </dsp:txBody>
      <dsp:txXfrm>
        <a:off x="2278096" y="806861"/>
        <a:ext cx="1996534" cy="2152080"/>
      </dsp:txXfrm>
    </dsp:sp>
    <dsp:sp modelId="{4B6F6BE6-388C-4742-8F97-6B92F7BE75E9}">
      <dsp:nvSpPr>
        <dsp:cNvPr id="0" name=""/>
        <dsp:cNvSpPr/>
      </dsp:nvSpPr>
      <dsp:spPr>
        <a:xfrm>
          <a:off x="4554145" y="8247"/>
          <a:ext cx="1996534" cy="798613"/>
        </a:xfrm>
        <a:prstGeom prst="rect">
          <a:avLst/>
        </a:prstGeom>
        <a:solidFill>
          <a:schemeClr val="bg1">
            <a:lumMod val="85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chemeClr val="tx1"/>
              </a:solidFill>
            </a:rPr>
            <a:t>中国大陆</a:t>
          </a:r>
        </a:p>
      </dsp:txBody>
      <dsp:txXfrm>
        <a:off x="4554145" y="8247"/>
        <a:ext cx="1996534" cy="798613"/>
      </dsp:txXfrm>
    </dsp:sp>
    <dsp:sp modelId="{6DFE6725-0E71-42C3-A81A-A319C8C90061}">
      <dsp:nvSpPr>
        <dsp:cNvPr id="0" name=""/>
        <dsp:cNvSpPr/>
      </dsp:nvSpPr>
      <dsp:spPr>
        <a:xfrm>
          <a:off x="4554145" y="806861"/>
          <a:ext cx="1996534" cy="21520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ctr" anchorCtr="0">
          <a:noAutofit/>
        </a:bodyPr>
        <a:lstStyle/>
        <a:p>
          <a:pPr marL="228600" lvl="1" indent="-228600" algn="ctr" defTabSz="889000">
            <a:lnSpc>
              <a:spcPct val="110000"/>
            </a:lnSpc>
            <a:spcBef>
              <a:spcPct val="0"/>
            </a:spcBef>
            <a:spcAft>
              <a:spcPct val="15000"/>
            </a:spcAft>
            <a:buNone/>
          </a:pPr>
          <a:r>
            <a:rPr lang="zh-CN" altLang="en-US" sz="2000" kern="1200" dirty="0">
              <a:solidFill>
                <a:srgbClr val="FC611F"/>
              </a:solidFill>
            </a:rPr>
            <a:t>关键过滤</a:t>
          </a:r>
        </a:p>
        <a:p>
          <a:pPr marL="228600" lvl="1" indent="-228600" algn="ctr" defTabSz="889000">
            <a:lnSpc>
              <a:spcPct val="110000"/>
            </a:lnSpc>
            <a:spcBef>
              <a:spcPct val="0"/>
            </a:spcBef>
            <a:spcAft>
              <a:spcPct val="15000"/>
            </a:spcAft>
            <a:buNone/>
          </a:pPr>
          <a:r>
            <a:rPr lang="zh-CN" altLang="en-US" sz="2000" kern="1200" dirty="0">
              <a:solidFill>
                <a:srgbClr val="FC611F"/>
              </a:solidFill>
            </a:rPr>
            <a:t>日志管理</a:t>
          </a:r>
        </a:p>
        <a:p>
          <a:pPr marL="228600" lvl="1" indent="-228600" algn="ctr" defTabSz="889000">
            <a:lnSpc>
              <a:spcPct val="110000"/>
            </a:lnSpc>
            <a:spcBef>
              <a:spcPct val="0"/>
            </a:spcBef>
            <a:spcAft>
              <a:spcPct val="15000"/>
            </a:spcAft>
            <a:buNone/>
          </a:pPr>
          <a:r>
            <a:rPr lang="zh-CN" altLang="en-US" sz="2000" kern="1200" dirty="0">
              <a:solidFill>
                <a:srgbClr val="FC611F"/>
              </a:solidFill>
            </a:rPr>
            <a:t>模式匹配</a:t>
          </a:r>
        </a:p>
        <a:p>
          <a:pPr marL="228600" lvl="1" indent="-228600" algn="ctr" defTabSz="889000">
            <a:lnSpc>
              <a:spcPct val="110000"/>
            </a:lnSpc>
            <a:spcBef>
              <a:spcPct val="0"/>
            </a:spcBef>
            <a:spcAft>
              <a:spcPct val="15000"/>
            </a:spcAft>
            <a:buNone/>
          </a:pPr>
          <a:r>
            <a:rPr lang="zh-CN" altLang="en-US" sz="2000" kern="1200" dirty="0">
              <a:solidFill>
                <a:srgbClr val="FC611F"/>
              </a:solidFill>
            </a:rPr>
            <a:t>规则过滤</a:t>
          </a:r>
          <a:endParaRPr lang="zh-CN" altLang="en-US" sz="2700" kern="1200" dirty="0">
            <a:solidFill>
              <a:srgbClr val="FC611F"/>
            </a:solidFill>
          </a:endParaRPr>
        </a:p>
      </dsp:txBody>
      <dsp:txXfrm>
        <a:off x="4554145" y="806861"/>
        <a:ext cx="1996534" cy="21520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4C4553-BF41-4039-AAD2-B116FF3E6C84}">
      <dsp:nvSpPr>
        <dsp:cNvPr id="0" name=""/>
        <dsp:cNvSpPr/>
      </dsp:nvSpPr>
      <dsp:spPr>
        <a:xfrm rot="16200000">
          <a:off x="434230" y="-434230"/>
          <a:ext cx="1044383" cy="1912844"/>
        </a:xfrm>
        <a:prstGeom prst="round1Rect">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rgbClr val="464F5A"/>
              </a:solidFill>
            </a:rPr>
            <a:t>物理安全</a:t>
          </a:r>
        </a:p>
      </dsp:txBody>
      <dsp:txXfrm rot="5400000">
        <a:off x="0" y="0"/>
        <a:ext cx="1912844" cy="783287"/>
      </dsp:txXfrm>
    </dsp:sp>
    <dsp:sp modelId="{3798BF73-4C43-444B-9355-89586D54E769}">
      <dsp:nvSpPr>
        <dsp:cNvPr id="0" name=""/>
        <dsp:cNvSpPr/>
      </dsp:nvSpPr>
      <dsp:spPr>
        <a:xfrm>
          <a:off x="1912844" y="0"/>
          <a:ext cx="1912844" cy="1044383"/>
        </a:xfrm>
        <a:prstGeom prst="round1Rect">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rgbClr val="464F5A"/>
              </a:solidFill>
            </a:rPr>
            <a:t>运行安全</a:t>
          </a:r>
        </a:p>
      </dsp:txBody>
      <dsp:txXfrm>
        <a:off x="1912844" y="0"/>
        <a:ext cx="1912844" cy="783287"/>
      </dsp:txXfrm>
    </dsp:sp>
    <dsp:sp modelId="{6E45B5A5-6A0D-432D-B1C8-C36469932156}">
      <dsp:nvSpPr>
        <dsp:cNvPr id="0" name=""/>
        <dsp:cNvSpPr/>
      </dsp:nvSpPr>
      <dsp:spPr>
        <a:xfrm rot="10800000">
          <a:off x="0" y="1044383"/>
          <a:ext cx="1912844" cy="1044383"/>
        </a:xfrm>
        <a:prstGeom prst="round1Rect">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rgbClr val="464F5A"/>
              </a:solidFill>
            </a:rPr>
            <a:t>内容安全</a:t>
          </a:r>
        </a:p>
      </dsp:txBody>
      <dsp:txXfrm rot="10800000">
        <a:off x="0" y="1305478"/>
        <a:ext cx="1912844" cy="783287"/>
      </dsp:txXfrm>
    </dsp:sp>
    <dsp:sp modelId="{A733CBCE-CE41-4654-B190-1913514C66FE}">
      <dsp:nvSpPr>
        <dsp:cNvPr id="0" name=""/>
        <dsp:cNvSpPr/>
      </dsp:nvSpPr>
      <dsp:spPr>
        <a:xfrm rot="5400000">
          <a:off x="2347075" y="610152"/>
          <a:ext cx="1044383" cy="1912844"/>
        </a:xfrm>
        <a:prstGeom prst="round1Rect">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rgbClr val="464F5A"/>
              </a:solidFill>
            </a:rPr>
            <a:t>数据安全</a:t>
          </a:r>
        </a:p>
      </dsp:txBody>
      <dsp:txXfrm rot="-5400000">
        <a:off x="1912845" y="1305478"/>
        <a:ext cx="1912844" cy="783287"/>
      </dsp:txXfrm>
    </dsp:sp>
    <dsp:sp modelId="{55AD2A4B-F875-4C60-9B94-88F685147AE6}">
      <dsp:nvSpPr>
        <dsp:cNvPr id="0" name=""/>
        <dsp:cNvSpPr/>
      </dsp:nvSpPr>
      <dsp:spPr>
        <a:xfrm>
          <a:off x="1099418" y="600266"/>
          <a:ext cx="1626851" cy="888232"/>
        </a:xfrm>
        <a:prstGeom prst="roundRect">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信息安全</a:t>
          </a:r>
        </a:p>
      </dsp:txBody>
      <dsp:txXfrm>
        <a:off x="1142778" y="643626"/>
        <a:ext cx="1540131" cy="80151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7BCD41-03C3-403B-9248-ACC2E73D3DEA}">
      <dsp:nvSpPr>
        <dsp:cNvPr id="0" name=""/>
        <dsp:cNvSpPr/>
      </dsp:nvSpPr>
      <dsp:spPr>
        <a:xfrm rot="16200000">
          <a:off x="-450176" y="451081"/>
          <a:ext cx="3256136" cy="2353972"/>
        </a:xfrm>
        <a:prstGeom prst="flowChartManualOperation">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zh-CN" altLang="en-US" sz="2000" kern="1200" dirty="0">
              <a:solidFill>
                <a:srgbClr val="FF6600"/>
              </a:solidFill>
              <a:latin typeface="Arial"/>
              <a:ea typeface="黑体"/>
              <a:cs typeface="+mn-cs"/>
            </a:rPr>
            <a:t>保护目标</a:t>
          </a:r>
        </a:p>
        <a:p>
          <a:pPr marL="171450" lvl="1" indent="0" algn="l" defTabSz="800100">
            <a:lnSpc>
              <a:spcPct val="130000"/>
            </a:lnSpc>
            <a:spcBef>
              <a:spcPct val="0"/>
            </a:spcBef>
            <a:spcAft>
              <a:spcPct val="15000"/>
            </a:spcAft>
            <a:buChar char="•"/>
          </a:pPr>
          <a:r>
            <a:rPr lang="zh-CN" altLang="en-US" sz="1800" kern="1200" dirty="0">
              <a:solidFill>
                <a:schemeClr val="tx1"/>
              </a:solidFill>
            </a:rPr>
            <a:t>信息利用的安全</a:t>
          </a:r>
        </a:p>
        <a:p>
          <a:pPr marL="171450" lvl="1" indent="0" algn="l" defTabSz="800100">
            <a:lnSpc>
              <a:spcPct val="130000"/>
            </a:lnSpc>
            <a:spcBef>
              <a:spcPct val="0"/>
            </a:spcBef>
            <a:spcAft>
              <a:spcPct val="15000"/>
            </a:spcAft>
            <a:buChar char="•"/>
          </a:pPr>
          <a:r>
            <a:rPr lang="zh-CN" altLang="en-US" sz="1800" kern="1200" dirty="0">
              <a:solidFill>
                <a:schemeClr val="tx1"/>
              </a:solidFill>
            </a:rPr>
            <a:t>信息自身的安全</a:t>
          </a:r>
        </a:p>
        <a:p>
          <a:pPr marL="171450" lvl="1" indent="0" algn="l" defTabSz="800100">
            <a:lnSpc>
              <a:spcPct val="130000"/>
            </a:lnSpc>
            <a:spcBef>
              <a:spcPct val="0"/>
            </a:spcBef>
            <a:spcAft>
              <a:spcPct val="15000"/>
            </a:spcAft>
            <a:buChar char="•"/>
          </a:pPr>
          <a:r>
            <a:rPr lang="zh-CN" altLang="en-US" sz="1800" kern="1200" dirty="0">
              <a:solidFill>
                <a:schemeClr val="tx1"/>
              </a:solidFill>
            </a:rPr>
            <a:t>软硬件系统安全</a:t>
          </a:r>
        </a:p>
        <a:p>
          <a:pPr marL="171450" lvl="1" indent="0" algn="l" defTabSz="800100">
            <a:lnSpc>
              <a:spcPct val="130000"/>
            </a:lnSpc>
            <a:spcBef>
              <a:spcPct val="0"/>
            </a:spcBef>
            <a:spcAft>
              <a:spcPct val="15000"/>
            </a:spcAft>
            <a:buChar char="•"/>
          </a:pPr>
          <a:r>
            <a:rPr lang="zh-CN" altLang="en-US" sz="1800" kern="1200" dirty="0">
              <a:solidFill>
                <a:schemeClr val="tx1"/>
              </a:solidFill>
            </a:rPr>
            <a:t>基础设施的安全</a:t>
          </a:r>
        </a:p>
      </dsp:txBody>
      <dsp:txXfrm rot="5400000">
        <a:off x="906" y="651226"/>
        <a:ext cx="2353972" cy="1953682"/>
      </dsp:txXfrm>
    </dsp:sp>
    <dsp:sp modelId="{D38EB785-F8CF-40B6-8388-E73B6DA77409}">
      <dsp:nvSpPr>
        <dsp:cNvPr id="0" name=""/>
        <dsp:cNvSpPr/>
      </dsp:nvSpPr>
      <dsp:spPr>
        <a:xfrm rot="16200000">
          <a:off x="2080344" y="451081"/>
          <a:ext cx="3256136" cy="2353972"/>
        </a:xfrm>
        <a:prstGeom prst="flowChartManualOperation">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zh-CN" altLang="en-US" sz="2000" kern="1200" dirty="0">
              <a:solidFill>
                <a:srgbClr val="FF6600"/>
              </a:solidFill>
              <a:latin typeface="Arial"/>
              <a:ea typeface="黑体"/>
              <a:cs typeface="+mn-cs"/>
            </a:rPr>
            <a:t>信息安全层次</a:t>
          </a:r>
        </a:p>
        <a:p>
          <a:pPr marL="171450" lvl="1" indent="0" algn="l" defTabSz="800100">
            <a:lnSpc>
              <a:spcPct val="130000"/>
            </a:lnSpc>
            <a:spcBef>
              <a:spcPct val="0"/>
            </a:spcBef>
            <a:spcAft>
              <a:spcPct val="15000"/>
            </a:spcAft>
            <a:buChar char="•"/>
          </a:pPr>
          <a:r>
            <a:rPr lang="zh-CN" altLang="en-US" sz="1800" kern="1200" dirty="0">
              <a:solidFill>
                <a:schemeClr val="tx1"/>
              </a:solidFill>
            </a:rPr>
            <a:t>内容安全</a:t>
          </a:r>
        </a:p>
        <a:p>
          <a:pPr marL="171450" lvl="1" indent="0" algn="l" defTabSz="800100">
            <a:lnSpc>
              <a:spcPct val="130000"/>
            </a:lnSpc>
            <a:spcBef>
              <a:spcPct val="0"/>
            </a:spcBef>
            <a:spcAft>
              <a:spcPct val="15000"/>
            </a:spcAft>
            <a:buChar char="•"/>
          </a:pPr>
          <a:r>
            <a:rPr lang="zh-CN" altLang="en-US" sz="1800" kern="1200" dirty="0">
              <a:solidFill>
                <a:schemeClr val="tx1"/>
              </a:solidFill>
            </a:rPr>
            <a:t>数据安全</a:t>
          </a:r>
        </a:p>
        <a:p>
          <a:pPr marL="171450" lvl="1" indent="0" algn="l" defTabSz="800100">
            <a:lnSpc>
              <a:spcPct val="130000"/>
            </a:lnSpc>
            <a:spcBef>
              <a:spcPct val="0"/>
            </a:spcBef>
            <a:spcAft>
              <a:spcPct val="15000"/>
            </a:spcAft>
            <a:buChar char="•"/>
          </a:pPr>
          <a:r>
            <a:rPr lang="zh-CN" altLang="en-US" sz="1800" kern="1200" dirty="0">
              <a:solidFill>
                <a:schemeClr val="tx1"/>
              </a:solidFill>
            </a:rPr>
            <a:t>运行安全</a:t>
          </a:r>
        </a:p>
        <a:p>
          <a:pPr marL="171450" lvl="1" indent="0" algn="l" defTabSz="800100">
            <a:lnSpc>
              <a:spcPct val="130000"/>
            </a:lnSpc>
            <a:spcBef>
              <a:spcPct val="0"/>
            </a:spcBef>
            <a:spcAft>
              <a:spcPct val="15000"/>
            </a:spcAft>
            <a:buChar char="•"/>
          </a:pPr>
          <a:r>
            <a:rPr lang="zh-CN" altLang="en-US" sz="1800" kern="1200" dirty="0">
              <a:solidFill>
                <a:schemeClr val="tx1"/>
              </a:solidFill>
            </a:rPr>
            <a:t>物理安全</a:t>
          </a:r>
        </a:p>
      </dsp:txBody>
      <dsp:txXfrm rot="5400000">
        <a:off x="2531426" y="651226"/>
        <a:ext cx="2353972" cy="1953682"/>
      </dsp:txXfrm>
    </dsp:sp>
    <dsp:sp modelId="{3F6BBF47-9D68-44FD-9313-397D9AECEF6C}">
      <dsp:nvSpPr>
        <dsp:cNvPr id="0" name=""/>
        <dsp:cNvSpPr/>
      </dsp:nvSpPr>
      <dsp:spPr>
        <a:xfrm rot="16200000">
          <a:off x="4610864" y="451081"/>
          <a:ext cx="3256136" cy="2353972"/>
        </a:xfrm>
        <a:prstGeom prst="flowChartManualOperation">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zh-CN" altLang="en-US" sz="2000" kern="1200" dirty="0">
              <a:solidFill>
                <a:srgbClr val="FF6600"/>
              </a:solidFill>
              <a:latin typeface="Arial"/>
              <a:ea typeface="黑体"/>
              <a:cs typeface="+mn-cs"/>
            </a:rPr>
            <a:t>主要作用</a:t>
          </a:r>
        </a:p>
        <a:p>
          <a:pPr marL="171450" lvl="1" indent="0" algn="l" defTabSz="800100">
            <a:lnSpc>
              <a:spcPct val="130000"/>
            </a:lnSpc>
            <a:spcBef>
              <a:spcPct val="0"/>
            </a:spcBef>
            <a:spcAft>
              <a:spcPct val="15000"/>
            </a:spcAft>
            <a:buChar char="•"/>
          </a:pPr>
          <a:r>
            <a:rPr lang="zh-CN" altLang="en-US" sz="1800" kern="1200" dirty="0">
              <a:solidFill>
                <a:schemeClr val="tx1"/>
              </a:solidFill>
            </a:rPr>
            <a:t>分析过滤</a:t>
          </a:r>
        </a:p>
        <a:p>
          <a:pPr marL="171450" lvl="1" indent="0" algn="l" defTabSz="800100">
            <a:lnSpc>
              <a:spcPct val="130000"/>
            </a:lnSpc>
            <a:spcBef>
              <a:spcPct val="0"/>
            </a:spcBef>
            <a:spcAft>
              <a:spcPct val="15000"/>
            </a:spcAft>
            <a:buChar char="•"/>
          </a:pPr>
          <a:r>
            <a:rPr lang="zh-CN" altLang="en-US" sz="1800" kern="1200" dirty="0">
              <a:solidFill>
                <a:schemeClr val="tx1"/>
              </a:solidFill>
            </a:rPr>
            <a:t>加密保护</a:t>
          </a:r>
        </a:p>
        <a:p>
          <a:pPr marL="171450" lvl="1" indent="0" algn="l" defTabSz="800100">
            <a:lnSpc>
              <a:spcPct val="130000"/>
            </a:lnSpc>
            <a:spcBef>
              <a:spcPct val="0"/>
            </a:spcBef>
            <a:spcAft>
              <a:spcPct val="15000"/>
            </a:spcAft>
            <a:buChar char="•"/>
          </a:pPr>
          <a:r>
            <a:rPr lang="zh-CN" altLang="en-US" sz="1800" kern="1200" dirty="0">
              <a:solidFill>
                <a:schemeClr val="tx1"/>
              </a:solidFill>
            </a:rPr>
            <a:t>网络安全</a:t>
          </a:r>
        </a:p>
        <a:p>
          <a:pPr marL="171450" lvl="1" indent="0" algn="l" defTabSz="800100">
            <a:lnSpc>
              <a:spcPct val="130000"/>
            </a:lnSpc>
            <a:spcBef>
              <a:spcPct val="0"/>
            </a:spcBef>
            <a:spcAft>
              <a:spcPct val="15000"/>
            </a:spcAft>
            <a:buChar char="•"/>
          </a:pPr>
          <a:r>
            <a:rPr lang="zh-CN" altLang="en-US" sz="1800" kern="1200" dirty="0">
              <a:solidFill>
                <a:schemeClr val="tx1"/>
              </a:solidFill>
            </a:rPr>
            <a:t>容灾备份</a:t>
          </a:r>
        </a:p>
      </dsp:txBody>
      <dsp:txXfrm rot="5400000">
        <a:off x="5061946" y="651226"/>
        <a:ext cx="2353972" cy="195368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5671C6-2EA7-4CA3-BECB-6AB40FAE19CC}">
      <dsp:nvSpPr>
        <dsp:cNvPr id="0" name=""/>
        <dsp:cNvSpPr/>
      </dsp:nvSpPr>
      <dsp:spPr>
        <a:xfrm rot="5400000">
          <a:off x="5469365" y="-1696220"/>
          <a:ext cx="1105772" cy="4499057"/>
        </a:xfrm>
        <a:prstGeom prst="round2SameRect">
          <a:avLst/>
        </a:prstGeom>
        <a:solidFill>
          <a:schemeClr val="accent1">
            <a:alpha val="90000"/>
            <a:tint val="40000"/>
            <a:hueOff val="0"/>
            <a:satOff val="0"/>
            <a:lumOff val="0"/>
            <a:alphaOff val="0"/>
          </a:schemeClr>
        </a:solidFill>
        <a:ln w="12700" cap="flat" cmpd="sng" algn="ctr">
          <a:solidFill>
            <a:schemeClr val="accent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150000"/>
            </a:lnSpc>
            <a:spcBef>
              <a:spcPct val="0"/>
            </a:spcBef>
            <a:spcAft>
              <a:spcPct val="15000"/>
            </a:spcAft>
            <a:buChar char="•"/>
          </a:pPr>
          <a:r>
            <a:rPr lang="zh-CN" altLang="en-US" sz="1800" kern="1200" dirty="0"/>
            <a:t>信息隐藏、数字水印</a:t>
          </a:r>
        </a:p>
        <a:p>
          <a:pPr marL="171450" lvl="1" indent="-171450" algn="l" defTabSz="800100">
            <a:lnSpc>
              <a:spcPct val="150000"/>
            </a:lnSpc>
            <a:spcBef>
              <a:spcPct val="0"/>
            </a:spcBef>
            <a:spcAft>
              <a:spcPct val="15000"/>
            </a:spcAft>
            <a:buChar char="•"/>
          </a:pPr>
          <a:r>
            <a:rPr lang="zh-CN" altLang="en-US" sz="1800" kern="1200" dirty="0"/>
            <a:t>数字版权管理</a:t>
          </a:r>
        </a:p>
      </dsp:txBody>
      <dsp:txXfrm rot="-5400000">
        <a:off x="3772723" y="54401"/>
        <a:ext cx="4445078" cy="997814"/>
      </dsp:txXfrm>
    </dsp:sp>
    <dsp:sp modelId="{05964938-E2A5-413F-90D3-F3C99CC0E7D7}">
      <dsp:nvSpPr>
        <dsp:cNvPr id="0" name=""/>
        <dsp:cNvSpPr/>
      </dsp:nvSpPr>
      <dsp:spPr>
        <a:xfrm>
          <a:off x="466633" y="161975"/>
          <a:ext cx="3064619" cy="782666"/>
        </a:xfrm>
        <a:prstGeom prst="roundRect">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盗版贩卖和非法使用</a:t>
          </a:r>
        </a:p>
      </dsp:txBody>
      <dsp:txXfrm>
        <a:off x="504840" y="200182"/>
        <a:ext cx="2988205" cy="706252"/>
      </dsp:txXfrm>
    </dsp:sp>
    <dsp:sp modelId="{4A9B920E-C244-41D7-AD31-3816B758F870}">
      <dsp:nvSpPr>
        <dsp:cNvPr id="0" name=""/>
        <dsp:cNvSpPr/>
      </dsp:nvSpPr>
      <dsp:spPr>
        <a:xfrm rot="5400000">
          <a:off x="5218725" y="-270697"/>
          <a:ext cx="1105772" cy="3997778"/>
        </a:xfrm>
        <a:prstGeom prst="round2SameRect">
          <a:avLst/>
        </a:prstGeom>
        <a:solidFill>
          <a:schemeClr val="accent1">
            <a:alpha val="90000"/>
            <a:tint val="40000"/>
            <a:hueOff val="0"/>
            <a:satOff val="0"/>
            <a:lumOff val="0"/>
            <a:alphaOff val="0"/>
          </a:schemeClr>
        </a:solidFill>
        <a:ln w="12700" cap="flat" cmpd="sng" algn="ctr">
          <a:solidFill>
            <a:schemeClr val="accent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zh-CN" altLang="en-US" sz="2000" kern="1200" dirty="0"/>
            <a:t>基于内容过滤</a:t>
          </a:r>
        </a:p>
      </dsp:txBody>
      <dsp:txXfrm rot="-5400000">
        <a:off x="3772723" y="1229284"/>
        <a:ext cx="3943799" cy="997814"/>
      </dsp:txXfrm>
    </dsp:sp>
    <dsp:sp modelId="{D5427F5D-CD9C-45C5-9C11-D4C5F2BB588F}">
      <dsp:nvSpPr>
        <dsp:cNvPr id="0" name=""/>
        <dsp:cNvSpPr/>
      </dsp:nvSpPr>
      <dsp:spPr>
        <a:xfrm>
          <a:off x="466633" y="1296145"/>
          <a:ext cx="3133781" cy="864092"/>
        </a:xfrm>
        <a:prstGeom prst="roundRect">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非法及有害内容破坏和</a:t>
          </a:r>
          <a:endParaRPr lang="en-US" altLang="zh-CN" sz="2000" kern="1200" dirty="0">
            <a:solidFill>
              <a:schemeClr val="tx1"/>
            </a:solidFill>
          </a:endParaRPr>
        </a:p>
        <a:p>
          <a:pPr marL="0" lvl="0" indent="0" algn="ctr" defTabSz="889000">
            <a:lnSpc>
              <a:spcPct val="90000"/>
            </a:lnSpc>
            <a:spcBef>
              <a:spcPct val="0"/>
            </a:spcBef>
            <a:spcAft>
              <a:spcPct val="35000"/>
            </a:spcAft>
            <a:buNone/>
          </a:pPr>
          <a:r>
            <a:rPr lang="zh-CN" altLang="en-US" sz="2000" kern="1200" dirty="0">
              <a:solidFill>
                <a:schemeClr val="tx1"/>
              </a:solidFill>
            </a:rPr>
            <a:t>污染社会环境</a:t>
          </a:r>
        </a:p>
      </dsp:txBody>
      <dsp:txXfrm>
        <a:off x="508814" y="1338326"/>
        <a:ext cx="3049419" cy="779730"/>
      </dsp:txXfrm>
    </dsp:sp>
    <dsp:sp modelId="{6C7A809B-F002-408A-8705-F3553F5547FB}">
      <dsp:nvSpPr>
        <dsp:cNvPr id="0" name=""/>
        <dsp:cNvSpPr/>
      </dsp:nvSpPr>
      <dsp:spPr>
        <a:xfrm rot="5400000">
          <a:off x="5442334" y="688133"/>
          <a:ext cx="1105772" cy="4429885"/>
        </a:xfrm>
        <a:prstGeom prst="round2SameRect">
          <a:avLst/>
        </a:prstGeom>
        <a:solidFill>
          <a:schemeClr val="accent1">
            <a:alpha val="90000"/>
            <a:tint val="40000"/>
            <a:hueOff val="0"/>
            <a:satOff val="0"/>
            <a:lumOff val="0"/>
            <a:alphaOff val="0"/>
          </a:schemeClr>
        </a:solidFill>
        <a:ln w="12700" cap="flat" cmpd="sng" algn="ctr">
          <a:solidFill>
            <a:schemeClr val="accent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t>数字内容取证</a:t>
          </a:r>
        </a:p>
      </dsp:txBody>
      <dsp:txXfrm rot="-5400000">
        <a:off x="3780278" y="2404169"/>
        <a:ext cx="4375906" cy="997814"/>
      </dsp:txXfrm>
    </dsp:sp>
    <dsp:sp modelId="{9F82C6D0-23F6-4BD6-A61C-88401C282A09}">
      <dsp:nvSpPr>
        <dsp:cNvPr id="0" name=""/>
        <dsp:cNvSpPr/>
      </dsp:nvSpPr>
      <dsp:spPr>
        <a:xfrm>
          <a:off x="466633" y="2592291"/>
          <a:ext cx="3058869" cy="621568"/>
        </a:xfrm>
        <a:prstGeom prst="roundRect">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真实和原始认证</a:t>
          </a:r>
        </a:p>
      </dsp:txBody>
      <dsp:txXfrm>
        <a:off x="496975" y="2622633"/>
        <a:ext cx="2998185" cy="56088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5414A7-D38E-4460-9DAC-24242DD1073C}">
      <dsp:nvSpPr>
        <dsp:cNvPr id="0" name=""/>
        <dsp:cNvSpPr/>
      </dsp:nvSpPr>
      <dsp:spPr>
        <a:xfrm>
          <a:off x="3059" y="426052"/>
          <a:ext cx="1839544" cy="701440"/>
        </a:xfrm>
        <a:prstGeom prst="rect">
          <a:avLst/>
        </a:prstGeom>
        <a:solidFill>
          <a:schemeClr val="bg1">
            <a:lumMod val="85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信息隐藏与</a:t>
          </a:r>
          <a:endParaRPr lang="en-US" altLang="zh-CN" sz="1600" kern="1200" dirty="0">
            <a:solidFill>
              <a:schemeClr val="tx1"/>
            </a:solidFill>
          </a:endParaRPr>
        </a:p>
        <a:p>
          <a:pPr marL="0" lvl="0" indent="0" algn="ctr" defTabSz="711200">
            <a:lnSpc>
              <a:spcPct val="90000"/>
            </a:lnSpc>
            <a:spcBef>
              <a:spcPct val="0"/>
            </a:spcBef>
            <a:spcAft>
              <a:spcPct val="35000"/>
            </a:spcAft>
            <a:buNone/>
          </a:pPr>
          <a:r>
            <a:rPr lang="zh-CN" altLang="en-US" sz="1600" kern="1200" dirty="0">
              <a:solidFill>
                <a:schemeClr val="tx1"/>
              </a:solidFill>
            </a:rPr>
            <a:t>数字水印</a:t>
          </a:r>
        </a:p>
      </dsp:txBody>
      <dsp:txXfrm>
        <a:off x="3059" y="426052"/>
        <a:ext cx="1839544" cy="701440"/>
      </dsp:txXfrm>
    </dsp:sp>
    <dsp:sp modelId="{5C6B70DD-1FC2-4E2D-9CC5-DD6D1E26EBB0}">
      <dsp:nvSpPr>
        <dsp:cNvPr id="0" name=""/>
        <dsp:cNvSpPr/>
      </dsp:nvSpPr>
      <dsp:spPr>
        <a:xfrm>
          <a:off x="3059" y="1045768"/>
          <a:ext cx="1839544" cy="184054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ctr" anchorCtr="0">
          <a:noAutofit/>
        </a:bodyPr>
        <a:lstStyle/>
        <a:p>
          <a:pPr marL="171450" lvl="1" indent="-171450" algn="ctr" defTabSz="711200">
            <a:lnSpc>
              <a:spcPct val="90000"/>
            </a:lnSpc>
            <a:spcBef>
              <a:spcPct val="0"/>
            </a:spcBef>
            <a:spcAft>
              <a:spcPct val="15000"/>
            </a:spcAft>
            <a:buNone/>
          </a:pPr>
          <a:r>
            <a:rPr lang="zh-CN" altLang="en-US" sz="1600" kern="1200" dirty="0"/>
            <a:t>信息隐藏</a:t>
          </a:r>
        </a:p>
        <a:p>
          <a:pPr marL="171450" lvl="1" indent="-171450" algn="ctr" defTabSz="711200">
            <a:lnSpc>
              <a:spcPct val="90000"/>
            </a:lnSpc>
            <a:spcBef>
              <a:spcPct val="0"/>
            </a:spcBef>
            <a:spcAft>
              <a:spcPct val="15000"/>
            </a:spcAft>
            <a:buNone/>
          </a:pPr>
          <a:r>
            <a:rPr lang="zh-CN" altLang="en-US" sz="1600" kern="1200" dirty="0"/>
            <a:t>数字水印</a:t>
          </a:r>
        </a:p>
      </dsp:txBody>
      <dsp:txXfrm>
        <a:off x="3059" y="1045768"/>
        <a:ext cx="1839544" cy="1840547"/>
      </dsp:txXfrm>
    </dsp:sp>
    <dsp:sp modelId="{8FE9FE45-750C-4E84-9D5B-A0C1DD6E3386}">
      <dsp:nvSpPr>
        <dsp:cNvPr id="0" name=""/>
        <dsp:cNvSpPr/>
      </dsp:nvSpPr>
      <dsp:spPr>
        <a:xfrm>
          <a:off x="2100139" y="431947"/>
          <a:ext cx="1839544" cy="701440"/>
        </a:xfrm>
        <a:prstGeom prst="rect">
          <a:avLst/>
        </a:prstGeom>
        <a:solidFill>
          <a:schemeClr val="bg1">
            <a:lumMod val="85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数字版权管理</a:t>
          </a:r>
          <a:endParaRPr lang="en-US" altLang="zh-CN" sz="1600" kern="1200" dirty="0">
            <a:solidFill>
              <a:schemeClr val="tx1"/>
            </a:solidFill>
          </a:endParaRPr>
        </a:p>
        <a:p>
          <a:pPr marL="0" lvl="0" indent="0" algn="ctr" defTabSz="711200">
            <a:lnSpc>
              <a:spcPct val="90000"/>
            </a:lnSpc>
            <a:spcBef>
              <a:spcPct val="0"/>
            </a:spcBef>
            <a:spcAft>
              <a:spcPct val="35000"/>
            </a:spcAft>
            <a:buNone/>
          </a:pPr>
          <a:r>
            <a:rPr lang="en-US" altLang="zh-CN" sz="1600" kern="1200" dirty="0">
              <a:solidFill>
                <a:schemeClr val="tx1"/>
              </a:solidFill>
            </a:rPr>
            <a:t>DRM</a:t>
          </a:r>
          <a:endParaRPr lang="zh-CN" altLang="en-US" sz="1600" kern="1200" dirty="0">
            <a:solidFill>
              <a:schemeClr val="tx1"/>
            </a:solidFill>
          </a:endParaRPr>
        </a:p>
      </dsp:txBody>
      <dsp:txXfrm>
        <a:off x="2100139" y="431947"/>
        <a:ext cx="1839544" cy="701440"/>
      </dsp:txXfrm>
    </dsp:sp>
    <dsp:sp modelId="{3CA9B0A9-C009-4792-898F-61B2090ECA8A}">
      <dsp:nvSpPr>
        <dsp:cNvPr id="0" name=""/>
        <dsp:cNvSpPr/>
      </dsp:nvSpPr>
      <dsp:spPr>
        <a:xfrm>
          <a:off x="2100139" y="1063453"/>
          <a:ext cx="1839544" cy="181696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ctr" anchorCtr="0">
          <a:noAutofit/>
        </a:bodyPr>
        <a:lstStyle/>
        <a:p>
          <a:pPr marL="171450" lvl="1" indent="-171450" algn="ctr" defTabSz="755650">
            <a:lnSpc>
              <a:spcPct val="90000"/>
            </a:lnSpc>
            <a:spcBef>
              <a:spcPct val="0"/>
            </a:spcBef>
            <a:spcAft>
              <a:spcPct val="15000"/>
            </a:spcAft>
            <a:buNone/>
          </a:pPr>
          <a:r>
            <a:rPr lang="zh-CN" altLang="en-US" sz="1700" kern="1200" dirty="0">
              <a:solidFill>
                <a:srgbClr val="5F5F5F">
                  <a:hueOff val="0"/>
                  <a:satOff val="0"/>
                  <a:lumOff val="0"/>
                  <a:alphaOff val="0"/>
                </a:srgbClr>
              </a:solidFill>
              <a:latin typeface="Arial"/>
              <a:ea typeface="黑体"/>
              <a:cs typeface="+mn-cs"/>
            </a:rPr>
            <a:t>系统框架</a:t>
          </a:r>
        </a:p>
        <a:p>
          <a:pPr marL="171450" lvl="1" indent="-171450" algn="ctr" defTabSz="755650">
            <a:lnSpc>
              <a:spcPct val="90000"/>
            </a:lnSpc>
            <a:spcBef>
              <a:spcPct val="0"/>
            </a:spcBef>
            <a:spcAft>
              <a:spcPct val="15000"/>
            </a:spcAft>
            <a:buNone/>
          </a:pPr>
          <a:r>
            <a:rPr lang="zh-CN" altLang="en-US" sz="1700" kern="1200" dirty="0">
              <a:solidFill>
                <a:srgbClr val="5F5F5F">
                  <a:hueOff val="0"/>
                  <a:satOff val="0"/>
                  <a:lumOff val="0"/>
                  <a:alphaOff val="0"/>
                </a:srgbClr>
              </a:solidFill>
              <a:latin typeface="Arial"/>
              <a:ea typeface="黑体"/>
              <a:cs typeface="+mn-cs"/>
            </a:rPr>
            <a:t>加密技术</a:t>
          </a:r>
        </a:p>
        <a:p>
          <a:pPr marL="171450" lvl="1" indent="-171450" algn="ctr" defTabSz="755650">
            <a:lnSpc>
              <a:spcPct val="90000"/>
            </a:lnSpc>
            <a:spcBef>
              <a:spcPct val="0"/>
            </a:spcBef>
            <a:spcAft>
              <a:spcPct val="15000"/>
            </a:spcAft>
            <a:buNone/>
          </a:pPr>
          <a:r>
            <a:rPr lang="zh-CN" altLang="en-US" sz="1700" kern="1200" dirty="0">
              <a:solidFill>
                <a:srgbClr val="5F5F5F">
                  <a:hueOff val="0"/>
                  <a:satOff val="0"/>
                  <a:lumOff val="0"/>
                  <a:alphaOff val="0"/>
                </a:srgbClr>
              </a:solidFill>
              <a:latin typeface="Arial"/>
              <a:ea typeface="黑体"/>
              <a:cs typeface="+mn-cs"/>
            </a:rPr>
            <a:t>水印技术</a:t>
          </a:r>
        </a:p>
        <a:p>
          <a:pPr marL="171450" lvl="1" indent="-171450" algn="ctr" defTabSz="755650">
            <a:lnSpc>
              <a:spcPct val="90000"/>
            </a:lnSpc>
            <a:spcBef>
              <a:spcPct val="0"/>
            </a:spcBef>
            <a:spcAft>
              <a:spcPct val="15000"/>
            </a:spcAft>
            <a:buNone/>
          </a:pPr>
          <a:r>
            <a:rPr lang="zh-CN" altLang="en-US" sz="1700" kern="1200" dirty="0">
              <a:solidFill>
                <a:srgbClr val="5F5F5F">
                  <a:hueOff val="0"/>
                  <a:satOff val="0"/>
                  <a:lumOff val="0"/>
                  <a:alphaOff val="0"/>
                </a:srgbClr>
              </a:solidFill>
              <a:latin typeface="Arial"/>
              <a:ea typeface="黑体"/>
              <a:cs typeface="+mn-cs"/>
            </a:rPr>
            <a:t>权利描述</a:t>
          </a:r>
        </a:p>
      </dsp:txBody>
      <dsp:txXfrm>
        <a:off x="2100139" y="1063453"/>
        <a:ext cx="1839544" cy="1816967"/>
      </dsp:txXfrm>
    </dsp:sp>
    <dsp:sp modelId="{4B6F6BE6-388C-4742-8F97-6B92F7BE75E9}">
      <dsp:nvSpPr>
        <dsp:cNvPr id="0" name=""/>
        <dsp:cNvSpPr/>
      </dsp:nvSpPr>
      <dsp:spPr>
        <a:xfrm>
          <a:off x="4197220" y="431947"/>
          <a:ext cx="1839544" cy="701440"/>
        </a:xfrm>
        <a:prstGeom prst="rect">
          <a:avLst/>
        </a:prstGeom>
        <a:solidFill>
          <a:schemeClr val="bg1">
            <a:lumMod val="85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基于内容过滤</a:t>
          </a:r>
          <a:endParaRPr lang="en-US" altLang="zh-CN" sz="1600" kern="1200" dirty="0">
            <a:solidFill>
              <a:schemeClr val="tx1"/>
            </a:solidFill>
          </a:endParaRPr>
        </a:p>
        <a:p>
          <a:pPr marL="0" lvl="0" indent="0" algn="ctr" defTabSz="711200">
            <a:lnSpc>
              <a:spcPct val="90000"/>
            </a:lnSpc>
            <a:spcBef>
              <a:spcPct val="0"/>
            </a:spcBef>
            <a:spcAft>
              <a:spcPct val="35000"/>
            </a:spcAft>
            <a:buNone/>
          </a:pPr>
          <a:r>
            <a:rPr lang="en-US" altLang="zh-CN" sz="1600" kern="1200" dirty="0">
              <a:solidFill>
                <a:schemeClr val="tx1"/>
              </a:solidFill>
            </a:rPr>
            <a:t>CBF</a:t>
          </a:r>
          <a:endParaRPr lang="zh-CN" altLang="en-US" sz="1600" kern="1200" dirty="0">
            <a:solidFill>
              <a:schemeClr val="tx1"/>
            </a:solidFill>
          </a:endParaRPr>
        </a:p>
      </dsp:txBody>
      <dsp:txXfrm>
        <a:off x="4197220" y="431947"/>
        <a:ext cx="1839544" cy="701440"/>
      </dsp:txXfrm>
    </dsp:sp>
    <dsp:sp modelId="{6DFE6725-0E71-42C3-A81A-A319C8C90061}">
      <dsp:nvSpPr>
        <dsp:cNvPr id="0" name=""/>
        <dsp:cNvSpPr/>
      </dsp:nvSpPr>
      <dsp:spPr>
        <a:xfrm>
          <a:off x="4197220" y="1063453"/>
          <a:ext cx="1839544" cy="181696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ctr" anchorCtr="0">
          <a:noAutofit/>
        </a:bodyPr>
        <a:lstStyle/>
        <a:p>
          <a:pPr marL="171450" lvl="1" indent="-171450" algn="ctr" defTabSz="711200">
            <a:lnSpc>
              <a:spcPct val="90000"/>
            </a:lnSpc>
            <a:spcBef>
              <a:spcPct val="0"/>
            </a:spcBef>
            <a:spcAft>
              <a:spcPct val="15000"/>
            </a:spcAft>
            <a:buNone/>
          </a:pPr>
          <a:r>
            <a:rPr lang="zh-CN" altLang="en-US" sz="1600" kern="1200" dirty="0">
              <a:solidFill>
                <a:srgbClr val="FC611F"/>
              </a:solidFill>
            </a:rPr>
            <a:t>串匹配</a:t>
          </a:r>
        </a:p>
        <a:p>
          <a:pPr marL="171450" lvl="1" indent="-171450" algn="ctr" defTabSz="711200">
            <a:lnSpc>
              <a:spcPct val="90000"/>
            </a:lnSpc>
            <a:spcBef>
              <a:spcPct val="0"/>
            </a:spcBef>
            <a:spcAft>
              <a:spcPct val="15000"/>
            </a:spcAft>
            <a:buNone/>
          </a:pPr>
          <a:r>
            <a:rPr lang="zh-CN" altLang="en-US" sz="1600" kern="1200" dirty="0">
              <a:solidFill>
                <a:srgbClr val="FC611F"/>
              </a:solidFill>
            </a:rPr>
            <a:t>向量空间模型</a:t>
          </a:r>
        </a:p>
        <a:p>
          <a:pPr marL="171450" lvl="1" indent="-171450" algn="ctr" defTabSz="711200">
            <a:lnSpc>
              <a:spcPct val="90000"/>
            </a:lnSpc>
            <a:spcBef>
              <a:spcPct val="0"/>
            </a:spcBef>
            <a:spcAft>
              <a:spcPct val="15000"/>
            </a:spcAft>
            <a:buNone/>
          </a:pPr>
          <a:r>
            <a:rPr lang="zh-CN" altLang="en-US" sz="1600" kern="1200" dirty="0">
              <a:solidFill>
                <a:srgbClr val="FC611F"/>
              </a:solidFill>
            </a:rPr>
            <a:t>模式识别</a:t>
          </a:r>
        </a:p>
        <a:p>
          <a:pPr marL="171450" lvl="1" indent="-171450" algn="ctr" defTabSz="711200">
            <a:lnSpc>
              <a:spcPct val="90000"/>
            </a:lnSpc>
            <a:spcBef>
              <a:spcPct val="0"/>
            </a:spcBef>
            <a:spcAft>
              <a:spcPct val="15000"/>
            </a:spcAft>
            <a:buNone/>
          </a:pPr>
          <a:r>
            <a:rPr lang="zh-CN" altLang="en-US" sz="1600" kern="1200" dirty="0">
              <a:solidFill>
                <a:srgbClr val="FC611F"/>
              </a:solidFill>
            </a:rPr>
            <a:t>自然语言处理</a:t>
          </a:r>
        </a:p>
        <a:p>
          <a:pPr marL="171450" lvl="1" indent="-171450" algn="ctr" defTabSz="711200">
            <a:lnSpc>
              <a:spcPct val="90000"/>
            </a:lnSpc>
            <a:spcBef>
              <a:spcPct val="0"/>
            </a:spcBef>
            <a:spcAft>
              <a:spcPct val="15000"/>
            </a:spcAft>
            <a:buNone/>
          </a:pPr>
          <a:r>
            <a:rPr lang="zh-CN" altLang="en-US" sz="1600" kern="1200" dirty="0">
              <a:solidFill>
                <a:srgbClr val="FC611F"/>
              </a:solidFill>
            </a:rPr>
            <a:t>过滤器</a:t>
          </a:r>
        </a:p>
      </dsp:txBody>
      <dsp:txXfrm>
        <a:off x="4197220" y="1063453"/>
        <a:ext cx="1839544" cy="1816967"/>
      </dsp:txXfrm>
    </dsp:sp>
    <dsp:sp modelId="{812897EB-17DF-41F8-AB24-F46AB8B5DEB4}">
      <dsp:nvSpPr>
        <dsp:cNvPr id="0" name=""/>
        <dsp:cNvSpPr/>
      </dsp:nvSpPr>
      <dsp:spPr>
        <a:xfrm>
          <a:off x="6294300" y="428098"/>
          <a:ext cx="1839544" cy="701440"/>
        </a:xfrm>
        <a:prstGeom prst="rect">
          <a:avLst/>
        </a:prstGeom>
        <a:solidFill>
          <a:schemeClr val="bg1">
            <a:lumMod val="85000"/>
          </a:schemeClr>
        </a:solidFill>
        <a:ln w="12700"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tx1"/>
              </a:solidFill>
            </a:rPr>
            <a:t>数字取证内容</a:t>
          </a:r>
          <a:endParaRPr lang="en-US" altLang="zh-CN" sz="1600" kern="1200" dirty="0">
            <a:solidFill>
              <a:schemeClr val="tx1"/>
            </a:solidFill>
          </a:endParaRPr>
        </a:p>
        <a:p>
          <a:pPr marL="0" lvl="0" indent="0" algn="ctr" defTabSz="711200">
            <a:lnSpc>
              <a:spcPct val="90000"/>
            </a:lnSpc>
            <a:spcBef>
              <a:spcPct val="0"/>
            </a:spcBef>
            <a:spcAft>
              <a:spcPct val="35000"/>
            </a:spcAft>
            <a:buNone/>
          </a:pPr>
          <a:r>
            <a:rPr lang="en-US" altLang="zh-CN" sz="1600" kern="1200" dirty="0">
              <a:solidFill>
                <a:schemeClr val="tx1"/>
              </a:solidFill>
            </a:rPr>
            <a:t>Digital Forensics</a:t>
          </a:r>
          <a:endParaRPr lang="zh-CN" altLang="en-US" sz="1600" kern="1200" dirty="0">
            <a:solidFill>
              <a:schemeClr val="tx1"/>
            </a:solidFill>
          </a:endParaRPr>
        </a:p>
      </dsp:txBody>
      <dsp:txXfrm>
        <a:off x="6294300" y="428098"/>
        <a:ext cx="1839544" cy="701440"/>
      </dsp:txXfrm>
    </dsp:sp>
    <dsp:sp modelId="{70EAAD63-D1BD-484D-900D-8BF9F793C535}">
      <dsp:nvSpPr>
        <dsp:cNvPr id="0" name=""/>
        <dsp:cNvSpPr/>
      </dsp:nvSpPr>
      <dsp:spPr>
        <a:xfrm>
          <a:off x="6294300" y="1108407"/>
          <a:ext cx="1839544" cy="175702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ctr" anchorCtr="0">
          <a:noAutofit/>
        </a:bodyPr>
        <a:lstStyle/>
        <a:p>
          <a:pPr marL="171450" lvl="1" indent="-171450" algn="ctr" defTabSz="755650">
            <a:lnSpc>
              <a:spcPct val="90000"/>
            </a:lnSpc>
            <a:spcBef>
              <a:spcPct val="0"/>
            </a:spcBef>
            <a:spcAft>
              <a:spcPct val="15000"/>
            </a:spcAft>
            <a:buNone/>
          </a:pPr>
          <a:r>
            <a:rPr lang="zh-CN" altLang="en-US" sz="1700" kern="1200" dirty="0">
              <a:solidFill>
                <a:srgbClr val="5F5F5F">
                  <a:hueOff val="0"/>
                  <a:satOff val="0"/>
                  <a:lumOff val="0"/>
                  <a:alphaOff val="0"/>
                </a:srgbClr>
              </a:solidFill>
              <a:latin typeface="Arial"/>
              <a:ea typeface="黑体"/>
              <a:cs typeface="+mn-cs"/>
            </a:rPr>
            <a:t>分析</a:t>
          </a:r>
        </a:p>
        <a:p>
          <a:pPr marL="171450" lvl="1" indent="-171450" algn="ctr" defTabSz="755650">
            <a:lnSpc>
              <a:spcPct val="90000"/>
            </a:lnSpc>
            <a:spcBef>
              <a:spcPct val="0"/>
            </a:spcBef>
            <a:spcAft>
              <a:spcPct val="15000"/>
            </a:spcAft>
            <a:buNone/>
          </a:pPr>
          <a:r>
            <a:rPr lang="zh-CN" altLang="en-US" sz="1700" kern="1200" dirty="0">
              <a:solidFill>
                <a:srgbClr val="5F5F5F">
                  <a:hueOff val="0"/>
                  <a:satOff val="0"/>
                  <a:lumOff val="0"/>
                  <a:alphaOff val="0"/>
                </a:srgbClr>
              </a:solidFill>
              <a:latin typeface="Arial"/>
              <a:ea typeface="黑体"/>
              <a:cs typeface="+mn-cs"/>
            </a:rPr>
            <a:t>追溯</a:t>
          </a:r>
        </a:p>
      </dsp:txBody>
      <dsp:txXfrm>
        <a:off x="6294300" y="1108407"/>
        <a:ext cx="1839544" cy="175702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E635B4-CA6C-4742-A94F-14201063C7E2}">
      <dsp:nvSpPr>
        <dsp:cNvPr id="0" name=""/>
        <dsp:cNvSpPr/>
      </dsp:nvSpPr>
      <dsp:spPr>
        <a:xfrm>
          <a:off x="2952327" y="1410"/>
          <a:ext cx="1775960" cy="829512"/>
        </a:xfrm>
        <a:prstGeom prst="roundRect">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rgbClr val="5F5F5F"/>
              </a:solidFill>
              <a:latin typeface="微软雅黑" panose="020B0503020204020204" pitchFamily="34" charset="-122"/>
              <a:ea typeface="微软雅黑" panose="020B0503020204020204" pitchFamily="34" charset="-122"/>
              <a:cs typeface="+mn-cs"/>
              <a:sym typeface="+mn-ea"/>
            </a:rPr>
            <a:t>数字内容概念</a:t>
          </a:r>
        </a:p>
      </dsp:txBody>
      <dsp:txXfrm>
        <a:off x="2992820" y="41903"/>
        <a:ext cx="1694974" cy="748526"/>
      </dsp:txXfrm>
    </dsp:sp>
    <dsp:sp modelId="{B37A1CD2-0161-4E04-9EF2-E52E4B2D851F}">
      <dsp:nvSpPr>
        <dsp:cNvPr id="0" name=""/>
        <dsp:cNvSpPr/>
      </dsp:nvSpPr>
      <dsp:spPr>
        <a:xfrm>
          <a:off x="3094736" y="717193"/>
          <a:ext cx="2742544" cy="2742544"/>
        </a:xfrm>
        <a:custGeom>
          <a:avLst/>
          <a:gdLst/>
          <a:ahLst/>
          <a:cxnLst/>
          <a:rect l="0" t="0" r="0" b="0"/>
          <a:pathLst>
            <a:path>
              <a:moveTo>
                <a:pt x="1644181" y="27431"/>
              </a:moveTo>
              <a:arcTo wR="1371272" hR="1371272" stAng="16888776" swAng="2738990"/>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E43E8CF-8CD5-40CC-82E6-9CF2B5077056}">
      <dsp:nvSpPr>
        <dsp:cNvPr id="0" name=""/>
        <dsp:cNvSpPr/>
      </dsp:nvSpPr>
      <dsp:spPr>
        <a:xfrm>
          <a:off x="4564119" y="1353343"/>
          <a:ext cx="2223080" cy="868192"/>
        </a:xfrm>
        <a:prstGeom prst="roundRect">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ts val="0"/>
            </a:spcAft>
            <a:buNone/>
          </a:pPr>
          <a:r>
            <a:rPr lang="zh-CN" altLang="en-US" sz="2000" kern="1200" dirty="0">
              <a:solidFill>
                <a:srgbClr val="5F5F5F"/>
              </a:solidFill>
              <a:latin typeface="微软雅黑" panose="020B0503020204020204" pitchFamily="34" charset="-122"/>
              <a:ea typeface="微软雅黑" panose="020B0503020204020204" pitchFamily="34" charset="-122"/>
              <a:cs typeface="+mn-cs"/>
              <a:sym typeface="+mn-ea"/>
            </a:rPr>
            <a:t>数字内容</a:t>
          </a:r>
          <a:endParaRPr lang="en-US" altLang="zh-CN" sz="2000" kern="1200" dirty="0">
            <a:solidFill>
              <a:srgbClr val="5F5F5F"/>
            </a:solidFill>
            <a:latin typeface="微软雅黑" panose="020B0503020204020204" pitchFamily="34" charset="-122"/>
            <a:ea typeface="微软雅黑" panose="020B0503020204020204" pitchFamily="34" charset="-122"/>
            <a:cs typeface="+mn-cs"/>
            <a:sym typeface="+mn-ea"/>
          </a:endParaRPr>
        </a:p>
        <a:p>
          <a:pPr marL="0" lvl="0" indent="0" algn="ctr" defTabSz="889000">
            <a:lnSpc>
              <a:spcPct val="90000"/>
            </a:lnSpc>
            <a:spcBef>
              <a:spcPct val="0"/>
            </a:spcBef>
            <a:spcAft>
              <a:spcPts val="0"/>
            </a:spcAft>
            <a:buNone/>
          </a:pPr>
          <a:r>
            <a:rPr lang="zh-CN" altLang="en-US" sz="2000" kern="1200" dirty="0">
              <a:solidFill>
                <a:srgbClr val="5F5F5F"/>
              </a:solidFill>
              <a:latin typeface="微软雅黑" panose="020B0503020204020204" pitchFamily="34" charset="-122"/>
              <a:ea typeface="微软雅黑" panose="020B0503020204020204" pitchFamily="34" charset="-122"/>
              <a:cs typeface="+mn-cs"/>
              <a:sym typeface="+mn-ea"/>
            </a:rPr>
            <a:t>安全威胁</a:t>
          </a:r>
        </a:p>
      </dsp:txBody>
      <dsp:txXfrm>
        <a:off x="4606501" y="1395725"/>
        <a:ext cx="2138316" cy="783428"/>
      </dsp:txXfrm>
    </dsp:sp>
    <dsp:sp modelId="{8FBA1E70-DAC5-48DA-B17F-D7CBD4E61487}">
      <dsp:nvSpPr>
        <dsp:cNvPr id="0" name=""/>
        <dsp:cNvSpPr/>
      </dsp:nvSpPr>
      <dsp:spPr>
        <a:xfrm>
          <a:off x="3132753" y="58446"/>
          <a:ext cx="2742544" cy="2742544"/>
        </a:xfrm>
        <a:custGeom>
          <a:avLst/>
          <a:gdLst/>
          <a:ahLst/>
          <a:cxnLst/>
          <a:rect l="0" t="0" r="0" b="0"/>
          <a:pathLst>
            <a:path>
              <a:moveTo>
                <a:pt x="2485094" y="2171139"/>
              </a:moveTo>
              <a:arcTo wR="1371272" hR="1371272" stAng="2140991" swAng="2485582"/>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365C0B3-542E-45D7-BDD3-241D7887FC59}">
      <dsp:nvSpPr>
        <dsp:cNvPr id="0" name=""/>
        <dsp:cNvSpPr/>
      </dsp:nvSpPr>
      <dsp:spPr>
        <a:xfrm>
          <a:off x="2880319" y="2745366"/>
          <a:ext cx="1919976" cy="829512"/>
        </a:xfrm>
        <a:prstGeom prst="roundRect">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ts val="0"/>
            </a:spcAft>
            <a:buNone/>
          </a:pPr>
          <a:r>
            <a:rPr lang="zh-CN" altLang="en-US" sz="2000" kern="1200" dirty="0">
              <a:solidFill>
                <a:srgbClr val="5F5F5F"/>
              </a:solidFill>
              <a:latin typeface="微软雅黑" panose="020B0503020204020204" pitchFamily="34" charset="-122"/>
              <a:ea typeface="微软雅黑" panose="020B0503020204020204" pitchFamily="34" charset="-122"/>
            </a:rPr>
            <a:t>数字内容</a:t>
          </a:r>
          <a:endParaRPr lang="en-US" altLang="zh-CN" sz="2000" kern="1200" dirty="0">
            <a:solidFill>
              <a:srgbClr val="5F5F5F"/>
            </a:solidFill>
            <a:latin typeface="微软雅黑" panose="020B0503020204020204" pitchFamily="34" charset="-122"/>
            <a:ea typeface="微软雅黑" panose="020B0503020204020204" pitchFamily="34" charset="-122"/>
          </a:endParaRPr>
        </a:p>
        <a:p>
          <a:pPr marL="0" lvl="0" indent="0" algn="ctr" defTabSz="889000">
            <a:lnSpc>
              <a:spcPct val="90000"/>
            </a:lnSpc>
            <a:spcBef>
              <a:spcPct val="0"/>
            </a:spcBef>
            <a:spcAft>
              <a:spcPts val="0"/>
            </a:spcAft>
            <a:buNone/>
          </a:pPr>
          <a:r>
            <a:rPr lang="zh-CN" altLang="en-US" sz="2000" kern="1200" dirty="0">
              <a:solidFill>
                <a:srgbClr val="5F5F5F"/>
              </a:solidFill>
              <a:latin typeface="微软雅黑" panose="020B0503020204020204" pitchFamily="34" charset="-122"/>
              <a:ea typeface="微软雅黑" panose="020B0503020204020204" pitchFamily="34" charset="-122"/>
            </a:rPr>
            <a:t>安全概念</a:t>
          </a:r>
        </a:p>
      </dsp:txBody>
      <dsp:txXfrm>
        <a:off x="2920812" y="2785859"/>
        <a:ext cx="1838990" cy="748526"/>
      </dsp:txXfrm>
    </dsp:sp>
    <dsp:sp modelId="{6815F6E3-0EBB-4166-8CB4-15B400DB81FD}">
      <dsp:nvSpPr>
        <dsp:cNvPr id="0" name=""/>
        <dsp:cNvSpPr/>
      </dsp:nvSpPr>
      <dsp:spPr>
        <a:xfrm>
          <a:off x="1711811" y="41132"/>
          <a:ext cx="2742544" cy="2742544"/>
        </a:xfrm>
        <a:custGeom>
          <a:avLst/>
          <a:gdLst/>
          <a:ahLst/>
          <a:cxnLst/>
          <a:rect l="0" t="0" r="0" b="0"/>
          <a:pathLst>
            <a:path>
              <a:moveTo>
                <a:pt x="1158372" y="2725916"/>
              </a:moveTo>
              <a:arcTo wR="1371272" hR="1371272" stAng="5935903" swAng="2583321"/>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F212564-B2E4-4883-8F98-31B84BD863CF}">
      <dsp:nvSpPr>
        <dsp:cNvPr id="0" name=""/>
        <dsp:cNvSpPr/>
      </dsp:nvSpPr>
      <dsp:spPr>
        <a:xfrm>
          <a:off x="636249" y="1326093"/>
          <a:ext cx="2606647" cy="922691"/>
        </a:xfrm>
        <a:prstGeom prst="roundRect">
          <a:avLst/>
        </a:prstGeom>
        <a:solidFill>
          <a:schemeClr val="bg1">
            <a:lumMod val="8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ts val="0"/>
            </a:spcAft>
            <a:buNone/>
          </a:pPr>
          <a:r>
            <a:rPr lang="zh-CN" altLang="en-US" sz="2000" kern="1200" dirty="0">
              <a:solidFill>
                <a:srgbClr val="5F5F5F"/>
              </a:solidFill>
              <a:latin typeface="微软雅黑" panose="020B0503020204020204" pitchFamily="34" charset="-122"/>
              <a:ea typeface="微软雅黑" panose="020B0503020204020204" pitchFamily="34" charset="-122"/>
            </a:rPr>
            <a:t>数字内容</a:t>
          </a:r>
          <a:endParaRPr lang="en-US" altLang="zh-CN" sz="2000" kern="1200" dirty="0">
            <a:solidFill>
              <a:srgbClr val="5F5F5F"/>
            </a:solidFill>
            <a:latin typeface="微软雅黑" panose="020B0503020204020204" pitchFamily="34" charset="-122"/>
            <a:ea typeface="微软雅黑" panose="020B0503020204020204" pitchFamily="34" charset="-122"/>
          </a:endParaRPr>
        </a:p>
        <a:p>
          <a:pPr marL="0" lvl="0" indent="0" algn="ctr" defTabSz="889000">
            <a:lnSpc>
              <a:spcPct val="90000"/>
            </a:lnSpc>
            <a:spcBef>
              <a:spcPct val="0"/>
            </a:spcBef>
            <a:spcAft>
              <a:spcPts val="0"/>
            </a:spcAft>
            <a:buNone/>
          </a:pPr>
          <a:r>
            <a:rPr lang="zh-CN" altLang="en-US" sz="2000" kern="1200" dirty="0">
              <a:solidFill>
                <a:srgbClr val="5F5F5F"/>
              </a:solidFill>
              <a:latin typeface="微软雅黑" panose="020B0503020204020204" pitchFamily="34" charset="-122"/>
              <a:ea typeface="微软雅黑" panose="020B0503020204020204" pitchFamily="34" charset="-122"/>
            </a:rPr>
            <a:t>安全技术</a:t>
          </a:r>
        </a:p>
      </dsp:txBody>
      <dsp:txXfrm>
        <a:off x="681291" y="1371135"/>
        <a:ext cx="2516563" cy="832607"/>
      </dsp:txXfrm>
    </dsp:sp>
    <dsp:sp modelId="{B3034395-49A4-423D-AA01-2692A55A304F}">
      <dsp:nvSpPr>
        <dsp:cNvPr id="0" name=""/>
        <dsp:cNvSpPr/>
      </dsp:nvSpPr>
      <dsp:spPr>
        <a:xfrm>
          <a:off x="1755329" y="731390"/>
          <a:ext cx="2742544" cy="2742544"/>
        </a:xfrm>
        <a:custGeom>
          <a:avLst/>
          <a:gdLst/>
          <a:ahLst/>
          <a:cxnLst/>
          <a:rect l="0" t="0" r="0" b="0"/>
          <a:pathLst>
            <a:path>
              <a:moveTo>
                <a:pt x="247462" y="585498"/>
              </a:moveTo>
              <a:arcTo wR="1371272" hR="1371272" stAng="12897687" swAng="2836149"/>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matrix1#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rSet qsTypeId="urn:microsoft.com/office/officeart/2005/8/quickstyle/simple5"/>
        </dgm:pt>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parTxLTRAlign" val="l"/>
                  <dgm:param type="parTxRTLAlign" val="r"/>
                  <dgm:param type="txAnchorVert" val="t"/>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parTxLTRAlign" val="l"/>
                  <dgm:param type="parTxRTLAlign" val="r"/>
                  <dgm:param type="txAnchorVert" val="t"/>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parTxLTRAlign" val="l"/>
                  <dgm:param type="parTxRTLAlign" val="r"/>
                  <dgm:param type="txAnchorVert" val="t"/>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parTxLTRAlign" val="l"/>
                  <dgm:param type="parTxRTLAlign" val="r"/>
                  <dgm:param type="txAnchorVert" val="t"/>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matrix1#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rSet qsTypeId="urn:microsoft.com/office/officeart/2005/8/quickstyle/simple5"/>
        </dgm:pt>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parTxLTRAlign" val="l"/>
                  <dgm:param type="parTxRTLAlign" val="r"/>
                  <dgm:param type="txAnchorVert" val="t"/>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parTxLTRAlign" val="l"/>
                  <dgm:param type="parTxRTLAlign" val="r"/>
                  <dgm:param type="txAnchorVert" val="t"/>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parTxLTRAlign" val="l"/>
                  <dgm:param type="parTxRTLAlign" val="r"/>
                  <dgm:param type="txAnchorVert" val="t"/>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parTxLTRAlign" val="l"/>
                  <dgm:param type="parTxRTLAlign" val="r"/>
                  <dgm:param type="txAnchorVert" val="t"/>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cycle6#1">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endSty" val="noArr"/>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algn="l" eaLnBrk="0" hangingPunct="0">
              <a:defRPr sz="1200">
                <a:latin typeface="Arial" panose="020B0604020202020204" pitchFamily="34" charset="0"/>
                <a:ea typeface="MS PGothic" panose="020B0600070205080204" pitchFamily="34" charset="-128"/>
              </a:defRPr>
            </a:lvl1pPr>
          </a:lstStyle>
          <a:p>
            <a:pPr>
              <a:defRPr/>
            </a:pPr>
            <a:endParaRPr lang="en-US"/>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0" hangingPunct="0">
              <a:defRPr sz="1200">
                <a:latin typeface="Arial" panose="020B0604020202020204" pitchFamily="34" charset="0"/>
                <a:ea typeface="MS PGothic" panose="020B0600070205080204" pitchFamily="34" charset="-128"/>
              </a:defRPr>
            </a:lvl1pPr>
          </a:lstStyle>
          <a:p>
            <a:pPr>
              <a:defRPr/>
            </a:pPr>
            <a:endParaRPr lang="en-US"/>
          </a:p>
        </p:txBody>
      </p:sp>
      <p:sp>
        <p:nvSpPr>
          <p:cNvPr id="34820" name="Rectangle 4"/>
          <p:cNvSpPr>
            <a:spLocks noGrp="1" noRot="1" noChangeAspect="1" noTextEdit="1"/>
          </p:cNvSpPr>
          <p:nvPr>
            <p:ph type="sldImg"/>
          </p:nvPr>
        </p:nvSpPr>
        <p:spPr bwMode="auto">
          <a:xfrm>
            <a:off x="381000" y="685800"/>
            <a:ext cx="6096000" cy="3429000"/>
          </a:xfrm>
          <a:prstGeom prst="rect">
            <a:avLst/>
          </a:prstGeom>
          <a:noFill/>
          <a:ln w="9525">
            <a:noFill/>
            <a:miter lim="800000"/>
          </a:ln>
        </p:spPr>
      </p:sp>
      <p:sp>
        <p:nvSpPr>
          <p:cNvPr id="5125" name="Rectangle 5"/>
          <p:cNvSpPr>
            <a:spLocks noGrp="1" noChangeArrowheads="1" noTextEdit="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ctr" anchorCtr="0" compatLnSpc="1"/>
          <a:lstStyle/>
          <a:p>
            <a:pPr lvl="0"/>
            <a:r>
              <a:rPr lang="en-US" noProof="0"/>
              <a:t>                                </a:t>
            </a:r>
          </a:p>
          <a:p>
            <a:pPr lvl="1"/>
            <a:r>
              <a:rPr lang="en-US" noProof="0"/>
              <a:t>            </a:t>
            </a:r>
          </a:p>
          <a:p>
            <a:pPr lvl="2"/>
            <a:r>
              <a:rPr lang="en-US" noProof="0"/>
              <a:t>           </a:t>
            </a:r>
          </a:p>
          <a:p>
            <a:pPr lvl="3"/>
            <a:r>
              <a:rPr lang="en-US" noProof="0"/>
              <a:t>            </a:t>
            </a:r>
          </a:p>
          <a:p>
            <a:pPr lvl="4"/>
            <a:r>
              <a:rPr lang="en-US" noProof="0"/>
              <a:t>           </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algn="l" eaLnBrk="0" hangingPunct="0">
              <a:defRPr sz="1200">
                <a:latin typeface="Arial" panose="020B0604020202020204" pitchFamily="34" charset="0"/>
                <a:ea typeface="MS PGothic" panose="020B0600070205080204" pitchFamily="34" charset="-128"/>
              </a:defRPr>
            </a:lvl1pPr>
          </a:lstStyle>
          <a:p>
            <a:pPr>
              <a:defRPr/>
            </a:pPr>
            <a:endParaRPr lang="en-US"/>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a:defRPr sz="1200" noProof="1">
                <a:latin typeface="Arial" panose="020B0604020202020204" pitchFamily="34" charset="0"/>
                <a:ea typeface="MS PGothic" panose="020B0600070205080204" pitchFamily="34" charset="-128"/>
              </a:defRPr>
            </a:lvl1pPr>
          </a:lstStyle>
          <a:p>
            <a:pPr>
              <a:defRPr/>
            </a:pPr>
            <a:fld id="{B0303924-ACFA-4BC0-8153-3FD3C0D7E4C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371475" indent="85725" algn="l" rtl="0" eaLnBrk="0" fontAlgn="base" hangingPunct="0">
      <a:spcBef>
        <a:spcPct val="30000"/>
      </a:spcBef>
      <a:spcAft>
        <a:spcPct val="0"/>
      </a:spcAft>
      <a:defRPr sz="1000" kern="1200">
        <a:solidFill>
          <a:schemeClr val="tx1"/>
        </a:solidFill>
        <a:latin typeface="Arial" panose="020B0604020202020204" pitchFamily="34" charset="0"/>
        <a:ea typeface="宋体" panose="02010600030101010101" pitchFamily="2" charset="-122"/>
        <a:cs typeface="+mn-cs"/>
      </a:defRPr>
    </a:lvl2pPr>
    <a:lvl3pPr marL="744855" indent="170180" algn="l" rtl="0" eaLnBrk="0" fontAlgn="base" hangingPunct="0">
      <a:spcBef>
        <a:spcPct val="30000"/>
      </a:spcBef>
      <a:spcAft>
        <a:spcPct val="0"/>
      </a:spcAft>
      <a:defRPr sz="1000" kern="1200">
        <a:solidFill>
          <a:schemeClr val="tx1"/>
        </a:solidFill>
        <a:latin typeface="Arial" panose="020B0604020202020204" pitchFamily="34" charset="0"/>
        <a:ea typeface="宋体" panose="02010600030101010101" pitchFamily="2" charset="-122"/>
        <a:cs typeface="+mn-cs"/>
      </a:defRPr>
    </a:lvl3pPr>
    <a:lvl4pPr marL="1116330" indent="255905" algn="l" rtl="0" eaLnBrk="0" fontAlgn="base" hangingPunct="0">
      <a:spcBef>
        <a:spcPct val="30000"/>
      </a:spcBef>
      <a:spcAft>
        <a:spcPct val="0"/>
      </a:spcAft>
      <a:defRPr sz="1000" kern="1200">
        <a:solidFill>
          <a:schemeClr val="tx1"/>
        </a:solidFill>
        <a:latin typeface="Arial" panose="020B0604020202020204" pitchFamily="34" charset="0"/>
        <a:ea typeface="宋体" panose="02010600030101010101" pitchFamily="2" charset="-122"/>
        <a:cs typeface="+mn-cs"/>
      </a:defRPr>
    </a:lvl4pPr>
    <a:lvl5pPr marL="1489075" indent="339725" algn="l" rtl="0" eaLnBrk="0" fontAlgn="base" hangingPunct="0">
      <a:spcBef>
        <a:spcPct val="30000"/>
      </a:spcBef>
      <a:spcAft>
        <a:spcPct val="0"/>
      </a:spcAft>
      <a:defRPr sz="1000" kern="1200">
        <a:solidFill>
          <a:schemeClr val="tx1"/>
        </a:solidFill>
        <a:latin typeface="Arial" panose="020B0604020202020204" pitchFamily="34" charset="0"/>
        <a:ea typeface="宋体" panose="02010600030101010101" pitchFamily="2" charset="-122"/>
        <a:cs typeface="+mn-cs"/>
      </a:defRPr>
    </a:lvl5pPr>
    <a:lvl6pPr marL="1862455" algn="l" defTabSz="744855" rtl="0" eaLnBrk="1" latinLnBrk="0" hangingPunct="1">
      <a:defRPr sz="1000" kern="1200">
        <a:solidFill>
          <a:schemeClr val="tx1"/>
        </a:solidFill>
        <a:latin typeface="+mn-lt"/>
        <a:ea typeface="+mn-ea"/>
        <a:cs typeface="+mn-cs"/>
      </a:defRPr>
    </a:lvl6pPr>
    <a:lvl7pPr marL="2235200" algn="l" defTabSz="744855" rtl="0" eaLnBrk="1" latinLnBrk="0" hangingPunct="1">
      <a:defRPr sz="1000" kern="1200">
        <a:solidFill>
          <a:schemeClr val="tx1"/>
        </a:solidFill>
        <a:latin typeface="+mn-lt"/>
        <a:ea typeface="+mn-ea"/>
        <a:cs typeface="+mn-cs"/>
      </a:defRPr>
    </a:lvl7pPr>
    <a:lvl8pPr marL="2607945" algn="l" defTabSz="744855" rtl="0" eaLnBrk="1" latinLnBrk="0" hangingPunct="1">
      <a:defRPr sz="1000" kern="1200">
        <a:solidFill>
          <a:schemeClr val="tx1"/>
        </a:solidFill>
        <a:latin typeface="+mn-lt"/>
        <a:ea typeface="+mn-ea"/>
        <a:cs typeface="+mn-cs"/>
      </a:defRPr>
    </a:lvl8pPr>
    <a:lvl9pPr marL="2980055" algn="l" defTabSz="744855"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baike.baidu.com/item/%E6%A0%87%E9%A2%98/3303928?fromModule=lemma_inlink"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baike.baidu.com/item/%E9%80%BB%E8%BE%91%E7%BB%93%E6%9E%84/9663235?fromModule=lemma_inlink" TargetMode="External"/><Relationship Id="rId5" Type="http://schemas.openxmlformats.org/officeDocument/2006/relationships/hyperlink" Target="https://baike.baidu.com/item/%E6%AE%B5%E8%90%BD/568882?fromModule=lemma_inlink" TargetMode="External"/><Relationship Id="rId4" Type="http://schemas.openxmlformats.org/officeDocument/2006/relationships/hyperlink" Target="https://baike.baidu.com/item/%E7%AB%A0%E8%8A%82/1519404?fromModule=lemma_inlink"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xfrm>
            <a:off x="685800" y="1143000"/>
            <a:ext cx="5486400" cy="3086100"/>
          </a:xfrm>
        </p:spPr>
      </p:sp>
      <p:sp>
        <p:nvSpPr>
          <p:cNvPr id="35843" name="备注占位符 2"/>
          <p:cNvSpPr>
            <a:spLocks noGrp="1"/>
          </p:cNvSpPr>
          <p:nvPr>
            <p:ph type="body"/>
          </p:nvPr>
        </p:nvSpPr>
        <p:spPr>
          <a:noFill/>
        </p:spPr>
        <p:txBody>
          <a:bodyPr/>
          <a:lstStyle/>
          <a:p>
            <a:endParaRPr lang="zh-CN" altLang="en-US" dirty="0"/>
          </a:p>
        </p:txBody>
      </p:sp>
      <p:sp>
        <p:nvSpPr>
          <p:cNvPr id="35844" name="灯片编号占位符 3"/>
          <p:cNvSpPr>
            <a:spLocks noGrp="1"/>
          </p:cNvSpPr>
          <p:nvPr>
            <p:ph type="sldNum" sz="quarter" idx="5"/>
          </p:nvPr>
        </p:nvSpPr>
        <p:spPr>
          <a:noFill/>
        </p:spPr>
        <p:txBody>
          <a:bodyPr/>
          <a:lstStyle/>
          <a:p>
            <a:pPr algn="l"/>
            <a:fld id="{423EC275-B9F5-48EF-887D-6BA9A3110C95}" type="slidenum">
              <a:rPr altLang="en-US" sz="1500" smtClean="0">
                <a:latin typeface="FrutigerNext LT Regular"/>
                <a:ea typeface="华文细黑" panose="02010600040101010101" pitchFamily="2" charset="-122"/>
              </a:rPr>
              <a:pPr algn="l"/>
              <a:t>1</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p:sp>
      <p:sp>
        <p:nvSpPr>
          <p:cNvPr id="36867" name="备注占位符 2"/>
          <p:cNvSpPr>
            <a:spLocks noGrp="1"/>
          </p:cNvSpPr>
          <p:nvPr>
            <p:ph type="body" idx="1"/>
          </p:nvPr>
        </p:nvSpPr>
        <p:spPr>
          <a:noFill/>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endParaRPr lang="zh-CN" altLang="en-US" dirty="0"/>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3</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4</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5</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1440335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6</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7</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2206979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8</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735950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9</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38004289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10</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1036770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11</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1996161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12</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2758768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13</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803232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14</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r>
              <a:rPr lang="zh-CN" altLang="en-US" b="0" i="0" dirty="0">
                <a:solidFill>
                  <a:srgbClr val="333333"/>
                </a:solidFill>
                <a:effectLst/>
                <a:latin typeface="Helvetica Neue"/>
              </a:rPr>
              <a:t>结构化文档由</a:t>
            </a:r>
            <a:r>
              <a:rPr lang="zh-CN" altLang="en-US" b="0" i="0" u="none" strike="noStrike" dirty="0">
                <a:solidFill>
                  <a:srgbClr val="136EC2"/>
                </a:solidFill>
                <a:effectLst/>
                <a:latin typeface="Helvetica Neue"/>
                <a:hlinkClick r:id="rId3"/>
              </a:rPr>
              <a:t>标题</a:t>
            </a:r>
            <a:r>
              <a:rPr lang="zh-CN" altLang="en-US" b="0" i="0" dirty="0">
                <a:solidFill>
                  <a:srgbClr val="333333"/>
                </a:solidFill>
                <a:effectLst/>
                <a:latin typeface="Helvetica Neue"/>
              </a:rPr>
              <a:t>、</a:t>
            </a:r>
            <a:r>
              <a:rPr lang="zh-CN" altLang="en-US" b="0" i="0" u="none" strike="noStrike" dirty="0">
                <a:solidFill>
                  <a:srgbClr val="136EC2"/>
                </a:solidFill>
                <a:effectLst/>
                <a:latin typeface="Helvetica Neue"/>
                <a:hlinkClick r:id="rId4"/>
              </a:rPr>
              <a:t>章节</a:t>
            </a:r>
            <a:r>
              <a:rPr lang="zh-CN" altLang="en-US" b="0" i="0" dirty="0">
                <a:solidFill>
                  <a:srgbClr val="333333"/>
                </a:solidFill>
                <a:effectLst/>
                <a:latin typeface="Helvetica Neue"/>
              </a:rPr>
              <a:t>、</a:t>
            </a:r>
            <a:r>
              <a:rPr lang="zh-CN" altLang="en-US" b="0" i="0" u="none" strike="noStrike" dirty="0">
                <a:solidFill>
                  <a:srgbClr val="136EC2"/>
                </a:solidFill>
                <a:effectLst/>
                <a:latin typeface="Helvetica Neue"/>
                <a:hlinkClick r:id="rId5"/>
              </a:rPr>
              <a:t>段落</a:t>
            </a:r>
            <a:r>
              <a:rPr lang="zh-CN" altLang="en-US" b="0" i="0" dirty="0">
                <a:solidFill>
                  <a:srgbClr val="333333"/>
                </a:solidFill>
                <a:effectLst/>
                <a:latin typeface="Helvetica Neue"/>
              </a:rPr>
              <a:t>等</a:t>
            </a:r>
            <a:r>
              <a:rPr lang="zh-CN" altLang="en-US" b="0" i="0" u="none" strike="noStrike" dirty="0">
                <a:solidFill>
                  <a:srgbClr val="136EC2"/>
                </a:solidFill>
                <a:effectLst/>
                <a:latin typeface="Helvetica Neue"/>
                <a:hlinkClick r:id="rId6"/>
              </a:rPr>
              <a:t>逻辑结构</a:t>
            </a:r>
            <a:r>
              <a:rPr lang="zh-CN" altLang="en-US" b="0" i="0" dirty="0">
                <a:solidFill>
                  <a:srgbClr val="333333"/>
                </a:solidFill>
                <a:effectLst/>
                <a:latin typeface="Helvetica Neue"/>
              </a:rPr>
              <a:t>组成。</a:t>
            </a:r>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15</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685800" y="1143000"/>
            <a:ext cx="5486400" cy="3086100"/>
          </a:xfrm>
        </p:spPr>
      </p:sp>
      <p:sp>
        <p:nvSpPr>
          <p:cNvPr id="38915" name="备注占位符 2"/>
          <p:cNvSpPr>
            <a:spLocks noGrp="1"/>
          </p:cNvSpPr>
          <p:nvPr>
            <p:ph type="body"/>
          </p:nvPr>
        </p:nvSpPr>
        <p:spPr>
          <a:noFill/>
        </p:spPr>
        <p:txBody>
          <a:bodyPr/>
          <a:lstStyle/>
          <a:p>
            <a:endParaRPr lang="zh-CN" altLang="en-US" dirty="0"/>
          </a:p>
        </p:txBody>
      </p:sp>
      <p:sp>
        <p:nvSpPr>
          <p:cNvPr id="38916" name="灯片编号占位符 3"/>
          <p:cNvSpPr>
            <a:spLocks noGrp="1"/>
          </p:cNvSpPr>
          <p:nvPr>
            <p:ph type="sldNum" sz="quarter" idx="5"/>
          </p:nvPr>
        </p:nvSpPr>
        <p:spPr>
          <a:noFill/>
        </p:spPr>
        <p:txBody>
          <a:bodyPr/>
          <a:lstStyle/>
          <a:p>
            <a:pPr algn="l"/>
            <a:fld id="{1A5F2C44-29F4-4F6E-9E33-4768D89892E6}" type="slidenum">
              <a:rPr altLang="en-US" sz="1500" smtClean="0">
                <a:latin typeface="FrutigerNext LT Regular"/>
                <a:ea typeface="华文细黑" panose="02010600040101010101" pitchFamily="2" charset="-122"/>
              </a:rPr>
              <a:pPr algn="l"/>
              <a:t>16</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endParaRPr lang="zh-CN" altLang="en-US" dirty="0"/>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17</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endParaRPr lang="zh-CN" altLang="en-US" dirty="0"/>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18</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322238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endParaRPr lang="zh-CN" altLang="en-US" dirty="0"/>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19</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endParaRPr lang="zh-CN" altLang="en-US" dirty="0"/>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20</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29362965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endParaRPr lang="zh-CN" altLang="en-US" dirty="0"/>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21</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14599745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endParaRPr lang="zh-CN" altLang="en-US" dirty="0"/>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22</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endParaRPr lang="zh-CN" altLang="en-US" dirty="0"/>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23</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endParaRPr lang="zh-CN" altLang="en-US" dirty="0"/>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24</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2348115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r>
              <a:rPr lang="zh-CN" altLang="en-US" dirty="0"/>
              <a:t>信息安全最迟用于保护系统中处理和传递的秘密数据，注重机密性，强调通信安全；</a:t>
            </a:r>
            <a:endParaRPr lang="en-US" altLang="zh-CN" dirty="0"/>
          </a:p>
          <a:p>
            <a:pPr>
              <a:buClr>
                <a:schemeClr val="accent1"/>
              </a:buClr>
              <a:buFont typeface="Wingdings" panose="05000000000000000000" pitchFamily="2" charset="2"/>
              <a:buNone/>
            </a:pPr>
            <a:r>
              <a:rPr lang="zh-CN" altLang="en-US" dirty="0"/>
              <a:t>随着数据库技术和信息系统的广泛应用，后来扩展到访问控制技术，强调计算机安全；</a:t>
            </a:r>
            <a:endParaRPr lang="en-US" altLang="zh-CN" dirty="0"/>
          </a:p>
          <a:p>
            <a:pPr>
              <a:buClr>
                <a:schemeClr val="accent1"/>
              </a:buClr>
              <a:buFont typeface="Wingdings" panose="05000000000000000000" pitchFamily="2" charset="2"/>
              <a:buNone/>
            </a:pPr>
            <a:r>
              <a:rPr lang="zh-CN" altLang="en-US" dirty="0"/>
              <a:t>信息系统不断扩大，考虑网络安全；计算机安全和网络安全都属于运行安全；</a:t>
            </a:r>
            <a:endParaRPr lang="en-US" altLang="zh-CN" dirty="0"/>
          </a:p>
          <a:p>
            <a:pPr>
              <a:buClr>
                <a:schemeClr val="accent1"/>
              </a:buClr>
              <a:buFont typeface="Wingdings" panose="05000000000000000000" pitchFamily="2" charset="2"/>
              <a:buNone/>
            </a:pPr>
            <a:r>
              <a:rPr lang="zh-CN" altLang="en-US" dirty="0"/>
              <a:t>信息系统基础设施保护的物理安全，后来出现了内容安全；</a:t>
            </a:r>
            <a:endParaRPr lang="en-US" altLang="zh-CN" dirty="0"/>
          </a:p>
          <a:p>
            <a:pPr>
              <a:buClr>
                <a:schemeClr val="accent1"/>
              </a:buClr>
              <a:buFont typeface="Wingdings" panose="05000000000000000000" pitchFamily="2" charset="2"/>
              <a:buNone/>
            </a:pPr>
            <a:r>
              <a:rPr lang="zh-CN" altLang="en-US" dirty="0"/>
              <a:t>安全是对机密性、完整性和可用性保护。</a:t>
            </a:r>
            <a:endParaRPr lang="en-US" altLang="zh-CN" dirty="0"/>
          </a:p>
          <a:p>
            <a:pPr>
              <a:buClr>
                <a:schemeClr val="accent1"/>
              </a:buClr>
              <a:buFont typeface="Wingdings" panose="05000000000000000000" pitchFamily="2" charset="2"/>
              <a:buNone/>
            </a:pPr>
            <a:r>
              <a:rPr lang="zh-CN" altLang="en-US" dirty="0"/>
              <a:t>系统安全反应的是面临的安全问题，包括多个层次。</a:t>
            </a:r>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25</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r>
              <a:rPr lang="zh-CN" altLang="en-US" dirty="0"/>
              <a:t>信息安全最迟用于保护系统中处理和传递的秘密数据，注重机密性，强调通信安全；</a:t>
            </a:r>
            <a:endParaRPr lang="en-US" altLang="zh-CN" dirty="0"/>
          </a:p>
          <a:p>
            <a:pPr>
              <a:buClr>
                <a:schemeClr val="accent1"/>
              </a:buClr>
              <a:buFont typeface="Wingdings" panose="05000000000000000000" pitchFamily="2" charset="2"/>
              <a:buNone/>
            </a:pPr>
            <a:r>
              <a:rPr lang="zh-CN" altLang="en-US" dirty="0"/>
              <a:t>随着数据库技术和信息系统的广泛应用，后来扩展到访问控制技术，强调计算机安全；</a:t>
            </a:r>
            <a:endParaRPr lang="en-US" altLang="zh-CN" dirty="0"/>
          </a:p>
          <a:p>
            <a:pPr>
              <a:buClr>
                <a:schemeClr val="accent1"/>
              </a:buClr>
              <a:buFont typeface="Wingdings" panose="05000000000000000000" pitchFamily="2" charset="2"/>
              <a:buNone/>
            </a:pPr>
            <a:r>
              <a:rPr lang="zh-CN" altLang="en-US" dirty="0"/>
              <a:t>信息系统不断扩大，考虑网络安全；计算机安全和网络安全都属于运行安全；</a:t>
            </a:r>
            <a:endParaRPr lang="en-US" altLang="zh-CN" dirty="0"/>
          </a:p>
          <a:p>
            <a:pPr>
              <a:buClr>
                <a:schemeClr val="accent1"/>
              </a:buClr>
              <a:buFont typeface="Wingdings" panose="05000000000000000000" pitchFamily="2" charset="2"/>
              <a:buNone/>
            </a:pPr>
            <a:r>
              <a:rPr lang="zh-CN" altLang="en-US" dirty="0"/>
              <a:t>信息系统基础设施保护的物理安全，后来出现了内容安全；</a:t>
            </a:r>
            <a:endParaRPr lang="en-US" altLang="zh-CN" dirty="0"/>
          </a:p>
          <a:p>
            <a:pPr>
              <a:buClr>
                <a:schemeClr val="accent1"/>
              </a:buClr>
              <a:buFont typeface="Wingdings" panose="05000000000000000000" pitchFamily="2" charset="2"/>
              <a:buNone/>
            </a:pPr>
            <a:r>
              <a:rPr lang="zh-CN" altLang="en-US" dirty="0"/>
              <a:t>安全是对机密性、完整性和可用性保护。</a:t>
            </a:r>
            <a:endParaRPr lang="en-US" altLang="zh-CN" dirty="0"/>
          </a:p>
          <a:p>
            <a:pPr>
              <a:buClr>
                <a:schemeClr val="accent1"/>
              </a:buClr>
              <a:buFont typeface="Wingdings" panose="05000000000000000000" pitchFamily="2" charset="2"/>
              <a:buNone/>
            </a:pPr>
            <a:r>
              <a:rPr lang="zh-CN" altLang="en-US" dirty="0"/>
              <a:t>系统安全反应的是面临的安全问题，包括多个层次。</a:t>
            </a:r>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26</a:t>
            </a:fld>
            <a:endParaRPr lang="zh-CN" altLang="en-US" sz="1500">
              <a:latin typeface="FrutigerNext LT Regular"/>
              <a:ea typeface="华文细黑" panose="02010600040101010101" pitchFamily="2" charset="-122"/>
            </a:endParaRPr>
          </a:p>
        </p:txBody>
      </p:sp>
    </p:spTree>
    <p:extLst>
      <p:ext uri="{BB962C8B-B14F-4D97-AF65-F5344CB8AC3E}">
        <p14:creationId xmlns:p14="http://schemas.microsoft.com/office/powerpoint/2010/main" val="1622257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r>
              <a:rPr lang="zh-CN" altLang="en-US" dirty="0"/>
              <a:t>信息安全最迟用于保护系统中处理和传递的秘密数据，注重机密性，强调通信安全；</a:t>
            </a:r>
            <a:endParaRPr lang="en-US" altLang="zh-CN" dirty="0"/>
          </a:p>
          <a:p>
            <a:pPr>
              <a:buClr>
                <a:schemeClr val="accent1"/>
              </a:buClr>
              <a:buFont typeface="Wingdings" panose="05000000000000000000" pitchFamily="2" charset="2"/>
              <a:buNone/>
            </a:pPr>
            <a:r>
              <a:rPr lang="zh-CN" altLang="en-US" dirty="0"/>
              <a:t>随着数据库技术和信息系统的广泛应用，后来扩展到访问控制技术，强调计算机安全；</a:t>
            </a:r>
            <a:endParaRPr lang="en-US" altLang="zh-CN" dirty="0"/>
          </a:p>
          <a:p>
            <a:pPr>
              <a:buClr>
                <a:schemeClr val="accent1"/>
              </a:buClr>
              <a:buFont typeface="Wingdings" panose="05000000000000000000" pitchFamily="2" charset="2"/>
              <a:buNone/>
            </a:pPr>
            <a:r>
              <a:rPr lang="zh-CN" altLang="en-US" dirty="0"/>
              <a:t>信息系统不断扩大，考虑网络安全；计算机安全和网络安全都属于运行安全；</a:t>
            </a:r>
            <a:endParaRPr lang="en-US" altLang="zh-CN" dirty="0"/>
          </a:p>
          <a:p>
            <a:pPr>
              <a:buClr>
                <a:schemeClr val="accent1"/>
              </a:buClr>
              <a:buFont typeface="Wingdings" panose="05000000000000000000" pitchFamily="2" charset="2"/>
              <a:buNone/>
            </a:pPr>
            <a:r>
              <a:rPr lang="zh-CN" altLang="en-US" dirty="0"/>
              <a:t>信息系统基础设施保护的物理安全，后来出现了内容安全；</a:t>
            </a:r>
            <a:endParaRPr lang="en-US" altLang="zh-CN" dirty="0"/>
          </a:p>
          <a:p>
            <a:pPr>
              <a:buClr>
                <a:schemeClr val="accent1"/>
              </a:buClr>
              <a:buFont typeface="Wingdings" panose="05000000000000000000" pitchFamily="2" charset="2"/>
              <a:buNone/>
            </a:pPr>
            <a:r>
              <a:rPr lang="zh-CN" altLang="en-US" dirty="0"/>
              <a:t>安全是对机密性、完整性和可用性保护。</a:t>
            </a:r>
            <a:endParaRPr lang="en-US" altLang="zh-CN" dirty="0"/>
          </a:p>
          <a:p>
            <a:pPr>
              <a:buClr>
                <a:schemeClr val="accent1"/>
              </a:buClr>
              <a:buFont typeface="Wingdings" panose="05000000000000000000" pitchFamily="2" charset="2"/>
              <a:buNone/>
            </a:pPr>
            <a:r>
              <a:rPr lang="zh-CN" altLang="en-US" dirty="0"/>
              <a:t>系统安全反应的是面临的安全问题，包括多个层次。</a:t>
            </a:r>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27</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endParaRPr lang="zh-CN" altLang="en-US" dirty="0"/>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29</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685800" y="1143000"/>
            <a:ext cx="5486400" cy="3086100"/>
          </a:xfrm>
        </p:spPr>
      </p:sp>
      <p:sp>
        <p:nvSpPr>
          <p:cNvPr id="37891" name="备注占位符 2"/>
          <p:cNvSpPr>
            <a:spLocks noGrp="1"/>
          </p:cNvSpPr>
          <p:nvPr>
            <p:ph type="body"/>
          </p:nvPr>
        </p:nvSpPr>
        <p:spPr>
          <a:noFill/>
        </p:spPr>
        <p:txBody>
          <a:bodyPr/>
          <a:lstStyle/>
          <a:p>
            <a:pPr>
              <a:buClr>
                <a:schemeClr val="accent1"/>
              </a:buClr>
              <a:buFont typeface="Wingdings" panose="05000000000000000000" pitchFamily="2" charset="2"/>
              <a:buNone/>
            </a:pPr>
            <a:endParaRPr lang="zh-CN" altLang="en-US" dirty="0"/>
          </a:p>
        </p:txBody>
      </p:sp>
      <p:sp>
        <p:nvSpPr>
          <p:cNvPr id="37892" name="灯片编号占位符 3"/>
          <p:cNvSpPr>
            <a:spLocks noGrp="1"/>
          </p:cNvSpPr>
          <p:nvPr>
            <p:ph type="sldNum" sz="quarter" idx="5"/>
          </p:nvPr>
        </p:nvSpPr>
        <p:spPr>
          <a:noFill/>
        </p:spPr>
        <p:txBody>
          <a:bodyPr/>
          <a:lstStyle/>
          <a:p>
            <a:pPr algn="l"/>
            <a:fld id="{A8F76CFF-CFFA-4DE7-BB3D-027E4F54A840}" type="slidenum">
              <a:rPr altLang="en-US" sz="1500" smtClean="0">
                <a:latin typeface="FrutigerNext LT Regular"/>
                <a:ea typeface="华文细黑" panose="02010600040101010101" pitchFamily="2" charset="-122"/>
              </a:rPr>
              <a:pPr algn="l"/>
              <a:t>30</a:t>
            </a:fld>
            <a:endParaRPr lang="zh-CN" altLang="en-US" sz="1500">
              <a:latin typeface="FrutigerNext LT Regular"/>
              <a:ea typeface="华文细黑" panose="0201060004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xfrm>
            <a:off x="685800" y="1143000"/>
            <a:ext cx="5486400" cy="3086100"/>
          </a:xfrm>
        </p:spPr>
      </p:sp>
      <p:sp>
        <p:nvSpPr>
          <p:cNvPr id="54275" name="备注占位符 2"/>
          <p:cNvSpPr>
            <a:spLocks noGrp="1"/>
          </p:cNvSpPr>
          <p:nvPr>
            <p:ph type="body" idx="1"/>
          </p:nvPr>
        </p:nvSpPr>
        <p:spPr>
          <a:noFill/>
        </p:spPr>
        <p:txBody>
          <a:bodyPr/>
          <a:lstStyle/>
          <a:p>
            <a:endParaRPr lang="en-US" altLang="zh-CN" dirty="0"/>
          </a:p>
        </p:txBody>
      </p:sp>
      <p:sp>
        <p:nvSpPr>
          <p:cNvPr id="54276" name="灯片编号占位符 3"/>
          <p:cNvSpPr>
            <a:spLocks noGrp="1"/>
          </p:cNvSpPr>
          <p:nvPr>
            <p:ph type="sldNum" sz="quarter" idx="5"/>
          </p:nvPr>
        </p:nvSpPr>
        <p:spPr>
          <a:noFill/>
        </p:spPr>
        <p:txBody>
          <a:bodyPr/>
          <a:lstStyle/>
          <a:p>
            <a:pPr algn="l"/>
            <a:fld id="{38073C0A-4B3B-4D5A-859F-5644C3E507AA}" type="slidenum">
              <a:rPr altLang="en-US" sz="1700" smtClean="0">
                <a:latin typeface="FrutigerNext LT Regular"/>
                <a:ea typeface="华文细黑" panose="02010600040101010101" pitchFamily="2" charset="-122"/>
              </a:rPr>
              <a:pPr algn="l"/>
              <a:t>31</a:t>
            </a:fld>
            <a:endParaRPr lang="zh-CN" altLang="en-US" sz="1700">
              <a:latin typeface="FrutigerNext LT Regular"/>
              <a:ea typeface="华文细黑" panose="0201060004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xfrm>
            <a:off x="685800" y="1143000"/>
            <a:ext cx="5486400" cy="3086100"/>
          </a:xfrm>
        </p:spPr>
      </p:sp>
      <p:sp>
        <p:nvSpPr>
          <p:cNvPr id="55299" name="备注占位符 2"/>
          <p:cNvSpPr>
            <a:spLocks noGrp="1"/>
          </p:cNvSpPr>
          <p:nvPr>
            <p:ph type="body"/>
          </p:nvPr>
        </p:nvSpPr>
        <p:spPr>
          <a:noFill/>
        </p:spPr>
        <p:txBody>
          <a:bodyPr/>
          <a:lstStyle/>
          <a:p>
            <a:endParaRPr lang="zh-CN" altLang="en-US"/>
          </a:p>
        </p:txBody>
      </p:sp>
      <p:sp>
        <p:nvSpPr>
          <p:cNvPr id="55300" name="灯片编号占位符 3"/>
          <p:cNvSpPr>
            <a:spLocks noGrp="1"/>
          </p:cNvSpPr>
          <p:nvPr>
            <p:ph type="sldNum" sz="quarter" idx="5"/>
          </p:nvPr>
        </p:nvSpPr>
        <p:spPr>
          <a:noFill/>
        </p:spPr>
        <p:txBody>
          <a:bodyPr/>
          <a:lstStyle/>
          <a:p>
            <a:pPr algn="l"/>
            <a:fld id="{87C4DB41-55E4-4160-8345-091D45BBB9B8}" type="slidenum">
              <a:rPr altLang="en-US" sz="1500" smtClean="0">
                <a:latin typeface="FrutigerNext LT Regular"/>
                <a:ea typeface="华文细黑" panose="02010600040101010101" pitchFamily="2" charset="-122"/>
              </a:rPr>
              <a:pPr algn="l"/>
              <a:t>32</a:t>
            </a:fld>
            <a:endParaRPr lang="zh-CN" altLang="en-US" sz="1500">
              <a:latin typeface="FrutigerNext LT Regular"/>
              <a:ea typeface="华文细黑" panose="0201060004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9"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2"/>
          <p:cNvPicPr>
            <a:picLocks noChangeAspect="1"/>
          </p:cNvPicPr>
          <p:nvPr/>
        </p:nvPicPr>
        <p:blipFill>
          <a:blip r:embed="rId2" cstate="print"/>
          <a:srcRect/>
          <a:stretch>
            <a:fillRect/>
          </a:stretch>
        </p:blipFill>
        <p:spPr bwMode="auto">
          <a:xfrm>
            <a:off x="-14288" y="565150"/>
            <a:ext cx="9142413" cy="2857500"/>
          </a:xfrm>
          <a:prstGeom prst="rect">
            <a:avLst/>
          </a:prstGeom>
          <a:noFill/>
          <a:ln w="9525">
            <a:noFill/>
            <a:miter lim="800000"/>
            <a:headEnd/>
            <a:tailEnd/>
          </a:ln>
        </p:spPr>
      </p:pic>
      <p:pic>
        <p:nvPicPr>
          <p:cNvPr id="5" name="Picture 6" descr="院徽副本"/>
          <p:cNvPicPr>
            <a:picLocks noChangeAspect="1"/>
          </p:cNvPicPr>
          <p:nvPr userDrawn="1"/>
        </p:nvPicPr>
        <p:blipFill>
          <a:blip r:embed="rId3" cstate="print"/>
          <a:srcRect/>
          <a:stretch>
            <a:fillRect/>
          </a:stretch>
        </p:blipFill>
        <p:spPr bwMode="auto">
          <a:xfrm>
            <a:off x="7758113" y="617538"/>
            <a:ext cx="957262" cy="892175"/>
          </a:xfrm>
          <a:prstGeom prst="rect">
            <a:avLst/>
          </a:prstGeom>
          <a:noFill/>
          <a:ln w="9525">
            <a:noFill/>
            <a:miter lim="800000"/>
            <a:headEnd/>
            <a:tailEnd/>
          </a:ln>
        </p:spPr>
      </p:pic>
      <p:sp>
        <p:nvSpPr>
          <p:cNvPr id="2051" name="Rectangle 3"/>
          <p:cNvSpPr>
            <a:spLocks noGrp="1" noChangeArrowheads="1"/>
          </p:cNvSpPr>
          <p:nvPr>
            <p:ph type="ctrTitle" sz="quarter"/>
          </p:nvPr>
        </p:nvSpPr>
        <p:spPr>
          <a:xfrm>
            <a:off x="685554" y="1044349"/>
            <a:ext cx="5304616" cy="1249589"/>
          </a:xfrm>
        </p:spPr>
        <p:txBody>
          <a:bodyPr/>
          <a:lstStyle>
            <a:lvl1pPr algn="ctr">
              <a:defRPr sz="3900" b="1">
                <a:solidFill>
                  <a:schemeClr val="bg1"/>
                </a:solidFill>
                <a:latin typeface="微软雅黑" panose="020B0503020204020204" pitchFamily="34" charset="-122"/>
                <a:ea typeface="微软雅黑" panose="020B0503020204020204" pitchFamily="34" charset="-122"/>
              </a:defRPr>
            </a:lvl1pPr>
          </a:lstStyle>
          <a:p>
            <a:r>
              <a:rPr lang="zh-CN" altLang="en-US" noProof="1"/>
              <a:t>单击此处编辑母版标题样式</a:t>
            </a:r>
          </a:p>
        </p:txBody>
      </p:sp>
      <p:sp>
        <p:nvSpPr>
          <p:cNvPr id="2052" name="Rectangle 4"/>
          <p:cNvSpPr>
            <a:spLocks noGrp="1" noChangeArrowheads="1"/>
          </p:cNvSpPr>
          <p:nvPr>
            <p:ph type="subTitle" sz="quarter" idx="1"/>
          </p:nvPr>
        </p:nvSpPr>
        <p:spPr>
          <a:xfrm>
            <a:off x="684150" y="2386920"/>
            <a:ext cx="5306020" cy="648607"/>
          </a:xfrm>
        </p:spPr>
        <p:txBody>
          <a:bodyPr lIns="71551" tIns="35775" rIns="71551" bIns="35775"/>
          <a:lstStyle>
            <a:lvl1pPr marL="0" indent="0" algn="ctr">
              <a:buFont typeface="Wingdings" panose="05000000000000000000" pitchFamily="2" charset="2"/>
              <a:buNone/>
              <a:defRPr sz="2300" b="0">
                <a:solidFill>
                  <a:schemeClr val="bg1"/>
                </a:solidFill>
                <a:latin typeface="微软雅黑" panose="020B0503020204020204" pitchFamily="34" charset="-122"/>
                <a:ea typeface="微软雅黑" panose="020B0503020204020204" pitchFamily="34" charset="-122"/>
              </a:defRPr>
            </a:lvl1pPr>
          </a:lstStyle>
          <a:p>
            <a:r>
              <a:rPr lang="zh-CN" altLang="en-US" noProof="1"/>
              <a:t>单击此处编辑母版副标题样式</a:t>
            </a:r>
          </a:p>
        </p:txBody>
      </p:sp>
      <p:sp>
        <p:nvSpPr>
          <p:cNvPr id="6" name="Rectangle 5"/>
          <p:cNvSpPr>
            <a:spLocks noGrp="1" noChangeArrowheads="1"/>
          </p:cNvSpPr>
          <p:nvPr>
            <p:ph type="dt" sz="quarter" idx="10"/>
          </p:nvPr>
        </p:nvSpPr>
        <p:spPr>
          <a:xfrm>
            <a:off x="8050213" y="3184525"/>
            <a:ext cx="2133600" cy="355600"/>
          </a:xfrm>
        </p:spPr>
        <p:txBody>
          <a:bodyPr lIns="71551" tIns="35775" rIns="71551" bIns="35775"/>
          <a:lstStyle>
            <a:lvl1pPr eaLnBrk="0" hangingPunct="0">
              <a:lnSpc>
                <a:spcPct val="100000"/>
              </a:lnSpc>
              <a:defRPr noProof="0">
                <a:latin typeface="FrutigerNext LT Regular" pitchFamily="2" charset="0"/>
              </a:defRPr>
            </a:lvl1pPr>
          </a:lstStyle>
          <a:p>
            <a:pPr>
              <a:defRPr/>
            </a:pPr>
            <a:fld id="{8C9600A3-AC53-410A-A21C-D3D4BEE729DE}" type="datetime1">
              <a:rPr lang="zh-CN" altLang="en-US"/>
              <a:pPr>
                <a:defRPr/>
              </a:pPr>
              <a:t>2022/10/8</a:t>
            </a:fld>
            <a:endParaRPr lang="en-US" altLang="zh-CN"/>
          </a:p>
        </p:txBody>
      </p:sp>
    </p:spTree>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300"/>
            </a:lvl1pPr>
          </a:lstStyle>
          <a:p>
            <a:r>
              <a:rPr lang="zh-CN" altLang="en-US" noProof="1"/>
              <a:t>单击此处编辑母版标题样式</a:t>
            </a:r>
          </a:p>
        </p:txBody>
      </p:sp>
      <p:sp>
        <p:nvSpPr>
          <p:cNvPr id="3" name="内容占位符 2"/>
          <p:cNvSpPr>
            <a:spLocks noGrp="1"/>
          </p:cNvSpPr>
          <p:nvPr>
            <p:ph idx="1"/>
          </p:nvPr>
        </p:nvSpPr>
        <p:spPr/>
        <p:txBody>
          <a:bodyPr/>
          <a:lstStyle>
            <a:lvl1pPr>
              <a:lnSpc>
                <a:spcPct val="150000"/>
              </a:lnSpc>
              <a:defRPr sz="2000"/>
            </a:lvl1pPr>
            <a:lvl2pPr>
              <a:lnSpc>
                <a:spcPct val="150000"/>
              </a:lnSpc>
              <a:defRPr sz="2000"/>
            </a:lvl2pPr>
            <a:lvl3pPr>
              <a:lnSpc>
                <a:spcPct val="150000"/>
              </a:lnSpc>
              <a:defRPr sz="2000"/>
            </a:lvl3pPr>
            <a:lvl4pPr>
              <a:lnSpc>
                <a:spcPct val="150000"/>
              </a:lnSpc>
              <a:defRPr sz="2000"/>
            </a:lvl4pPr>
            <a:lvl5pPr>
              <a:lnSpc>
                <a:spcPct val="150000"/>
              </a:lnSpc>
              <a:defRPr sz="20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lvl1pPr eaLnBrk="0" hangingPunct="0">
              <a:defRPr noProof="0"/>
            </a:lvl1pPr>
          </a:lstStyle>
          <a:p>
            <a:pPr>
              <a:defRPr/>
            </a:pPr>
            <a:endParaRPr lang="en-GB" altLang="en-US"/>
          </a:p>
        </p:txBody>
      </p:sp>
      <p:sp>
        <p:nvSpPr>
          <p:cNvPr id="5" name="页脚占位符 4"/>
          <p:cNvSpPr>
            <a:spLocks noGrp="1"/>
          </p:cNvSpPr>
          <p:nvPr>
            <p:ph type="ftr" sz="quarter" idx="11"/>
          </p:nvPr>
        </p:nvSpPr>
        <p:spPr/>
        <p:txBody>
          <a:bodyPr/>
          <a:lstStyle>
            <a:lvl1pPr>
              <a:defRPr sz="1100">
                <a:latin typeface="FrutigerNext LT Regular" pitchFamily="2" charset="0"/>
                <a:ea typeface="华文细黑" panose="02010600040101010101" pitchFamily="2" charset="-122"/>
              </a:defRPr>
            </a:lvl1pPr>
          </a:lstStyle>
          <a:p>
            <a:pPr>
              <a:defRPr/>
            </a:pPr>
            <a:r>
              <a:rPr lang="en-US" altLang="zh-CN"/>
              <a:t> HTTP://DLS.ZZU.EDU.CN       </a:t>
            </a:r>
            <a:r>
              <a:rPr lang="zh-CN" altLang="en-US"/>
              <a:t>郑州大学远程教育学院</a:t>
            </a:r>
          </a:p>
          <a:p>
            <a:pPr>
              <a:defRPr/>
            </a:pPr>
            <a:endParaRPr lang="en-US" altLang="zh-CN"/>
          </a:p>
        </p:txBody>
      </p:sp>
    </p:spTree>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079" y="3305403"/>
            <a:ext cx="7772892" cy="1021669"/>
          </a:xfrm>
        </p:spPr>
        <p:txBody>
          <a:bodyPr anchor="t"/>
          <a:lstStyle>
            <a:lvl1pPr algn="l">
              <a:defRPr sz="3300" b="1" cap="all"/>
            </a:lvl1pPr>
          </a:lstStyle>
          <a:p>
            <a:r>
              <a:rPr lang="zh-CN" altLang="en-US" noProof="1"/>
              <a:t>单击此处编辑母版标题样式</a:t>
            </a:r>
          </a:p>
        </p:txBody>
      </p:sp>
      <p:sp>
        <p:nvSpPr>
          <p:cNvPr id="3" name="文本占位符 2"/>
          <p:cNvSpPr>
            <a:spLocks noGrp="1"/>
          </p:cNvSpPr>
          <p:nvPr>
            <p:ph type="body" idx="1"/>
          </p:nvPr>
        </p:nvSpPr>
        <p:spPr>
          <a:xfrm>
            <a:off x="722079" y="2180545"/>
            <a:ext cx="7772892" cy="1124857"/>
          </a:xfrm>
        </p:spPr>
        <p:txBody>
          <a:bodyPr anchor="b"/>
          <a:lstStyle>
            <a:lvl1pPr marL="0" indent="0">
              <a:buNone/>
              <a:defRPr sz="1600"/>
            </a:lvl1pPr>
            <a:lvl2pPr marL="372745" indent="0">
              <a:buNone/>
              <a:defRPr sz="1500"/>
            </a:lvl2pPr>
            <a:lvl3pPr marL="744855" indent="0">
              <a:buNone/>
              <a:defRPr sz="1300"/>
            </a:lvl3pPr>
            <a:lvl4pPr marL="1117600" indent="0">
              <a:buNone/>
              <a:defRPr sz="1100"/>
            </a:lvl4pPr>
            <a:lvl5pPr marL="1490345" indent="0">
              <a:buNone/>
              <a:defRPr sz="1100"/>
            </a:lvl5pPr>
            <a:lvl6pPr marL="1862455" indent="0">
              <a:buNone/>
              <a:defRPr sz="1100"/>
            </a:lvl6pPr>
            <a:lvl7pPr marL="2235200" indent="0">
              <a:buNone/>
              <a:defRPr sz="1100"/>
            </a:lvl7pPr>
            <a:lvl8pPr marL="2607945" indent="0">
              <a:buNone/>
              <a:defRPr sz="1100"/>
            </a:lvl8pPr>
            <a:lvl9pPr marL="2980055" indent="0">
              <a:buNone/>
              <a:defRPr sz="1100"/>
            </a:lvl9pPr>
          </a:lstStyle>
          <a:p>
            <a:pPr lvl="0"/>
            <a:r>
              <a:rPr lang="zh-CN" altLang="en-US" noProof="1"/>
              <a:t>单击此处编辑母版文本样式</a:t>
            </a:r>
          </a:p>
        </p:txBody>
      </p:sp>
      <p:sp>
        <p:nvSpPr>
          <p:cNvPr id="4" name="Rectangle 3"/>
          <p:cNvSpPr>
            <a:spLocks noGrp="1" noChangeArrowheads="1"/>
          </p:cNvSpPr>
          <p:nvPr>
            <p:ph type="dt" sz="half" idx="10"/>
          </p:nvPr>
        </p:nvSpPr>
        <p:spPr/>
        <p:txBody>
          <a:bodyPr/>
          <a:lstStyle>
            <a:lvl1pPr>
              <a:defRPr/>
            </a:lvl1pPr>
          </a:lstStyle>
          <a:p>
            <a:pPr>
              <a:defRPr/>
            </a:pPr>
            <a:r>
              <a:rPr lang="de-DE" altLang="en-US"/>
              <a:t>Page </a:t>
            </a:r>
            <a:fld id="{7BC8071D-7AE1-41F3-BF13-EFF4D11FCA0A}" type="slidenum">
              <a:rPr lang="de-DE" altLang="en-US" dirty="0"/>
              <a:pPr>
                <a:defRPr/>
              </a:pPr>
              <a:t>‹#›</a:t>
            </a:fld>
            <a:endParaRPr lang="de-DE" altLang="en-US"/>
          </a:p>
        </p:txBody>
      </p:sp>
      <p:sp>
        <p:nvSpPr>
          <p:cNvPr id="5" name="页脚占位符 4"/>
          <p:cNvSpPr>
            <a:spLocks noGrp="1"/>
          </p:cNvSpPr>
          <p:nvPr>
            <p:ph type="ftr" sz="quarter" idx="11"/>
          </p:nvPr>
        </p:nvSpPr>
        <p:spPr/>
        <p:txBody>
          <a:bodyPr/>
          <a:lstStyle>
            <a:lvl1pPr>
              <a:defRPr/>
            </a:lvl1pPr>
          </a:lstStyle>
          <a:p>
            <a:pPr>
              <a:defRPr/>
            </a:pPr>
            <a:r>
              <a:rPr lang="en-US" altLang="zh-CN"/>
              <a:t> HTTP://DLS.ZZU.EDU.CN       </a:t>
            </a:r>
            <a:r>
              <a:rPr lang="zh-CN" altLang="en-US"/>
              <a:t>郑州大学远程教育学院</a:t>
            </a:r>
          </a:p>
          <a:p>
            <a:pPr>
              <a:defRPr/>
            </a:pPr>
            <a:endParaRPr lang="en-US" altLang="zh-CN"/>
          </a:p>
        </p:txBody>
      </p:sp>
    </p:spTree>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53244" y="1231447"/>
            <a:ext cx="3896982" cy="3145518"/>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85089" y="1231447"/>
            <a:ext cx="3896982" cy="3145518"/>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3"/>
          <p:cNvSpPr>
            <a:spLocks noGrp="1" noChangeArrowheads="1"/>
          </p:cNvSpPr>
          <p:nvPr>
            <p:ph type="dt" sz="half" idx="10"/>
          </p:nvPr>
        </p:nvSpPr>
        <p:spPr/>
        <p:txBody>
          <a:bodyPr/>
          <a:lstStyle>
            <a:lvl1pPr>
              <a:defRPr/>
            </a:lvl1pPr>
          </a:lstStyle>
          <a:p>
            <a:pPr>
              <a:defRPr/>
            </a:pPr>
            <a:r>
              <a:rPr lang="de-DE" altLang="en-US"/>
              <a:t>Page </a:t>
            </a:r>
            <a:fld id="{4385D09E-C2B9-498C-A6CE-FE5E33BA3E85}" type="slidenum">
              <a:rPr lang="de-DE" altLang="en-US" dirty="0"/>
              <a:pPr>
                <a:defRPr/>
              </a:pPr>
              <a:t>‹#›</a:t>
            </a:fld>
            <a:endParaRPr lang="de-DE" altLang="en-US"/>
          </a:p>
        </p:txBody>
      </p:sp>
      <p:sp>
        <p:nvSpPr>
          <p:cNvPr id="6" name="页脚占位符 4"/>
          <p:cNvSpPr>
            <a:spLocks noGrp="1"/>
          </p:cNvSpPr>
          <p:nvPr>
            <p:ph type="ftr" sz="quarter" idx="11"/>
          </p:nvPr>
        </p:nvSpPr>
        <p:spPr/>
        <p:txBody>
          <a:bodyPr/>
          <a:lstStyle>
            <a:lvl1pPr>
              <a:defRPr/>
            </a:lvl1pPr>
          </a:lstStyle>
          <a:p>
            <a:pPr>
              <a:defRPr/>
            </a:pPr>
            <a:r>
              <a:rPr lang="en-US" altLang="zh-CN"/>
              <a:t> HTTP://DLS.ZZU.EDU.CN       </a:t>
            </a:r>
            <a:r>
              <a:rPr lang="zh-CN" altLang="en-US"/>
              <a:t>郑州大学远程教育学院</a:t>
            </a:r>
          </a:p>
          <a:p>
            <a:pPr>
              <a:defRPr/>
            </a:pPr>
            <a:endParaRPr lang="en-US" altLang="zh-CN"/>
          </a:p>
        </p:txBody>
      </p:sp>
    </p:spTree>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68" y="206375"/>
            <a:ext cx="8230864" cy="85725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6568" y="1150938"/>
            <a:ext cx="4040274" cy="480786"/>
          </a:xfrm>
        </p:spPr>
        <p:txBody>
          <a:bodyPr anchor="b"/>
          <a:lstStyle>
            <a:lvl1pPr marL="0" indent="0">
              <a:buNone/>
              <a:defRPr sz="2000" b="1"/>
            </a:lvl1pPr>
            <a:lvl2pPr marL="372745" indent="0">
              <a:buNone/>
              <a:defRPr sz="1600" b="1"/>
            </a:lvl2pPr>
            <a:lvl3pPr marL="744855" indent="0">
              <a:buNone/>
              <a:defRPr sz="1500" b="1"/>
            </a:lvl3pPr>
            <a:lvl4pPr marL="1117600" indent="0">
              <a:buNone/>
              <a:defRPr sz="1300" b="1"/>
            </a:lvl4pPr>
            <a:lvl5pPr marL="1490345" indent="0">
              <a:buNone/>
              <a:defRPr sz="1300" b="1"/>
            </a:lvl5pPr>
            <a:lvl6pPr marL="1862455" indent="0">
              <a:buNone/>
              <a:defRPr sz="1300" b="1"/>
            </a:lvl6pPr>
            <a:lvl7pPr marL="2235200" indent="0">
              <a:buNone/>
              <a:defRPr sz="1300" b="1"/>
            </a:lvl7pPr>
            <a:lvl8pPr marL="2607945" indent="0">
              <a:buNone/>
              <a:defRPr sz="1300" b="1"/>
            </a:lvl8pPr>
            <a:lvl9pPr marL="2980055" indent="0">
              <a:buNone/>
              <a:defRPr sz="1300" b="1"/>
            </a:lvl9pPr>
          </a:lstStyle>
          <a:p>
            <a:pPr lvl="0"/>
            <a:r>
              <a:rPr lang="zh-CN" altLang="en-US" noProof="1"/>
              <a:t>单击此处编辑母版文本样式</a:t>
            </a:r>
          </a:p>
        </p:txBody>
      </p:sp>
      <p:sp>
        <p:nvSpPr>
          <p:cNvPr id="4" name="内容占位符 3"/>
          <p:cNvSpPr>
            <a:spLocks noGrp="1"/>
          </p:cNvSpPr>
          <p:nvPr>
            <p:ph sz="half" idx="2"/>
          </p:nvPr>
        </p:nvSpPr>
        <p:spPr>
          <a:xfrm>
            <a:off x="456568" y="1631724"/>
            <a:ext cx="4040274" cy="2962955"/>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4348" y="1150938"/>
            <a:ext cx="4043084" cy="480786"/>
          </a:xfrm>
        </p:spPr>
        <p:txBody>
          <a:bodyPr anchor="b"/>
          <a:lstStyle>
            <a:lvl1pPr marL="0" indent="0">
              <a:buNone/>
              <a:defRPr sz="2000" b="1"/>
            </a:lvl1pPr>
            <a:lvl2pPr marL="372745" indent="0">
              <a:buNone/>
              <a:defRPr sz="1600" b="1"/>
            </a:lvl2pPr>
            <a:lvl3pPr marL="744855" indent="0">
              <a:buNone/>
              <a:defRPr sz="1500" b="1"/>
            </a:lvl3pPr>
            <a:lvl4pPr marL="1117600" indent="0">
              <a:buNone/>
              <a:defRPr sz="1300" b="1"/>
            </a:lvl4pPr>
            <a:lvl5pPr marL="1490345" indent="0">
              <a:buNone/>
              <a:defRPr sz="1300" b="1"/>
            </a:lvl5pPr>
            <a:lvl6pPr marL="1862455" indent="0">
              <a:buNone/>
              <a:defRPr sz="1300" b="1"/>
            </a:lvl6pPr>
            <a:lvl7pPr marL="2235200" indent="0">
              <a:buNone/>
              <a:defRPr sz="1300" b="1"/>
            </a:lvl7pPr>
            <a:lvl8pPr marL="2607945" indent="0">
              <a:buNone/>
              <a:defRPr sz="1300" b="1"/>
            </a:lvl8pPr>
            <a:lvl9pPr marL="2980055" indent="0">
              <a:buNone/>
              <a:defRPr sz="1300" b="1"/>
            </a:lvl9pPr>
          </a:lstStyle>
          <a:p>
            <a:pPr lvl="0"/>
            <a:r>
              <a:rPr lang="zh-CN" altLang="en-US" noProof="1"/>
              <a:t>单击此处编辑母版文本样式</a:t>
            </a:r>
          </a:p>
        </p:txBody>
      </p:sp>
      <p:sp>
        <p:nvSpPr>
          <p:cNvPr id="6" name="内容占位符 5"/>
          <p:cNvSpPr>
            <a:spLocks noGrp="1"/>
          </p:cNvSpPr>
          <p:nvPr>
            <p:ph sz="quarter" idx="4"/>
          </p:nvPr>
        </p:nvSpPr>
        <p:spPr>
          <a:xfrm>
            <a:off x="4644348" y="1631724"/>
            <a:ext cx="4043084" cy="2962955"/>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3"/>
          <p:cNvSpPr>
            <a:spLocks noGrp="1" noChangeArrowheads="1"/>
          </p:cNvSpPr>
          <p:nvPr>
            <p:ph type="dt" sz="half" idx="10"/>
          </p:nvPr>
        </p:nvSpPr>
        <p:spPr/>
        <p:txBody>
          <a:bodyPr/>
          <a:lstStyle>
            <a:lvl1pPr>
              <a:defRPr/>
            </a:lvl1pPr>
          </a:lstStyle>
          <a:p>
            <a:pPr>
              <a:defRPr/>
            </a:pPr>
            <a:r>
              <a:rPr lang="de-DE" altLang="en-US"/>
              <a:t>Page </a:t>
            </a:r>
            <a:fld id="{F041DFAB-1256-4348-A525-5BAA034DB0FD}" type="slidenum">
              <a:rPr lang="de-DE" altLang="en-US" dirty="0"/>
              <a:pPr>
                <a:defRPr/>
              </a:pPr>
              <a:t>‹#›</a:t>
            </a:fld>
            <a:endParaRPr lang="de-DE" altLang="en-US"/>
          </a:p>
        </p:txBody>
      </p:sp>
      <p:sp>
        <p:nvSpPr>
          <p:cNvPr id="8" name="页脚占位符 4"/>
          <p:cNvSpPr>
            <a:spLocks noGrp="1"/>
          </p:cNvSpPr>
          <p:nvPr>
            <p:ph type="ftr" sz="quarter" idx="11"/>
          </p:nvPr>
        </p:nvSpPr>
        <p:spPr/>
        <p:txBody>
          <a:bodyPr/>
          <a:lstStyle>
            <a:lvl1pPr>
              <a:defRPr/>
            </a:lvl1pPr>
          </a:lstStyle>
          <a:p>
            <a:pPr>
              <a:defRPr/>
            </a:pPr>
            <a:r>
              <a:rPr lang="en-US" altLang="zh-CN"/>
              <a:t> HTTP://DLS.ZZU.EDU.CN       </a:t>
            </a:r>
            <a:r>
              <a:rPr lang="zh-CN" altLang="en-US"/>
              <a:t>郑州大学远程教育学院</a:t>
            </a:r>
          </a:p>
          <a:p>
            <a:pPr>
              <a:defRPr/>
            </a:pPr>
            <a:endParaRPr lang="en-US" altLang="zh-CN"/>
          </a:p>
        </p:txBody>
      </p:sp>
    </p:spTree>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3"/>
          <p:cNvSpPr>
            <a:spLocks noGrp="1" noChangeArrowheads="1"/>
          </p:cNvSpPr>
          <p:nvPr>
            <p:ph type="dt" sz="half" idx="10"/>
          </p:nvPr>
        </p:nvSpPr>
        <p:spPr/>
        <p:txBody>
          <a:bodyPr/>
          <a:lstStyle>
            <a:lvl1pPr>
              <a:defRPr/>
            </a:lvl1pPr>
          </a:lstStyle>
          <a:p>
            <a:pPr>
              <a:defRPr/>
            </a:pPr>
            <a:r>
              <a:rPr lang="de-DE" altLang="en-US"/>
              <a:t>Page </a:t>
            </a:r>
            <a:fld id="{FC399629-E8A0-4CC4-B03F-0B8865A7F02F}" type="slidenum">
              <a:rPr lang="de-DE" altLang="en-US" dirty="0"/>
              <a:pPr>
                <a:defRPr/>
              </a:pPr>
              <a:t>‹#›</a:t>
            </a:fld>
            <a:endParaRPr lang="de-DE" altLang="en-US"/>
          </a:p>
        </p:txBody>
      </p:sp>
      <p:sp>
        <p:nvSpPr>
          <p:cNvPr id="4" name="页脚占位符 4"/>
          <p:cNvSpPr>
            <a:spLocks noGrp="1"/>
          </p:cNvSpPr>
          <p:nvPr>
            <p:ph type="ftr" sz="quarter" idx="11"/>
          </p:nvPr>
        </p:nvSpPr>
        <p:spPr/>
        <p:txBody>
          <a:bodyPr/>
          <a:lstStyle>
            <a:lvl1pPr>
              <a:defRPr sz="1300">
                <a:latin typeface="FrutigerNext LT Regular" pitchFamily="2" charset="0"/>
                <a:ea typeface="华文细黑" panose="02010600040101010101" pitchFamily="2" charset="-122"/>
              </a:defRPr>
            </a:lvl1pPr>
          </a:lstStyle>
          <a:p>
            <a:pPr>
              <a:defRPr/>
            </a:pPr>
            <a:r>
              <a:rPr lang="en-US" altLang="zh-CN"/>
              <a:t> HTTP://DLS.ZZU.EDU.CN       </a:t>
            </a:r>
            <a:r>
              <a:rPr lang="zh-CN" altLang="en-US"/>
              <a:t>郑州大学远程教育学院</a:t>
            </a:r>
          </a:p>
          <a:p>
            <a:pPr>
              <a:defRPr/>
            </a:pPr>
            <a:endParaRPr lang="en-US" altLang="zh-CN"/>
          </a:p>
        </p:txBody>
      </p:sp>
    </p:spTree>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
          <p:cNvSpPr>
            <a:spLocks noGrp="1" noChangeArrowheads="1"/>
          </p:cNvSpPr>
          <p:nvPr>
            <p:ph type="dt" sz="half" idx="10"/>
          </p:nvPr>
        </p:nvSpPr>
        <p:spPr/>
        <p:txBody>
          <a:bodyPr/>
          <a:lstStyle>
            <a:lvl1pPr>
              <a:defRPr/>
            </a:lvl1pPr>
          </a:lstStyle>
          <a:p>
            <a:pPr>
              <a:defRPr/>
            </a:pPr>
            <a:r>
              <a:rPr lang="de-DE" altLang="en-US"/>
              <a:t>Page </a:t>
            </a:r>
            <a:fld id="{E808C309-84D9-45DC-9A5D-18850E667002}" type="slidenum">
              <a:rPr lang="de-DE" altLang="en-US" dirty="0"/>
              <a:pPr>
                <a:defRPr/>
              </a:pPr>
              <a:t>‹#›</a:t>
            </a:fld>
            <a:endParaRPr lang="de-DE" altLang="en-US"/>
          </a:p>
        </p:txBody>
      </p:sp>
      <p:sp>
        <p:nvSpPr>
          <p:cNvPr id="3" name="页脚占位符 4"/>
          <p:cNvSpPr>
            <a:spLocks noGrp="1"/>
          </p:cNvSpPr>
          <p:nvPr>
            <p:ph type="ftr" sz="quarter" idx="11"/>
          </p:nvPr>
        </p:nvSpPr>
        <p:spPr/>
        <p:txBody>
          <a:bodyPr/>
          <a:lstStyle>
            <a:lvl1pPr>
              <a:defRPr/>
            </a:lvl1pPr>
          </a:lstStyle>
          <a:p>
            <a:pPr>
              <a:defRPr/>
            </a:pPr>
            <a:r>
              <a:rPr lang="en-US" altLang="zh-CN"/>
              <a:t> HTTP://DLS.ZZU.EDU.CN       </a:t>
            </a:r>
            <a:r>
              <a:rPr lang="zh-CN" altLang="en-US"/>
              <a:t>郑州大学远程教育学院</a:t>
            </a:r>
          </a:p>
          <a:p>
            <a:pPr>
              <a:defRPr/>
            </a:pPr>
            <a:endParaRPr lang="en-US" altLang="zh-CN"/>
          </a:p>
        </p:txBody>
      </p:sp>
    </p:spTree>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69" y="205242"/>
            <a:ext cx="3009133" cy="870857"/>
          </a:xfrm>
        </p:spPr>
        <p:txBody>
          <a:bodyPr anchor="b"/>
          <a:lstStyle>
            <a:lvl1pPr algn="l">
              <a:defRPr sz="1600" b="1"/>
            </a:lvl1pPr>
          </a:lstStyle>
          <a:p>
            <a:r>
              <a:rPr lang="zh-CN" altLang="en-US" noProof="1"/>
              <a:t>单击此处编辑母版标题样式</a:t>
            </a:r>
          </a:p>
        </p:txBody>
      </p:sp>
      <p:sp>
        <p:nvSpPr>
          <p:cNvPr id="3" name="内容占位符 2"/>
          <p:cNvSpPr>
            <a:spLocks noGrp="1"/>
          </p:cNvSpPr>
          <p:nvPr>
            <p:ph idx="1"/>
          </p:nvPr>
        </p:nvSpPr>
        <p:spPr>
          <a:xfrm>
            <a:off x="3575278" y="205242"/>
            <a:ext cx="5112154" cy="4389437"/>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6569" y="1076099"/>
            <a:ext cx="3009133" cy="3518580"/>
          </a:xfrm>
        </p:spPr>
        <p:txBody>
          <a:bodyPr/>
          <a:lstStyle>
            <a:lvl1pPr marL="0" indent="0">
              <a:buNone/>
              <a:defRPr sz="1100"/>
            </a:lvl1pPr>
            <a:lvl2pPr marL="372745" indent="0">
              <a:buNone/>
              <a:defRPr sz="1000"/>
            </a:lvl2pPr>
            <a:lvl3pPr marL="744855" indent="0">
              <a:buNone/>
              <a:defRPr sz="800"/>
            </a:lvl3pPr>
            <a:lvl4pPr marL="1117600" indent="0">
              <a:buNone/>
              <a:defRPr sz="700"/>
            </a:lvl4pPr>
            <a:lvl5pPr marL="1490345" indent="0">
              <a:buNone/>
              <a:defRPr sz="700"/>
            </a:lvl5pPr>
            <a:lvl6pPr marL="1862455" indent="0">
              <a:buNone/>
              <a:defRPr sz="700"/>
            </a:lvl6pPr>
            <a:lvl7pPr marL="2235200" indent="0">
              <a:buNone/>
              <a:defRPr sz="700"/>
            </a:lvl7pPr>
            <a:lvl8pPr marL="2607945" indent="0">
              <a:buNone/>
              <a:defRPr sz="700"/>
            </a:lvl8pPr>
            <a:lvl9pPr marL="2980055" indent="0">
              <a:buNone/>
              <a:defRPr sz="700"/>
            </a:lvl9pPr>
          </a:lstStyle>
          <a:p>
            <a:pPr lvl="0"/>
            <a:r>
              <a:rPr lang="zh-CN" altLang="en-US" noProof="1"/>
              <a:t>单击此处编辑母版文本样式</a:t>
            </a:r>
          </a:p>
        </p:txBody>
      </p:sp>
      <p:sp>
        <p:nvSpPr>
          <p:cNvPr id="5" name="Rectangle 3"/>
          <p:cNvSpPr>
            <a:spLocks noGrp="1" noChangeArrowheads="1"/>
          </p:cNvSpPr>
          <p:nvPr>
            <p:ph type="dt" sz="half" idx="10"/>
          </p:nvPr>
        </p:nvSpPr>
        <p:spPr/>
        <p:txBody>
          <a:bodyPr/>
          <a:lstStyle>
            <a:lvl1pPr>
              <a:defRPr/>
            </a:lvl1pPr>
          </a:lstStyle>
          <a:p>
            <a:pPr>
              <a:defRPr/>
            </a:pPr>
            <a:r>
              <a:rPr lang="de-DE" altLang="en-US"/>
              <a:t>Page </a:t>
            </a:r>
            <a:fld id="{DA98AAD9-BF6A-4472-8F1A-7D30913B0923}" type="slidenum">
              <a:rPr lang="de-DE" altLang="en-US" dirty="0"/>
              <a:pPr>
                <a:defRPr/>
              </a:pPr>
              <a:t>‹#›</a:t>
            </a:fld>
            <a:endParaRPr lang="de-DE" altLang="en-US"/>
          </a:p>
        </p:txBody>
      </p:sp>
      <p:sp>
        <p:nvSpPr>
          <p:cNvPr id="6" name="页脚占位符 4"/>
          <p:cNvSpPr>
            <a:spLocks noGrp="1"/>
          </p:cNvSpPr>
          <p:nvPr>
            <p:ph type="ftr" sz="quarter" idx="11"/>
          </p:nvPr>
        </p:nvSpPr>
        <p:spPr/>
        <p:txBody>
          <a:bodyPr/>
          <a:lstStyle>
            <a:lvl1pPr>
              <a:defRPr/>
            </a:lvl1pPr>
          </a:lstStyle>
          <a:p>
            <a:pPr>
              <a:defRPr/>
            </a:pPr>
            <a:r>
              <a:rPr lang="en-US" altLang="zh-CN"/>
              <a:t> HTTP://DLS.ZZU.EDU.CN       </a:t>
            </a:r>
            <a:r>
              <a:rPr lang="zh-CN" altLang="en-US"/>
              <a:t>郑州大学远程教育学院</a:t>
            </a:r>
          </a:p>
          <a:p>
            <a:pPr>
              <a:defRPr/>
            </a:pPr>
            <a:endParaRPr lang="en-US" altLang="zh-CN"/>
          </a:p>
        </p:txBody>
      </p:sp>
    </p:spTree>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556" y="3600224"/>
            <a:ext cx="5485838" cy="425223"/>
          </a:xfrm>
        </p:spPr>
        <p:txBody>
          <a:bodyPr anchor="b"/>
          <a:lstStyle>
            <a:lvl1pPr algn="l">
              <a:defRPr sz="1600" b="1"/>
            </a:lvl1pPr>
          </a:lstStyle>
          <a:p>
            <a:r>
              <a:rPr lang="zh-CN" altLang="en-US" noProof="1"/>
              <a:t>单击此处编辑母版标题样式</a:t>
            </a:r>
          </a:p>
        </p:txBody>
      </p:sp>
      <p:sp>
        <p:nvSpPr>
          <p:cNvPr id="3" name="图片占位符 2"/>
          <p:cNvSpPr>
            <a:spLocks noGrp="1"/>
          </p:cNvSpPr>
          <p:nvPr>
            <p:ph type="pic" idx="1"/>
          </p:nvPr>
        </p:nvSpPr>
        <p:spPr>
          <a:xfrm>
            <a:off x="1792556" y="459242"/>
            <a:ext cx="5485838" cy="3086554"/>
          </a:xfrm>
        </p:spPr>
        <p:txBody>
          <a:bodyPr/>
          <a:lstStyle>
            <a:lvl1pPr marL="0" indent="0">
              <a:buNone/>
              <a:defRPr sz="2600"/>
            </a:lvl1pPr>
            <a:lvl2pPr marL="372745" indent="0">
              <a:buNone/>
              <a:defRPr sz="2300"/>
            </a:lvl2pPr>
            <a:lvl3pPr marL="744855" indent="0">
              <a:buNone/>
              <a:defRPr sz="2000"/>
            </a:lvl3pPr>
            <a:lvl4pPr marL="1117600" indent="0">
              <a:buNone/>
              <a:defRPr sz="1600"/>
            </a:lvl4pPr>
            <a:lvl5pPr marL="1490345" indent="0">
              <a:buNone/>
              <a:defRPr sz="1600"/>
            </a:lvl5pPr>
            <a:lvl6pPr marL="1862455" indent="0">
              <a:buNone/>
              <a:defRPr sz="1600"/>
            </a:lvl6pPr>
            <a:lvl7pPr marL="2235200" indent="0">
              <a:buNone/>
              <a:defRPr sz="1600"/>
            </a:lvl7pPr>
            <a:lvl8pPr marL="2607945" indent="0">
              <a:buNone/>
              <a:defRPr sz="1600"/>
            </a:lvl8pPr>
            <a:lvl9pPr marL="2980055" indent="0">
              <a:buNone/>
              <a:defRPr sz="1600"/>
            </a:lvl9pPr>
          </a:lstStyle>
          <a:p>
            <a:pPr lvl="0"/>
            <a:endParaRPr lang="zh-CN" altLang="en-US" noProof="0"/>
          </a:p>
        </p:txBody>
      </p:sp>
      <p:sp>
        <p:nvSpPr>
          <p:cNvPr id="4" name="文本占位符 3"/>
          <p:cNvSpPr>
            <a:spLocks noGrp="1"/>
          </p:cNvSpPr>
          <p:nvPr>
            <p:ph type="body" sz="half" idx="2"/>
          </p:nvPr>
        </p:nvSpPr>
        <p:spPr>
          <a:xfrm>
            <a:off x="1792556" y="4025446"/>
            <a:ext cx="5485838" cy="603250"/>
          </a:xfrm>
        </p:spPr>
        <p:txBody>
          <a:bodyPr/>
          <a:lstStyle>
            <a:lvl1pPr marL="0" indent="0">
              <a:buNone/>
              <a:defRPr sz="1100"/>
            </a:lvl1pPr>
            <a:lvl2pPr marL="372745" indent="0">
              <a:buNone/>
              <a:defRPr sz="1000"/>
            </a:lvl2pPr>
            <a:lvl3pPr marL="744855" indent="0">
              <a:buNone/>
              <a:defRPr sz="800"/>
            </a:lvl3pPr>
            <a:lvl4pPr marL="1117600" indent="0">
              <a:buNone/>
              <a:defRPr sz="700"/>
            </a:lvl4pPr>
            <a:lvl5pPr marL="1490345" indent="0">
              <a:buNone/>
              <a:defRPr sz="700"/>
            </a:lvl5pPr>
            <a:lvl6pPr marL="1862455" indent="0">
              <a:buNone/>
              <a:defRPr sz="700"/>
            </a:lvl6pPr>
            <a:lvl7pPr marL="2235200" indent="0">
              <a:buNone/>
              <a:defRPr sz="700"/>
            </a:lvl7pPr>
            <a:lvl8pPr marL="2607945" indent="0">
              <a:buNone/>
              <a:defRPr sz="700"/>
            </a:lvl8pPr>
            <a:lvl9pPr marL="2980055" indent="0">
              <a:buNone/>
              <a:defRPr sz="700"/>
            </a:lvl9pPr>
          </a:lstStyle>
          <a:p>
            <a:pPr lvl="0"/>
            <a:r>
              <a:rPr lang="zh-CN" altLang="en-US" noProof="1"/>
              <a:t>单击此处编辑母版文本样式</a:t>
            </a:r>
          </a:p>
        </p:txBody>
      </p:sp>
      <p:sp>
        <p:nvSpPr>
          <p:cNvPr id="5" name="Rectangle 3"/>
          <p:cNvSpPr>
            <a:spLocks noGrp="1" noChangeArrowheads="1"/>
          </p:cNvSpPr>
          <p:nvPr>
            <p:ph type="dt" sz="half" idx="10"/>
          </p:nvPr>
        </p:nvSpPr>
        <p:spPr/>
        <p:txBody>
          <a:bodyPr/>
          <a:lstStyle>
            <a:lvl1pPr>
              <a:defRPr/>
            </a:lvl1pPr>
          </a:lstStyle>
          <a:p>
            <a:pPr>
              <a:defRPr/>
            </a:pPr>
            <a:r>
              <a:rPr lang="de-DE" altLang="en-US"/>
              <a:t>Page </a:t>
            </a:r>
            <a:fld id="{24715149-FA19-4E31-BDCB-89D7B05CF837}" type="slidenum">
              <a:rPr lang="de-DE" altLang="en-US" dirty="0"/>
              <a:pPr>
                <a:defRPr/>
              </a:pPr>
              <a:t>‹#›</a:t>
            </a:fld>
            <a:endParaRPr lang="de-DE" altLang="en-US"/>
          </a:p>
        </p:txBody>
      </p:sp>
      <p:sp>
        <p:nvSpPr>
          <p:cNvPr id="6" name="页脚占位符 4"/>
          <p:cNvSpPr>
            <a:spLocks noGrp="1"/>
          </p:cNvSpPr>
          <p:nvPr>
            <p:ph type="ftr" sz="quarter" idx="11"/>
          </p:nvPr>
        </p:nvSpPr>
        <p:spPr/>
        <p:txBody>
          <a:bodyPr/>
          <a:lstStyle>
            <a:lvl1pPr>
              <a:defRPr/>
            </a:lvl1pPr>
          </a:lstStyle>
          <a:p>
            <a:pPr>
              <a:defRPr/>
            </a:pPr>
            <a:r>
              <a:rPr lang="en-US" altLang="zh-CN"/>
              <a:t> HTTP://DLS.ZZU.EDU.CN       </a:t>
            </a:r>
            <a:r>
              <a:rPr lang="zh-CN" altLang="en-US"/>
              <a:t>郑州大学远程教育学院</a:t>
            </a:r>
          </a:p>
          <a:p>
            <a:pPr>
              <a:defRPr/>
            </a:pPr>
            <a:endParaRPr lang="en-US" altLang="zh-CN"/>
          </a:p>
        </p:txBody>
      </p:sp>
    </p:spTree>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3"/>
          <p:cNvSpPr>
            <a:spLocks noGrp="1" noChangeArrowheads="1"/>
          </p:cNvSpPr>
          <p:nvPr>
            <p:ph type="dt" sz="half" idx="10"/>
          </p:nvPr>
        </p:nvSpPr>
        <p:spPr/>
        <p:txBody>
          <a:bodyPr/>
          <a:lstStyle>
            <a:lvl1pPr>
              <a:defRPr/>
            </a:lvl1pPr>
          </a:lstStyle>
          <a:p>
            <a:pPr>
              <a:defRPr/>
            </a:pPr>
            <a:r>
              <a:rPr lang="de-DE" altLang="en-US"/>
              <a:t>Page </a:t>
            </a:r>
            <a:fld id="{3F8848EA-62A4-4855-99DB-911EF1631BF1}" type="slidenum">
              <a:rPr lang="de-DE" altLang="en-US" dirty="0"/>
              <a:pPr>
                <a:defRPr/>
              </a:pPr>
              <a:t>‹#›</a:t>
            </a:fld>
            <a:endParaRPr lang="de-DE" altLang="en-US"/>
          </a:p>
        </p:txBody>
      </p:sp>
      <p:sp>
        <p:nvSpPr>
          <p:cNvPr id="5" name="页脚占位符 4"/>
          <p:cNvSpPr>
            <a:spLocks noGrp="1"/>
          </p:cNvSpPr>
          <p:nvPr>
            <p:ph type="ftr" sz="quarter" idx="11"/>
          </p:nvPr>
        </p:nvSpPr>
        <p:spPr/>
        <p:txBody>
          <a:bodyPr/>
          <a:lstStyle>
            <a:lvl1pPr>
              <a:defRPr/>
            </a:lvl1pPr>
          </a:lstStyle>
          <a:p>
            <a:pPr>
              <a:defRPr/>
            </a:pPr>
            <a:r>
              <a:rPr lang="en-US" altLang="zh-CN"/>
              <a:t> HTTP://DLS.ZZU.EDU.CN       </a:t>
            </a:r>
            <a:r>
              <a:rPr lang="zh-CN" altLang="en-US"/>
              <a:t>郑州大学远程教育学院</a:t>
            </a:r>
          </a:p>
          <a:p>
            <a:pPr>
              <a:defRPr/>
            </a:pPr>
            <a:endParaRPr lang="en-US" altLang="zh-CN"/>
          </a:p>
        </p:txBody>
      </p:sp>
    </p:spTree>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9864" y="323170"/>
            <a:ext cx="1982207" cy="4053794"/>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53244" y="323170"/>
            <a:ext cx="5811757" cy="4053794"/>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3"/>
          <p:cNvSpPr>
            <a:spLocks noGrp="1" noChangeArrowheads="1"/>
          </p:cNvSpPr>
          <p:nvPr>
            <p:ph type="dt" sz="half" idx="10"/>
          </p:nvPr>
        </p:nvSpPr>
        <p:spPr/>
        <p:txBody>
          <a:bodyPr/>
          <a:lstStyle>
            <a:lvl1pPr>
              <a:defRPr/>
            </a:lvl1pPr>
          </a:lstStyle>
          <a:p>
            <a:pPr>
              <a:defRPr/>
            </a:pPr>
            <a:r>
              <a:rPr lang="de-DE" altLang="en-US"/>
              <a:t>Page </a:t>
            </a:r>
            <a:fld id="{6235E0F6-B144-4361-8743-501849C70583}" type="slidenum">
              <a:rPr lang="de-DE" altLang="en-US" dirty="0"/>
              <a:pPr>
                <a:defRPr/>
              </a:pPr>
              <a:t>‹#›</a:t>
            </a:fld>
            <a:endParaRPr lang="de-DE" altLang="en-US"/>
          </a:p>
        </p:txBody>
      </p:sp>
      <p:sp>
        <p:nvSpPr>
          <p:cNvPr id="5" name="页脚占位符 4"/>
          <p:cNvSpPr>
            <a:spLocks noGrp="1"/>
          </p:cNvSpPr>
          <p:nvPr>
            <p:ph type="ftr" sz="quarter" idx="11"/>
          </p:nvPr>
        </p:nvSpPr>
        <p:spPr/>
        <p:txBody>
          <a:bodyPr/>
          <a:lstStyle>
            <a:lvl1pPr>
              <a:defRPr/>
            </a:lvl1pPr>
          </a:lstStyle>
          <a:p>
            <a:pPr>
              <a:defRPr/>
            </a:pPr>
            <a:r>
              <a:rPr lang="en-US" altLang="zh-CN"/>
              <a:t> HTTP://DLS.ZZU.EDU.CN       </a:t>
            </a:r>
            <a:r>
              <a:rPr lang="zh-CN" altLang="en-US"/>
              <a:t>郑州大学远程教育学院</a:t>
            </a:r>
          </a:p>
          <a:p>
            <a:pPr>
              <a:defRPr/>
            </a:pPr>
            <a:endParaRPr lang="en-US" altLang="zh-CN"/>
          </a:p>
        </p:txBody>
      </p:sp>
    </p:spTree>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54" y="1597706"/>
            <a:ext cx="7772892" cy="1102179"/>
          </a:xfrm>
        </p:spPr>
        <p:txBody>
          <a:bodyPr/>
          <a:lstStyle/>
          <a:p>
            <a:r>
              <a:rPr lang="zh-CN" altLang="en-US" noProof="1"/>
              <a:t>单击此处编辑母版标题样式</a:t>
            </a:r>
          </a:p>
        </p:txBody>
      </p:sp>
      <p:sp>
        <p:nvSpPr>
          <p:cNvPr id="3" name="副标题 2"/>
          <p:cNvSpPr>
            <a:spLocks noGrp="1"/>
          </p:cNvSpPr>
          <p:nvPr>
            <p:ph type="subTitle" idx="1"/>
          </p:nvPr>
        </p:nvSpPr>
        <p:spPr>
          <a:xfrm>
            <a:off x="1371108" y="2914197"/>
            <a:ext cx="6401784" cy="1315357"/>
          </a:xfrm>
        </p:spPr>
        <p:txBody>
          <a:bodyPr/>
          <a:lstStyle>
            <a:lvl1pPr marL="0" indent="0" algn="ctr">
              <a:buNone/>
              <a:defRPr/>
            </a:lvl1pPr>
            <a:lvl2pPr marL="372745" indent="0" algn="ctr">
              <a:buNone/>
              <a:defRPr/>
            </a:lvl2pPr>
            <a:lvl3pPr marL="744855" indent="0" algn="ctr">
              <a:buNone/>
              <a:defRPr/>
            </a:lvl3pPr>
            <a:lvl4pPr marL="1117600" indent="0" algn="ctr">
              <a:buNone/>
              <a:defRPr/>
            </a:lvl4pPr>
            <a:lvl5pPr marL="1490345" indent="0" algn="ctr">
              <a:buNone/>
              <a:defRPr/>
            </a:lvl5pPr>
            <a:lvl6pPr marL="1862455" indent="0" algn="ctr">
              <a:buNone/>
              <a:defRPr/>
            </a:lvl6pPr>
            <a:lvl7pPr marL="2235200" indent="0" algn="ctr">
              <a:buNone/>
              <a:defRPr/>
            </a:lvl7pPr>
            <a:lvl8pPr marL="2607945" indent="0" algn="ctr">
              <a:buNone/>
              <a:defRPr/>
            </a:lvl8pPr>
            <a:lvl9pPr marL="2980055" indent="0" algn="ctr">
              <a:buNone/>
              <a:defRPr/>
            </a:lvl9pPr>
          </a:lstStyle>
          <a:p>
            <a:r>
              <a:rPr lang="zh-CN" altLang="en-US" noProof="1"/>
              <a:t>单击此处编辑母版副标题样式</a:t>
            </a:r>
          </a:p>
        </p:txBody>
      </p:sp>
    </p:spTree>
  </p:cSld>
  <p:clrMapOvr>
    <a:masterClrMapping/>
  </p:clrMapOvr>
  <p:transition advClick="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advClick="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079" y="3305403"/>
            <a:ext cx="7772892" cy="1021669"/>
          </a:xfrm>
        </p:spPr>
        <p:txBody>
          <a:bodyPr anchor="t"/>
          <a:lstStyle>
            <a:lvl1pPr algn="l">
              <a:defRPr sz="3300" b="1" cap="all"/>
            </a:lvl1pPr>
          </a:lstStyle>
          <a:p>
            <a:r>
              <a:rPr lang="zh-CN" altLang="en-US" noProof="1"/>
              <a:t>单击此处编辑母版标题样式</a:t>
            </a:r>
          </a:p>
        </p:txBody>
      </p:sp>
      <p:sp>
        <p:nvSpPr>
          <p:cNvPr id="3" name="文本占位符 2"/>
          <p:cNvSpPr>
            <a:spLocks noGrp="1"/>
          </p:cNvSpPr>
          <p:nvPr>
            <p:ph type="body" idx="1"/>
          </p:nvPr>
        </p:nvSpPr>
        <p:spPr>
          <a:xfrm>
            <a:off x="722079" y="2180545"/>
            <a:ext cx="7772892" cy="1124857"/>
          </a:xfrm>
        </p:spPr>
        <p:txBody>
          <a:bodyPr anchor="b"/>
          <a:lstStyle>
            <a:lvl1pPr marL="0" indent="0">
              <a:buNone/>
              <a:defRPr sz="1600"/>
            </a:lvl1pPr>
            <a:lvl2pPr marL="372745" indent="0">
              <a:buNone/>
              <a:defRPr sz="1500"/>
            </a:lvl2pPr>
            <a:lvl3pPr marL="744855" indent="0">
              <a:buNone/>
              <a:defRPr sz="1300"/>
            </a:lvl3pPr>
            <a:lvl4pPr marL="1117600" indent="0">
              <a:buNone/>
              <a:defRPr sz="1100"/>
            </a:lvl4pPr>
            <a:lvl5pPr marL="1490345" indent="0">
              <a:buNone/>
              <a:defRPr sz="1100"/>
            </a:lvl5pPr>
            <a:lvl6pPr marL="1862455" indent="0">
              <a:buNone/>
              <a:defRPr sz="1100"/>
            </a:lvl6pPr>
            <a:lvl7pPr marL="2235200" indent="0">
              <a:buNone/>
              <a:defRPr sz="1100"/>
            </a:lvl7pPr>
            <a:lvl8pPr marL="2607945" indent="0">
              <a:buNone/>
              <a:defRPr sz="1100"/>
            </a:lvl8pPr>
            <a:lvl9pPr marL="2980055" indent="0">
              <a:buNone/>
              <a:defRPr sz="1100"/>
            </a:lvl9pPr>
          </a:lstStyle>
          <a:p>
            <a:pPr lvl="0"/>
            <a:r>
              <a:rPr lang="zh-CN" altLang="en-US" noProof="1"/>
              <a:t>单击此处编辑母版文本样式</a:t>
            </a:r>
          </a:p>
        </p:txBody>
      </p:sp>
    </p:spTree>
  </p:cSld>
  <p:clrMapOvr>
    <a:masterClrMapping/>
  </p:clrMapOvr>
  <p:transition advClick="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53244" y="1231447"/>
            <a:ext cx="3896982" cy="3145518"/>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85089" y="1231447"/>
            <a:ext cx="3896982" cy="3145518"/>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advClick="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68" y="206375"/>
            <a:ext cx="8230864" cy="85725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6568" y="1150938"/>
            <a:ext cx="4040274" cy="480786"/>
          </a:xfrm>
        </p:spPr>
        <p:txBody>
          <a:bodyPr anchor="b"/>
          <a:lstStyle>
            <a:lvl1pPr marL="0" indent="0">
              <a:buNone/>
              <a:defRPr sz="2000" b="1"/>
            </a:lvl1pPr>
            <a:lvl2pPr marL="372745" indent="0">
              <a:buNone/>
              <a:defRPr sz="1600" b="1"/>
            </a:lvl2pPr>
            <a:lvl3pPr marL="744855" indent="0">
              <a:buNone/>
              <a:defRPr sz="1500" b="1"/>
            </a:lvl3pPr>
            <a:lvl4pPr marL="1117600" indent="0">
              <a:buNone/>
              <a:defRPr sz="1300" b="1"/>
            </a:lvl4pPr>
            <a:lvl5pPr marL="1490345" indent="0">
              <a:buNone/>
              <a:defRPr sz="1300" b="1"/>
            </a:lvl5pPr>
            <a:lvl6pPr marL="1862455" indent="0">
              <a:buNone/>
              <a:defRPr sz="1300" b="1"/>
            </a:lvl6pPr>
            <a:lvl7pPr marL="2235200" indent="0">
              <a:buNone/>
              <a:defRPr sz="1300" b="1"/>
            </a:lvl7pPr>
            <a:lvl8pPr marL="2607945" indent="0">
              <a:buNone/>
              <a:defRPr sz="1300" b="1"/>
            </a:lvl8pPr>
            <a:lvl9pPr marL="2980055" indent="0">
              <a:buNone/>
              <a:defRPr sz="1300" b="1"/>
            </a:lvl9pPr>
          </a:lstStyle>
          <a:p>
            <a:pPr lvl="0"/>
            <a:r>
              <a:rPr lang="zh-CN" altLang="en-US" noProof="1"/>
              <a:t>单击此处编辑母版文本样式</a:t>
            </a:r>
          </a:p>
        </p:txBody>
      </p:sp>
      <p:sp>
        <p:nvSpPr>
          <p:cNvPr id="4" name="内容占位符 3"/>
          <p:cNvSpPr>
            <a:spLocks noGrp="1"/>
          </p:cNvSpPr>
          <p:nvPr>
            <p:ph sz="half" idx="2"/>
          </p:nvPr>
        </p:nvSpPr>
        <p:spPr>
          <a:xfrm>
            <a:off x="456568" y="1631724"/>
            <a:ext cx="4040274" cy="2962955"/>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4348" y="1150938"/>
            <a:ext cx="4043084" cy="480786"/>
          </a:xfrm>
        </p:spPr>
        <p:txBody>
          <a:bodyPr anchor="b"/>
          <a:lstStyle>
            <a:lvl1pPr marL="0" indent="0">
              <a:buNone/>
              <a:defRPr sz="2000" b="1"/>
            </a:lvl1pPr>
            <a:lvl2pPr marL="372745" indent="0">
              <a:buNone/>
              <a:defRPr sz="1600" b="1"/>
            </a:lvl2pPr>
            <a:lvl3pPr marL="744855" indent="0">
              <a:buNone/>
              <a:defRPr sz="1500" b="1"/>
            </a:lvl3pPr>
            <a:lvl4pPr marL="1117600" indent="0">
              <a:buNone/>
              <a:defRPr sz="1300" b="1"/>
            </a:lvl4pPr>
            <a:lvl5pPr marL="1490345" indent="0">
              <a:buNone/>
              <a:defRPr sz="1300" b="1"/>
            </a:lvl5pPr>
            <a:lvl6pPr marL="1862455" indent="0">
              <a:buNone/>
              <a:defRPr sz="1300" b="1"/>
            </a:lvl6pPr>
            <a:lvl7pPr marL="2235200" indent="0">
              <a:buNone/>
              <a:defRPr sz="1300" b="1"/>
            </a:lvl7pPr>
            <a:lvl8pPr marL="2607945" indent="0">
              <a:buNone/>
              <a:defRPr sz="1300" b="1"/>
            </a:lvl8pPr>
            <a:lvl9pPr marL="2980055" indent="0">
              <a:buNone/>
              <a:defRPr sz="1300" b="1"/>
            </a:lvl9pPr>
          </a:lstStyle>
          <a:p>
            <a:pPr lvl="0"/>
            <a:r>
              <a:rPr lang="zh-CN" altLang="en-US" noProof="1"/>
              <a:t>单击此处编辑母版文本样式</a:t>
            </a:r>
          </a:p>
        </p:txBody>
      </p:sp>
      <p:sp>
        <p:nvSpPr>
          <p:cNvPr id="6" name="内容占位符 5"/>
          <p:cNvSpPr>
            <a:spLocks noGrp="1"/>
          </p:cNvSpPr>
          <p:nvPr>
            <p:ph sz="quarter" idx="4"/>
          </p:nvPr>
        </p:nvSpPr>
        <p:spPr>
          <a:xfrm>
            <a:off x="4644348" y="1631724"/>
            <a:ext cx="4043084" cy="2962955"/>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advClick="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cSld>
  <p:clrMapOvr>
    <a:masterClrMapping/>
  </p:clrMapOvr>
  <p:transition advClick="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advClick="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69" y="205242"/>
            <a:ext cx="3009133" cy="870857"/>
          </a:xfrm>
        </p:spPr>
        <p:txBody>
          <a:bodyPr anchor="b"/>
          <a:lstStyle>
            <a:lvl1pPr algn="l">
              <a:defRPr sz="1600" b="1"/>
            </a:lvl1pPr>
          </a:lstStyle>
          <a:p>
            <a:r>
              <a:rPr lang="zh-CN" altLang="en-US" noProof="1"/>
              <a:t>单击此处编辑母版标题样式</a:t>
            </a:r>
          </a:p>
        </p:txBody>
      </p:sp>
      <p:sp>
        <p:nvSpPr>
          <p:cNvPr id="3" name="内容占位符 2"/>
          <p:cNvSpPr>
            <a:spLocks noGrp="1"/>
          </p:cNvSpPr>
          <p:nvPr>
            <p:ph idx="1"/>
          </p:nvPr>
        </p:nvSpPr>
        <p:spPr>
          <a:xfrm>
            <a:off x="3575278" y="205242"/>
            <a:ext cx="5112154" cy="4389437"/>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6569" y="1076099"/>
            <a:ext cx="3009133" cy="3518580"/>
          </a:xfrm>
        </p:spPr>
        <p:txBody>
          <a:bodyPr/>
          <a:lstStyle>
            <a:lvl1pPr marL="0" indent="0">
              <a:buNone/>
              <a:defRPr sz="1100"/>
            </a:lvl1pPr>
            <a:lvl2pPr marL="372745" indent="0">
              <a:buNone/>
              <a:defRPr sz="1000"/>
            </a:lvl2pPr>
            <a:lvl3pPr marL="744855" indent="0">
              <a:buNone/>
              <a:defRPr sz="800"/>
            </a:lvl3pPr>
            <a:lvl4pPr marL="1117600" indent="0">
              <a:buNone/>
              <a:defRPr sz="700"/>
            </a:lvl4pPr>
            <a:lvl5pPr marL="1490345" indent="0">
              <a:buNone/>
              <a:defRPr sz="700"/>
            </a:lvl5pPr>
            <a:lvl6pPr marL="1862455" indent="0">
              <a:buNone/>
              <a:defRPr sz="700"/>
            </a:lvl6pPr>
            <a:lvl7pPr marL="2235200" indent="0">
              <a:buNone/>
              <a:defRPr sz="700"/>
            </a:lvl7pPr>
            <a:lvl8pPr marL="2607945" indent="0">
              <a:buNone/>
              <a:defRPr sz="700"/>
            </a:lvl8pPr>
            <a:lvl9pPr marL="2980055" indent="0">
              <a:buNone/>
              <a:defRPr sz="700"/>
            </a:lvl9pPr>
          </a:lstStyle>
          <a:p>
            <a:pPr lvl="0"/>
            <a:r>
              <a:rPr lang="zh-CN" altLang="en-US" noProof="1"/>
              <a:t>单击此处编辑母版文本样式</a:t>
            </a:r>
          </a:p>
        </p:txBody>
      </p:sp>
    </p:spTree>
  </p:cSld>
  <p:clrMapOvr>
    <a:masterClrMapping/>
  </p:clrMapOvr>
  <p:transition advClick="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556" y="3600224"/>
            <a:ext cx="5485838" cy="425223"/>
          </a:xfrm>
        </p:spPr>
        <p:txBody>
          <a:bodyPr anchor="b"/>
          <a:lstStyle>
            <a:lvl1pPr algn="l">
              <a:defRPr sz="1600" b="1"/>
            </a:lvl1pPr>
          </a:lstStyle>
          <a:p>
            <a:r>
              <a:rPr lang="zh-CN" altLang="en-US" noProof="1"/>
              <a:t>单击此处编辑母版标题样式</a:t>
            </a:r>
          </a:p>
        </p:txBody>
      </p:sp>
      <p:sp>
        <p:nvSpPr>
          <p:cNvPr id="3" name="图片占位符 2"/>
          <p:cNvSpPr>
            <a:spLocks noGrp="1"/>
          </p:cNvSpPr>
          <p:nvPr>
            <p:ph type="pic" idx="1"/>
          </p:nvPr>
        </p:nvSpPr>
        <p:spPr>
          <a:xfrm>
            <a:off x="1792556" y="459242"/>
            <a:ext cx="5485838" cy="3086554"/>
          </a:xfrm>
        </p:spPr>
        <p:txBody>
          <a:bodyPr/>
          <a:lstStyle>
            <a:lvl1pPr marL="0" indent="0">
              <a:buNone/>
              <a:defRPr sz="2600"/>
            </a:lvl1pPr>
            <a:lvl2pPr marL="372745" indent="0">
              <a:buNone/>
              <a:defRPr sz="2300"/>
            </a:lvl2pPr>
            <a:lvl3pPr marL="744855" indent="0">
              <a:buNone/>
              <a:defRPr sz="2000"/>
            </a:lvl3pPr>
            <a:lvl4pPr marL="1117600" indent="0">
              <a:buNone/>
              <a:defRPr sz="1600"/>
            </a:lvl4pPr>
            <a:lvl5pPr marL="1490345" indent="0">
              <a:buNone/>
              <a:defRPr sz="1600"/>
            </a:lvl5pPr>
            <a:lvl6pPr marL="1862455" indent="0">
              <a:buNone/>
              <a:defRPr sz="1600"/>
            </a:lvl6pPr>
            <a:lvl7pPr marL="2235200" indent="0">
              <a:buNone/>
              <a:defRPr sz="1600"/>
            </a:lvl7pPr>
            <a:lvl8pPr marL="2607945" indent="0">
              <a:buNone/>
              <a:defRPr sz="1600"/>
            </a:lvl8pPr>
            <a:lvl9pPr marL="2980055" indent="0">
              <a:buNone/>
              <a:defRPr sz="1600"/>
            </a:lvl9pPr>
          </a:lstStyle>
          <a:p>
            <a:pPr lvl="0"/>
            <a:endParaRPr lang="zh-CN" altLang="en-US" noProof="0"/>
          </a:p>
        </p:txBody>
      </p:sp>
      <p:sp>
        <p:nvSpPr>
          <p:cNvPr id="4" name="文本占位符 3"/>
          <p:cNvSpPr>
            <a:spLocks noGrp="1"/>
          </p:cNvSpPr>
          <p:nvPr>
            <p:ph type="body" sz="half" idx="2"/>
          </p:nvPr>
        </p:nvSpPr>
        <p:spPr>
          <a:xfrm>
            <a:off x="1792556" y="4025446"/>
            <a:ext cx="5485838" cy="603250"/>
          </a:xfrm>
        </p:spPr>
        <p:txBody>
          <a:bodyPr/>
          <a:lstStyle>
            <a:lvl1pPr marL="0" indent="0">
              <a:buNone/>
              <a:defRPr sz="1100"/>
            </a:lvl1pPr>
            <a:lvl2pPr marL="372745" indent="0">
              <a:buNone/>
              <a:defRPr sz="1000"/>
            </a:lvl2pPr>
            <a:lvl3pPr marL="744855" indent="0">
              <a:buNone/>
              <a:defRPr sz="800"/>
            </a:lvl3pPr>
            <a:lvl4pPr marL="1117600" indent="0">
              <a:buNone/>
              <a:defRPr sz="700"/>
            </a:lvl4pPr>
            <a:lvl5pPr marL="1490345" indent="0">
              <a:buNone/>
              <a:defRPr sz="700"/>
            </a:lvl5pPr>
            <a:lvl6pPr marL="1862455" indent="0">
              <a:buNone/>
              <a:defRPr sz="700"/>
            </a:lvl6pPr>
            <a:lvl7pPr marL="2235200" indent="0">
              <a:buNone/>
              <a:defRPr sz="700"/>
            </a:lvl7pPr>
            <a:lvl8pPr marL="2607945" indent="0">
              <a:buNone/>
              <a:defRPr sz="700"/>
            </a:lvl8pPr>
            <a:lvl9pPr marL="2980055" indent="0">
              <a:buNone/>
              <a:defRPr sz="700"/>
            </a:lvl9pPr>
          </a:lstStyle>
          <a:p>
            <a:pPr lvl="0"/>
            <a:r>
              <a:rPr lang="zh-CN" altLang="en-US" noProof="1"/>
              <a:t>单击此处编辑母版文本样式</a:t>
            </a:r>
          </a:p>
        </p:txBody>
      </p:sp>
    </p:spTree>
  </p:cSld>
  <p:clrMapOvr>
    <a:masterClrMapping/>
  </p:clrMapOvr>
  <p:transition advClick="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advClick="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9864" y="478518"/>
            <a:ext cx="1982207" cy="3898446"/>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53244" y="478518"/>
            <a:ext cx="5811757" cy="3898446"/>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advClick="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54" y="1597706"/>
            <a:ext cx="7772892" cy="1102179"/>
          </a:xfrm>
          <a:prstGeom prst="rect">
            <a:avLst/>
          </a:prstGeom>
        </p:spPr>
        <p:txBody>
          <a:bodyPr lIns="74505" tIns="37253" rIns="74505" bIns="37253"/>
          <a:lstStyle/>
          <a:p>
            <a:r>
              <a:rPr lang="zh-CN" altLang="en-US" noProof="1"/>
              <a:t>单击此处编辑母版标题样式</a:t>
            </a:r>
          </a:p>
        </p:txBody>
      </p:sp>
      <p:sp>
        <p:nvSpPr>
          <p:cNvPr id="3" name="副标题 2"/>
          <p:cNvSpPr>
            <a:spLocks noGrp="1"/>
          </p:cNvSpPr>
          <p:nvPr>
            <p:ph type="subTitle" idx="1"/>
          </p:nvPr>
        </p:nvSpPr>
        <p:spPr>
          <a:xfrm>
            <a:off x="1371108" y="2914197"/>
            <a:ext cx="6401784" cy="1315357"/>
          </a:xfrm>
          <a:prstGeom prst="rect">
            <a:avLst/>
          </a:prstGeom>
        </p:spPr>
        <p:txBody>
          <a:bodyPr lIns="74505" tIns="37253" rIns="74505" bIns="37253"/>
          <a:lstStyle>
            <a:lvl1pPr marL="0" indent="0" algn="ctr">
              <a:buNone/>
              <a:defRPr/>
            </a:lvl1pPr>
            <a:lvl2pPr marL="372745" indent="0" algn="ctr">
              <a:buNone/>
              <a:defRPr/>
            </a:lvl2pPr>
            <a:lvl3pPr marL="744855" indent="0" algn="ctr">
              <a:buNone/>
              <a:defRPr/>
            </a:lvl3pPr>
            <a:lvl4pPr marL="1117600" indent="0" algn="ctr">
              <a:buNone/>
              <a:defRPr/>
            </a:lvl4pPr>
            <a:lvl5pPr marL="1490345" indent="0" algn="ctr">
              <a:buNone/>
              <a:defRPr/>
            </a:lvl5pPr>
            <a:lvl6pPr marL="1862455" indent="0" algn="ctr">
              <a:buNone/>
              <a:defRPr/>
            </a:lvl6pPr>
            <a:lvl7pPr marL="2235200" indent="0" algn="ctr">
              <a:buNone/>
              <a:defRPr/>
            </a:lvl7pPr>
            <a:lvl8pPr marL="2607945" indent="0" algn="ctr">
              <a:buNone/>
              <a:defRPr/>
            </a:lvl8pPr>
            <a:lvl9pPr marL="2980055" indent="0" algn="ctr">
              <a:buNone/>
              <a:defRPr/>
            </a:lvl9pPr>
          </a:lstStyle>
          <a:p>
            <a:r>
              <a:rPr lang="zh-CN" altLang="en-US" noProof="1"/>
              <a:t>单击此处编辑母版副标题样式</a:t>
            </a:r>
          </a:p>
        </p:txBody>
      </p:sp>
    </p:spTree>
  </p:cSld>
  <p:clrMapOvr>
    <a:masterClrMapping/>
  </p:clrMapOvr>
  <p:transition advClick="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6568" y="206375"/>
            <a:ext cx="8230864" cy="857250"/>
          </a:xfrm>
          <a:prstGeom prst="rect">
            <a:avLst/>
          </a:prstGeom>
        </p:spPr>
        <p:txBody>
          <a:bodyPr lIns="74505" tIns="37253" rIns="74505" bIns="37253"/>
          <a:lstStyle/>
          <a:p>
            <a:r>
              <a:rPr lang="zh-CN" altLang="en-US" noProof="1"/>
              <a:t>单击此处编辑母版标题样式</a:t>
            </a:r>
          </a:p>
        </p:txBody>
      </p:sp>
      <p:sp>
        <p:nvSpPr>
          <p:cNvPr id="3" name="内容占位符 2"/>
          <p:cNvSpPr>
            <a:spLocks noGrp="1"/>
          </p:cNvSpPr>
          <p:nvPr>
            <p:ph idx="1"/>
          </p:nvPr>
        </p:nvSpPr>
        <p:spPr>
          <a:xfrm>
            <a:off x="456568" y="1199697"/>
            <a:ext cx="8230864" cy="3394982"/>
          </a:xfrm>
          <a:prstGeom prst="rect">
            <a:avLst/>
          </a:prstGeom>
        </p:spPr>
        <p:txBody>
          <a:bodyPr lIns="74505" tIns="37253" rIns="74505" bIns="37253"/>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advClick="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079" y="3305403"/>
            <a:ext cx="7772892" cy="1021669"/>
          </a:xfrm>
          <a:prstGeom prst="rect">
            <a:avLst/>
          </a:prstGeom>
        </p:spPr>
        <p:txBody>
          <a:bodyPr lIns="74505" tIns="37253" rIns="74505" bIns="37253" anchor="t"/>
          <a:lstStyle>
            <a:lvl1pPr algn="l">
              <a:defRPr sz="3300" b="1" cap="all"/>
            </a:lvl1pPr>
          </a:lstStyle>
          <a:p>
            <a:r>
              <a:rPr lang="zh-CN" altLang="en-US" noProof="1"/>
              <a:t>单击此处编辑母版标题样式</a:t>
            </a:r>
          </a:p>
        </p:txBody>
      </p:sp>
      <p:sp>
        <p:nvSpPr>
          <p:cNvPr id="3" name="文本占位符 2"/>
          <p:cNvSpPr>
            <a:spLocks noGrp="1"/>
          </p:cNvSpPr>
          <p:nvPr>
            <p:ph type="body" idx="1"/>
          </p:nvPr>
        </p:nvSpPr>
        <p:spPr>
          <a:xfrm>
            <a:off x="722079" y="2180545"/>
            <a:ext cx="7772892" cy="1124857"/>
          </a:xfrm>
          <a:prstGeom prst="rect">
            <a:avLst/>
          </a:prstGeom>
        </p:spPr>
        <p:txBody>
          <a:bodyPr lIns="74505" tIns="37253" rIns="74505" bIns="37253" anchor="b"/>
          <a:lstStyle>
            <a:lvl1pPr marL="0" indent="0">
              <a:buNone/>
              <a:defRPr sz="1600"/>
            </a:lvl1pPr>
            <a:lvl2pPr marL="372745" indent="0">
              <a:buNone/>
              <a:defRPr sz="1500"/>
            </a:lvl2pPr>
            <a:lvl3pPr marL="744855" indent="0">
              <a:buNone/>
              <a:defRPr sz="1300"/>
            </a:lvl3pPr>
            <a:lvl4pPr marL="1117600" indent="0">
              <a:buNone/>
              <a:defRPr sz="1100"/>
            </a:lvl4pPr>
            <a:lvl5pPr marL="1490345" indent="0">
              <a:buNone/>
              <a:defRPr sz="1100"/>
            </a:lvl5pPr>
            <a:lvl6pPr marL="1862455" indent="0">
              <a:buNone/>
              <a:defRPr sz="1100"/>
            </a:lvl6pPr>
            <a:lvl7pPr marL="2235200" indent="0">
              <a:buNone/>
              <a:defRPr sz="1100"/>
            </a:lvl7pPr>
            <a:lvl8pPr marL="2607945" indent="0">
              <a:buNone/>
              <a:defRPr sz="1100"/>
            </a:lvl8pPr>
            <a:lvl9pPr marL="2980055" indent="0">
              <a:buNone/>
              <a:defRPr sz="1100"/>
            </a:lvl9pPr>
          </a:lstStyle>
          <a:p>
            <a:pPr lvl="0"/>
            <a:r>
              <a:rPr lang="zh-CN" altLang="en-US" noProof="1"/>
              <a:t>单击此处编辑母版文本样式</a:t>
            </a:r>
          </a:p>
        </p:txBody>
      </p:sp>
    </p:spTree>
  </p:cSld>
  <p:clrMapOvr>
    <a:masterClrMapping/>
  </p:clrMapOvr>
  <p:transition advClick="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6568" y="206375"/>
            <a:ext cx="8230864" cy="857250"/>
          </a:xfrm>
          <a:prstGeom prst="rect">
            <a:avLst/>
          </a:prstGeom>
        </p:spPr>
        <p:txBody>
          <a:bodyPr lIns="74505" tIns="37253" rIns="74505" bIns="37253"/>
          <a:lstStyle/>
          <a:p>
            <a:r>
              <a:rPr lang="zh-CN" altLang="en-US" noProof="1"/>
              <a:t>单击此处编辑母版标题样式</a:t>
            </a:r>
          </a:p>
        </p:txBody>
      </p:sp>
      <p:sp>
        <p:nvSpPr>
          <p:cNvPr id="3" name="内容占位符 2"/>
          <p:cNvSpPr>
            <a:spLocks noGrp="1"/>
          </p:cNvSpPr>
          <p:nvPr>
            <p:ph sz="half" idx="1"/>
          </p:nvPr>
        </p:nvSpPr>
        <p:spPr>
          <a:xfrm>
            <a:off x="456568" y="1199697"/>
            <a:ext cx="4047298" cy="3394982"/>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38729" y="1199697"/>
            <a:ext cx="4048703" cy="3394982"/>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advClick="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68" y="206375"/>
            <a:ext cx="8230864" cy="857250"/>
          </a:xfrm>
          <a:prstGeom prst="rect">
            <a:avLst/>
          </a:prstGeom>
        </p:spPr>
        <p:txBody>
          <a:bodyPr lIns="74505" tIns="37253" rIns="74505" bIns="37253"/>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6568" y="1150938"/>
            <a:ext cx="4040274" cy="480786"/>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7600" indent="0">
              <a:buNone/>
              <a:defRPr sz="1300" b="1"/>
            </a:lvl4pPr>
            <a:lvl5pPr marL="1490345" indent="0">
              <a:buNone/>
              <a:defRPr sz="1300" b="1"/>
            </a:lvl5pPr>
            <a:lvl6pPr marL="1862455" indent="0">
              <a:buNone/>
              <a:defRPr sz="1300" b="1"/>
            </a:lvl6pPr>
            <a:lvl7pPr marL="2235200" indent="0">
              <a:buNone/>
              <a:defRPr sz="1300" b="1"/>
            </a:lvl7pPr>
            <a:lvl8pPr marL="2607945" indent="0">
              <a:buNone/>
              <a:defRPr sz="1300" b="1"/>
            </a:lvl8pPr>
            <a:lvl9pPr marL="2980055" indent="0">
              <a:buNone/>
              <a:defRPr sz="1300" b="1"/>
            </a:lvl9pPr>
          </a:lstStyle>
          <a:p>
            <a:pPr lvl="0"/>
            <a:r>
              <a:rPr lang="zh-CN" altLang="en-US" noProof="1"/>
              <a:t>单击此处编辑母版文本样式</a:t>
            </a:r>
          </a:p>
        </p:txBody>
      </p:sp>
      <p:sp>
        <p:nvSpPr>
          <p:cNvPr id="4" name="内容占位符 3"/>
          <p:cNvSpPr>
            <a:spLocks noGrp="1"/>
          </p:cNvSpPr>
          <p:nvPr>
            <p:ph sz="half" idx="2"/>
          </p:nvPr>
        </p:nvSpPr>
        <p:spPr>
          <a:xfrm>
            <a:off x="456568" y="1631724"/>
            <a:ext cx="4040274" cy="2962955"/>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4348" y="1150938"/>
            <a:ext cx="4043084" cy="480786"/>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7600" indent="0">
              <a:buNone/>
              <a:defRPr sz="1300" b="1"/>
            </a:lvl4pPr>
            <a:lvl5pPr marL="1490345" indent="0">
              <a:buNone/>
              <a:defRPr sz="1300" b="1"/>
            </a:lvl5pPr>
            <a:lvl6pPr marL="1862455" indent="0">
              <a:buNone/>
              <a:defRPr sz="1300" b="1"/>
            </a:lvl6pPr>
            <a:lvl7pPr marL="2235200" indent="0">
              <a:buNone/>
              <a:defRPr sz="1300" b="1"/>
            </a:lvl7pPr>
            <a:lvl8pPr marL="2607945" indent="0">
              <a:buNone/>
              <a:defRPr sz="1300" b="1"/>
            </a:lvl8pPr>
            <a:lvl9pPr marL="2980055" indent="0">
              <a:buNone/>
              <a:defRPr sz="1300" b="1"/>
            </a:lvl9pPr>
          </a:lstStyle>
          <a:p>
            <a:pPr lvl="0"/>
            <a:r>
              <a:rPr lang="zh-CN" altLang="en-US" noProof="1"/>
              <a:t>单击此处编辑母版文本样式</a:t>
            </a:r>
          </a:p>
        </p:txBody>
      </p:sp>
      <p:sp>
        <p:nvSpPr>
          <p:cNvPr id="6" name="内容占位符 5"/>
          <p:cNvSpPr>
            <a:spLocks noGrp="1"/>
          </p:cNvSpPr>
          <p:nvPr>
            <p:ph sz="quarter" idx="4"/>
          </p:nvPr>
        </p:nvSpPr>
        <p:spPr>
          <a:xfrm>
            <a:off x="4644348" y="1631724"/>
            <a:ext cx="4043084" cy="2962955"/>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advClick="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6568" y="206375"/>
            <a:ext cx="8230864" cy="857250"/>
          </a:xfrm>
          <a:prstGeom prst="rect">
            <a:avLst/>
          </a:prstGeom>
        </p:spPr>
        <p:txBody>
          <a:bodyPr lIns="74505" tIns="37253" rIns="74505" bIns="37253"/>
          <a:lstStyle/>
          <a:p>
            <a:r>
              <a:rPr lang="zh-CN" altLang="en-US" noProof="1"/>
              <a:t>单击此处编辑母版标题样式</a:t>
            </a:r>
          </a:p>
        </p:txBody>
      </p:sp>
    </p:spTree>
  </p:cSld>
  <p:clrMapOvr>
    <a:masterClrMapping/>
  </p:clrMapOvr>
  <p:transition advClick="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advClick="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69" y="205242"/>
            <a:ext cx="3009133" cy="870857"/>
          </a:xfrm>
          <a:prstGeom prst="rect">
            <a:avLst/>
          </a:prstGeom>
        </p:spPr>
        <p:txBody>
          <a:bodyPr lIns="74505" tIns="37253" rIns="74505" bIns="37253" anchor="b"/>
          <a:lstStyle>
            <a:lvl1pPr algn="l">
              <a:defRPr sz="1600" b="1"/>
            </a:lvl1pPr>
          </a:lstStyle>
          <a:p>
            <a:r>
              <a:rPr lang="zh-CN" altLang="en-US" noProof="1"/>
              <a:t>单击此处编辑母版标题样式</a:t>
            </a:r>
          </a:p>
        </p:txBody>
      </p:sp>
      <p:sp>
        <p:nvSpPr>
          <p:cNvPr id="3" name="内容占位符 2"/>
          <p:cNvSpPr>
            <a:spLocks noGrp="1"/>
          </p:cNvSpPr>
          <p:nvPr>
            <p:ph idx="1"/>
          </p:nvPr>
        </p:nvSpPr>
        <p:spPr>
          <a:xfrm>
            <a:off x="3575278" y="205242"/>
            <a:ext cx="5112154" cy="4389437"/>
          </a:xfrm>
          <a:prstGeom prst="rect">
            <a:avLst/>
          </a:prstGeom>
        </p:spPr>
        <p:txBody>
          <a:bodyPr lIns="74505" tIns="37253" rIns="74505" bIns="37253"/>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6569" y="1076099"/>
            <a:ext cx="3009133" cy="3518580"/>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7600" indent="0">
              <a:buNone/>
              <a:defRPr sz="700"/>
            </a:lvl4pPr>
            <a:lvl5pPr marL="1490345" indent="0">
              <a:buNone/>
              <a:defRPr sz="700"/>
            </a:lvl5pPr>
            <a:lvl6pPr marL="1862455" indent="0">
              <a:buNone/>
              <a:defRPr sz="700"/>
            </a:lvl6pPr>
            <a:lvl7pPr marL="2235200" indent="0">
              <a:buNone/>
              <a:defRPr sz="700"/>
            </a:lvl7pPr>
            <a:lvl8pPr marL="2607945" indent="0">
              <a:buNone/>
              <a:defRPr sz="700"/>
            </a:lvl8pPr>
            <a:lvl9pPr marL="2980055" indent="0">
              <a:buNone/>
              <a:defRPr sz="700"/>
            </a:lvl9pPr>
          </a:lstStyle>
          <a:p>
            <a:pPr lvl="0"/>
            <a:r>
              <a:rPr lang="zh-CN" altLang="en-US" noProof="1"/>
              <a:t>单击此处编辑母版文本样式</a:t>
            </a:r>
          </a:p>
        </p:txBody>
      </p:sp>
    </p:spTree>
  </p:cSld>
  <p:clrMapOvr>
    <a:masterClrMapping/>
  </p:clrMapOvr>
  <p:transition advClick="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556" y="3600224"/>
            <a:ext cx="5485838" cy="425223"/>
          </a:xfrm>
          <a:prstGeom prst="rect">
            <a:avLst/>
          </a:prstGeom>
        </p:spPr>
        <p:txBody>
          <a:bodyPr lIns="74505" tIns="37253" rIns="74505" bIns="37253" anchor="b"/>
          <a:lstStyle>
            <a:lvl1pPr algn="l">
              <a:defRPr sz="1600" b="1"/>
            </a:lvl1pPr>
          </a:lstStyle>
          <a:p>
            <a:r>
              <a:rPr lang="zh-CN" altLang="en-US" noProof="1"/>
              <a:t>单击此处编辑母版标题样式</a:t>
            </a:r>
          </a:p>
        </p:txBody>
      </p:sp>
      <p:sp>
        <p:nvSpPr>
          <p:cNvPr id="3" name="图片占位符 2"/>
          <p:cNvSpPr>
            <a:spLocks noGrp="1"/>
          </p:cNvSpPr>
          <p:nvPr>
            <p:ph type="pic" idx="1"/>
          </p:nvPr>
        </p:nvSpPr>
        <p:spPr>
          <a:xfrm>
            <a:off x="1792556" y="459242"/>
            <a:ext cx="5485838" cy="3086554"/>
          </a:xfrm>
          <a:prstGeom prst="rect">
            <a:avLst/>
          </a:prstGeom>
        </p:spPr>
        <p:txBody>
          <a:bodyPr lIns="74505" tIns="37253" rIns="74505" bIns="37253"/>
          <a:lstStyle>
            <a:lvl1pPr marL="0" indent="0">
              <a:buNone/>
              <a:defRPr sz="2600"/>
            </a:lvl1pPr>
            <a:lvl2pPr marL="372745" indent="0">
              <a:buNone/>
              <a:defRPr sz="2300"/>
            </a:lvl2pPr>
            <a:lvl3pPr marL="744855" indent="0">
              <a:buNone/>
              <a:defRPr sz="2000"/>
            </a:lvl3pPr>
            <a:lvl4pPr marL="1117600" indent="0">
              <a:buNone/>
              <a:defRPr sz="1600"/>
            </a:lvl4pPr>
            <a:lvl5pPr marL="1490345" indent="0">
              <a:buNone/>
              <a:defRPr sz="1600"/>
            </a:lvl5pPr>
            <a:lvl6pPr marL="1862455" indent="0">
              <a:buNone/>
              <a:defRPr sz="1600"/>
            </a:lvl6pPr>
            <a:lvl7pPr marL="2235200" indent="0">
              <a:buNone/>
              <a:defRPr sz="1600"/>
            </a:lvl7pPr>
            <a:lvl8pPr marL="2607945" indent="0">
              <a:buNone/>
              <a:defRPr sz="1600"/>
            </a:lvl8pPr>
            <a:lvl9pPr marL="2980055" indent="0">
              <a:buNone/>
              <a:defRPr sz="1600"/>
            </a:lvl9pPr>
          </a:lstStyle>
          <a:p>
            <a:pPr lvl="0"/>
            <a:endParaRPr lang="zh-CN" altLang="en-US" noProof="0"/>
          </a:p>
        </p:txBody>
      </p:sp>
      <p:sp>
        <p:nvSpPr>
          <p:cNvPr id="4" name="文本占位符 3"/>
          <p:cNvSpPr>
            <a:spLocks noGrp="1"/>
          </p:cNvSpPr>
          <p:nvPr>
            <p:ph type="body" sz="half" idx="2"/>
          </p:nvPr>
        </p:nvSpPr>
        <p:spPr>
          <a:xfrm>
            <a:off x="1792556" y="4025446"/>
            <a:ext cx="5485838" cy="603250"/>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7600" indent="0">
              <a:buNone/>
              <a:defRPr sz="700"/>
            </a:lvl4pPr>
            <a:lvl5pPr marL="1490345" indent="0">
              <a:buNone/>
              <a:defRPr sz="700"/>
            </a:lvl5pPr>
            <a:lvl6pPr marL="1862455" indent="0">
              <a:buNone/>
              <a:defRPr sz="700"/>
            </a:lvl6pPr>
            <a:lvl7pPr marL="2235200" indent="0">
              <a:buNone/>
              <a:defRPr sz="700"/>
            </a:lvl7pPr>
            <a:lvl8pPr marL="2607945" indent="0">
              <a:buNone/>
              <a:defRPr sz="700"/>
            </a:lvl8pPr>
            <a:lvl9pPr marL="2980055" indent="0">
              <a:buNone/>
              <a:defRPr sz="700"/>
            </a:lvl9pPr>
          </a:lstStyle>
          <a:p>
            <a:pPr lvl="0"/>
            <a:r>
              <a:rPr lang="zh-CN" altLang="en-US" noProof="1"/>
              <a:t>单击此处编辑母版文本样式</a:t>
            </a:r>
          </a:p>
        </p:txBody>
      </p:sp>
    </p:spTree>
  </p:cSld>
  <p:clrMapOvr>
    <a:masterClrMapping/>
  </p:clrMapOvr>
  <p:transition advClick="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6568" y="206375"/>
            <a:ext cx="8230864" cy="857250"/>
          </a:xfrm>
          <a:prstGeom prst="rect">
            <a:avLst/>
          </a:prstGeom>
        </p:spPr>
        <p:txBody>
          <a:bodyPr lIns="74505" tIns="37253" rIns="74505" bIns="37253"/>
          <a:lstStyle/>
          <a:p>
            <a:r>
              <a:rPr lang="zh-CN" altLang="en-US" noProof="1"/>
              <a:t>单击此处编辑母版标题样式</a:t>
            </a:r>
          </a:p>
        </p:txBody>
      </p:sp>
      <p:sp>
        <p:nvSpPr>
          <p:cNvPr id="3" name="竖排文字占位符 2"/>
          <p:cNvSpPr>
            <a:spLocks noGrp="1"/>
          </p:cNvSpPr>
          <p:nvPr>
            <p:ph type="body" orient="vert" idx="1"/>
          </p:nvPr>
        </p:nvSpPr>
        <p:spPr>
          <a:xfrm>
            <a:off x="456568" y="1199697"/>
            <a:ext cx="8230864" cy="3394982"/>
          </a:xfrm>
          <a:prstGeom prst="rect">
            <a:avLst/>
          </a:prstGeom>
        </p:spPr>
        <p:txBody>
          <a:bodyPr vert="eaVert" lIns="74505" tIns="37253" rIns="74505" bIns="37253"/>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advClick="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770" y="206375"/>
            <a:ext cx="2056662" cy="4388304"/>
          </a:xfrm>
          <a:prstGeom prst="rect">
            <a:avLst/>
          </a:prstGeom>
        </p:spPr>
        <p:txBody>
          <a:bodyPr vert="eaVert" lIns="74505" tIns="37253" rIns="74505" bIns="37253"/>
          <a:lstStyle/>
          <a:p>
            <a:r>
              <a:rPr lang="zh-CN" altLang="en-US" noProof="1"/>
              <a:t>单击此处编辑母版标题样式</a:t>
            </a:r>
          </a:p>
        </p:txBody>
      </p:sp>
      <p:sp>
        <p:nvSpPr>
          <p:cNvPr id="3" name="竖排文字占位符 2"/>
          <p:cNvSpPr>
            <a:spLocks noGrp="1"/>
          </p:cNvSpPr>
          <p:nvPr>
            <p:ph type="body" orient="vert" idx="1"/>
          </p:nvPr>
        </p:nvSpPr>
        <p:spPr>
          <a:xfrm>
            <a:off x="456568" y="206375"/>
            <a:ext cx="6039338" cy="4388304"/>
          </a:xfrm>
          <a:prstGeom prst="rect">
            <a:avLst/>
          </a:prstGeom>
        </p:spPr>
        <p:txBody>
          <a:bodyPr vert="eaVert" lIns="74505" tIns="37253" rIns="74505" bIns="37253"/>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advClick="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组合 65"/>
          <p:cNvGrpSpPr/>
          <p:nvPr/>
        </p:nvGrpSpPr>
        <p:grpSpPr bwMode="auto">
          <a:xfrm>
            <a:off x="1617663" y="752475"/>
            <a:ext cx="5908675" cy="2305050"/>
            <a:chOff x="2014158" y="457200"/>
            <a:chExt cx="8163685" cy="3184013"/>
          </a:xfrm>
        </p:grpSpPr>
        <p:sp>
          <p:nvSpPr>
            <p:cNvPr id="5" name="Rectangle 9"/>
            <p:cNvSpPr>
              <a:spLocks noChangeArrowheads="1"/>
            </p:cNvSpPr>
            <p:nvPr/>
          </p:nvSpPr>
          <p:spPr bwMode="auto">
            <a:xfrm>
              <a:off x="4319378" y="676485"/>
              <a:ext cx="3553243" cy="2203811"/>
            </a:xfrm>
            <a:prstGeom prst="rect">
              <a:avLst/>
            </a:prstGeom>
            <a:solidFill>
              <a:schemeClr val="bg1">
                <a:lumMod val="85000"/>
              </a:schemeClr>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6" name="Rectangle 10"/>
            <p:cNvSpPr>
              <a:spLocks noChangeArrowheads="1"/>
            </p:cNvSpPr>
            <p:nvPr/>
          </p:nvSpPr>
          <p:spPr bwMode="auto">
            <a:xfrm>
              <a:off x="4497041" y="816827"/>
              <a:ext cx="3197919" cy="1800328"/>
            </a:xfrm>
            <a:prstGeom prst="rect">
              <a:avLst/>
            </a:prstGeom>
            <a:solidFill>
              <a:srgbClr val="FDFDFD"/>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7" name="Freeform 11"/>
            <p:cNvSpPr>
              <a:spLocks noEditPoints="1"/>
            </p:cNvSpPr>
            <p:nvPr/>
          </p:nvSpPr>
          <p:spPr bwMode="auto">
            <a:xfrm>
              <a:off x="4086882" y="457200"/>
              <a:ext cx="4018235" cy="2554667"/>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8" name="Freeform 12"/>
            <p:cNvSpPr/>
            <p:nvPr/>
          </p:nvSpPr>
          <p:spPr bwMode="auto">
            <a:xfrm>
              <a:off x="5128729" y="3174137"/>
              <a:ext cx="1923576" cy="434184"/>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9" name="Freeform 13"/>
            <p:cNvSpPr/>
            <p:nvPr/>
          </p:nvSpPr>
          <p:spPr bwMode="auto">
            <a:xfrm>
              <a:off x="5852538" y="3174137"/>
              <a:ext cx="1199767" cy="434184"/>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10" name="Rectangle 14"/>
            <p:cNvSpPr>
              <a:spLocks noChangeArrowheads="1"/>
            </p:cNvSpPr>
            <p:nvPr/>
          </p:nvSpPr>
          <p:spPr bwMode="auto">
            <a:xfrm>
              <a:off x="4497041" y="816827"/>
              <a:ext cx="1116419" cy="359627"/>
            </a:xfrm>
            <a:prstGeom prst="rect">
              <a:avLst/>
            </a:prstGeom>
            <a:solidFill>
              <a:srgbClr val="FC611F"/>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11" name="Rectangle 15"/>
            <p:cNvSpPr>
              <a:spLocks noChangeArrowheads="1"/>
            </p:cNvSpPr>
            <p:nvPr/>
          </p:nvSpPr>
          <p:spPr bwMode="auto">
            <a:xfrm>
              <a:off x="4497041" y="1176454"/>
              <a:ext cx="1116419" cy="1440701"/>
            </a:xfrm>
            <a:prstGeom prst="rect">
              <a:avLst/>
            </a:prstGeom>
            <a:solidFill>
              <a:srgbClr val="3C4F53"/>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12" name="Rectangle 16"/>
            <p:cNvSpPr>
              <a:spLocks noChangeArrowheads="1"/>
            </p:cNvSpPr>
            <p:nvPr/>
          </p:nvSpPr>
          <p:spPr bwMode="auto">
            <a:xfrm>
              <a:off x="4681283" y="1340918"/>
              <a:ext cx="743548" cy="296034"/>
            </a:xfrm>
            <a:prstGeom prst="rect">
              <a:avLst/>
            </a:prstGeom>
            <a:solidFill>
              <a:srgbClr val="1C2B38"/>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13" name="Rectangle 17"/>
            <p:cNvSpPr>
              <a:spLocks noChangeArrowheads="1"/>
            </p:cNvSpPr>
            <p:nvPr/>
          </p:nvSpPr>
          <p:spPr bwMode="auto">
            <a:xfrm>
              <a:off x="4681283" y="1832115"/>
              <a:ext cx="743548" cy="293841"/>
            </a:xfrm>
            <a:prstGeom prst="rect">
              <a:avLst/>
            </a:prstGeom>
            <a:solidFill>
              <a:srgbClr val="1C2B38"/>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14" name="Rectangle 18"/>
            <p:cNvSpPr>
              <a:spLocks noChangeArrowheads="1"/>
            </p:cNvSpPr>
            <p:nvPr/>
          </p:nvSpPr>
          <p:spPr bwMode="auto">
            <a:xfrm>
              <a:off x="4681283" y="2290420"/>
              <a:ext cx="743548" cy="164464"/>
            </a:xfrm>
            <a:prstGeom prst="rect">
              <a:avLst/>
            </a:prstGeom>
            <a:solidFill>
              <a:srgbClr val="1C2B38"/>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15" name="Rectangle 19"/>
            <p:cNvSpPr>
              <a:spLocks noChangeArrowheads="1"/>
            </p:cNvSpPr>
            <p:nvPr/>
          </p:nvSpPr>
          <p:spPr bwMode="auto">
            <a:xfrm>
              <a:off x="6058713" y="1209347"/>
              <a:ext cx="1375236" cy="98677"/>
            </a:xfrm>
            <a:prstGeom prst="rect">
              <a:avLst/>
            </a:prstGeom>
            <a:solidFill>
              <a:srgbClr val="FFC543"/>
            </a:solidFill>
            <a:ln>
              <a:noFill/>
            </a:ln>
          </p:spPr>
          <p:txBody>
            <a:bodyPr lIns="68580" tIns="34290" rIns="68580" bIns="34290"/>
            <a:lstStyle/>
            <a:p>
              <a:pPr>
                <a:defRPr/>
              </a:pPr>
              <a:endParaRPr lang="zh-CN" altLang="en-US" sz="1350" noProof="1">
                <a:solidFill>
                  <a:srgbClr val="FFC543"/>
                </a:solidFill>
                <a:latin typeface="FrutigerNext LT Regular" pitchFamily="2" charset="0"/>
                <a:ea typeface="华文细黑" panose="02010600040101010101" pitchFamily="2" charset="-122"/>
              </a:endParaRPr>
            </a:p>
          </p:txBody>
        </p:sp>
        <p:sp>
          <p:nvSpPr>
            <p:cNvPr id="16" name="Rectangle 20"/>
            <p:cNvSpPr>
              <a:spLocks noChangeArrowheads="1"/>
            </p:cNvSpPr>
            <p:nvPr/>
          </p:nvSpPr>
          <p:spPr bwMode="auto">
            <a:xfrm>
              <a:off x="6058713" y="1470295"/>
              <a:ext cx="1375236" cy="98679"/>
            </a:xfrm>
            <a:prstGeom prst="rect">
              <a:avLst/>
            </a:prstGeom>
            <a:solidFill>
              <a:srgbClr val="FC611F"/>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17" name="Rectangle 21"/>
            <p:cNvSpPr>
              <a:spLocks noChangeArrowheads="1"/>
            </p:cNvSpPr>
            <p:nvPr/>
          </p:nvSpPr>
          <p:spPr bwMode="auto">
            <a:xfrm>
              <a:off x="6058713" y="1733437"/>
              <a:ext cx="1375236" cy="98679"/>
            </a:xfrm>
            <a:prstGeom prst="rect">
              <a:avLst/>
            </a:prstGeom>
            <a:solidFill>
              <a:srgbClr val="FFC543"/>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18" name="Rectangle 22"/>
            <p:cNvSpPr>
              <a:spLocks noChangeArrowheads="1"/>
            </p:cNvSpPr>
            <p:nvPr/>
          </p:nvSpPr>
          <p:spPr bwMode="auto">
            <a:xfrm>
              <a:off x="6058713" y="1994386"/>
              <a:ext cx="1375236" cy="98677"/>
            </a:xfrm>
            <a:prstGeom prst="rect">
              <a:avLst/>
            </a:prstGeom>
            <a:solidFill>
              <a:srgbClr val="464F5A"/>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19" name="Rectangle 23"/>
            <p:cNvSpPr>
              <a:spLocks noChangeArrowheads="1"/>
            </p:cNvSpPr>
            <p:nvPr/>
          </p:nvSpPr>
          <p:spPr bwMode="auto">
            <a:xfrm>
              <a:off x="6058713" y="2257528"/>
              <a:ext cx="1375236" cy="98677"/>
            </a:xfrm>
            <a:prstGeom prst="rect">
              <a:avLst/>
            </a:prstGeom>
            <a:solidFill>
              <a:srgbClr val="FFC543"/>
            </a:solidFill>
            <a:ln>
              <a:noFill/>
            </a:ln>
          </p:spPr>
          <p:txBody>
            <a:bodyPr lIns="68580" tIns="34290" rIns="68580" bIns="34290"/>
            <a:lstStyle/>
            <a:p>
              <a:pPr>
                <a:defRPr/>
              </a:pPr>
              <a:endParaRPr lang="zh-CN" altLang="en-US" sz="1350" noProof="1">
                <a:solidFill>
                  <a:srgbClr val="FFC000"/>
                </a:solidFill>
                <a:latin typeface="FrutigerNext LT Regular" pitchFamily="2" charset="0"/>
                <a:ea typeface="华文细黑" panose="02010600040101010101" pitchFamily="2" charset="-122"/>
              </a:endParaRPr>
            </a:p>
          </p:txBody>
        </p:sp>
        <p:sp>
          <p:nvSpPr>
            <p:cNvPr id="20" name="Rectangle 25"/>
            <p:cNvSpPr>
              <a:spLocks noChangeArrowheads="1"/>
            </p:cNvSpPr>
            <p:nvPr/>
          </p:nvSpPr>
          <p:spPr bwMode="auto">
            <a:xfrm>
              <a:off x="2014158" y="3452628"/>
              <a:ext cx="300490" cy="188585"/>
            </a:xfrm>
            <a:prstGeom prst="rect">
              <a:avLst/>
            </a:prstGeom>
            <a:solidFill>
              <a:srgbClr val="FC611F"/>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21" name="Rectangle 26"/>
            <p:cNvSpPr>
              <a:spLocks noChangeArrowheads="1"/>
            </p:cNvSpPr>
            <p:nvPr/>
          </p:nvSpPr>
          <p:spPr bwMode="auto">
            <a:xfrm>
              <a:off x="2314648" y="3095195"/>
              <a:ext cx="289523" cy="546018"/>
            </a:xfrm>
            <a:prstGeom prst="rect">
              <a:avLst/>
            </a:prstGeom>
            <a:solidFill>
              <a:srgbClr val="FFC543"/>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22" name="Rectangle 27"/>
            <p:cNvSpPr>
              <a:spLocks noChangeArrowheads="1"/>
            </p:cNvSpPr>
            <p:nvPr/>
          </p:nvSpPr>
          <p:spPr bwMode="auto">
            <a:xfrm>
              <a:off x="2604171" y="2560140"/>
              <a:ext cx="302684" cy="1081073"/>
            </a:xfrm>
            <a:prstGeom prst="rect">
              <a:avLst/>
            </a:prstGeom>
            <a:solidFill>
              <a:srgbClr val="464F5A"/>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23" name="Rectangle 28"/>
            <p:cNvSpPr>
              <a:spLocks noChangeArrowheads="1"/>
            </p:cNvSpPr>
            <p:nvPr/>
          </p:nvSpPr>
          <p:spPr bwMode="auto">
            <a:xfrm>
              <a:off x="2906855" y="2174199"/>
              <a:ext cx="298297" cy="1467014"/>
            </a:xfrm>
            <a:prstGeom prst="rect">
              <a:avLst/>
            </a:prstGeom>
            <a:solidFill>
              <a:srgbClr val="1C2B38"/>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24" name="Rectangle 29"/>
            <p:cNvSpPr>
              <a:spLocks noChangeArrowheads="1"/>
            </p:cNvSpPr>
            <p:nvPr/>
          </p:nvSpPr>
          <p:spPr bwMode="auto">
            <a:xfrm>
              <a:off x="3205152" y="3009673"/>
              <a:ext cx="291718" cy="631540"/>
            </a:xfrm>
            <a:prstGeom prst="rect">
              <a:avLst/>
            </a:prstGeom>
            <a:solidFill>
              <a:srgbClr val="FFC543"/>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25" name="Rectangle 30"/>
            <p:cNvSpPr>
              <a:spLocks noChangeArrowheads="1"/>
            </p:cNvSpPr>
            <p:nvPr/>
          </p:nvSpPr>
          <p:spPr bwMode="auto">
            <a:xfrm>
              <a:off x="3496869" y="3380265"/>
              <a:ext cx="298297" cy="260948"/>
            </a:xfrm>
            <a:prstGeom prst="rect">
              <a:avLst/>
            </a:prstGeom>
            <a:solidFill>
              <a:srgbClr val="FC611F"/>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26" name="Rectangle 32"/>
            <p:cNvSpPr>
              <a:spLocks noChangeArrowheads="1"/>
            </p:cNvSpPr>
            <p:nvPr/>
          </p:nvSpPr>
          <p:spPr bwMode="auto">
            <a:xfrm>
              <a:off x="9888320" y="3452628"/>
              <a:ext cx="289523" cy="188585"/>
            </a:xfrm>
            <a:prstGeom prst="rect">
              <a:avLst/>
            </a:prstGeom>
            <a:solidFill>
              <a:srgbClr val="FC611F"/>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27" name="Rectangle 33"/>
            <p:cNvSpPr>
              <a:spLocks noChangeArrowheads="1"/>
            </p:cNvSpPr>
            <p:nvPr/>
          </p:nvSpPr>
          <p:spPr bwMode="auto">
            <a:xfrm>
              <a:off x="9587829" y="3095195"/>
              <a:ext cx="300491" cy="546018"/>
            </a:xfrm>
            <a:prstGeom prst="rect">
              <a:avLst/>
            </a:prstGeom>
            <a:solidFill>
              <a:srgbClr val="FFC543"/>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28" name="Rectangle 34"/>
            <p:cNvSpPr>
              <a:spLocks noChangeArrowheads="1"/>
            </p:cNvSpPr>
            <p:nvPr/>
          </p:nvSpPr>
          <p:spPr bwMode="auto">
            <a:xfrm>
              <a:off x="9287339" y="2560140"/>
              <a:ext cx="300490" cy="1081073"/>
            </a:xfrm>
            <a:prstGeom prst="rect">
              <a:avLst/>
            </a:prstGeom>
            <a:solidFill>
              <a:srgbClr val="464F5A"/>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29" name="Rectangle 35"/>
            <p:cNvSpPr>
              <a:spLocks noChangeArrowheads="1"/>
            </p:cNvSpPr>
            <p:nvPr/>
          </p:nvSpPr>
          <p:spPr bwMode="auto">
            <a:xfrm>
              <a:off x="8995621" y="2174199"/>
              <a:ext cx="291718" cy="1467014"/>
            </a:xfrm>
            <a:prstGeom prst="rect">
              <a:avLst/>
            </a:prstGeom>
            <a:solidFill>
              <a:srgbClr val="1C2B38"/>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30" name="Rectangle 36"/>
            <p:cNvSpPr>
              <a:spLocks noChangeArrowheads="1"/>
            </p:cNvSpPr>
            <p:nvPr/>
          </p:nvSpPr>
          <p:spPr bwMode="auto">
            <a:xfrm>
              <a:off x="8697324" y="3009673"/>
              <a:ext cx="298297" cy="631540"/>
            </a:xfrm>
            <a:prstGeom prst="rect">
              <a:avLst/>
            </a:prstGeom>
            <a:solidFill>
              <a:srgbClr val="FFC543"/>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sp>
          <p:nvSpPr>
            <p:cNvPr id="31" name="Rectangle 37"/>
            <p:cNvSpPr>
              <a:spLocks noChangeArrowheads="1"/>
            </p:cNvSpPr>
            <p:nvPr/>
          </p:nvSpPr>
          <p:spPr bwMode="auto">
            <a:xfrm>
              <a:off x="8396835" y="3380265"/>
              <a:ext cx="300490" cy="260948"/>
            </a:xfrm>
            <a:prstGeom prst="rect">
              <a:avLst/>
            </a:prstGeom>
            <a:solidFill>
              <a:srgbClr val="FC611F"/>
            </a:solidFill>
            <a:ln>
              <a:noFill/>
            </a:ln>
          </p:spPr>
          <p:txBody>
            <a:bodyPr lIns="68580" tIns="34290" rIns="68580" bIns="34290"/>
            <a:lstStyle/>
            <a:p>
              <a:pPr>
                <a:defRPr/>
              </a:pPr>
              <a:endParaRPr lang="zh-CN" altLang="en-US" sz="1350" noProof="1">
                <a:latin typeface="FrutigerNext LT Regular" pitchFamily="2" charset="0"/>
                <a:ea typeface="华文细黑" panose="02010600040101010101" pitchFamily="2" charset="-122"/>
              </a:endParaRPr>
            </a:p>
          </p:txBody>
        </p:sp>
      </p:grpSp>
      <p:sp>
        <p:nvSpPr>
          <p:cNvPr id="2" name="Title 1"/>
          <p:cNvSpPr>
            <a:spLocks noGrp="1"/>
          </p:cNvSpPr>
          <p:nvPr>
            <p:ph type="ctrTitle"/>
          </p:nvPr>
        </p:nvSpPr>
        <p:spPr>
          <a:xfrm>
            <a:off x="1143000" y="2603286"/>
            <a:ext cx="6858000" cy="1228173"/>
          </a:xfrm>
        </p:spPr>
        <p:txBody>
          <a:bodyPr anchor="b">
            <a:normAutofit/>
          </a:bodyPr>
          <a:lstStyle>
            <a:lvl1pPr algn="ctr">
              <a:defRPr sz="4050">
                <a:solidFill>
                  <a:schemeClr val="accent1">
                    <a:lumMod val="75000"/>
                  </a:schemeClr>
                </a:solidFill>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1143000" y="4003973"/>
            <a:ext cx="6858000" cy="500147"/>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en-US" noProof="1"/>
          </a:p>
        </p:txBody>
      </p:sp>
      <p:sp>
        <p:nvSpPr>
          <p:cNvPr id="32" name="Date Placeholder 3"/>
          <p:cNvSpPr>
            <a:spLocks noGrp="1"/>
          </p:cNvSpPr>
          <p:nvPr>
            <p:ph type="dt" sz="half" idx="10"/>
          </p:nvPr>
        </p:nvSpPr>
        <p:spPr/>
        <p:txBody>
          <a:bodyPr/>
          <a:lstStyle>
            <a:lvl1pPr>
              <a:defRPr/>
            </a:lvl1pPr>
          </a:lstStyle>
          <a:p>
            <a:pPr>
              <a:defRPr/>
            </a:pPr>
            <a:fld id="{61F8E724-6A35-493B-A9FA-373BD992F113}" type="datetimeFigureOut">
              <a:rPr lang="zh-CN" altLang="en-US"/>
              <a:pPr>
                <a:defRPr/>
              </a:pPr>
              <a:t>2022/10/8</a:t>
            </a:fld>
            <a:endParaRPr lang="zh-CN" altLang="en-US"/>
          </a:p>
        </p:txBody>
      </p:sp>
      <p:sp>
        <p:nvSpPr>
          <p:cNvPr id="33" name="Footer Placeholder 4"/>
          <p:cNvSpPr>
            <a:spLocks noGrp="1"/>
          </p:cNvSpPr>
          <p:nvPr>
            <p:ph type="ftr" sz="quarter" idx="11"/>
          </p:nvPr>
        </p:nvSpPr>
        <p:spPr/>
        <p:txBody>
          <a:bodyPr/>
          <a:lstStyle>
            <a:lvl1pPr>
              <a:defRPr/>
            </a:lvl1pPr>
          </a:lstStyle>
          <a:p>
            <a:pPr>
              <a:defRPr/>
            </a:pPr>
            <a:endParaRPr lang="zh-CN" altLang="en-US"/>
          </a:p>
        </p:txBody>
      </p:sp>
      <p:sp>
        <p:nvSpPr>
          <p:cNvPr id="34" name="Slide Number Placeholder 5"/>
          <p:cNvSpPr>
            <a:spLocks noGrp="1"/>
          </p:cNvSpPr>
          <p:nvPr>
            <p:ph type="sldNum" sz="quarter" idx="12"/>
          </p:nvPr>
        </p:nvSpPr>
        <p:spPr/>
        <p:txBody>
          <a:bodyPr/>
          <a:lstStyle>
            <a:lvl1pPr>
              <a:defRPr/>
            </a:lvl1pPr>
          </a:lstStyle>
          <a:p>
            <a:pPr>
              <a:defRPr/>
            </a:pPr>
            <a:fld id="{4AB24BB6-6D8E-4651-B8A8-771D8F47250B}" type="slidenum">
              <a:rPr lang="zh-CN" altLang="en-US"/>
              <a:pPr>
                <a:defRPr/>
              </a:pPr>
              <a:t>‹#›</a:t>
            </a:fld>
            <a:endParaRPr lang="zh-CN" altLang="en-US"/>
          </a:p>
        </p:txBody>
      </p:sp>
    </p:spTree>
  </p:cSld>
  <p:clrMapOvr>
    <a:masterClrMapping/>
  </p:clrMapOvr>
  <p:transition advClick="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Date Placeholder 3"/>
          <p:cNvSpPr>
            <a:spLocks noGrp="1"/>
          </p:cNvSpPr>
          <p:nvPr>
            <p:ph type="dt" sz="half" idx="10"/>
          </p:nvPr>
        </p:nvSpPr>
        <p:spPr/>
        <p:txBody>
          <a:bodyPr/>
          <a:lstStyle>
            <a:lvl1pPr>
              <a:defRPr/>
            </a:lvl1pPr>
          </a:lstStyle>
          <a:p>
            <a:pPr>
              <a:defRPr/>
            </a:pPr>
            <a:fld id="{0D47467C-BF28-4ADC-B519-76F49E0D1C9E}" type="datetimeFigureOut">
              <a:rPr lang="zh-CN" altLang="en-US"/>
              <a:pPr>
                <a:defRPr/>
              </a:pPr>
              <a:t>2022/10/8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AC62043F-321E-44D4-8F73-392FB6A8B9A5}" type="slidenum">
              <a:rPr lang="zh-CN" altLang="en-US"/>
              <a:pPr>
                <a:defRPr/>
              </a:pPr>
              <a:t>‹#›</a:t>
            </a:fld>
            <a:endParaRPr lang="zh-CN" altLang="en-US"/>
          </a:p>
        </p:txBody>
      </p:sp>
    </p:spTree>
  </p:cSld>
  <p:clrMapOvr>
    <a:masterClrMapping/>
  </p:clrMapOvr>
  <p:transition advClick="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2920409"/>
            <a:ext cx="7886700" cy="926858"/>
          </a:xfrm>
        </p:spPr>
        <p:txBody>
          <a:bodyPr anchor="b">
            <a:normAutofit/>
          </a:bodyPr>
          <a:lstStyle>
            <a:lvl1pPr algn="ctr">
              <a:defRPr sz="4050" b="1">
                <a:solidFill>
                  <a:schemeClr val="tx1"/>
                </a:solidFill>
              </a:defRPr>
            </a:lvl1pPr>
          </a:lstStyle>
          <a:p>
            <a:r>
              <a:rPr lang="zh-CN" altLang="en-US" noProof="1"/>
              <a:t>单击此处编辑母版标题样式</a:t>
            </a:r>
            <a:endParaRPr lang="en-US" noProof="1"/>
          </a:p>
        </p:txBody>
      </p:sp>
      <p:sp>
        <p:nvSpPr>
          <p:cNvPr id="3" name="Text Placeholder 2"/>
          <p:cNvSpPr>
            <a:spLocks noGrp="1"/>
          </p:cNvSpPr>
          <p:nvPr>
            <p:ph type="body" idx="1"/>
          </p:nvPr>
        </p:nvSpPr>
        <p:spPr>
          <a:xfrm>
            <a:off x="623888" y="3981334"/>
            <a:ext cx="7886700" cy="356426"/>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06E5C572-9510-459E-8C00-C8054D1BCBD1}" type="datetimeFigureOut">
              <a:rPr lang="zh-CN" altLang="en-US"/>
              <a:pPr>
                <a:defRPr/>
              </a:pPr>
              <a:t>2022/10/8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DA7BA6BF-1434-4A0E-8B89-BBD9BEA9684D}" type="slidenum">
              <a:rPr lang="zh-CN" altLang="en-US"/>
              <a:pPr>
                <a:defRPr/>
              </a:pPr>
              <a:t>‹#›</a:t>
            </a:fld>
            <a:endParaRPr lang="zh-CN" altLang="en-US"/>
          </a:p>
        </p:txBody>
      </p:sp>
    </p:spTree>
  </p:cSld>
  <p:clrMapOvr>
    <a:masterClrMapping/>
  </p:clrMapOvr>
  <p:transition advClick="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Content Placeholder 2"/>
          <p:cNvSpPr>
            <a:spLocks noGrp="1"/>
          </p:cNvSpPr>
          <p:nvPr>
            <p:ph sz="half" idx="1"/>
          </p:nvPr>
        </p:nvSpPr>
        <p:spPr>
          <a:xfrm>
            <a:off x="628650" y="1369219"/>
            <a:ext cx="3886200" cy="32635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Content Placeholder 3"/>
          <p:cNvSpPr>
            <a:spLocks noGrp="1"/>
          </p:cNvSpPr>
          <p:nvPr>
            <p:ph sz="half" idx="2"/>
          </p:nvPr>
        </p:nvSpPr>
        <p:spPr>
          <a:xfrm>
            <a:off x="4629150" y="1369219"/>
            <a:ext cx="3886200" cy="32635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Date Placeholder 3"/>
          <p:cNvSpPr>
            <a:spLocks noGrp="1"/>
          </p:cNvSpPr>
          <p:nvPr>
            <p:ph type="dt" sz="half" idx="10"/>
          </p:nvPr>
        </p:nvSpPr>
        <p:spPr/>
        <p:txBody>
          <a:bodyPr/>
          <a:lstStyle>
            <a:lvl1pPr>
              <a:defRPr/>
            </a:lvl1pPr>
          </a:lstStyle>
          <a:p>
            <a:pPr>
              <a:defRPr/>
            </a:pPr>
            <a:fld id="{457DBBC7-D079-4C61-A09F-E51BCCF02958}" type="datetimeFigureOut">
              <a:rPr lang="zh-CN" altLang="en-US"/>
              <a:pPr>
                <a:defRPr/>
              </a:pPr>
              <a:t>2022/10/8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FDE6FD52-47FC-4B75-AA31-572694F2E549}" type="slidenum">
              <a:rPr lang="zh-CN" altLang="en-US"/>
              <a:pPr>
                <a:defRPr/>
              </a:pPr>
              <a:t>‹#›</a:t>
            </a:fld>
            <a:endParaRPr lang="zh-CN" altLang="en-US"/>
          </a:p>
        </p:txBody>
      </p:sp>
    </p:spTree>
  </p:cSld>
  <p:clrMapOvr>
    <a:masterClrMapping/>
  </p:clrMapOvr>
  <p:transition advClick="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648000"/>
          </a:xfrm>
        </p:spPr>
        <p:txBody>
          <a:bodyPr/>
          <a:lstStyle/>
          <a:p>
            <a:r>
              <a:rPr lang="zh-CN" altLang="en-US" noProof="1"/>
              <a:t>单击此处编辑母版标题样式</a:t>
            </a:r>
            <a:endParaRPr lang="en-US" noProof="1"/>
          </a:p>
        </p:txBody>
      </p:sp>
      <p:sp>
        <p:nvSpPr>
          <p:cNvPr id="3" name="Text Placeholder 2"/>
          <p:cNvSpPr>
            <a:spLocks noGrp="1"/>
          </p:cNvSpPr>
          <p:nvPr>
            <p:ph type="body" idx="1"/>
          </p:nvPr>
        </p:nvSpPr>
        <p:spPr>
          <a:xfrm>
            <a:off x="629841"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Content Placeholder 3"/>
          <p:cNvSpPr>
            <a:spLocks noGrp="1"/>
          </p:cNvSpPr>
          <p:nvPr>
            <p:ph sz="half" idx="2"/>
          </p:nvPr>
        </p:nvSpPr>
        <p:spPr>
          <a:xfrm>
            <a:off x="629841" y="1878806"/>
            <a:ext cx="3868340" cy="276344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7" name="Date Placeholder 3"/>
          <p:cNvSpPr>
            <a:spLocks noGrp="1"/>
          </p:cNvSpPr>
          <p:nvPr>
            <p:ph type="dt" sz="half" idx="10"/>
          </p:nvPr>
        </p:nvSpPr>
        <p:spPr/>
        <p:txBody>
          <a:bodyPr/>
          <a:lstStyle>
            <a:lvl1pPr>
              <a:defRPr/>
            </a:lvl1pPr>
          </a:lstStyle>
          <a:p>
            <a:pPr>
              <a:defRPr/>
            </a:pPr>
            <a:fld id="{DBD7F3FA-9570-4D66-B4D1-9ECBF74A1DD2}" type="datetimeFigureOut">
              <a:rPr lang="zh-CN" altLang="en-US"/>
              <a:pPr>
                <a:defRPr/>
              </a:pPr>
              <a:t>2022/10/8</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558C89CC-343E-4718-82E6-353A82765AEB}" type="slidenum">
              <a:rPr lang="zh-CN" altLang="en-US"/>
              <a:pPr>
                <a:defRPr/>
              </a:pPr>
              <a:t>‹#›</a:t>
            </a:fld>
            <a:endParaRPr lang="zh-CN" altLang="en-US"/>
          </a:p>
        </p:txBody>
      </p:sp>
    </p:spTree>
  </p:cSld>
  <p:clrMapOvr>
    <a:masterClrMapping/>
  </p:clrMapOvr>
  <p:transition advClick="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矩形 2"/>
          <p:cNvSpPr/>
          <p:nvPr>
            <p:custDataLst>
              <p:tags r:id="rId1"/>
            </p:custDataLst>
          </p:nvPr>
        </p:nvSpPr>
        <p:spPr>
          <a:xfrm>
            <a:off x="0" y="1695450"/>
            <a:ext cx="9144000" cy="18875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0325" tIns="25162" rIns="50325" bIns="25162" anchor="ctr">
            <a:normAutofit/>
          </a:bodyPr>
          <a:lstStyle/>
          <a:p>
            <a:pPr algn="ctr">
              <a:defRPr/>
            </a:pPr>
            <a:endParaRPr lang="zh-CN" altLang="en-US" sz="990" noProof="1"/>
          </a:p>
        </p:txBody>
      </p:sp>
      <p:sp>
        <p:nvSpPr>
          <p:cNvPr id="2" name="Title 1"/>
          <p:cNvSpPr>
            <a:spLocks noGrp="1"/>
          </p:cNvSpPr>
          <p:nvPr>
            <p:ph type="title"/>
          </p:nvPr>
        </p:nvSpPr>
        <p:spPr>
          <a:xfrm>
            <a:off x="628650" y="1867880"/>
            <a:ext cx="7886700" cy="1541798"/>
          </a:xfrm>
        </p:spPr>
        <p:txBody>
          <a:bodyPr>
            <a:normAutofit/>
          </a:bodyPr>
          <a:lstStyle>
            <a:lvl1pPr algn="ctr">
              <a:defRPr sz="4950"/>
            </a:lvl1pPr>
          </a:lstStyle>
          <a:p>
            <a:r>
              <a:rPr lang="zh-CN" altLang="en-US" noProof="1"/>
              <a:t>单击此处编辑母版标题样式</a:t>
            </a:r>
            <a:endParaRPr lang="en-US" noProof="1"/>
          </a:p>
        </p:txBody>
      </p:sp>
      <p:sp>
        <p:nvSpPr>
          <p:cNvPr id="4" name="Date Placeholder 2"/>
          <p:cNvSpPr>
            <a:spLocks noGrp="1"/>
          </p:cNvSpPr>
          <p:nvPr>
            <p:ph type="dt" sz="half" idx="10"/>
          </p:nvPr>
        </p:nvSpPr>
        <p:spPr/>
        <p:txBody>
          <a:bodyPr/>
          <a:lstStyle>
            <a:lvl1pPr>
              <a:defRPr/>
            </a:lvl1pPr>
          </a:lstStyle>
          <a:p>
            <a:pPr>
              <a:defRPr/>
            </a:pPr>
            <a:fld id="{3A9AE8D4-1E9B-491D-B30D-6E93293B2E7C}" type="datetimeFigureOut">
              <a:rPr lang="zh-CN" altLang="en-US"/>
              <a:pPr>
                <a:defRPr/>
              </a:pPr>
              <a:t>2022/10/8</a:t>
            </a:fld>
            <a:endParaRPr lang="zh-CN" altLang="en-US"/>
          </a:p>
        </p:txBody>
      </p:sp>
      <p:sp>
        <p:nvSpPr>
          <p:cNvPr id="5" name="Footer Placeholder 3"/>
          <p:cNvSpPr>
            <a:spLocks noGrp="1"/>
          </p:cNvSpPr>
          <p:nvPr>
            <p:ph type="ftr" sz="quarter" idx="11"/>
          </p:nvPr>
        </p:nvSpPr>
        <p:spPr/>
        <p:txBody>
          <a:bodyPr/>
          <a:lstStyle>
            <a:lvl1pPr>
              <a:defRPr/>
            </a:lvl1pPr>
          </a:lstStyle>
          <a:p>
            <a:pPr>
              <a:defRPr/>
            </a:pPr>
            <a:endParaRPr lang="zh-CN" altLang="en-US"/>
          </a:p>
        </p:txBody>
      </p:sp>
      <p:sp>
        <p:nvSpPr>
          <p:cNvPr id="6" name="Slide Number Placeholder 4"/>
          <p:cNvSpPr>
            <a:spLocks noGrp="1"/>
          </p:cNvSpPr>
          <p:nvPr>
            <p:ph type="sldNum" sz="quarter" idx="12"/>
          </p:nvPr>
        </p:nvSpPr>
        <p:spPr/>
        <p:txBody>
          <a:bodyPr/>
          <a:lstStyle>
            <a:lvl1pPr>
              <a:defRPr/>
            </a:lvl1pPr>
          </a:lstStyle>
          <a:p>
            <a:pPr>
              <a:defRPr/>
            </a:pPr>
            <a:fld id="{E1A84769-8490-4869-8846-F2DC45A3B37D}" type="slidenum">
              <a:rPr lang="zh-CN" altLang="en-US"/>
              <a:pPr>
                <a:defRPr/>
              </a:pPr>
              <a:t>‹#›</a:t>
            </a:fld>
            <a:endParaRPr lang="zh-CN" altLang="en-US"/>
          </a:p>
        </p:txBody>
      </p:sp>
    </p:spTree>
  </p:cSld>
  <p:clrMapOvr>
    <a:masterClrMapping/>
  </p:clrMapOvr>
  <p:transition advClick="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A45D49B-2C82-4208-B70C-A1B50409DB9A}" type="datetimeFigureOut">
              <a:rPr lang="zh-CN" altLang="en-US"/>
              <a:pPr>
                <a:defRPr/>
              </a:pPr>
              <a:t>2022/10/8</a:t>
            </a:fld>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D36D428A-E316-4252-BB16-1E2F9C9BB669}" type="slidenum">
              <a:rPr lang="zh-CN" altLang="en-US"/>
              <a:pPr>
                <a:defRPr/>
              </a:pPr>
              <a:t>‹#›</a:t>
            </a:fld>
            <a:endParaRPr lang="zh-CN" altLang="en-US"/>
          </a:p>
        </p:txBody>
      </p:sp>
    </p:spTree>
  </p:cSld>
  <p:clrMapOvr>
    <a:masterClrMapping/>
  </p:clrMapOvr>
  <p:transition advClick="0"/>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0" y="342900"/>
            <a:ext cx="3123900" cy="1200150"/>
          </a:xfrm>
        </p:spPr>
        <p:txBody>
          <a:bodyPr anchor="b"/>
          <a:lstStyle>
            <a:lvl1pPr>
              <a:defRPr sz="2400"/>
            </a:lvl1pPr>
          </a:lstStyle>
          <a:p>
            <a:r>
              <a:rPr lang="zh-CN" altLang="en-US" noProof="1"/>
              <a:t>单击此处编辑母版标题样式</a:t>
            </a:r>
            <a:endParaRPr lang="en-US" noProof="1"/>
          </a:p>
        </p:txBody>
      </p:sp>
      <p:sp>
        <p:nvSpPr>
          <p:cNvPr id="3" name="Picture Placeholder 2"/>
          <p:cNvSpPr>
            <a:spLocks noGrp="1" noChangeAspect="1"/>
          </p:cNvSpPr>
          <p:nvPr>
            <p:ph type="pic" idx="1"/>
          </p:nvPr>
        </p:nvSpPr>
        <p:spPr>
          <a:xfrm>
            <a:off x="3887391" y="342901"/>
            <a:ext cx="4629150" cy="4052888"/>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1"/>
              <a:t>单击图标添加图片</a:t>
            </a:r>
            <a:endParaRPr lang="en-US" noProof="1"/>
          </a:p>
        </p:txBody>
      </p:sp>
      <p:sp>
        <p:nvSpPr>
          <p:cNvPr id="4" name="Text Placeholder 3"/>
          <p:cNvSpPr>
            <a:spLocks noGrp="1"/>
          </p:cNvSpPr>
          <p:nvPr>
            <p:ph type="body" sz="half" idx="2"/>
          </p:nvPr>
        </p:nvSpPr>
        <p:spPr>
          <a:xfrm>
            <a:off x="629840" y="1543050"/>
            <a:ext cx="3123900" cy="2858691"/>
          </a:xfrm>
        </p:spPr>
        <p:txBody>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E6D8FFF6-EA7A-4BE6-A718-20112319EBA5}" type="datetimeFigureOut">
              <a:rPr lang="zh-CN" altLang="en-US"/>
              <a:pPr>
                <a:defRPr/>
              </a:pPr>
              <a:t>2022/10/8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F6FB579D-A25D-4DDA-9306-C7DDF28A78B6}" type="slidenum">
              <a:rPr lang="zh-CN" altLang="en-US"/>
              <a:pPr>
                <a:defRPr/>
              </a:pPr>
              <a:t>‹#›</a:t>
            </a:fld>
            <a:endParaRPr lang="zh-CN" altLang="en-US"/>
          </a:p>
        </p:txBody>
      </p:sp>
    </p:spTree>
  </p:cSld>
  <p:clrMapOvr>
    <a:masterClrMapping/>
  </p:clrMapOvr>
  <p:transition advClick="0"/>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noProof="1"/>
              <a:t>单击此处编辑母版标题样式</a:t>
            </a:r>
            <a:endParaRPr lang="en-US" noProof="1"/>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Date Placeholder 3"/>
          <p:cNvSpPr>
            <a:spLocks noGrp="1"/>
          </p:cNvSpPr>
          <p:nvPr>
            <p:ph type="dt" sz="half" idx="10"/>
          </p:nvPr>
        </p:nvSpPr>
        <p:spPr/>
        <p:txBody>
          <a:bodyPr/>
          <a:lstStyle>
            <a:lvl1pPr>
              <a:defRPr/>
            </a:lvl1pPr>
          </a:lstStyle>
          <a:p>
            <a:pPr>
              <a:defRPr/>
            </a:pPr>
            <a:fld id="{53637CDD-8B9F-4ADC-9196-E416279410C0}" type="datetimeFigureOut">
              <a:rPr lang="zh-CN" altLang="en-US"/>
              <a:pPr>
                <a:defRPr/>
              </a:pPr>
              <a:t>2022/10/8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88BE0F4B-413B-4FA3-88D3-E1D7B48D273F}" type="slidenum">
              <a:rPr lang="zh-CN" altLang="en-US"/>
              <a:pPr>
                <a:defRPr/>
              </a:pPr>
              <a:t>‹#›</a:t>
            </a:fld>
            <a:endParaRPr lang="zh-CN" altLang="en-US"/>
          </a:p>
        </p:txBody>
      </p:sp>
    </p:spTree>
  </p:cSld>
  <p:clrMapOvr>
    <a:masterClrMapping/>
  </p:clrMapOvr>
  <p:transition advClick="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2" name="任意多边形 1"/>
          <p:cNvSpPr/>
          <p:nvPr userDrawn="1">
            <p:custDataLst>
              <p:tags r:id="rId1"/>
            </p:custDataLst>
          </p:nvPr>
        </p:nvSpPr>
        <p:spPr bwMode="auto">
          <a:xfrm rot="5400000">
            <a:off x="-1383506" y="1731169"/>
            <a:ext cx="5157788" cy="1682750"/>
          </a:xfrm>
          <a:custGeom>
            <a:avLst/>
            <a:gdLst>
              <a:gd name="connsiteX0" fmla="*/ 1545218 w 6857999"/>
              <a:gd name="connsiteY0" fmla="*/ 1776499 h 2243879"/>
              <a:gd name="connsiteX1" fmla="*/ 1613276 w 6857999"/>
              <a:gd name="connsiteY1" fmla="*/ 1749943 h 2243879"/>
              <a:gd name="connsiteX2" fmla="*/ 6751717 w 6857999"/>
              <a:gd name="connsiteY2" fmla="*/ 16733 h 2243879"/>
              <a:gd name="connsiteX3" fmla="*/ 6857999 w 6857999"/>
              <a:gd name="connsiteY3" fmla="*/ 0 h 2243879"/>
              <a:gd name="connsiteX4" fmla="*/ 6857999 w 6857999"/>
              <a:gd name="connsiteY4" fmla="*/ 688560 h 2243879"/>
              <a:gd name="connsiteX5" fmla="*/ 0 w 6857999"/>
              <a:gd name="connsiteY5" fmla="*/ 2243879 h 2243879"/>
              <a:gd name="connsiteX6" fmla="*/ 0 w 6857999"/>
              <a:gd name="connsiteY6" fmla="*/ 2092925 h 2243879"/>
              <a:gd name="connsiteX7" fmla="*/ 1545218 w 6857999"/>
              <a:gd name="connsiteY7" fmla="*/ 1776499 h 2243879"/>
              <a:gd name="connsiteX8" fmla="*/ 1290271 w 6857999"/>
              <a:gd name="connsiteY8" fmla="*/ 1875977 h 2243879"/>
              <a:gd name="connsiteX9" fmla="*/ 12659 w 6857999"/>
              <a:gd name="connsiteY9" fmla="*/ 2241297 h 224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2243879">
                <a:moveTo>
                  <a:pt x="1545218" y="1776499"/>
                </a:moveTo>
                <a:lnTo>
                  <a:pt x="1613276" y="1749943"/>
                </a:lnTo>
                <a:cubicBezTo>
                  <a:pt x="3218965" y="1085212"/>
                  <a:pt x="5141370" y="301068"/>
                  <a:pt x="6751717" y="16733"/>
                </a:cubicBezTo>
                <a:lnTo>
                  <a:pt x="6857999" y="0"/>
                </a:lnTo>
                <a:lnTo>
                  <a:pt x="6857999" y="688560"/>
                </a:lnTo>
                <a:close/>
                <a:moveTo>
                  <a:pt x="0" y="2243879"/>
                </a:moveTo>
                <a:lnTo>
                  <a:pt x="0" y="2092925"/>
                </a:lnTo>
                <a:lnTo>
                  <a:pt x="1545218" y="1776499"/>
                </a:lnTo>
                <a:lnTo>
                  <a:pt x="1290271" y="1875977"/>
                </a:lnTo>
                <a:cubicBezTo>
                  <a:pt x="857799" y="2033950"/>
                  <a:pt x="420887" y="2152451"/>
                  <a:pt x="12659" y="2241297"/>
                </a:cubicBezTo>
                <a:close/>
              </a:path>
            </a:pathLst>
          </a:custGeom>
          <a:noFill/>
          <a:ln w="6350" cap="flat" cmpd="sng">
            <a:solidFill>
              <a:srgbClr val="FFC543"/>
            </a:solidFill>
            <a:round/>
          </a:ln>
        </p:spPr>
        <p:txBody>
          <a:bodyPr lIns="67500" tIns="35100" rIns="67500" bIns="35100" anchor="ctr">
            <a:normAutofit/>
          </a:bodyPr>
          <a:lstStyle/>
          <a:p>
            <a:pPr>
              <a:defRPr/>
            </a:pPr>
            <a:endParaRPr lang="zh-CN" altLang="en-US" sz="955" noProof="1">
              <a:latin typeface="+mn-ea"/>
              <a:ea typeface="华文细黑" panose="02010600040101010101" pitchFamily="2" charset="-122"/>
            </a:endParaRPr>
          </a:p>
        </p:txBody>
      </p:sp>
      <p:sp>
        <p:nvSpPr>
          <p:cNvPr id="3" name="任意多边形 2"/>
          <p:cNvSpPr/>
          <p:nvPr userDrawn="1">
            <p:custDataLst>
              <p:tags r:id="rId2"/>
            </p:custDataLst>
          </p:nvPr>
        </p:nvSpPr>
        <p:spPr bwMode="auto">
          <a:xfrm rot="6500300">
            <a:off x="-1631950" y="1973263"/>
            <a:ext cx="5141913" cy="1341437"/>
          </a:xfrm>
          <a:custGeom>
            <a:avLst/>
            <a:gdLst>
              <a:gd name="connsiteX0" fmla="*/ 438383 w 6855925"/>
              <a:gd name="connsiteY0" fmla="*/ 1655318 h 1789626"/>
              <a:gd name="connsiteX1" fmla="*/ 1015664 w 6855925"/>
              <a:gd name="connsiteY1" fmla="*/ 1456491 h 1789626"/>
              <a:gd name="connsiteX2" fmla="*/ 4733900 w 6855925"/>
              <a:gd name="connsiteY2" fmla="*/ 230107 h 1789626"/>
              <a:gd name="connsiteX3" fmla="*/ 6507764 w 6855925"/>
              <a:gd name="connsiteY3" fmla="*/ 8765 h 1789626"/>
              <a:gd name="connsiteX4" fmla="*/ 6652649 w 6855925"/>
              <a:gd name="connsiteY4" fmla="*/ 0 h 1789626"/>
              <a:gd name="connsiteX5" fmla="*/ 6855925 w 6855925"/>
              <a:gd name="connsiteY5" fmla="*/ 613271 h 1789626"/>
              <a:gd name="connsiteX6" fmla="*/ 20923 w 6855925"/>
              <a:gd name="connsiteY6" fmla="*/ 1789626 h 1789626"/>
              <a:gd name="connsiteX7" fmla="*/ 0 w 6855925"/>
              <a:gd name="connsiteY7" fmla="*/ 1726500 h 1789626"/>
              <a:gd name="connsiteX8" fmla="*/ 438383 w 6855925"/>
              <a:gd name="connsiteY8" fmla="*/ 1655318 h 1789626"/>
              <a:gd name="connsiteX9" fmla="*/ 371503 w 6855925"/>
              <a:gd name="connsiteY9" fmla="*/ 1678353 h 1789626"/>
              <a:gd name="connsiteX10" fmla="*/ 49503 w 6855925"/>
              <a:gd name="connsiteY10" fmla="*/ 1781131 h 17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925" h="1789626">
                <a:moveTo>
                  <a:pt x="438383" y="1655318"/>
                </a:moveTo>
                <a:lnTo>
                  <a:pt x="1015664" y="1456491"/>
                </a:lnTo>
                <a:cubicBezTo>
                  <a:pt x="2302761" y="996373"/>
                  <a:pt x="3576744" y="459271"/>
                  <a:pt x="4733900" y="230107"/>
                </a:cubicBezTo>
                <a:cubicBezTo>
                  <a:pt x="5255786" y="125339"/>
                  <a:pt x="5873289" y="52897"/>
                  <a:pt x="6507764" y="8765"/>
                </a:cubicBezTo>
                <a:lnTo>
                  <a:pt x="6652649" y="0"/>
                </a:lnTo>
                <a:lnTo>
                  <a:pt x="6855925" y="613271"/>
                </a:lnTo>
                <a:close/>
                <a:moveTo>
                  <a:pt x="20923" y="1789626"/>
                </a:moveTo>
                <a:lnTo>
                  <a:pt x="0" y="1726500"/>
                </a:lnTo>
                <a:lnTo>
                  <a:pt x="438383" y="1655318"/>
                </a:lnTo>
                <a:lnTo>
                  <a:pt x="371503" y="1678353"/>
                </a:lnTo>
                <a:cubicBezTo>
                  <a:pt x="264121" y="1713666"/>
                  <a:pt x="156767" y="1748000"/>
                  <a:pt x="49503" y="1781131"/>
                </a:cubicBezTo>
                <a:close/>
              </a:path>
            </a:pathLst>
          </a:custGeom>
          <a:noFill/>
          <a:ln w="6350" cap="flat" cmpd="sng">
            <a:solidFill>
              <a:schemeClr val="accent1"/>
            </a:solidFill>
            <a:round/>
          </a:ln>
        </p:spPr>
        <p:txBody>
          <a:bodyPr lIns="67500" tIns="35100" rIns="67500" bIns="35100" anchor="ctr">
            <a:normAutofit/>
          </a:bodyPr>
          <a:lstStyle/>
          <a:p>
            <a:pPr>
              <a:defRPr/>
            </a:pPr>
            <a:endParaRPr lang="zh-CN" altLang="en-US" sz="955" noProof="1">
              <a:latin typeface="+mn-ea"/>
              <a:ea typeface="华文细黑" panose="02010600040101010101" pitchFamily="2" charset="-122"/>
            </a:endParaRPr>
          </a:p>
        </p:txBody>
      </p:sp>
      <p:sp>
        <p:nvSpPr>
          <p:cNvPr id="4" name="Freeform 10"/>
          <p:cNvSpPr/>
          <p:nvPr userDrawn="1">
            <p:custDataLst>
              <p:tags r:id="rId3"/>
            </p:custDataLst>
          </p:nvPr>
        </p:nvSpPr>
        <p:spPr bwMode="auto">
          <a:xfrm rot="900000">
            <a:off x="879475" y="1563688"/>
            <a:ext cx="1176338" cy="1133475"/>
          </a:xfrm>
          <a:prstGeom prst="rect">
            <a:avLst/>
          </a:prstGeom>
          <a:solidFill>
            <a:srgbClr val="FFC543"/>
          </a:solidFill>
          <a:ln>
            <a:noFill/>
          </a:ln>
        </p:spPr>
        <p:txBody>
          <a:bodyPr lIns="67500" tIns="35100" rIns="67500" bIns="35100" anchor="ctr">
            <a:normAutofit/>
          </a:bodyPr>
          <a:lstStyle/>
          <a:p>
            <a:pPr>
              <a:defRPr/>
            </a:pPr>
            <a:endParaRPr lang="zh-CN" altLang="en-US" sz="955" noProof="1">
              <a:latin typeface="+mn-ea"/>
              <a:ea typeface="华文细黑" panose="02010600040101010101" pitchFamily="2" charset="-122"/>
            </a:endParaRPr>
          </a:p>
        </p:txBody>
      </p:sp>
      <p:sp>
        <p:nvSpPr>
          <p:cNvPr id="5" name="任意多边形 4"/>
          <p:cNvSpPr/>
          <p:nvPr userDrawn="1">
            <p:custDataLst>
              <p:tags r:id="rId4"/>
            </p:custDataLst>
          </p:nvPr>
        </p:nvSpPr>
        <p:spPr bwMode="auto">
          <a:xfrm rot="6693539">
            <a:off x="-1237456" y="1839119"/>
            <a:ext cx="5116512" cy="1619250"/>
          </a:xfrm>
          <a:custGeom>
            <a:avLst/>
            <a:gdLst>
              <a:gd name="connsiteX0" fmla="*/ 2159840 w 6821848"/>
              <a:gd name="connsiteY0" fmla="*/ 1586583 h 2158689"/>
              <a:gd name="connsiteX1" fmla="*/ 2227887 w 6821848"/>
              <a:gd name="connsiteY1" fmla="*/ 1560027 h 2158689"/>
              <a:gd name="connsiteX2" fmla="*/ 6367033 w 6821848"/>
              <a:gd name="connsiteY2" fmla="*/ 52441 h 2158689"/>
              <a:gd name="connsiteX3" fmla="*/ 6572243 w 6821848"/>
              <a:gd name="connsiteY3" fmla="*/ 0 h 2158689"/>
              <a:gd name="connsiteX4" fmla="*/ 6821848 w 6821848"/>
              <a:gd name="connsiteY4" fmla="*/ 631753 h 2158689"/>
              <a:gd name="connsiteX5" fmla="*/ 51263 w 6821848"/>
              <a:gd name="connsiteY5" fmla="*/ 2158689 h 2158689"/>
              <a:gd name="connsiteX6" fmla="*/ 0 w 6821848"/>
              <a:gd name="connsiteY6" fmla="*/ 2028942 h 2158689"/>
              <a:gd name="connsiteX7" fmla="*/ 2159840 w 6821848"/>
              <a:gd name="connsiteY7" fmla="*/ 1586583 h 2158689"/>
              <a:gd name="connsiteX8" fmla="*/ 1904935 w 6821848"/>
              <a:gd name="connsiteY8" fmla="*/ 1686061 h 2158689"/>
              <a:gd name="connsiteX9" fmla="*/ 327301 w 6821848"/>
              <a:gd name="connsiteY9" fmla="*/ 2112610 h 215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1848" h="2158689">
                <a:moveTo>
                  <a:pt x="2159840" y="1586583"/>
                </a:moveTo>
                <a:lnTo>
                  <a:pt x="2227887" y="1560027"/>
                </a:lnTo>
                <a:cubicBezTo>
                  <a:pt x="3512231" y="1028242"/>
                  <a:pt x="4999240" y="420033"/>
                  <a:pt x="6367033" y="52441"/>
                </a:cubicBezTo>
                <a:lnTo>
                  <a:pt x="6572243" y="0"/>
                </a:lnTo>
                <a:lnTo>
                  <a:pt x="6821848" y="631753"/>
                </a:lnTo>
                <a:close/>
                <a:moveTo>
                  <a:pt x="51263" y="2158689"/>
                </a:moveTo>
                <a:lnTo>
                  <a:pt x="0" y="2028942"/>
                </a:lnTo>
                <a:lnTo>
                  <a:pt x="2159840" y="1586583"/>
                </a:lnTo>
                <a:lnTo>
                  <a:pt x="1904935" y="1686061"/>
                </a:lnTo>
                <a:cubicBezTo>
                  <a:pt x="1364431" y="1883528"/>
                  <a:pt x="816994" y="2019318"/>
                  <a:pt x="327301" y="2112610"/>
                </a:cubicBezTo>
                <a:close/>
              </a:path>
            </a:pathLst>
          </a:custGeom>
          <a:noFill/>
          <a:ln w="6350" cap="flat" cmpd="sng">
            <a:solidFill>
              <a:srgbClr val="464F5A"/>
            </a:solidFill>
            <a:round/>
          </a:ln>
        </p:spPr>
        <p:txBody>
          <a:bodyPr lIns="67500" tIns="35100" rIns="67500" bIns="35100" anchor="ctr">
            <a:normAutofit/>
          </a:bodyPr>
          <a:lstStyle/>
          <a:p>
            <a:pPr>
              <a:defRPr/>
            </a:pPr>
            <a:endParaRPr lang="zh-CN" altLang="en-US" sz="955" noProof="1">
              <a:latin typeface="+mn-ea"/>
              <a:ea typeface="华文细黑" panose="02010600040101010101" pitchFamily="2" charset="-122"/>
            </a:endParaRPr>
          </a:p>
        </p:txBody>
      </p:sp>
      <p:sp>
        <p:nvSpPr>
          <p:cNvPr id="6" name="Freeform 6"/>
          <p:cNvSpPr/>
          <p:nvPr userDrawn="1">
            <p:custDataLst>
              <p:tags r:id="rId5"/>
            </p:custDataLst>
          </p:nvPr>
        </p:nvSpPr>
        <p:spPr bwMode="auto">
          <a:xfrm>
            <a:off x="488950" y="855663"/>
            <a:ext cx="263525" cy="268287"/>
          </a:xfrm>
          <a:prstGeom prst="rect">
            <a:avLst/>
          </a:prstGeom>
          <a:solidFill>
            <a:schemeClr val="accent1"/>
          </a:solidFill>
          <a:ln>
            <a:noFill/>
          </a:ln>
        </p:spPr>
        <p:txBody>
          <a:bodyPr lIns="67500" tIns="35100" rIns="67500" bIns="35100" anchor="ctr">
            <a:normAutofit/>
          </a:bodyPr>
          <a:lstStyle/>
          <a:p>
            <a:pPr>
              <a:defRPr/>
            </a:pPr>
            <a:endParaRPr lang="zh-CN" altLang="en-US" sz="955" noProof="1">
              <a:latin typeface="+mn-ea"/>
              <a:ea typeface="华文细黑" panose="02010600040101010101" pitchFamily="2" charset="-122"/>
            </a:endParaRPr>
          </a:p>
        </p:txBody>
      </p:sp>
      <p:sp>
        <p:nvSpPr>
          <p:cNvPr id="7" name="Freeform 7"/>
          <p:cNvSpPr/>
          <p:nvPr userDrawn="1">
            <p:custDataLst>
              <p:tags r:id="rId6"/>
            </p:custDataLst>
          </p:nvPr>
        </p:nvSpPr>
        <p:spPr bwMode="auto">
          <a:xfrm>
            <a:off x="282575" y="3692525"/>
            <a:ext cx="412750" cy="417513"/>
          </a:xfrm>
          <a:prstGeom prst="rect">
            <a:avLst/>
          </a:prstGeom>
          <a:solidFill>
            <a:srgbClr val="FFC543"/>
          </a:solidFill>
          <a:ln>
            <a:noFill/>
          </a:ln>
        </p:spPr>
        <p:txBody>
          <a:bodyPr lIns="67500" tIns="35100" rIns="67500" bIns="35100" anchor="ctr">
            <a:normAutofit/>
          </a:bodyPr>
          <a:lstStyle/>
          <a:p>
            <a:pPr>
              <a:defRPr/>
            </a:pPr>
            <a:endParaRPr lang="zh-CN" altLang="en-US" sz="955" noProof="1">
              <a:latin typeface="+mn-ea"/>
              <a:ea typeface="华文细黑" panose="02010600040101010101" pitchFamily="2" charset="-122"/>
            </a:endParaRPr>
          </a:p>
        </p:txBody>
      </p:sp>
      <p:sp>
        <p:nvSpPr>
          <p:cNvPr id="8" name="Freeform 8"/>
          <p:cNvSpPr/>
          <p:nvPr userDrawn="1">
            <p:custDataLst>
              <p:tags r:id="rId7"/>
            </p:custDataLst>
          </p:nvPr>
        </p:nvSpPr>
        <p:spPr bwMode="auto">
          <a:xfrm>
            <a:off x="1600200" y="3805238"/>
            <a:ext cx="307975" cy="304800"/>
          </a:xfrm>
          <a:prstGeom prst="rect">
            <a:avLst/>
          </a:prstGeom>
          <a:solidFill>
            <a:srgbClr val="464F5A"/>
          </a:solidFill>
          <a:ln>
            <a:noFill/>
          </a:ln>
        </p:spPr>
        <p:txBody>
          <a:bodyPr lIns="67500" tIns="35100" rIns="67500" bIns="35100" anchor="ctr">
            <a:normAutofit/>
          </a:bodyPr>
          <a:lstStyle/>
          <a:p>
            <a:pPr>
              <a:defRPr/>
            </a:pPr>
            <a:endParaRPr lang="zh-CN" altLang="en-US" sz="955" noProof="1">
              <a:latin typeface="+mn-ea"/>
              <a:ea typeface="华文细黑" panose="02010600040101010101" pitchFamily="2" charset="-122"/>
            </a:endParaRPr>
          </a:p>
        </p:txBody>
      </p:sp>
      <p:sp>
        <p:nvSpPr>
          <p:cNvPr id="9" name="Freeform 22"/>
          <p:cNvSpPr/>
          <p:nvPr userDrawn="1">
            <p:custDataLst>
              <p:tags r:id="rId8"/>
            </p:custDataLst>
          </p:nvPr>
        </p:nvSpPr>
        <p:spPr bwMode="auto">
          <a:xfrm rot="5400000">
            <a:off x="558007" y="1939131"/>
            <a:ext cx="1281112" cy="1419225"/>
          </a:xfrm>
          <a:prstGeom prst="rect">
            <a:avLst/>
          </a:prstGeom>
          <a:solidFill>
            <a:srgbClr val="464F5A"/>
          </a:solidFill>
          <a:ln>
            <a:noFill/>
          </a:ln>
        </p:spPr>
        <p:txBody>
          <a:bodyPr lIns="67500" tIns="35100" rIns="67500" bIns="35100" anchor="ctr">
            <a:normAutofit/>
          </a:bodyPr>
          <a:lstStyle/>
          <a:p>
            <a:pPr>
              <a:defRPr/>
            </a:pPr>
            <a:endParaRPr lang="zh-CN" altLang="en-US" sz="955" noProof="1">
              <a:latin typeface="+mn-ea"/>
              <a:ea typeface="华文细黑" panose="02010600040101010101" pitchFamily="2" charset="-122"/>
            </a:endParaRPr>
          </a:p>
        </p:txBody>
      </p:sp>
      <p:sp>
        <p:nvSpPr>
          <p:cNvPr id="10" name="日期占位符 1"/>
          <p:cNvSpPr>
            <a:spLocks noGrp="1"/>
          </p:cNvSpPr>
          <p:nvPr>
            <p:ph type="dt" sz="half" idx="10"/>
          </p:nvPr>
        </p:nvSpPr>
        <p:spPr/>
        <p:txBody>
          <a:bodyPr/>
          <a:lstStyle>
            <a:lvl1pPr>
              <a:defRPr/>
            </a:lvl1pPr>
          </a:lstStyle>
          <a:p>
            <a:pPr>
              <a:defRPr/>
            </a:pPr>
            <a:fld id="{6776C9C5-2855-4AD5-A4C9-693201044DBE}" type="datetimeFigureOut">
              <a:rPr lang="zh-CN" altLang="en-US"/>
              <a:pPr>
                <a:defRPr/>
              </a:pPr>
              <a:t>2022/10/8</a:t>
            </a:fld>
            <a:endParaRPr lang="zh-CN" altLang="en-US"/>
          </a:p>
        </p:txBody>
      </p:sp>
      <p:sp>
        <p:nvSpPr>
          <p:cNvPr id="11" name="页脚占位符 2"/>
          <p:cNvSpPr>
            <a:spLocks noGrp="1"/>
          </p:cNvSpPr>
          <p:nvPr>
            <p:ph type="ftr" sz="quarter" idx="11"/>
          </p:nvPr>
        </p:nvSpPr>
        <p:spPr/>
        <p:txBody>
          <a:bodyPr/>
          <a:lstStyle>
            <a:lvl1pPr>
              <a:defRPr/>
            </a:lvl1pPr>
          </a:lstStyle>
          <a:p>
            <a:pPr>
              <a:defRPr/>
            </a:pPr>
            <a:endParaRPr lang="zh-CN" altLang="en-US"/>
          </a:p>
        </p:txBody>
      </p:sp>
      <p:sp>
        <p:nvSpPr>
          <p:cNvPr id="12" name="灯片编号占位符 3"/>
          <p:cNvSpPr>
            <a:spLocks noGrp="1"/>
          </p:cNvSpPr>
          <p:nvPr>
            <p:ph type="sldNum" sz="quarter" idx="12"/>
          </p:nvPr>
        </p:nvSpPr>
        <p:spPr/>
        <p:txBody>
          <a:bodyPr/>
          <a:lstStyle>
            <a:lvl1pPr>
              <a:defRPr/>
            </a:lvl1pPr>
          </a:lstStyle>
          <a:p>
            <a:pPr>
              <a:defRPr/>
            </a:pPr>
            <a:fld id="{6D9927F4-0956-4569-B374-A0820DF38023}" type="slidenum">
              <a:rPr lang="zh-CN" altLang="en-US"/>
              <a:pPr>
                <a:defRPr/>
              </a:pPr>
              <a:t>‹#›</a:t>
            </a:fld>
            <a:endParaRPr lang="zh-CN" altLang="en-US"/>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40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40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100"/>
                                  </p:st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ppt_w</p:attrName>
                                        </p:attrNameLst>
                                      </p:cBhvr>
                                      <p:tavLst>
                                        <p:tav tm="0">
                                          <p:val>
                                            <p:fltVal val="0"/>
                                          </p:val>
                                        </p:tav>
                                        <p:tav tm="100000">
                                          <p:val>
                                            <p:strVal val="#ppt_w"/>
                                          </p:val>
                                        </p:tav>
                                      </p:tavLst>
                                    </p:anim>
                                    <p:anim calcmode="lin" valueType="num">
                                      <p:cBhvr>
                                        <p:cTn id="24"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bldLvl="0" animBg="1"/>
      <p:bldP spid="7" grpId="0" bldLvl="0" animBg="1"/>
      <p:bldP spid="8" grpId="0" bldLvl="0" animBg="1"/>
      <p:bldP spid="9" grpId="0" bldLvl="0" animBg="1"/>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组合 65"/>
          <p:cNvGrpSpPr/>
          <p:nvPr/>
        </p:nvGrpSpPr>
        <p:grpSpPr bwMode="auto">
          <a:xfrm>
            <a:off x="1617663" y="425450"/>
            <a:ext cx="5908675" cy="2305050"/>
            <a:chOff x="2014158" y="457200"/>
            <a:chExt cx="8163685" cy="3184013"/>
          </a:xfrm>
        </p:grpSpPr>
        <p:sp>
          <p:nvSpPr>
            <p:cNvPr id="5" name="Rectangle 9"/>
            <p:cNvSpPr>
              <a:spLocks noChangeArrowheads="1"/>
            </p:cNvSpPr>
            <p:nvPr/>
          </p:nvSpPr>
          <p:spPr bwMode="auto">
            <a:xfrm>
              <a:off x="4319378" y="676485"/>
              <a:ext cx="3553243" cy="2203811"/>
            </a:xfrm>
            <a:prstGeom prst="rect">
              <a:avLst/>
            </a:prstGeom>
            <a:solidFill>
              <a:schemeClr val="bg1">
                <a:lumMod val="85000"/>
              </a:schemeClr>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6" name="Rectangle 10"/>
            <p:cNvSpPr>
              <a:spLocks noChangeArrowheads="1"/>
            </p:cNvSpPr>
            <p:nvPr/>
          </p:nvSpPr>
          <p:spPr bwMode="auto">
            <a:xfrm>
              <a:off x="4497041" y="816827"/>
              <a:ext cx="3197919" cy="1800328"/>
            </a:xfrm>
            <a:prstGeom prst="rect">
              <a:avLst/>
            </a:prstGeom>
            <a:solidFill>
              <a:srgbClr val="FDFDFD"/>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7" name="Freeform 11"/>
            <p:cNvSpPr>
              <a:spLocks noEditPoints="1"/>
            </p:cNvSpPr>
            <p:nvPr/>
          </p:nvSpPr>
          <p:spPr bwMode="auto">
            <a:xfrm>
              <a:off x="4086882" y="457200"/>
              <a:ext cx="4018235" cy="2554667"/>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8" name="Freeform 12"/>
            <p:cNvSpPr/>
            <p:nvPr/>
          </p:nvSpPr>
          <p:spPr bwMode="auto">
            <a:xfrm>
              <a:off x="5128729" y="3174137"/>
              <a:ext cx="1923576" cy="434184"/>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9" name="Freeform 13"/>
            <p:cNvSpPr/>
            <p:nvPr/>
          </p:nvSpPr>
          <p:spPr bwMode="auto">
            <a:xfrm>
              <a:off x="5852538" y="3174137"/>
              <a:ext cx="1199767" cy="434184"/>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10" name="Rectangle 14"/>
            <p:cNvSpPr>
              <a:spLocks noChangeArrowheads="1"/>
            </p:cNvSpPr>
            <p:nvPr/>
          </p:nvSpPr>
          <p:spPr bwMode="auto">
            <a:xfrm>
              <a:off x="4497041" y="816827"/>
              <a:ext cx="1116419" cy="359627"/>
            </a:xfrm>
            <a:prstGeom prst="rect">
              <a:avLst/>
            </a:prstGeom>
            <a:solidFill>
              <a:srgbClr val="FC611F"/>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11" name="Rectangle 15"/>
            <p:cNvSpPr>
              <a:spLocks noChangeArrowheads="1"/>
            </p:cNvSpPr>
            <p:nvPr/>
          </p:nvSpPr>
          <p:spPr bwMode="auto">
            <a:xfrm>
              <a:off x="4497041" y="1176454"/>
              <a:ext cx="1116419" cy="1440701"/>
            </a:xfrm>
            <a:prstGeom prst="rect">
              <a:avLst/>
            </a:prstGeom>
            <a:solidFill>
              <a:srgbClr val="3C4F53"/>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12" name="Rectangle 16"/>
            <p:cNvSpPr>
              <a:spLocks noChangeArrowheads="1"/>
            </p:cNvSpPr>
            <p:nvPr/>
          </p:nvSpPr>
          <p:spPr bwMode="auto">
            <a:xfrm>
              <a:off x="4681283" y="1340918"/>
              <a:ext cx="743548" cy="296034"/>
            </a:xfrm>
            <a:prstGeom prst="rect">
              <a:avLst/>
            </a:prstGeom>
            <a:solidFill>
              <a:srgbClr val="1C2B38"/>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13" name="Rectangle 17"/>
            <p:cNvSpPr>
              <a:spLocks noChangeArrowheads="1"/>
            </p:cNvSpPr>
            <p:nvPr/>
          </p:nvSpPr>
          <p:spPr bwMode="auto">
            <a:xfrm>
              <a:off x="4681283" y="1832115"/>
              <a:ext cx="743548" cy="293841"/>
            </a:xfrm>
            <a:prstGeom prst="rect">
              <a:avLst/>
            </a:prstGeom>
            <a:solidFill>
              <a:srgbClr val="1C2B38"/>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14" name="Rectangle 18"/>
            <p:cNvSpPr>
              <a:spLocks noChangeArrowheads="1"/>
            </p:cNvSpPr>
            <p:nvPr/>
          </p:nvSpPr>
          <p:spPr bwMode="auto">
            <a:xfrm>
              <a:off x="4681283" y="2290420"/>
              <a:ext cx="743548" cy="164464"/>
            </a:xfrm>
            <a:prstGeom prst="rect">
              <a:avLst/>
            </a:prstGeom>
            <a:solidFill>
              <a:srgbClr val="1C2B38"/>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15" name="Rectangle 19"/>
            <p:cNvSpPr>
              <a:spLocks noChangeArrowheads="1"/>
            </p:cNvSpPr>
            <p:nvPr/>
          </p:nvSpPr>
          <p:spPr bwMode="auto">
            <a:xfrm>
              <a:off x="6058713" y="1209347"/>
              <a:ext cx="1375236" cy="98677"/>
            </a:xfrm>
            <a:prstGeom prst="rect">
              <a:avLst/>
            </a:prstGeom>
            <a:solidFill>
              <a:srgbClr val="FFC543"/>
            </a:solidFill>
            <a:ln>
              <a:noFill/>
            </a:ln>
          </p:spPr>
          <p:txBody>
            <a:bodyPr lIns="68580" tIns="34290" rIns="68580" bIns="34290"/>
            <a:lstStyle/>
            <a:p>
              <a:pPr>
                <a:defRPr/>
              </a:pPr>
              <a:endParaRPr lang="zh-CN" altLang="en-US" sz="1350">
                <a:solidFill>
                  <a:srgbClr val="FFC543"/>
                </a:solidFill>
                <a:latin typeface="FrutigerNext LT Regular" pitchFamily="2" charset="0"/>
                <a:ea typeface="华文细黑" panose="02010600040101010101" pitchFamily="2" charset="-122"/>
              </a:endParaRPr>
            </a:p>
          </p:txBody>
        </p:sp>
        <p:sp>
          <p:nvSpPr>
            <p:cNvPr id="16" name="Rectangle 20"/>
            <p:cNvSpPr>
              <a:spLocks noChangeArrowheads="1"/>
            </p:cNvSpPr>
            <p:nvPr/>
          </p:nvSpPr>
          <p:spPr bwMode="auto">
            <a:xfrm>
              <a:off x="6058713" y="1470295"/>
              <a:ext cx="1375236" cy="98679"/>
            </a:xfrm>
            <a:prstGeom prst="rect">
              <a:avLst/>
            </a:prstGeom>
            <a:solidFill>
              <a:srgbClr val="FC611F"/>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17" name="Rectangle 21"/>
            <p:cNvSpPr>
              <a:spLocks noChangeArrowheads="1"/>
            </p:cNvSpPr>
            <p:nvPr/>
          </p:nvSpPr>
          <p:spPr bwMode="auto">
            <a:xfrm>
              <a:off x="6058713" y="1733437"/>
              <a:ext cx="1375236" cy="98679"/>
            </a:xfrm>
            <a:prstGeom prst="rect">
              <a:avLst/>
            </a:prstGeom>
            <a:solidFill>
              <a:srgbClr val="FFC543"/>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18" name="Rectangle 22"/>
            <p:cNvSpPr>
              <a:spLocks noChangeArrowheads="1"/>
            </p:cNvSpPr>
            <p:nvPr/>
          </p:nvSpPr>
          <p:spPr bwMode="auto">
            <a:xfrm>
              <a:off x="6058713" y="1994386"/>
              <a:ext cx="1375236" cy="98677"/>
            </a:xfrm>
            <a:prstGeom prst="rect">
              <a:avLst/>
            </a:prstGeom>
            <a:solidFill>
              <a:srgbClr val="464F5A"/>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19" name="Rectangle 23"/>
            <p:cNvSpPr>
              <a:spLocks noChangeArrowheads="1"/>
            </p:cNvSpPr>
            <p:nvPr/>
          </p:nvSpPr>
          <p:spPr bwMode="auto">
            <a:xfrm>
              <a:off x="6058713" y="2257528"/>
              <a:ext cx="1375236" cy="98677"/>
            </a:xfrm>
            <a:prstGeom prst="rect">
              <a:avLst/>
            </a:prstGeom>
            <a:solidFill>
              <a:srgbClr val="FFC543"/>
            </a:solidFill>
            <a:ln>
              <a:noFill/>
            </a:ln>
          </p:spPr>
          <p:txBody>
            <a:bodyPr lIns="68580" tIns="34290" rIns="68580" bIns="34290"/>
            <a:lstStyle/>
            <a:p>
              <a:pPr>
                <a:defRPr/>
              </a:pPr>
              <a:endParaRPr lang="zh-CN" altLang="en-US" sz="1350">
                <a:solidFill>
                  <a:srgbClr val="FFC000"/>
                </a:solidFill>
                <a:latin typeface="FrutigerNext LT Regular" pitchFamily="2" charset="0"/>
                <a:ea typeface="华文细黑" panose="02010600040101010101" pitchFamily="2" charset="-122"/>
              </a:endParaRPr>
            </a:p>
          </p:txBody>
        </p:sp>
        <p:sp>
          <p:nvSpPr>
            <p:cNvPr id="20" name="Rectangle 25"/>
            <p:cNvSpPr>
              <a:spLocks noChangeArrowheads="1"/>
            </p:cNvSpPr>
            <p:nvPr/>
          </p:nvSpPr>
          <p:spPr bwMode="auto">
            <a:xfrm>
              <a:off x="2014158" y="3452628"/>
              <a:ext cx="300490" cy="188585"/>
            </a:xfrm>
            <a:prstGeom prst="rect">
              <a:avLst/>
            </a:prstGeom>
            <a:solidFill>
              <a:srgbClr val="FC611F"/>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21" name="Rectangle 26"/>
            <p:cNvSpPr>
              <a:spLocks noChangeArrowheads="1"/>
            </p:cNvSpPr>
            <p:nvPr/>
          </p:nvSpPr>
          <p:spPr bwMode="auto">
            <a:xfrm>
              <a:off x="2314648" y="3095195"/>
              <a:ext cx="289523" cy="546018"/>
            </a:xfrm>
            <a:prstGeom prst="rect">
              <a:avLst/>
            </a:prstGeom>
            <a:solidFill>
              <a:srgbClr val="FFC543"/>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22" name="Rectangle 27"/>
            <p:cNvSpPr>
              <a:spLocks noChangeArrowheads="1"/>
            </p:cNvSpPr>
            <p:nvPr/>
          </p:nvSpPr>
          <p:spPr bwMode="auto">
            <a:xfrm>
              <a:off x="2604171" y="2560140"/>
              <a:ext cx="302684" cy="1081073"/>
            </a:xfrm>
            <a:prstGeom prst="rect">
              <a:avLst/>
            </a:prstGeom>
            <a:solidFill>
              <a:srgbClr val="464F5A"/>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23" name="Rectangle 28"/>
            <p:cNvSpPr>
              <a:spLocks noChangeArrowheads="1"/>
            </p:cNvSpPr>
            <p:nvPr/>
          </p:nvSpPr>
          <p:spPr bwMode="auto">
            <a:xfrm>
              <a:off x="2906855" y="2174199"/>
              <a:ext cx="298297" cy="1467014"/>
            </a:xfrm>
            <a:prstGeom prst="rect">
              <a:avLst/>
            </a:prstGeom>
            <a:solidFill>
              <a:srgbClr val="1C2B38"/>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24" name="Rectangle 29"/>
            <p:cNvSpPr>
              <a:spLocks noChangeArrowheads="1"/>
            </p:cNvSpPr>
            <p:nvPr/>
          </p:nvSpPr>
          <p:spPr bwMode="auto">
            <a:xfrm>
              <a:off x="3205152" y="3009673"/>
              <a:ext cx="291718" cy="631540"/>
            </a:xfrm>
            <a:prstGeom prst="rect">
              <a:avLst/>
            </a:prstGeom>
            <a:solidFill>
              <a:srgbClr val="FFC543"/>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25" name="Rectangle 30"/>
            <p:cNvSpPr>
              <a:spLocks noChangeArrowheads="1"/>
            </p:cNvSpPr>
            <p:nvPr/>
          </p:nvSpPr>
          <p:spPr bwMode="auto">
            <a:xfrm>
              <a:off x="3496869" y="3380265"/>
              <a:ext cx="298297" cy="260948"/>
            </a:xfrm>
            <a:prstGeom prst="rect">
              <a:avLst/>
            </a:prstGeom>
            <a:solidFill>
              <a:srgbClr val="FC611F"/>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26" name="Rectangle 32"/>
            <p:cNvSpPr>
              <a:spLocks noChangeArrowheads="1"/>
            </p:cNvSpPr>
            <p:nvPr/>
          </p:nvSpPr>
          <p:spPr bwMode="auto">
            <a:xfrm>
              <a:off x="9888320" y="3452628"/>
              <a:ext cx="289523" cy="188585"/>
            </a:xfrm>
            <a:prstGeom prst="rect">
              <a:avLst/>
            </a:prstGeom>
            <a:solidFill>
              <a:srgbClr val="FC611F"/>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27" name="Rectangle 33"/>
            <p:cNvSpPr>
              <a:spLocks noChangeArrowheads="1"/>
            </p:cNvSpPr>
            <p:nvPr/>
          </p:nvSpPr>
          <p:spPr bwMode="auto">
            <a:xfrm>
              <a:off x="9587829" y="3095195"/>
              <a:ext cx="300491" cy="546018"/>
            </a:xfrm>
            <a:prstGeom prst="rect">
              <a:avLst/>
            </a:prstGeom>
            <a:solidFill>
              <a:srgbClr val="FFC543"/>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28" name="Rectangle 34"/>
            <p:cNvSpPr>
              <a:spLocks noChangeArrowheads="1"/>
            </p:cNvSpPr>
            <p:nvPr/>
          </p:nvSpPr>
          <p:spPr bwMode="auto">
            <a:xfrm>
              <a:off x="9287339" y="2560140"/>
              <a:ext cx="300490" cy="1081073"/>
            </a:xfrm>
            <a:prstGeom prst="rect">
              <a:avLst/>
            </a:prstGeom>
            <a:solidFill>
              <a:srgbClr val="464F5A"/>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29" name="Rectangle 35"/>
            <p:cNvSpPr>
              <a:spLocks noChangeArrowheads="1"/>
            </p:cNvSpPr>
            <p:nvPr/>
          </p:nvSpPr>
          <p:spPr bwMode="auto">
            <a:xfrm>
              <a:off x="8995621" y="2174199"/>
              <a:ext cx="291718" cy="1467014"/>
            </a:xfrm>
            <a:prstGeom prst="rect">
              <a:avLst/>
            </a:prstGeom>
            <a:solidFill>
              <a:srgbClr val="1C2B38"/>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30" name="Rectangle 36"/>
            <p:cNvSpPr>
              <a:spLocks noChangeArrowheads="1"/>
            </p:cNvSpPr>
            <p:nvPr/>
          </p:nvSpPr>
          <p:spPr bwMode="auto">
            <a:xfrm>
              <a:off x="8697324" y="3009673"/>
              <a:ext cx="298297" cy="631540"/>
            </a:xfrm>
            <a:prstGeom prst="rect">
              <a:avLst/>
            </a:prstGeom>
            <a:solidFill>
              <a:srgbClr val="FFC543"/>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31" name="Rectangle 37"/>
            <p:cNvSpPr>
              <a:spLocks noChangeArrowheads="1"/>
            </p:cNvSpPr>
            <p:nvPr/>
          </p:nvSpPr>
          <p:spPr bwMode="auto">
            <a:xfrm>
              <a:off x="8396835" y="3380265"/>
              <a:ext cx="300490" cy="260948"/>
            </a:xfrm>
            <a:prstGeom prst="rect">
              <a:avLst/>
            </a:prstGeom>
            <a:solidFill>
              <a:srgbClr val="FC611F"/>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grpSp>
      <p:sp>
        <p:nvSpPr>
          <p:cNvPr id="2" name="Title 1"/>
          <p:cNvSpPr>
            <a:spLocks noGrp="1"/>
          </p:cNvSpPr>
          <p:nvPr>
            <p:ph type="ctrTitle"/>
          </p:nvPr>
        </p:nvSpPr>
        <p:spPr>
          <a:xfrm>
            <a:off x="1143000" y="2603286"/>
            <a:ext cx="6858000" cy="1228173"/>
          </a:xfrm>
        </p:spPr>
        <p:txBody>
          <a:bodyPr anchor="b">
            <a:normAutofit/>
          </a:bodyPr>
          <a:lstStyle>
            <a:lvl1pPr algn="ctr">
              <a:defRPr sz="4050">
                <a:solidFill>
                  <a:schemeClr val="accent1">
                    <a:lumMod val="75000"/>
                  </a:schemeClr>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4003973"/>
            <a:ext cx="6858000" cy="500147"/>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en-US" dirty="0"/>
          </a:p>
        </p:txBody>
      </p:sp>
      <p:sp>
        <p:nvSpPr>
          <p:cNvPr id="32" name="Date Placeholder 3"/>
          <p:cNvSpPr>
            <a:spLocks noGrp="1"/>
          </p:cNvSpPr>
          <p:nvPr>
            <p:ph type="dt" sz="half" idx="10"/>
          </p:nvPr>
        </p:nvSpPr>
        <p:spPr/>
        <p:txBody>
          <a:bodyPr/>
          <a:lstStyle>
            <a:lvl1pPr>
              <a:defRPr/>
            </a:lvl1pPr>
          </a:lstStyle>
          <a:p>
            <a:pPr>
              <a:defRPr/>
            </a:pPr>
            <a:fld id="{E29B6535-CFB1-4DC0-95A4-CC6BEF3DF8FB}" type="datetimeFigureOut">
              <a:rPr lang="zh-CN" altLang="en-US"/>
              <a:pPr>
                <a:defRPr/>
              </a:pPr>
              <a:t>2022/10/8</a:t>
            </a:fld>
            <a:endParaRPr lang="zh-CN" altLang="en-US"/>
          </a:p>
        </p:txBody>
      </p:sp>
      <p:sp>
        <p:nvSpPr>
          <p:cNvPr id="33" name="Footer Placeholder 4"/>
          <p:cNvSpPr>
            <a:spLocks noGrp="1"/>
          </p:cNvSpPr>
          <p:nvPr>
            <p:ph type="ftr" sz="quarter" idx="11"/>
          </p:nvPr>
        </p:nvSpPr>
        <p:spPr/>
        <p:txBody>
          <a:bodyPr/>
          <a:lstStyle>
            <a:lvl1pPr>
              <a:defRPr/>
            </a:lvl1pPr>
          </a:lstStyle>
          <a:p>
            <a:pPr>
              <a:defRPr/>
            </a:pPr>
            <a:endParaRPr lang="zh-CN" altLang="en-US"/>
          </a:p>
        </p:txBody>
      </p:sp>
      <p:sp>
        <p:nvSpPr>
          <p:cNvPr id="34" name="Slide Number Placeholder 5"/>
          <p:cNvSpPr>
            <a:spLocks noGrp="1"/>
          </p:cNvSpPr>
          <p:nvPr>
            <p:ph type="sldNum" sz="quarter" idx="12"/>
          </p:nvPr>
        </p:nvSpPr>
        <p:spPr/>
        <p:txBody>
          <a:bodyPr/>
          <a:lstStyle>
            <a:lvl1pPr>
              <a:defRPr/>
            </a:lvl1pPr>
          </a:lstStyle>
          <a:p>
            <a:pPr>
              <a:defRPr/>
            </a:pPr>
            <a:fld id="{4A779626-AE03-48F2-96B5-9E137EFFC264}" type="slidenum">
              <a:rPr lang="zh-CN" altLang="en-US"/>
              <a:pPr>
                <a:defRPr/>
              </a:pPr>
              <a:t>‹#›</a:t>
            </a:fld>
            <a:endParaRPr lang="zh-CN" altLang="en-US"/>
          </a:p>
        </p:txBody>
      </p:sp>
    </p:spTree>
  </p:cSld>
  <p:clrMapOvr>
    <a:masterClrMapping/>
  </p:clrMapOvr>
  <p:transition advClick="0"/>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751B30AB-663D-4C3D-872C-54DD03F28084}" type="datetimeFigureOut">
              <a:rPr lang="zh-CN" altLang="en-US"/>
              <a:pPr>
                <a:defRPr/>
              </a:pPr>
              <a:t>2022/10/8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5726DC3-C618-4F05-93C5-1C97C9DF0B4C}" type="slidenum">
              <a:rPr lang="zh-CN" altLang="en-US"/>
              <a:pPr>
                <a:defRPr/>
              </a:pPr>
              <a:t>‹#›</a:t>
            </a:fld>
            <a:endParaRPr lang="zh-CN" altLang="en-US"/>
          </a:p>
        </p:txBody>
      </p:sp>
    </p:spTree>
  </p:cSld>
  <p:clrMapOvr>
    <a:masterClrMapping/>
  </p:clrMapOvr>
  <p:transition advClick="0"/>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grpSp>
        <p:nvGrpSpPr>
          <p:cNvPr id="4" name="组合 11"/>
          <p:cNvGrpSpPr/>
          <p:nvPr/>
        </p:nvGrpSpPr>
        <p:grpSpPr bwMode="auto">
          <a:xfrm>
            <a:off x="3065463" y="438150"/>
            <a:ext cx="3013075" cy="2278063"/>
            <a:chOff x="3186113" y="530112"/>
            <a:chExt cx="2625725" cy="2338387"/>
          </a:xfrm>
        </p:grpSpPr>
        <p:sp>
          <p:nvSpPr>
            <p:cNvPr id="5" name="Rectangle 9"/>
            <p:cNvSpPr>
              <a:spLocks noChangeArrowheads="1"/>
            </p:cNvSpPr>
            <p:nvPr/>
          </p:nvSpPr>
          <p:spPr bwMode="auto">
            <a:xfrm>
              <a:off x="3338289" y="693066"/>
              <a:ext cx="2321373" cy="1636056"/>
            </a:xfrm>
            <a:prstGeom prst="rect">
              <a:avLst/>
            </a:prstGeom>
            <a:solidFill>
              <a:schemeClr val="bg1">
                <a:lumMod val="95000"/>
              </a:schemeClr>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6" name="Freeform 11"/>
            <p:cNvSpPr>
              <a:spLocks noEditPoints="1"/>
            </p:cNvSpPr>
            <p:nvPr/>
          </p:nvSpPr>
          <p:spPr bwMode="auto">
            <a:xfrm>
              <a:off x="3186113" y="530112"/>
              <a:ext cx="2625725" cy="1895153"/>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7" name="Freeform 12"/>
            <p:cNvSpPr/>
            <p:nvPr/>
          </p:nvSpPr>
          <p:spPr bwMode="auto">
            <a:xfrm>
              <a:off x="3866754" y="2545851"/>
              <a:ext cx="1257525" cy="322648"/>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sp>
          <p:nvSpPr>
            <p:cNvPr id="8" name="Freeform 13"/>
            <p:cNvSpPr/>
            <p:nvPr/>
          </p:nvSpPr>
          <p:spPr bwMode="auto">
            <a:xfrm>
              <a:off x="4339883" y="2545851"/>
              <a:ext cx="784397" cy="322648"/>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p:spPr>
          <p:txBody>
            <a:bodyPr lIns="68580" tIns="34290" rIns="68580" bIns="34290"/>
            <a:lstStyle/>
            <a:p>
              <a:pPr>
                <a:defRPr/>
              </a:pPr>
              <a:endParaRPr lang="zh-CN" altLang="en-US" sz="1350">
                <a:latin typeface="FrutigerNext LT Regular" pitchFamily="2" charset="0"/>
                <a:ea typeface="华文细黑" panose="02010600040101010101" pitchFamily="2" charset="-122"/>
              </a:endParaRPr>
            </a:p>
          </p:txBody>
        </p:sp>
      </p:grpSp>
      <p:sp>
        <p:nvSpPr>
          <p:cNvPr id="2" name="Title 1"/>
          <p:cNvSpPr>
            <a:spLocks noGrp="1"/>
          </p:cNvSpPr>
          <p:nvPr>
            <p:ph type="title"/>
          </p:nvPr>
        </p:nvSpPr>
        <p:spPr>
          <a:xfrm>
            <a:off x="623888" y="2920409"/>
            <a:ext cx="7886700" cy="926858"/>
          </a:xfrm>
        </p:spPr>
        <p:txBody>
          <a:bodyPr anchor="b">
            <a:normAutofit/>
          </a:bodyPr>
          <a:lstStyle>
            <a:lvl1pPr algn="ctr">
              <a:defRPr sz="4050" b="1">
                <a:solidFill>
                  <a:schemeClr val="tx1"/>
                </a:solidFill>
              </a:defRPr>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623888" y="3981334"/>
            <a:ext cx="7886700" cy="356426"/>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
        <p:nvSpPr>
          <p:cNvPr id="9" name="Date Placeholder 3"/>
          <p:cNvSpPr>
            <a:spLocks noGrp="1"/>
          </p:cNvSpPr>
          <p:nvPr>
            <p:ph type="dt" sz="half" idx="10"/>
          </p:nvPr>
        </p:nvSpPr>
        <p:spPr/>
        <p:txBody>
          <a:bodyPr/>
          <a:lstStyle>
            <a:lvl1pPr>
              <a:defRPr/>
            </a:lvl1pPr>
          </a:lstStyle>
          <a:p>
            <a:pPr>
              <a:defRPr/>
            </a:pPr>
            <a:fld id="{3ED128B8-FBD0-45A7-B8DB-555A3649F436}" type="datetimeFigureOut">
              <a:rPr lang="zh-CN" altLang="en-US"/>
              <a:pPr>
                <a:defRPr/>
              </a:pPr>
              <a:t>2022/10/8</a:t>
            </a:fld>
            <a:endParaRPr lang="zh-CN" altLang="en-US"/>
          </a:p>
        </p:txBody>
      </p:sp>
      <p:sp>
        <p:nvSpPr>
          <p:cNvPr id="10" name="Footer Placeholder 4"/>
          <p:cNvSpPr>
            <a:spLocks noGrp="1"/>
          </p:cNvSpPr>
          <p:nvPr>
            <p:ph type="ftr" sz="quarter" idx="11"/>
          </p:nvPr>
        </p:nvSpPr>
        <p:spPr/>
        <p:txBody>
          <a:bodyPr/>
          <a:lstStyle>
            <a:lvl1pPr>
              <a:defRPr/>
            </a:lvl1pPr>
          </a:lstStyle>
          <a:p>
            <a:pPr>
              <a:defRPr/>
            </a:pPr>
            <a:endParaRPr lang="zh-CN" altLang="en-US"/>
          </a:p>
        </p:txBody>
      </p:sp>
      <p:sp>
        <p:nvSpPr>
          <p:cNvPr id="11" name="Slide Number Placeholder 5"/>
          <p:cNvSpPr>
            <a:spLocks noGrp="1"/>
          </p:cNvSpPr>
          <p:nvPr>
            <p:ph type="sldNum" sz="quarter" idx="12"/>
          </p:nvPr>
        </p:nvSpPr>
        <p:spPr/>
        <p:txBody>
          <a:bodyPr/>
          <a:lstStyle>
            <a:lvl1pPr>
              <a:defRPr/>
            </a:lvl1pPr>
          </a:lstStyle>
          <a:p>
            <a:pPr>
              <a:defRPr/>
            </a:pPr>
            <a:fld id="{03F64766-FCF4-4B0C-96B6-59FDD863F8AC}" type="slidenum">
              <a:rPr lang="zh-CN" altLang="en-US"/>
              <a:pPr>
                <a:defRPr/>
              </a:pPr>
              <a:t>‹#›</a:t>
            </a:fld>
            <a:endParaRPr lang="zh-CN" altLang="en-US"/>
          </a:p>
        </p:txBody>
      </p:sp>
    </p:spTree>
  </p:cSld>
  <p:clrMapOvr>
    <a:masterClrMapping/>
  </p:clrMapOvr>
  <p:transition advClick="0"/>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29150" y="1369219"/>
            <a:ext cx="3886200" cy="32635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CFA3B21E-DF81-408B-8D9D-B2ED7A362F10}" type="datetimeFigureOut">
              <a:rPr lang="zh-CN" altLang="en-US"/>
              <a:pPr>
                <a:defRPr/>
              </a:pPr>
              <a:t>2022/10/8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C8F1215A-ABBC-474C-A316-1B187A98ACE8}" type="slidenum">
              <a:rPr lang="zh-CN" altLang="en-US"/>
              <a:pPr>
                <a:defRPr/>
              </a:pPr>
              <a:t>‹#›</a:t>
            </a:fld>
            <a:endParaRPr lang="zh-CN" altLang="en-US"/>
          </a:p>
        </p:txBody>
      </p:sp>
    </p:spTree>
  </p:cSld>
  <p:clrMapOvr>
    <a:masterClrMapping/>
  </p:clrMapOvr>
  <p:transition advClick="0"/>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648000"/>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1"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1" y="1878806"/>
            <a:ext cx="3868340" cy="276344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CB69FDF7-142A-4338-BF00-2DF357922E90}" type="datetimeFigureOut">
              <a:rPr lang="zh-CN" altLang="en-US"/>
              <a:pPr>
                <a:defRPr/>
              </a:pPr>
              <a:t>2022/10/8</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E110D828-F283-4BB9-B8AB-459BBB53FEAA}" type="slidenum">
              <a:rPr lang="zh-CN" altLang="en-US"/>
              <a:pPr>
                <a:defRPr/>
              </a:pPr>
              <a:t>‹#›</a:t>
            </a:fld>
            <a:endParaRPr lang="zh-CN" altLang="en-US"/>
          </a:p>
        </p:txBody>
      </p:sp>
    </p:spTree>
  </p:cSld>
  <p:clrMapOvr>
    <a:masterClrMapping/>
  </p:clrMapOvr>
  <p:transition advClick="0"/>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矩形 2"/>
          <p:cNvSpPr/>
          <p:nvPr>
            <p:custDataLst>
              <p:tags r:id="rId1"/>
            </p:custDataLst>
          </p:nvPr>
        </p:nvSpPr>
        <p:spPr>
          <a:xfrm>
            <a:off x="0" y="1695450"/>
            <a:ext cx="9144000" cy="18875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0325" tIns="25162" rIns="50325" bIns="25162" anchor="ctr">
            <a:normAutofit/>
          </a:bodyPr>
          <a:lstStyle/>
          <a:p>
            <a:pPr algn="ctr">
              <a:defRPr/>
            </a:pPr>
            <a:endParaRPr lang="zh-CN" altLang="en-US" sz="990"/>
          </a:p>
        </p:txBody>
      </p:sp>
      <p:sp>
        <p:nvSpPr>
          <p:cNvPr id="2" name="Title 1"/>
          <p:cNvSpPr>
            <a:spLocks noGrp="1"/>
          </p:cNvSpPr>
          <p:nvPr>
            <p:ph type="title"/>
          </p:nvPr>
        </p:nvSpPr>
        <p:spPr>
          <a:xfrm>
            <a:off x="628650" y="1867880"/>
            <a:ext cx="7886700" cy="1541798"/>
          </a:xfrm>
        </p:spPr>
        <p:txBody>
          <a:bodyPr>
            <a:normAutofit/>
          </a:bodyPr>
          <a:lstStyle>
            <a:lvl1pPr algn="ctr">
              <a:defRPr sz="4950"/>
            </a:lvl1pPr>
          </a:lstStyle>
          <a:p>
            <a:r>
              <a:rPr lang="zh-CN" altLang="en-US"/>
              <a:t>单击此处编辑母版标题样式</a:t>
            </a:r>
            <a:endParaRPr lang="en-US" dirty="0"/>
          </a:p>
        </p:txBody>
      </p:sp>
      <p:sp>
        <p:nvSpPr>
          <p:cNvPr id="4" name="Date Placeholder 2"/>
          <p:cNvSpPr>
            <a:spLocks noGrp="1"/>
          </p:cNvSpPr>
          <p:nvPr>
            <p:ph type="dt" sz="half" idx="10"/>
          </p:nvPr>
        </p:nvSpPr>
        <p:spPr/>
        <p:txBody>
          <a:bodyPr/>
          <a:lstStyle>
            <a:lvl1pPr>
              <a:defRPr/>
            </a:lvl1pPr>
          </a:lstStyle>
          <a:p>
            <a:pPr>
              <a:defRPr/>
            </a:pPr>
            <a:fld id="{B7253C9E-DD5E-4F27-82B7-5439369C1BEB}" type="datetimeFigureOut">
              <a:rPr lang="zh-CN" altLang="en-US"/>
              <a:pPr>
                <a:defRPr/>
              </a:pPr>
              <a:t>2022/10/8</a:t>
            </a:fld>
            <a:endParaRPr lang="zh-CN" altLang="en-US"/>
          </a:p>
        </p:txBody>
      </p:sp>
      <p:sp>
        <p:nvSpPr>
          <p:cNvPr id="5" name="Footer Placeholder 3"/>
          <p:cNvSpPr>
            <a:spLocks noGrp="1"/>
          </p:cNvSpPr>
          <p:nvPr>
            <p:ph type="ftr" sz="quarter" idx="11"/>
          </p:nvPr>
        </p:nvSpPr>
        <p:spPr/>
        <p:txBody>
          <a:bodyPr/>
          <a:lstStyle>
            <a:lvl1pPr>
              <a:defRPr/>
            </a:lvl1pPr>
          </a:lstStyle>
          <a:p>
            <a:pPr>
              <a:defRPr/>
            </a:pPr>
            <a:endParaRPr lang="zh-CN" altLang="en-US"/>
          </a:p>
        </p:txBody>
      </p:sp>
      <p:sp>
        <p:nvSpPr>
          <p:cNvPr id="6" name="Slide Number Placeholder 4"/>
          <p:cNvSpPr>
            <a:spLocks noGrp="1"/>
          </p:cNvSpPr>
          <p:nvPr>
            <p:ph type="sldNum" sz="quarter" idx="12"/>
          </p:nvPr>
        </p:nvSpPr>
        <p:spPr/>
        <p:txBody>
          <a:bodyPr/>
          <a:lstStyle>
            <a:lvl1pPr>
              <a:defRPr/>
            </a:lvl1pPr>
          </a:lstStyle>
          <a:p>
            <a:pPr>
              <a:defRPr/>
            </a:pPr>
            <a:fld id="{4BADC2E2-5F7D-4EFB-A676-F84A47838AB7}" type="slidenum">
              <a:rPr lang="zh-CN" altLang="en-US"/>
              <a:pPr>
                <a:defRPr/>
              </a:pPr>
              <a:t>‹#›</a:t>
            </a:fld>
            <a:endParaRPr lang="zh-CN" altLang="en-US"/>
          </a:p>
        </p:txBody>
      </p:sp>
    </p:spTree>
  </p:cSld>
  <p:clrMapOvr>
    <a:masterClrMapping/>
  </p:clrMapOvr>
  <p:transition advClick="0"/>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98F1C8A-76F8-4A0E-B099-8167DCC0FD49}" type="datetimeFigureOut">
              <a:rPr lang="zh-CN" altLang="en-US"/>
              <a:pPr>
                <a:defRPr/>
              </a:pPr>
              <a:t>2022/10/8</a:t>
            </a:fld>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AF944CD7-D197-4916-A037-6E3875981A2E}" type="slidenum">
              <a:rPr lang="zh-CN" altLang="en-US"/>
              <a:pPr>
                <a:defRPr/>
              </a:pPr>
              <a:t>‹#›</a:t>
            </a:fld>
            <a:endParaRPr lang="zh-CN" altLang="en-US"/>
          </a:p>
        </p:txBody>
      </p:sp>
    </p:spTree>
  </p:cSld>
  <p:clrMapOvr>
    <a:masterClrMapping/>
  </p:clrMapOvr>
  <p:transition advClick="0"/>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0" y="342900"/>
            <a:ext cx="3123900"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342901"/>
            <a:ext cx="4629150" cy="4052888"/>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29840" y="1543050"/>
            <a:ext cx="3123900" cy="2858691"/>
          </a:xfrm>
        </p:spPr>
        <p:txBody>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42833DD7-D230-4E4A-812E-6DD81BCFAAB9}" type="datetimeFigureOut">
              <a:rPr lang="zh-CN" altLang="en-US"/>
              <a:pPr>
                <a:defRPr/>
              </a:pPr>
              <a:t>2022/10/8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7D927F3E-E5FA-4F78-8D61-CD8AEA40B73F}" type="slidenum">
              <a:rPr lang="zh-CN" altLang="en-US"/>
              <a:pPr>
                <a:defRPr/>
              </a:pPr>
              <a:t>‹#›</a:t>
            </a:fld>
            <a:endParaRPr lang="zh-CN" altLang="en-US"/>
          </a:p>
        </p:txBody>
      </p:sp>
    </p:spTree>
  </p:cSld>
  <p:clrMapOvr>
    <a:masterClrMapping/>
  </p:clrMapOvr>
  <p:transition advClick="0"/>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EE2C9A75-EA52-4F80-813C-FCF95D9A40F6}" type="datetimeFigureOut">
              <a:rPr lang="zh-CN" altLang="en-US"/>
              <a:pPr>
                <a:defRPr/>
              </a:pPr>
              <a:t>2022/10/8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4F7A5ED5-E71F-401B-A456-C586110E0E90}" type="slidenum">
              <a:rPr lang="zh-CN" altLang="en-US"/>
              <a:pPr>
                <a:defRPr/>
              </a:pPr>
              <a:t>‹#›</a:t>
            </a:fld>
            <a:endParaRPr lang="zh-CN" altLang="en-US"/>
          </a:p>
        </p:txBody>
      </p:sp>
    </p:spTree>
  </p:cSld>
  <p:clrMapOvr>
    <a:masterClrMapping/>
  </p:clrMapOvr>
  <p:transition advClick="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9" name="文本占位符 8"/>
          <p:cNvSpPr>
            <a:spLocks noGrp="1"/>
          </p:cNvSpPr>
          <p:nvPr>
            <p:ph type="body" sz="quarter" idx="13"/>
          </p:nvPr>
        </p:nvSpPr>
        <p:spPr>
          <a:xfrm>
            <a:off x="628652" y="191342"/>
            <a:ext cx="7886699" cy="4363282"/>
          </a:xfrm>
        </p:spPr>
        <p:txBody>
          <a:bodyPr/>
          <a:lstStyle>
            <a:lvl1pPr marL="0" indent="0">
              <a:buFontTx/>
              <a:buNone/>
              <a:defRPr sz="1800">
                <a:solidFill>
                  <a:schemeClr val="accent1"/>
                </a:solidFill>
              </a:defRPr>
            </a:lvl1pPr>
            <a:lvl2pPr marL="295275" indent="0">
              <a:buFontTx/>
              <a:buNone/>
              <a:defRPr sz="1500">
                <a:solidFill>
                  <a:schemeClr val="accent1"/>
                </a:solidFill>
              </a:defRPr>
            </a:lvl2pPr>
            <a:lvl3pPr marL="495935" indent="0">
              <a:buFontTx/>
              <a:buNone/>
              <a:defRPr sz="1350">
                <a:solidFill>
                  <a:schemeClr val="accent1"/>
                </a:solidFill>
              </a:defRPr>
            </a:lvl3pPr>
            <a:lvl4pPr marL="638810" indent="0">
              <a:buFontTx/>
              <a:buNone/>
              <a:defRPr sz="1350">
                <a:solidFill>
                  <a:schemeClr val="accent1"/>
                </a:solidFill>
              </a:defRPr>
            </a:lvl4pPr>
            <a:lvl5pPr marL="791210" indent="0">
              <a:buFontTx/>
              <a:buNone/>
              <a:defRPr sz="1350">
                <a:solidFill>
                  <a:schemeClr val="accent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Date Placeholder 3"/>
          <p:cNvSpPr>
            <a:spLocks noGrp="1"/>
          </p:cNvSpPr>
          <p:nvPr>
            <p:ph type="dt" sz="half" idx="14"/>
          </p:nvPr>
        </p:nvSpPr>
        <p:spPr/>
        <p:txBody>
          <a:bodyPr/>
          <a:lstStyle>
            <a:lvl1pPr>
              <a:defRPr/>
            </a:lvl1pPr>
          </a:lstStyle>
          <a:p>
            <a:pPr>
              <a:defRPr/>
            </a:pPr>
            <a:fld id="{6B7B1145-EE40-4C36-93A3-36D378D12FE7}" type="datetimeFigureOut">
              <a:rPr lang="zh-CN" altLang="en-US"/>
              <a:pPr>
                <a:defRPr/>
              </a:pPr>
              <a:t>2022/10/8</a:t>
            </a:fld>
            <a:endParaRPr lang="zh-CN" altLang="en-US"/>
          </a:p>
        </p:txBody>
      </p:sp>
      <p:sp>
        <p:nvSpPr>
          <p:cNvPr id="4" name="Footer Placeholder 4"/>
          <p:cNvSpPr>
            <a:spLocks noGrp="1"/>
          </p:cNvSpPr>
          <p:nvPr>
            <p:ph type="ftr" sz="quarter" idx="15"/>
          </p:nvPr>
        </p:nvSpPr>
        <p:spPr/>
        <p:txBody>
          <a:bodyPr/>
          <a:lstStyle>
            <a:lvl1pPr>
              <a:defRPr/>
            </a:lvl1pPr>
          </a:lstStyle>
          <a:p>
            <a:pPr>
              <a:defRPr/>
            </a:pPr>
            <a:endParaRPr lang="zh-CN" altLang="en-US"/>
          </a:p>
        </p:txBody>
      </p:sp>
      <p:sp>
        <p:nvSpPr>
          <p:cNvPr id="5" name="Slide Number Placeholder 5"/>
          <p:cNvSpPr>
            <a:spLocks noGrp="1"/>
          </p:cNvSpPr>
          <p:nvPr>
            <p:ph type="sldNum" sz="quarter" idx="16"/>
          </p:nvPr>
        </p:nvSpPr>
        <p:spPr/>
        <p:txBody>
          <a:bodyPr/>
          <a:lstStyle>
            <a:lvl1pPr>
              <a:defRPr/>
            </a:lvl1pPr>
          </a:lstStyle>
          <a:p>
            <a:pPr>
              <a:defRPr/>
            </a:pPr>
            <a:fld id="{776CF2B2-F8E3-4C70-8FF2-523B4E04BD57}" type="slidenum">
              <a:rPr lang="zh-CN" altLang="en-US"/>
              <a:pPr>
                <a:defRPr/>
              </a:pPr>
              <a:t>‹#›</a:t>
            </a:fld>
            <a:endParaRPr lang="zh-CN" altLang="en-US"/>
          </a:p>
        </p:txBody>
      </p:sp>
    </p:spTree>
  </p:cSld>
  <p:clrMapOvr>
    <a:masterClrMapping/>
  </p:clrMapOvr>
  <p:transition advClick="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ags" Target="../tags/tag2.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ags" Target="../tags/tag1.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theme" Target="../theme/theme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tags" Target="../tags/tag13.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tags" Target="../tags/tag12.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theme" Target="../theme/theme5.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descr="7"/>
          <p:cNvPicPr>
            <a:picLocks noChangeAspect="1"/>
          </p:cNvPicPr>
          <p:nvPr/>
        </p:nvPicPr>
        <p:blipFill>
          <a:blip r:embed="rId13" cstate="print"/>
          <a:srcRect/>
          <a:stretch>
            <a:fillRect/>
          </a:stretch>
        </p:blipFill>
        <p:spPr bwMode="auto">
          <a:xfrm>
            <a:off x="0" y="4929188"/>
            <a:ext cx="9142413" cy="214312"/>
          </a:xfrm>
          <a:prstGeom prst="rect">
            <a:avLst/>
          </a:prstGeom>
          <a:noFill/>
          <a:ln w="9525">
            <a:noFill/>
            <a:miter lim="800000"/>
            <a:headEnd/>
            <a:tailEnd/>
          </a:ln>
        </p:spPr>
      </p:pic>
      <p:sp>
        <p:nvSpPr>
          <p:cNvPr id="1027" name="Rectangle 3"/>
          <p:cNvSpPr>
            <a:spLocks noGrp="1" noChangeArrowheads="1"/>
          </p:cNvSpPr>
          <p:nvPr>
            <p:ph type="dt" sz="half" idx="2"/>
          </p:nvPr>
        </p:nvSpPr>
        <p:spPr bwMode="auto">
          <a:xfrm>
            <a:off x="7377113" y="4784725"/>
            <a:ext cx="1592262" cy="257175"/>
          </a:xfrm>
          <a:prstGeom prst="rect">
            <a:avLst/>
          </a:prstGeom>
          <a:noFill/>
          <a:ln w="9525">
            <a:noFill/>
            <a:miter lim="800000"/>
          </a:ln>
          <a:effectLst/>
        </p:spPr>
        <p:txBody>
          <a:bodyPr vert="horz" wrap="square" lIns="0" tIns="0" rIns="0" bIns="0" numCol="1" anchor="t" anchorCtr="0" compatLnSpc="1"/>
          <a:lstStyle>
            <a:lvl1pPr algn="l">
              <a:lnSpc>
                <a:spcPct val="85000"/>
              </a:lnSpc>
              <a:defRPr sz="1100" noProof="1">
                <a:latin typeface="FrutigerNext LT Bold" pitchFamily="4" charset="0"/>
                <a:ea typeface="MS PGothic" panose="020B0600070205080204" pitchFamily="34" charset="-128"/>
              </a:defRPr>
            </a:lvl1pPr>
          </a:lstStyle>
          <a:p>
            <a:pPr>
              <a:defRPr/>
            </a:pPr>
            <a:r>
              <a:rPr lang="de-DE" altLang="en-US"/>
              <a:t>Page </a:t>
            </a:r>
            <a:fld id="{D639FCBD-E3E1-44C2-BEB3-22FFA521F24C}" type="slidenum">
              <a:rPr lang="de-DE" altLang="en-US" dirty="0"/>
              <a:pPr>
                <a:defRPr/>
              </a:pPr>
              <a:t>‹#›</a:t>
            </a:fld>
            <a:endParaRPr lang="de-DE" altLang="en-US"/>
          </a:p>
        </p:txBody>
      </p:sp>
      <p:sp>
        <p:nvSpPr>
          <p:cNvPr id="1028" name="Rectangle 4"/>
          <p:cNvSpPr>
            <a:spLocks noGrp="1"/>
          </p:cNvSpPr>
          <p:nvPr>
            <p:ph type="title"/>
          </p:nvPr>
        </p:nvSpPr>
        <p:spPr bwMode="auto">
          <a:xfrm>
            <a:off x="652463" y="142875"/>
            <a:ext cx="7745412" cy="652463"/>
          </a:xfrm>
          <a:prstGeom prst="rect">
            <a:avLst/>
          </a:prstGeom>
          <a:noFill/>
          <a:ln w="9525">
            <a:noFill/>
            <a:miter lim="800000"/>
          </a:ln>
        </p:spPr>
        <p:txBody>
          <a:bodyPr vert="horz" wrap="square" lIns="71551" tIns="35775" rIns="71551" bIns="35775" numCol="1" anchor="ctr" anchorCtr="0" compatLnSpc="1"/>
          <a:lstStyle/>
          <a:p>
            <a:pPr lvl="0"/>
            <a:r>
              <a:rPr lang="zh-CN" altLang="en-US"/>
              <a:t>单击此处编辑母版标题样式</a:t>
            </a:r>
          </a:p>
        </p:txBody>
      </p:sp>
      <p:sp>
        <p:nvSpPr>
          <p:cNvPr id="1029" name="Rectangle 5"/>
          <p:cNvSpPr>
            <a:spLocks noGrp="1"/>
          </p:cNvSpPr>
          <p:nvPr>
            <p:ph type="body"/>
          </p:nvPr>
        </p:nvSpPr>
        <p:spPr bwMode="auto">
          <a:xfrm>
            <a:off x="652463" y="1071563"/>
            <a:ext cx="7929562" cy="3500437"/>
          </a:xfrm>
          <a:prstGeom prst="rect">
            <a:avLst/>
          </a:prstGeom>
          <a:noFill/>
          <a:ln w="9525">
            <a:noFill/>
            <a:miter lim="800000"/>
          </a:ln>
        </p:spPr>
        <p:txBody>
          <a:bodyPr vert="horz" wrap="square" lIns="71562" tIns="35781" rIns="71562" bIns="35781"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0" name="Picture 6" descr="院徽副本"/>
          <p:cNvPicPr>
            <a:picLocks noChangeAspect="1"/>
          </p:cNvPicPr>
          <p:nvPr userDrawn="1"/>
        </p:nvPicPr>
        <p:blipFill>
          <a:blip r:embed="rId14" cstate="print"/>
          <a:srcRect/>
          <a:stretch>
            <a:fillRect/>
          </a:stretch>
        </p:blipFill>
        <p:spPr bwMode="auto">
          <a:xfrm>
            <a:off x="7904163" y="142875"/>
            <a:ext cx="739775" cy="668338"/>
          </a:xfrm>
          <a:prstGeom prst="rect">
            <a:avLst/>
          </a:prstGeom>
          <a:noFill/>
          <a:ln w="9525">
            <a:noFill/>
            <a:miter lim="800000"/>
            <a:headEnd/>
            <a:tailEnd/>
          </a:ln>
        </p:spPr>
      </p:pic>
      <p:sp>
        <p:nvSpPr>
          <p:cNvPr id="7" name="Line 4"/>
          <p:cNvSpPr>
            <a:spLocks noChangeShapeType="1"/>
          </p:cNvSpPr>
          <p:nvPr/>
        </p:nvSpPr>
        <p:spPr bwMode="auto">
          <a:xfrm>
            <a:off x="19050" y="857250"/>
            <a:ext cx="9080500" cy="0"/>
          </a:xfrm>
          <a:prstGeom prst="line">
            <a:avLst/>
          </a:prstGeom>
          <a:noFill/>
          <a:ln w="38100" cap="flat" cmpd="dbl">
            <a:solidFill>
              <a:srgbClr val="B2B2B2"/>
            </a:solidFill>
            <a:round/>
          </a:ln>
          <a:effectLst/>
        </p:spPr>
        <p:txBody>
          <a:bodyPr lIns="74505" tIns="37253" rIns="74505" bIns="37253"/>
          <a:lstStyle/>
          <a:p>
            <a:pPr algn="ctr">
              <a:defRPr/>
            </a:pPr>
            <a:endParaRPr lang="zh-CN" altLang="en-US">
              <a:latin typeface="FrutigerNext LT Regular" pitchFamily="2" charset="0"/>
              <a:ea typeface="华文细黑" panose="02010600040101010101" pitchFamily="2" charset="-122"/>
              <a:sym typeface="+mn-ea"/>
            </a:endParaRPr>
          </a:p>
        </p:txBody>
      </p:sp>
      <p:sp>
        <p:nvSpPr>
          <p:cNvPr id="10" name="页脚占位符 4"/>
          <p:cNvSpPr>
            <a:spLocks noGrp="1"/>
          </p:cNvSpPr>
          <p:nvPr>
            <p:ph type="ftr" sz="quarter" idx="3"/>
          </p:nvPr>
        </p:nvSpPr>
        <p:spPr bwMode="auto">
          <a:xfrm>
            <a:off x="146050" y="4929188"/>
            <a:ext cx="4868863" cy="239712"/>
          </a:xfrm>
          <a:prstGeom prst="rect">
            <a:avLst/>
          </a:prstGeom>
          <a:noFill/>
          <a:ln>
            <a:miter lim="800000"/>
          </a:ln>
        </p:spPr>
        <p:txBody>
          <a:bodyPr vert="horz" wrap="square" lIns="74505" tIns="37253" rIns="74505" bIns="37253" numCol="1" anchor="t" anchorCtr="0" compatLnSpc="1"/>
          <a:lstStyle>
            <a:lvl1pPr algn="ctr">
              <a:defRPr sz="900">
                <a:latin typeface="微软雅黑" panose="020B0503020204020204" pitchFamily="34" charset="-122"/>
                <a:ea typeface="微软雅黑" panose="020B0503020204020204" pitchFamily="34" charset="-122"/>
              </a:defRPr>
            </a:lvl1pPr>
          </a:lstStyle>
          <a:p>
            <a:pPr>
              <a:defRPr/>
            </a:pPr>
            <a:r>
              <a:rPr lang="en-US" altLang="zh-CN"/>
              <a:t> HTTP://DLS.ZZU.EDU.CN       </a:t>
            </a:r>
            <a:r>
              <a:rPr lang="zh-CN" altLang="en-US"/>
              <a:t>郑州大学远程教育学院</a:t>
            </a:r>
          </a:p>
          <a:p>
            <a:pPr>
              <a:defRPr/>
            </a:pPr>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advClick="0"/>
  <p:hf sldNum="0" hdr="0" ftr="0"/>
  <p:txStyles>
    <p:titleStyle>
      <a:lvl1pPr algn="l" defTabSz="714375" rtl="0" eaLnBrk="0" fontAlgn="base" hangingPunct="0">
        <a:spcBef>
          <a:spcPct val="0"/>
        </a:spcBef>
        <a:spcAft>
          <a:spcPct val="0"/>
        </a:spcAft>
        <a:defRPr sz="2800">
          <a:solidFill>
            <a:srgbClr val="990000"/>
          </a:solidFill>
          <a:latin typeface="+mj-lt"/>
          <a:ea typeface="+mj-ea"/>
          <a:cs typeface="+mj-cs"/>
        </a:defRPr>
      </a:lvl1pPr>
      <a:lvl2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pitchFamily="49" charset="-122"/>
        </a:defRPr>
      </a:lvl2pPr>
      <a:lvl3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pitchFamily="49" charset="-122"/>
        </a:defRPr>
      </a:lvl3pPr>
      <a:lvl4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pitchFamily="49" charset="-122"/>
        </a:defRPr>
      </a:lvl4pPr>
      <a:lvl5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pitchFamily="49" charset="-122"/>
        </a:defRPr>
      </a:lvl5pPr>
      <a:lvl6pPr marL="372745" algn="l" defTabSz="715010" rtl="0" fontAlgn="base">
        <a:spcBef>
          <a:spcPct val="0"/>
        </a:spcBef>
        <a:spcAft>
          <a:spcPct val="0"/>
        </a:spcAft>
        <a:defRPr sz="2800">
          <a:solidFill>
            <a:srgbClr val="990000"/>
          </a:solidFill>
          <a:latin typeface="FrutigerNext LT Medium" pitchFamily="2" charset="0"/>
          <a:ea typeface="黑体" panose="02010609060101010101" pitchFamily="49" charset="-122"/>
        </a:defRPr>
      </a:lvl6pPr>
      <a:lvl7pPr marL="744855" algn="l" defTabSz="715010" rtl="0" fontAlgn="base">
        <a:spcBef>
          <a:spcPct val="0"/>
        </a:spcBef>
        <a:spcAft>
          <a:spcPct val="0"/>
        </a:spcAft>
        <a:defRPr sz="2800">
          <a:solidFill>
            <a:srgbClr val="990000"/>
          </a:solidFill>
          <a:latin typeface="FrutigerNext LT Medium" pitchFamily="2" charset="0"/>
          <a:ea typeface="黑体" panose="02010609060101010101" pitchFamily="49" charset="-122"/>
        </a:defRPr>
      </a:lvl7pPr>
      <a:lvl8pPr marL="1117600" algn="l" defTabSz="715010" rtl="0" fontAlgn="base">
        <a:spcBef>
          <a:spcPct val="0"/>
        </a:spcBef>
        <a:spcAft>
          <a:spcPct val="0"/>
        </a:spcAft>
        <a:defRPr sz="2800">
          <a:solidFill>
            <a:srgbClr val="990000"/>
          </a:solidFill>
          <a:latin typeface="FrutigerNext LT Medium" pitchFamily="2" charset="0"/>
          <a:ea typeface="黑体" panose="02010609060101010101" pitchFamily="49" charset="-122"/>
        </a:defRPr>
      </a:lvl8pPr>
      <a:lvl9pPr marL="1490345" algn="l" defTabSz="715010" rtl="0" fontAlgn="base">
        <a:spcBef>
          <a:spcPct val="0"/>
        </a:spcBef>
        <a:spcAft>
          <a:spcPct val="0"/>
        </a:spcAft>
        <a:defRPr sz="2800">
          <a:solidFill>
            <a:srgbClr val="990000"/>
          </a:solidFill>
          <a:latin typeface="FrutigerNext LT Medium" pitchFamily="2" charset="0"/>
          <a:ea typeface="黑体" panose="02010609060101010101" pitchFamily="49" charset="-122"/>
        </a:defRPr>
      </a:lvl9pPr>
    </p:titleStyle>
    <p:bodyStyle>
      <a:lvl1pPr marL="266700" indent="-266700" algn="l" defTabSz="714375" rtl="0" eaLnBrk="0" fontAlgn="base" hangingPunct="0">
        <a:lnSpc>
          <a:spcPct val="140000"/>
        </a:lnSpc>
        <a:spcBef>
          <a:spcPct val="0"/>
        </a:spcBef>
        <a:spcAft>
          <a:spcPct val="0"/>
        </a:spcAft>
        <a:buClr>
          <a:schemeClr val="bg2"/>
        </a:buClr>
        <a:buSzPct val="60000"/>
        <a:buFont typeface="Wingdings" panose="05000000000000000000" pitchFamily="2" charset="2"/>
        <a:buChar char="l"/>
        <a:defRPr sz="2000" b="1">
          <a:solidFill>
            <a:schemeClr val="tx1"/>
          </a:solidFill>
          <a:latin typeface="微软雅黑" panose="020B0503020204020204" pitchFamily="34" charset="-122"/>
          <a:ea typeface="微软雅黑" panose="020B0503020204020204" pitchFamily="34" charset="-122"/>
          <a:cs typeface="+mn-cs"/>
        </a:defRPr>
      </a:lvl1pPr>
      <a:lvl2pPr marL="581025" indent="-222250" algn="l" defTabSz="714375" rtl="0" eaLnBrk="0" fontAlgn="base" hangingPunct="0">
        <a:lnSpc>
          <a:spcPct val="140000"/>
        </a:lnSpc>
        <a:spcBef>
          <a:spcPct val="0"/>
        </a:spcBef>
        <a:spcAft>
          <a:spcPct val="0"/>
        </a:spcAft>
        <a:buClr>
          <a:schemeClr val="tx1"/>
        </a:buClr>
        <a:buSzPct val="50000"/>
        <a:buFont typeface="Wingdings" panose="05000000000000000000" pitchFamily="2" charset="2"/>
        <a:buChar char="p"/>
        <a:defRPr sz="2000">
          <a:solidFill>
            <a:schemeClr val="tx1"/>
          </a:solidFill>
          <a:latin typeface="微软雅黑" panose="020B0503020204020204" pitchFamily="34" charset="-122"/>
          <a:ea typeface="微软雅黑" panose="020B0503020204020204" pitchFamily="34" charset="-122"/>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微软雅黑" panose="020B0503020204020204" pitchFamily="34" charset="-122"/>
          <a:ea typeface="微软雅黑" panose="020B0503020204020204" pitchFamily="34" charset="-122"/>
        </a:defRPr>
      </a:lvl3pPr>
      <a:lvl4pPr marL="1250950" indent="-179705" algn="l" defTabSz="714375" rtl="0" eaLnBrk="0" fontAlgn="base" hangingPunct="0">
        <a:lnSpc>
          <a:spcPct val="140000"/>
        </a:lnSpc>
        <a:spcBef>
          <a:spcPct val="0"/>
        </a:spcBef>
        <a:spcAft>
          <a:spcPct val="0"/>
        </a:spcAft>
        <a:buChar char="–"/>
        <a:defRPr sz="2000">
          <a:solidFill>
            <a:schemeClr val="tx1"/>
          </a:solidFill>
          <a:latin typeface="微软雅黑" panose="020B0503020204020204" pitchFamily="34" charset="-122"/>
          <a:ea typeface="微软雅黑" panose="020B0503020204020204" pitchFamily="34" charset="-122"/>
        </a:defRPr>
      </a:lvl4pPr>
      <a:lvl5pPr marL="1609725" indent="-179705" algn="l" defTabSz="714375" rtl="0" eaLnBrk="0" fontAlgn="base" hangingPunct="0">
        <a:lnSpc>
          <a:spcPct val="140000"/>
        </a:lnSpc>
        <a:spcBef>
          <a:spcPct val="0"/>
        </a:spcBef>
        <a:spcAft>
          <a:spcPct val="0"/>
        </a:spcAft>
        <a:buFont typeface="FrutigerNext LT Medium"/>
        <a:buChar char="~"/>
        <a:defRPr sz="2000">
          <a:solidFill>
            <a:schemeClr val="tx1"/>
          </a:solidFill>
          <a:latin typeface="+mj-lt"/>
          <a:ea typeface="+mn-ea"/>
        </a:defRPr>
      </a:lvl5pPr>
      <a:lvl6pPr marL="198310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6pPr>
      <a:lvl7pPr marL="235521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7pPr>
      <a:lvl8pPr marL="272796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8pPr>
      <a:lvl9pPr marL="310070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7600"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2455" algn="l" defTabSz="744855" rtl="0" eaLnBrk="1" latinLnBrk="0" hangingPunct="1">
        <a:defRPr sz="1500" kern="1200">
          <a:solidFill>
            <a:schemeClr val="tx1"/>
          </a:solidFill>
          <a:latin typeface="+mn-lt"/>
          <a:ea typeface="+mn-ea"/>
          <a:cs typeface="+mn-cs"/>
        </a:defRPr>
      </a:lvl6pPr>
      <a:lvl7pPr marL="2235200" algn="l" defTabSz="744855" rtl="0" eaLnBrk="1" latinLnBrk="0" hangingPunct="1">
        <a:defRPr sz="1500" kern="1200">
          <a:solidFill>
            <a:schemeClr val="tx1"/>
          </a:solidFill>
          <a:latin typeface="+mn-lt"/>
          <a:ea typeface="+mn-ea"/>
          <a:cs typeface="+mn-cs"/>
        </a:defRPr>
      </a:lvl7pPr>
      <a:lvl8pPr marL="2607945" algn="l" defTabSz="744855" rtl="0" eaLnBrk="1" latinLnBrk="0" hangingPunct="1">
        <a:defRPr sz="1500" kern="1200">
          <a:solidFill>
            <a:schemeClr val="tx1"/>
          </a:solidFill>
          <a:latin typeface="+mn-lt"/>
          <a:ea typeface="+mn-ea"/>
          <a:cs typeface="+mn-cs"/>
        </a:defRPr>
      </a:lvl8pPr>
      <a:lvl9pPr marL="2980055" algn="l" defTabSz="744855" rtl="0" eaLnBrk="1" latinLnBrk="0" hangingPunct="1">
        <a:defRPr sz="1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0"/>
            <a:ext cx="150813" cy="336550"/>
          </a:xfrm>
          <a:prstGeom prst="rect">
            <a:avLst/>
          </a:prstGeom>
          <a:solidFill>
            <a:srgbClr val="DDDDDD"/>
          </a:solidFill>
          <a:ln w="9525">
            <a:noFill/>
            <a:miter lim="800000"/>
          </a:ln>
          <a:effectLst/>
        </p:spPr>
        <p:txBody>
          <a:bodyPr wrap="none" lIns="74493" tIns="37246" rIns="74493" bIns="37246" anchor="ctr">
            <a:spAutoFit/>
          </a:bodyPr>
          <a:lstStyle/>
          <a:p>
            <a:pPr algn="ctr">
              <a:defRPr/>
            </a:pPr>
            <a:endParaRPr lang="zh-CN" altLang="en-US">
              <a:latin typeface="FrutigerNext LT Regular" pitchFamily="2" charset="0"/>
              <a:ea typeface="华文细黑" panose="02010600040101010101" pitchFamily="2" charset="-122"/>
              <a:sym typeface="+mn-ea"/>
            </a:endParaRPr>
          </a:p>
        </p:txBody>
      </p:sp>
      <p:sp>
        <p:nvSpPr>
          <p:cNvPr id="2051" name="Rectangle 3"/>
          <p:cNvSpPr>
            <a:spLocks noGrp="1"/>
          </p:cNvSpPr>
          <p:nvPr>
            <p:ph type="title"/>
          </p:nvPr>
        </p:nvSpPr>
        <p:spPr bwMode="auto">
          <a:xfrm>
            <a:off x="652463" y="477838"/>
            <a:ext cx="7929562" cy="652462"/>
          </a:xfrm>
          <a:prstGeom prst="rect">
            <a:avLst/>
          </a:prstGeom>
          <a:noFill/>
          <a:ln w="9525">
            <a:noFill/>
            <a:miter lim="800000"/>
          </a:ln>
        </p:spPr>
        <p:txBody>
          <a:bodyPr vert="horz" wrap="square" lIns="71562" tIns="35781" rIns="71562" bIns="35781" numCol="1" anchor="ctr" anchorCtr="0" compatLnSpc="1"/>
          <a:lstStyle/>
          <a:p>
            <a:pPr lvl="0"/>
            <a:r>
              <a:rPr lang="zh-CN" altLang="en-US"/>
              <a:t>单击此处编辑母版标题样式</a:t>
            </a:r>
          </a:p>
        </p:txBody>
      </p:sp>
      <p:sp>
        <p:nvSpPr>
          <p:cNvPr id="2052" name="Rectangle 4"/>
          <p:cNvSpPr>
            <a:spLocks noGrp="1"/>
          </p:cNvSpPr>
          <p:nvPr>
            <p:ph type="body"/>
          </p:nvPr>
        </p:nvSpPr>
        <p:spPr bwMode="auto">
          <a:xfrm>
            <a:off x="652463" y="1231900"/>
            <a:ext cx="7929562" cy="3144838"/>
          </a:xfrm>
          <a:prstGeom prst="rect">
            <a:avLst/>
          </a:prstGeom>
          <a:noFill/>
          <a:ln w="9525">
            <a:noFill/>
            <a:miter lim="800000"/>
          </a:ln>
        </p:spPr>
        <p:txBody>
          <a:bodyPr vert="horz" wrap="square" lIns="71562" tIns="35781" rIns="71562" bIns="35781"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advClick="0"/>
  <p:hf sldNum="0" hdr="0" ftr="0" dt="0"/>
  <p:txStyles>
    <p:titleStyle>
      <a:lvl1pPr algn="l" defTabSz="714375" rtl="0" eaLnBrk="0" fontAlgn="base" hangingPunct="0">
        <a:spcBef>
          <a:spcPct val="0"/>
        </a:spcBef>
        <a:spcAft>
          <a:spcPct val="0"/>
        </a:spcAft>
        <a:defRPr sz="3100">
          <a:solidFill>
            <a:srgbClr val="990000"/>
          </a:solidFill>
          <a:latin typeface="+mj-lt"/>
          <a:ea typeface="+mj-ea"/>
          <a:cs typeface="+mj-cs"/>
        </a:defRPr>
      </a:lvl1pPr>
      <a:lvl2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pitchFamily="49" charset="-122"/>
        </a:defRPr>
      </a:lvl2pPr>
      <a:lvl3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pitchFamily="49" charset="-122"/>
        </a:defRPr>
      </a:lvl3pPr>
      <a:lvl4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pitchFamily="49" charset="-122"/>
        </a:defRPr>
      </a:lvl4pPr>
      <a:lvl5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pitchFamily="49" charset="-122"/>
        </a:defRPr>
      </a:lvl5pPr>
      <a:lvl6pPr marL="372745" algn="l" defTabSz="715010" rtl="0" fontAlgn="base">
        <a:spcBef>
          <a:spcPct val="0"/>
        </a:spcBef>
        <a:spcAft>
          <a:spcPct val="0"/>
        </a:spcAft>
        <a:defRPr sz="3100">
          <a:solidFill>
            <a:srgbClr val="990000"/>
          </a:solidFill>
          <a:latin typeface="Arial" panose="020B0604020202020204" pitchFamily="34" charset="0"/>
          <a:ea typeface="黑体" panose="02010609060101010101" pitchFamily="49" charset="-122"/>
        </a:defRPr>
      </a:lvl6pPr>
      <a:lvl7pPr marL="744855" algn="l" defTabSz="715010" rtl="0" fontAlgn="base">
        <a:spcBef>
          <a:spcPct val="0"/>
        </a:spcBef>
        <a:spcAft>
          <a:spcPct val="0"/>
        </a:spcAft>
        <a:defRPr sz="3100">
          <a:solidFill>
            <a:srgbClr val="990000"/>
          </a:solidFill>
          <a:latin typeface="Arial" panose="020B0604020202020204" pitchFamily="34" charset="0"/>
          <a:ea typeface="黑体" panose="02010609060101010101" pitchFamily="49" charset="-122"/>
        </a:defRPr>
      </a:lvl7pPr>
      <a:lvl8pPr marL="1117600" algn="l" defTabSz="715010" rtl="0" fontAlgn="base">
        <a:spcBef>
          <a:spcPct val="0"/>
        </a:spcBef>
        <a:spcAft>
          <a:spcPct val="0"/>
        </a:spcAft>
        <a:defRPr sz="3100">
          <a:solidFill>
            <a:srgbClr val="990000"/>
          </a:solidFill>
          <a:latin typeface="Arial" panose="020B0604020202020204" pitchFamily="34" charset="0"/>
          <a:ea typeface="黑体" panose="02010609060101010101" pitchFamily="49" charset="-122"/>
        </a:defRPr>
      </a:lvl8pPr>
      <a:lvl9pPr marL="1490345" algn="l" defTabSz="715010" rtl="0" fontAlgn="base">
        <a:spcBef>
          <a:spcPct val="0"/>
        </a:spcBef>
        <a:spcAft>
          <a:spcPct val="0"/>
        </a:spcAft>
        <a:defRPr sz="3100">
          <a:solidFill>
            <a:srgbClr val="990000"/>
          </a:solidFill>
          <a:latin typeface="Arial" panose="020B0604020202020204" pitchFamily="34" charset="0"/>
          <a:ea typeface="黑体" panose="02010609060101010101" pitchFamily="49" charset="-122"/>
        </a:defRPr>
      </a:lvl9pPr>
    </p:titleStyle>
    <p:bodyStyle>
      <a:lvl1pPr marL="266700" indent="-266700" algn="l" defTabSz="714375" rtl="0" eaLnBrk="0" fontAlgn="base" hangingPunct="0">
        <a:lnSpc>
          <a:spcPct val="140000"/>
        </a:lnSpc>
        <a:spcBef>
          <a:spcPct val="0"/>
        </a:spcBef>
        <a:spcAft>
          <a:spcPct val="0"/>
        </a:spcAft>
        <a:buChar char="•"/>
        <a:defRPr sz="2400" b="1">
          <a:solidFill>
            <a:schemeClr val="tx1"/>
          </a:solidFill>
          <a:latin typeface="+mn-lt"/>
          <a:ea typeface="+mn-ea"/>
          <a:cs typeface="+mn-cs"/>
        </a:defRPr>
      </a:lvl1pPr>
      <a:lvl2pPr marL="581025" indent="-222250" algn="l" defTabSz="714375" rtl="0" eaLnBrk="0" fontAlgn="base" hangingPunct="0">
        <a:lnSpc>
          <a:spcPct val="140000"/>
        </a:lnSpc>
        <a:spcBef>
          <a:spcPct val="0"/>
        </a:spcBef>
        <a:spcAft>
          <a:spcPct val="0"/>
        </a:spcAft>
        <a:buSzPct val="50000"/>
        <a:buFont typeface="Wingdings" panose="05000000000000000000" pitchFamily="2" charset="2"/>
        <a:buChar char="p"/>
        <a:defRPr sz="2200">
          <a:solidFill>
            <a:schemeClr val="tx1"/>
          </a:solidFill>
          <a:latin typeface="+mn-lt"/>
          <a:ea typeface="+mn-ea"/>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mn-lt"/>
          <a:ea typeface="+mn-ea"/>
        </a:defRPr>
      </a:lvl3pPr>
      <a:lvl4pPr marL="1250950" indent="-177800" algn="l" defTabSz="714375" rtl="0" eaLnBrk="0" fontAlgn="base" hangingPunct="0">
        <a:lnSpc>
          <a:spcPct val="140000"/>
        </a:lnSpc>
        <a:spcBef>
          <a:spcPct val="0"/>
        </a:spcBef>
        <a:spcAft>
          <a:spcPct val="0"/>
        </a:spcAft>
        <a:buFont typeface="Arial" panose="020B0604020202020204" pitchFamily="34" charset="0"/>
        <a:buChar char="–"/>
        <a:defRPr sz="1900">
          <a:solidFill>
            <a:schemeClr val="tx1"/>
          </a:solidFill>
          <a:latin typeface="+mn-lt"/>
          <a:ea typeface="+mn-ea"/>
        </a:defRPr>
      </a:lvl4pPr>
      <a:lvl5pPr marL="1609725" indent="-179705" algn="l" defTabSz="714375" rtl="0" eaLnBrk="0" fontAlgn="base" hangingPunct="0">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5pPr>
      <a:lvl6pPr marL="198310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6pPr>
      <a:lvl7pPr marL="235521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7pPr>
      <a:lvl8pPr marL="272796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8pPr>
      <a:lvl9pPr marL="310070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7600"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2455" algn="l" defTabSz="744855" rtl="0" eaLnBrk="1" latinLnBrk="0" hangingPunct="1">
        <a:defRPr sz="1500" kern="1200">
          <a:solidFill>
            <a:schemeClr val="tx1"/>
          </a:solidFill>
          <a:latin typeface="+mn-lt"/>
          <a:ea typeface="+mn-ea"/>
          <a:cs typeface="+mn-cs"/>
        </a:defRPr>
      </a:lvl6pPr>
      <a:lvl7pPr marL="2235200" algn="l" defTabSz="744855" rtl="0" eaLnBrk="1" latinLnBrk="0" hangingPunct="1">
        <a:defRPr sz="1500" kern="1200">
          <a:solidFill>
            <a:schemeClr val="tx1"/>
          </a:solidFill>
          <a:latin typeface="+mn-lt"/>
          <a:ea typeface="+mn-ea"/>
          <a:cs typeface="+mn-cs"/>
        </a:defRPr>
      </a:lvl7pPr>
      <a:lvl8pPr marL="2607945" algn="l" defTabSz="744855" rtl="0" eaLnBrk="1" latinLnBrk="0" hangingPunct="1">
        <a:defRPr sz="1500" kern="1200">
          <a:solidFill>
            <a:schemeClr val="tx1"/>
          </a:solidFill>
          <a:latin typeface="+mn-lt"/>
          <a:ea typeface="+mn-ea"/>
          <a:cs typeface="+mn-cs"/>
        </a:defRPr>
      </a:lvl8pPr>
      <a:lvl9pPr marL="2980055" algn="l" defTabSz="744855" rtl="0" eaLnBrk="1" latinLnBrk="0"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99000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advClick="0"/>
  <p:hf sldNum="0" hdr="0" ftr="0" dt="0"/>
  <p:txStyles>
    <p:titleStyle>
      <a:lvl1pPr algn="ctr" defTabSz="714375" rtl="0" eaLnBrk="0" fontAlgn="base" hangingPunct="0">
        <a:spcBef>
          <a:spcPct val="0"/>
        </a:spcBef>
        <a:spcAft>
          <a:spcPct val="0"/>
        </a:spcAft>
        <a:defRPr sz="3400">
          <a:solidFill>
            <a:schemeClr val="tx2"/>
          </a:solidFill>
          <a:latin typeface="+mj-lt"/>
          <a:ea typeface="+mj-ea"/>
          <a:cs typeface="+mj-cs"/>
        </a:defRPr>
      </a:lvl1pPr>
      <a:lvl2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2pPr>
      <a:lvl3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3pPr>
      <a:lvl4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4pPr>
      <a:lvl5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5pPr>
      <a:lvl6pPr marL="3727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6pPr>
      <a:lvl7pPr marL="74485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7pPr>
      <a:lvl8pPr marL="1117600"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8pPr>
      <a:lvl9pPr marL="14903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9pPr>
    </p:titleStyle>
    <p:bodyStyle>
      <a:lvl1pPr marL="266700" indent="-266700" algn="l" defTabSz="714375" rtl="0" eaLnBrk="0" fontAlgn="base" hangingPunct="0">
        <a:spcBef>
          <a:spcPct val="20000"/>
        </a:spcBef>
        <a:spcAft>
          <a:spcPct val="0"/>
        </a:spcAft>
        <a:buChar char="•"/>
        <a:defRPr sz="2500">
          <a:solidFill>
            <a:schemeClr val="tx1"/>
          </a:solidFill>
          <a:latin typeface="+mn-lt"/>
          <a:ea typeface="+mn-ea"/>
          <a:cs typeface="+mn-cs"/>
        </a:defRPr>
      </a:lvl1pPr>
      <a:lvl2pPr marL="581025" indent="-222250" algn="l" defTabSz="714375" rtl="0" eaLnBrk="0" fontAlgn="base" hangingPunct="0">
        <a:spcBef>
          <a:spcPct val="20000"/>
        </a:spcBef>
        <a:spcAft>
          <a:spcPct val="0"/>
        </a:spcAft>
        <a:buChar char="–"/>
        <a:defRPr sz="2200">
          <a:solidFill>
            <a:schemeClr val="tx1"/>
          </a:solidFill>
          <a:latin typeface="+mn-lt"/>
          <a:ea typeface="+mn-ea"/>
        </a:defRPr>
      </a:lvl2pPr>
      <a:lvl3pPr marL="894080" indent="-179705" algn="l" defTabSz="714375" rtl="0" eaLnBrk="0" fontAlgn="base" hangingPunct="0">
        <a:spcBef>
          <a:spcPct val="20000"/>
        </a:spcBef>
        <a:spcAft>
          <a:spcPct val="0"/>
        </a:spcAft>
        <a:buChar char="•"/>
        <a:defRPr sz="2000">
          <a:solidFill>
            <a:schemeClr val="tx1"/>
          </a:solidFill>
          <a:latin typeface="+mn-lt"/>
          <a:ea typeface="+mn-ea"/>
        </a:defRPr>
      </a:lvl3pPr>
      <a:lvl4pPr marL="1250950" indent="-179705" algn="l" defTabSz="714375" rtl="0" eaLnBrk="0" fontAlgn="base" hangingPunct="0">
        <a:spcBef>
          <a:spcPct val="20000"/>
        </a:spcBef>
        <a:spcAft>
          <a:spcPct val="0"/>
        </a:spcAft>
        <a:buChar char="–"/>
        <a:defRPr sz="1500">
          <a:solidFill>
            <a:schemeClr val="tx1"/>
          </a:solidFill>
          <a:latin typeface="+mn-lt"/>
          <a:ea typeface="+mn-ea"/>
        </a:defRPr>
      </a:lvl4pPr>
      <a:lvl5pPr marL="1609725" indent="-179705" algn="l" defTabSz="714375" rtl="0" eaLnBrk="0" fontAlgn="base" hangingPunct="0">
        <a:spcBef>
          <a:spcPct val="20000"/>
        </a:spcBef>
        <a:spcAft>
          <a:spcPct val="0"/>
        </a:spcAft>
        <a:buChar char="»"/>
        <a:defRPr sz="1500">
          <a:solidFill>
            <a:schemeClr val="tx1"/>
          </a:solidFill>
          <a:latin typeface="+mn-lt"/>
          <a:ea typeface="+mn-ea"/>
        </a:defRPr>
      </a:lvl5pPr>
      <a:lvl6pPr marL="1983105" indent="-179705" algn="l" defTabSz="715010" rtl="0" fontAlgn="base">
        <a:spcBef>
          <a:spcPct val="20000"/>
        </a:spcBef>
        <a:spcAft>
          <a:spcPct val="0"/>
        </a:spcAft>
        <a:buChar char="»"/>
        <a:defRPr sz="1500">
          <a:solidFill>
            <a:schemeClr val="tx1"/>
          </a:solidFill>
          <a:latin typeface="+mn-lt"/>
          <a:ea typeface="+mn-ea"/>
        </a:defRPr>
      </a:lvl6pPr>
      <a:lvl7pPr marL="2355215" indent="-179705" algn="l" defTabSz="715010" rtl="0" fontAlgn="base">
        <a:spcBef>
          <a:spcPct val="20000"/>
        </a:spcBef>
        <a:spcAft>
          <a:spcPct val="0"/>
        </a:spcAft>
        <a:buChar char="»"/>
        <a:defRPr sz="1500">
          <a:solidFill>
            <a:schemeClr val="tx1"/>
          </a:solidFill>
          <a:latin typeface="+mn-lt"/>
          <a:ea typeface="+mn-ea"/>
        </a:defRPr>
      </a:lvl7pPr>
      <a:lvl8pPr marL="2727960" indent="-179705" algn="l" defTabSz="715010" rtl="0" fontAlgn="base">
        <a:spcBef>
          <a:spcPct val="20000"/>
        </a:spcBef>
        <a:spcAft>
          <a:spcPct val="0"/>
        </a:spcAft>
        <a:buChar char="»"/>
        <a:defRPr sz="1500">
          <a:solidFill>
            <a:schemeClr val="tx1"/>
          </a:solidFill>
          <a:latin typeface="+mn-lt"/>
          <a:ea typeface="+mn-ea"/>
        </a:defRPr>
      </a:lvl8pPr>
      <a:lvl9pPr marL="3100705" indent="-179705" algn="l" defTabSz="715010"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7600"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2455" algn="l" defTabSz="744855" rtl="0" eaLnBrk="1" latinLnBrk="0" hangingPunct="1">
        <a:defRPr sz="1500" kern="1200">
          <a:solidFill>
            <a:schemeClr val="tx1"/>
          </a:solidFill>
          <a:latin typeface="+mn-lt"/>
          <a:ea typeface="+mn-ea"/>
          <a:cs typeface="+mn-cs"/>
        </a:defRPr>
      </a:lvl6pPr>
      <a:lvl7pPr marL="2235200" algn="l" defTabSz="744855" rtl="0" eaLnBrk="1" latinLnBrk="0" hangingPunct="1">
        <a:defRPr sz="1500" kern="1200">
          <a:solidFill>
            <a:schemeClr val="tx1"/>
          </a:solidFill>
          <a:latin typeface="+mn-lt"/>
          <a:ea typeface="+mn-ea"/>
          <a:cs typeface="+mn-cs"/>
        </a:defRPr>
      </a:lvl7pPr>
      <a:lvl8pPr marL="2607945" algn="l" defTabSz="744855" rtl="0" eaLnBrk="1" latinLnBrk="0" hangingPunct="1">
        <a:defRPr sz="1500" kern="1200">
          <a:solidFill>
            <a:schemeClr val="tx1"/>
          </a:solidFill>
          <a:latin typeface="+mn-lt"/>
          <a:ea typeface="+mn-ea"/>
          <a:cs typeface="+mn-cs"/>
        </a:defRPr>
      </a:lvl8pPr>
      <a:lvl9pPr marL="2980055" algn="l" defTabSz="744855"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3074" name="Title Placeholder 1"/>
          <p:cNvSpPr>
            <a:spLocks noGrp="1"/>
          </p:cNvSpPr>
          <p:nvPr>
            <p:ph type="title"/>
            <p:custDataLst>
              <p:tags r:id="rId12"/>
            </p:custDataLst>
          </p:nvPr>
        </p:nvSpPr>
        <p:spPr bwMode="auto">
          <a:xfrm>
            <a:off x="628650" y="274638"/>
            <a:ext cx="7886700" cy="64770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endParaRPr lang="en-US" altLang="zh-CN"/>
          </a:p>
        </p:txBody>
      </p:sp>
      <p:sp>
        <p:nvSpPr>
          <p:cNvPr id="3075" name="Text Placeholder 2"/>
          <p:cNvSpPr>
            <a:spLocks noGrp="1"/>
          </p:cNvSpPr>
          <p:nvPr>
            <p:ph type="body" idx="1"/>
            <p:custDataLst>
              <p:tags r:id="rId13"/>
            </p:custDataLst>
          </p:nvPr>
        </p:nvSpPr>
        <p:spPr bwMode="auto">
          <a:xfrm>
            <a:off x="628650" y="1096963"/>
            <a:ext cx="7886700" cy="3535362"/>
          </a:xfrm>
          <a:prstGeom prst="rect">
            <a:avLst/>
          </a:prstGeom>
          <a:noFill/>
          <a:ln w="9525">
            <a:noFill/>
            <a:miter lim="800000"/>
          </a:ln>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zh-CN" noProof="1"/>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900" noProof="1">
                <a:solidFill>
                  <a:schemeClr val="tx1">
                    <a:tint val="75000"/>
                  </a:schemeClr>
                </a:solidFill>
                <a:latin typeface="FrutigerNext LT Regular" pitchFamily="2" charset="0"/>
                <a:ea typeface="华文细黑" panose="02010600040101010101" pitchFamily="2" charset="-122"/>
              </a:defRPr>
            </a:lvl1pPr>
          </a:lstStyle>
          <a:p>
            <a:pPr>
              <a:defRPr/>
            </a:pPr>
            <a:fld id="{C3B9AAF9-0561-403B-A3C5-3BF5987A773C}" type="datetimeFigureOut">
              <a:rPr lang="zh-CN" altLang="en-US"/>
              <a:pPr>
                <a:defRPr/>
              </a:pPr>
              <a:t>2022/10/8</a:t>
            </a:fld>
            <a:endParaRPr lang="zh-CN" alt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900" noProof="1">
                <a:solidFill>
                  <a:schemeClr val="tx1">
                    <a:tint val="75000"/>
                  </a:schemeClr>
                </a:solidFill>
                <a:latin typeface="FrutigerNext LT Regular" pitchFamily="2" charset="0"/>
                <a:ea typeface="华文细黑" panose="02010600040101010101" pitchFamily="2" charset="-122"/>
              </a:defRPr>
            </a:lvl1pPr>
          </a:lstStyle>
          <a:p>
            <a:pPr>
              <a:defRPr/>
            </a:pPr>
            <a:endParaRPr lang="zh-CN" alt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900" noProof="1">
                <a:solidFill>
                  <a:schemeClr val="tx1">
                    <a:tint val="75000"/>
                  </a:schemeClr>
                </a:solidFill>
                <a:latin typeface="FrutigerNext LT Regular" pitchFamily="2" charset="0"/>
                <a:ea typeface="华文细黑" panose="02010600040101010101" pitchFamily="2" charset="-122"/>
              </a:defRPr>
            </a:lvl1pPr>
          </a:lstStyle>
          <a:p>
            <a:pPr>
              <a:defRPr/>
            </a:pPr>
            <a:fld id="{49EF4AA2-1E26-4763-9D3F-2D17A3DD3938}"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ransition advClick="0"/>
  <p:hf sldNum="0" hdr="0" ftr="0" dt="0"/>
  <p:txStyles>
    <p:titleStyle>
      <a:lvl1pPr algn="l" defTabSz="685800" rtl="0" eaLnBrk="0" fontAlgn="base" hangingPunct="0">
        <a:lnSpc>
          <a:spcPct val="90000"/>
        </a:lnSpc>
        <a:spcBef>
          <a:spcPct val="0"/>
        </a:spcBef>
        <a:spcAft>
          <a:spcPct val="0"/>
        </a:spcAft>
        <a:defRPr sz="2700" kern="12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2pPr>
      <a:lvl3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3pPr>
      <a:lvl4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4pPr>
      <a:lvl5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5pPr>
      <a:lvl6pPr marL="4572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6pPr>
      <a:lvl7pPr marL="9144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7pPr>
      <a:lvl8pPr marL="13716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8pPr>
      <a:lvl9pPr marL="18288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9pPr>
    </p:titleStyle>
    <p:bodyStyle>
      <a:lvl1pPr marL="273050" indent="-273050" algn="l" defTabSz="685800" rtl="0" eaLnBrk="0" fontAlgn="base" hangingPunct="0">
        <a:lnSpc>
          <a:spcPct val="90000"/>
        </a:lnSpc>
        <a:spcBef>
          <a:spcPts val="750"/>
        </a:spcBef>
        <a:spcAft>
          <a:spcPct val="0"/>
        </a:spcAft>
        <a:buClr>
          <a:schemeClr val="accent1"/>
        </a:buClr>
        <a:buFont typeface="Wingdings" panose="05000000000000000000" pitchFamily="2" charset="2"/>
        <a:buChar char="!"/>
        <a:defRPr kern="1200">
          <a:solidFill>
            <a:schemeClr val="accent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accent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4098" name="Title Placeholder 1"/>
          <p:cNvSpPr>
            <a:spLocks noGrp="1"/>
          </p:cNvSpPr>
          <p:nvPr>
            <p:ph type="title"/>
            <p:custDataLst>
              <p:tags r:id="rId12"/>
            </p:custDataLst>
          </p:nvPr>
        </p:nvSpPr>
        <p:spPr bwMode="auto">
          <a:xfrm>
            <a:off x="628650" y="274638"/>
            <a:ext cx="7886700" cy="64770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p>
        </p:txBody>
      </p:sp>
      <p:sp>
        <p:nvSpPr>
          <p:cNvPr id="4099" name="Text Placeholder 2"/>
          <p:cNvSpPr>
            <a:spLocks noGrp="1"/>
          </p:cNvSpPr>
          <p:nvPr>
            <p:ph type="body" idx="1"/>
            <p:custDataLst>
              <p:tags r:id="rId13"/>
            </p:custDataLst>
          </p:nvPr>
        </p:nvSpPr>
        <p:spPr bwMode="auto">
          <a:xfrm>
            <a:off x="628650" y="1096963"/>
            <a:ext cx="7886700" cy="3535362"/>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900">
                <a:solidFill>
                  <a:schemeClr val="tx1">
                    <a:tint val="75000"/>
                  </a:schemeClr>
                </a:solidFill>
                <a:latin typeface="FrutigerNext LT Regular" pitchFamily="2" charset="0"/>
                <a:ea typeface="华文细黑" panose="02010600040101010101" pitchFamily="2" charset="-122"/>
              </a:defRPr>
            </a:lvl1pPr>
          </a:lstStyle>
          <a:p>
            <a:pPr>
              <a:defRPr/>
            </a:pPr>
            <a:fld id="{2558ED66-D64D-45C7-8A6B-E28A5B3CB874}" type="datetimeFigureOut">
              <a:rPr lang="zh-CN" altLang="en-US"/>
              <a:pPr>
                <a:defRPr/>
              </a:pPr>
              <a:t>2022/10/8</a:t>
            </a:fld>
            <a:endParaRPr lang="zh-CN" alt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900">
                <a:solidFill>
                  <a:schemeClr val="tx1">
                    <a:tint val="75000"/>
                  </a:schemeClr>
                </a:solidFill>
                <a:latin typeface="FrutigerNext LT Regular" pitchFamily="2" charset="0"/>
                <a:ea typeface="华文细黑" panose="02010600040101010101" pitchFamily="2" charset="-122"/>
              </a:defRPr>
            </a:lvl1pPr>
          </a:lstStyle>
          <a:p>
            <a:pPr>
              <a:defRPr/>
            </a:pPr>
            <a:endParaRPr lang="zh-CN" alt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900">
                <a:solidFill>
                  <a:schemeClr val="tx1">
                    <a:tint val="75000"/>
                  </a:schemeClr>
                </a:solidFill>
                <a:latin typeface="FrutigerNext LT Regular" pitchFamily="2" charset="0"/>
                <a:ea typeface="华文细黑" panose="02010600040101010101" pitchFamily="2" charset="-122"/>
              </a:defRPr>
            </a:lvl1pPr>
          </a:lstStyle>
          <a:p>
            <a:pPr>
              <a:defRPr/>
            </a:pPr>
            <a:fld id="{797C59D4-35FD-412B-8845-ADC4BD381AD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Lst>
  <p:transition advClick="0"/>
  <p:txStyles>
    <p:titleStyle>
      <a:lvl1pPr algn="l" defTabSz="685800" rtl="0" eaLnBrk="0" fontAlgn="base" hangingPunct="0">
        <a:lnSpc>
          <a:spcPct val="90000"/>
        </a:lnSpc>
        <a:spcBef>
          <a:spcPct val="0"/>
        </a:spcBef>
        <a:spcAft>
          <a:spcPct val="0"/>
        </a:spcAft>
        <a:defRPr sz="2700" kern="12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2pPr>
      <a:lvl3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3pPr>
      <a:lvl4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4pPr>
      <a:lvl5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5pPr>
      <a:lvl6pPr marL="4572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6pPr>
      <a:lvl7pPr marL="9144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7pPr>
      <a:lvl8pPr marL="13716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8pPr>
      <a:lvl9pPr marL="18288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9pPr>
    </p:titleStyle>
    <p:bodyStyle>
      <a:lvl1pPr marL="273050" indent="-273050" algn="l" defTabSz="685800" rtl="0" eaLnBrk="0" fontAlgn="base" hangingPunct="0">
        <a:lnSpc>
          <a:spcPct val="90000"/>
        </a:lnSpc>
        <a:spcBef>
          <a:spcPts val="750"/>
        </a:spcBef>
        <a:spcAft>
          <a:spcPct val="0"/>
        </a:spcAft>
        <a:buClr>
          <a:schemeClr val="accent1"/>
        </a:buClr>
        <a:buFont typeface="Wingdings" panose="05000000000000000000" pitchFamily="2" charset="2"/>
        <a:buChar char="!"/>
        <a:defRPr kern="1200">
          <a:solidFill>
            <a:schemeClr val="accent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accent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6.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tags" Target="../tags/tag29.xml"/><Relationship Id="rId18" Type="http://schemas.openxmlformats.org/officeDocument/2006/relationships/tags" Target="../tags/tag34.xml"/><Relationship Id="rId26" Type="http://schemas.openxmlformats.org/officeDocument/2006/relationships/tags" Target="../tags/tag42.xml"/><Relationship Id="rId3" Type="http://schemas.openxmlformats.org/officeDocument/2006/relationships/tags" Target="../tags/tag19.xml"/><Relationship Id="rId21" Type="http://schemas.openxmlformats.org/officeDocument/2006/relationships/tags" Target="../tags/tag37.xml"/><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tags" Target="../tags/tag33.xml"/><Relationship Id="rId25" Type="http://schemas.openxmlformats.org/officeDocument/2006/relationships/tags" Target="../tags/tag41.xml"/><Relationship Id="rId2" Type="http://schemas.openxmlformats.org/officeDocument/2006/relationships/tags" Target="../tags/tag18.xml"/><Relationship Id="rId16" Type="http://schemas.openxmlformats.org/officeDocument/2006/relationships/tags" Target="../tags/tag32.xml"/><Relationship Id="rId20" Type="http://schemas.openxmlformats.org/officeDocument/2006/relationships/tags" Target="../tags/tag36.xml"/><Relationship Id="rId29" Type="http://schemas.openxmlformats.org/officeDocument/2006/relationships/notesSlide" Target="../notesSlides/notesSlide2.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24" Type="http://schemas.openxmlformats.org/officeDocument/2006/relationships/tags" Target="../tags/tag40.xml"/><Relationship Id="rId5" Type="http://schemas.openxmlformats.org/officeDocument/2006/relationships/tags" Target="../tags/tag21.xml"/><Relationship Id="rId15" Type="http://schemas.openxmlformats.org/officeDocument/2006/relationships/tags" Target="../tags/tag31.xml"/><Relationship Id="rId23" Type="http://schemas.openxmlformats.org/officeDocument/2006/relationships/tags" Target="../tags/tag39.xml"/><Relationship Id="rId28" Type="http://schemas.openxmlformats.org/officeDocument/2006/relationships/slideLayout" Target="../slideLayouts/slideLayout43.xml"/><Relationship Id="rId10" Type="http://schemas.openxmlformats.org/officeDocument/2006/relationships/tags" Target="../tags/tag26.xml"/><Relationship Id="rId19" Type="http://schemas.openxmlformats.org/officeDocument/2006/relationships/tags" Target="../tags/tag35.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 Id="rId22" Type="http://schemas.openxmlformats.org/officeDocument/2006/relationships/tags" Target="../tags/tag38.xml"/><Relationship Id="rId27" Type="http://schemas.openxmlformats.org/officeDocument/2006/relationships/tags" Target="../tags/tag43.xml"/><Relationship Id="rId30" Type="http://schemas.openxmlformats.org/officeDocument/2006/relationships/image" Target="../media/image6.jpeg"/></Relationships>
</file>

<file path=ppt/slides/_rels/slide3.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slideLayout" Target="../slideLayouts/slideLayout40.xml"/><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tags" Target="../tags/tag60.xml"/><Relationship Id="rId2" Type="http://schemas.openxmlformats.org/officeDocument/2006/relationships/tags" Target="../tags/tag45.xml"/><Relationship Id="rId16" Type="http://schemas.openxmlformats.org/officeDocument/2006/relationships/tags" Target="../tags/tag59.xml"/><Relationship Id="rId20" Type="http://schemas.openxmlformats.org/officeDocument/2006/relationships/image" Target="../media/image6.jpeg"/><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5" Type="http://schemas.openxmlformats.org/officeDocument/2006/relationships/tags" Target="../tags/tag48.xml"/><Relationship Id="rId15" Type="http://schemas.openxmlformats.org/officeDocument/2006/relationships/tags" Target="../tags/tag58.xml"/><Relationship Id="rId10" Type="http://schemas.openxmlformats.org/officeDocument/2006/relationships/tags" Target="../tags/tag53.xml"/><Relationship Id="rId19" Type="http://schemas.openxmlformats.org/officeDocument/2006/relationships/notesSlide" Target="../notesSlides/notesSlide3.xml"/><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tags" Target="../tags/tag57.xml"/></Relationships>
</file>

<file path=ppt/slides/_rels/slide4.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tags" Target="../tags/tag73.xml"/><Relationship Id="rId18" Type="http://schemas.openxmlformats.org/officeDocument/2006/relationships/diagramLayout" Target="../diagrams/layout1.xml"/><Relationship Id="rId3" Type="http://schemas.openxmlformats.org/officeDocument/2006/relationships/tags" Target="../tags/tag63.xml"/><Relationship Id="rId21" Type="http://schemas.microsoft.com/office/2007/relationships/diagramDrawing" Target="../diagrams/drawing1.xml"/><Relationship Id="rId7" Type="http://schemas.openxmlformats.org/officeDocument/2006/relationships/tags" Target="../tags/tag67.xml"/><Relationship Id="rId12" Type="http://schemas.openxmlformats.org/officeDocument/2006/relationships/tags" Target="../tags/tag72.xml"/><Relationship Id="rId17" Type="http://schemas.openxmlformats.org/officeDocument/2006/relationships/diagramData" Target="../diagrams/data1.xml"/><Relationship Id="rId2" Type="http://schemas.openxmlformats.org/officeDocument/2006/relationships/tags" Target="../tags/tag62.xml"/><Relationship Id="rId16" Type="http://schemas.openxmlformats.org/officeDocument/2006/relationships/notesSlide" Target="../notesSlides/notesSlide4.xml"/><Relationship Id="rId20" Type="http://schemas.openxmlformats.org/officeDocument/2006/relationships/diagramColors" Target="../diagrams/colors1.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5" Type="http://schemas.openxmlformats.org/officeDocument/2006/relationships/slideLayout" Target="../slideLayouts/slideLayout40.xml"/><Relationship Id="rId10" Type="http://schemas.openxmlformats.org/officeDocument/2006/relationships/tags" Target="../tags/tag70.xml"/><Relationship Id="rId19" Type="http://schemas.openxmlformats.org/officeDocument/2006/relationships/diagramQuickStyle" Target="../diagrams/quickStyle1.xml"/><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tags" Target="../tags/tag74.xml"/><Relationship Id="rId22" Type="http://schemas.openxmlformats.org/officeDocument/2006/relationships/image" Target="../media/image6.jpeg"/></Relationships>
</file>

<file path=ppt/slides/_rels/slide5.xml.rels><?xml version="1.0" encoding="UTF-8" standalone="yes"?>
<Relationships xmlns="http://schemas.openxmlformats.org/package/2006/relationships"><Relationship Id="rId8" Type="http://schemas.openxmlformats.org/officeDocument/2006/relationships/tags" Target="../tags/tag82.xml"/><Relationship Id="rId13" Type="http://schemas.openxmlformats.org/officeDocument/2006/relationships/tags" Target="../tags/tag87.xml"/><Relationship Id="rId3" Type="http://schemas.openxmlformats.org/officeDocument/2006/relationships/tags" Target="../tags/tag77.xml"/><Relationship Id="rId7" Type="http://schemas.openxmlformats.org/officeDocument/2006/relationships/tags" Target="../tags/tag81.xml"/><Relationship Id="rId12" Type="http://schemas.openxmlformats.org/officeDocument/2006/relationships/tags" Target="../tags/tag86.xml"/><Relationship Id="rId17" Type="http://schemas.openxmlformats.org/officeDocument/2006/relationships/image" Target="../media/image6.jpeg"/><Relationship Id="rId2" Type="http://schemas.openxmlformats.org/officeDocument/2006/relationships/tags" Target="../tags/tag76.xml"/><Relationship Id="rId16" Type="http://schemas.openxmlformats.org/officeDocument/2006/relationships/notesSlide" Target="../notesSlides/notesSlide5.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5" Type="http://schemas.openxmlformats.org/officeDocument/2006/relationships/tags" Target="../tags/tag79.xml"/><Relationship Id="rId15" Type="http://schemas.openxmlformats.org/officeDocument/2006/relationships/slideLayout" Target="../slideLayouts/slideLayout40.xml"/><Relationship Id="rId10" Type="http://schemas.openxmlformats.org/officeDocument/2006/relationships/tags" Target="../tags/tag84.xml"/><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tags" Target="../tags/tag88.xml"/></Relationships>
</file>

<file path=ppt/slides/_rels/slide6.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tags" Target="../tags/tag101.xml"/><Relationship Id="rId18" Type="http://schemas.openxmlformats.org/officeDocument/2006/relationships/diagramLayout" Target="../diagrams/layout2.xml"/><Relationship Id="rId3" Type="http://schemas.openxmlformats.org/officeDocument/2006/relationships/tags" Target="../tags/tag91.xml"/><Relationship Id="rId21" Type="http://schemas.microsoft.com/office/2007/relationships/diagramDrawing" Target="../diagrams/drawing2.xml"/><Relationship Id="rId7" Type="http://schemas.openxmlformats.org/officeDocument/2006/relationships/tags" Target="../tags/tag95.xml"/><Relationship Id="rId12" Type="http://schemas.openxmlformats.org/officeDocument/2006/relationships/tags" Target="../tags/tag100.xml"/><Relationship Id="rId17" Type="http://schemas.openxmlformats.org/officeDocument/2006/relationships/diagramData" Target="../diagrams/data2.xml"/><Relationship Id="rId2" Type="http://schemas.openxmlformats.org/officeDocument/2006/relationships/tags" Target="../tags/tag90.xml"/><Relationship Id="rId16" Type="http://schemas.openxmlformats.org/officeDocument/2006/relationships/notesSlide" Target="../notesSlides/notesSlide6.xml"/><Relationship Id="rId20" Type="http://schemas.openxmlformats.org/officeDocument/2006/relationships/diagramColors" Target="../diagrams/colors2.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tags" Target="../tags/tag99.xml"/><Relationship Id="rId5" Type="http://schemas.openxmlformats.org/officeDocument/2006/relationships/tags" Target="../tags/tag93.xml"/><Relationship Id="rId15" Type="http://schemas.openxmlformats.org/officeDocument/2006/relationships/slideLayout" Target="../slideLayouts/slideLayout40.xml"/><Relationship Id="rId10" Type="http://schemas.openxmlformats.org/officeDocument/2006/relationships/tags" Target="../tags/tag98.xml"/><Relationship Id="rId19" Type="http://schemas.openxmlformats.org/officeDocument/2006/relationships/diagramQuickStyle" Target="../diagrams/quickStyle2.xml"/><Relationship Id="rId4" Type="http://schemas.openxmlformats.org/officeDocument/2006/relationships/tags" Target="../tags/tag92.xml"/><Relationship Id="rId9" Type="http://schemas.openxmlformats.org/officeDocument/2006/relationships/tags" Target="../tags/tag97.xml"/><Relationship Id="rId14" Type="http://schemas.openxmlformats.org/officeDocument/2006/relationships/tags" Target="../tags/tag102.xml"/><Relationship Id="rId22" Type="http://schemas.openxmlformats.org/officeDocument/2006/relationships/image" Target="../media/image6.jpeg"/></Relationships>
</file>

<file path=ppt/slides/_rels/slide7.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tags" Target="../tags/tag115.xml"/><Relationship Id="rId18" Type="http://schemas.openxmlformats.org/officeDocument/2006/relationships/image" Target="../media/image8.jpeg"/><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tags" Target="../tags/tag114.xml"/><Relationship Id="rId17" Type="http://schemas.openxmlformats.org/officeDocument/2006/relationships/image" Target="../media/image7.png"/><Relationship Id="rId2" Type="http://schemas.openxmlformats.org/officeDocument/2006/relationships/tags" Target="../tags/tag104.xml"/><Relationship Id="rId16" Type="http://schemas.openxmlformats.org/officeDocument/2006/relationships/notesSlide" Target="../notesSlides/notesSlide7.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5" Type="http://schemas.openxmlformats.org/officeDocument/2006/relationships/tags" Target="../tags/tag107.xml"/><Relationship Id="rId15" Type="http://schemas.openxmlformats.org/officeDocument/2006/relationships/slideLayout" Target="../slideLayouts/slideLayout40.xml"/><Relationship Id="rId10" Type="http://schemas.openxmlformats.org/officeDocument/2006/relationships/tags" Target="../tags/tag112.xml"/><Relationship Id="rId19" Type="http://schemas.openxmlformats.org/officeDocument/2006/relationships/image" Target="../media/image6.jpeg"/><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tags" Target="../tags/tag116.xml"/></Relationships>
</file>

<file path=ppt/slides/_rels/slide8.xml.rels><?xml version="1.0" encoding="UTF-8" standalone="yes"?>
<Relationships xmlns="http://schemas.openxmlformats.org/package/2006/relationships"><Relationship Id="rId8" Type="http://schemas.openxmlformats.org/officeDocument/2006/relationships/tags" Target="../tags/tag124.xml"/><Relationship Id="rId13" Type="http://schemas.openxmlformats.org/officeDocument/2006/relationships/tags" Target="../tags/tag129.xml"/><Relationship Id="rId18" Type="http://schemas.openxmlformats.org/officeDocument/2006/relationships/image" Target="../media/image6.jpeg"/><Relationship Id="rId3" Type="http://schemas.openxmlformats.org/officeDocument/2006/relationships/tags" Target="../tags/tag119.xml"/><Relationship Id="rId7" Type="http://schemas.openxmlformats.org/officeDocument/2006/relationships/tags" Target="../tags/tag123.xml"/><Relationship Id="rId12" Type="http://schemas.openxmlformats.org/officeDocument/2006/relationships/tags" Target="../tags/tag128.xml"/><Relationship Id="rId17" Type="http://schemas.openxmlformats.org/officeDocument/2006/relationships/image" Target="../media/image9.png"/><Relationship Id="rId2" Type="http://schemas.openxmlformats.org/officeDocument/2006/relationships/tags" Target="../tags/tag118.xml"/><Relationship Id="rId16" Type="http://schemas.openxmlformats.org/officeDocument/2006/relationships/notesSlide" Target="../notesSlides/notesSlide8.xml"/><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tags" Target="../tags/tag127.xml"/><Relationship Id="rId5" Type="http://schemas.openxmlformats.org/officeDocument/2006/relationships/tags" Target="../tags/tag121.xml"/><Relationship Id="rId15" Type="http://schemas.openxmlformats.org/officeDocument/2006/relationships/slideLayout" Target="../slideLayouts/slideLayout40.xml"/><Relationship Id="rId10" Type="http://schemas.openxmlformats.org/officeDocument/2006/relationships/tags" Target="../tags/tag126.xml"/><Relationship Id="rId4" Type="http://schemas.openxmlformats.org/officeDocument/2006/relationships/tags" Target="../tags/tag120.xml"/><Relationship Id="rId9" Type="http://schemas.openxmlformats.org/officeDocument/2006/relationships/tags" Target="../tags/tag125.xml"/><Relationship Id="rId14" Type="http://schemas.openxmlformats.org/officeDocument/2006/relationships/tags" Target="../tags/tag130.xml"/></Relationships>
</file>

<file path=ppt/slides/_rels/slide9.xml.rels><?xml version="1.0" encoding="UTF-8" standalone="yes"?>
<Relationships xmlns="http://schemas.openxmlformats.org/package/2006/relationships"><Relationship Id="rId8" Type="http://schemas.openxmlformats.org/officeDocument/2006/relationships/tags" Target="../tags/tag138.xml"/><Relationship Id="rId13" Type="http://schemas.openxmlformats.org/officeDocument/2006/relationships/tags" Target="../tags/tag143.xml"/><Relationship Id="rId18" Type="http://schemas.openxmlformats.org/officeDocument/2006/relationships/image" Target="../media/image6.jpeg"/><Relationship Id="rId3" Type="http://schemas.openxmlformats.org/officeDocument/2006/relationships/tags" Target="../tags/tag133.xml"/><Relationship Id="rId7" Type="http://schemas.openxmlformats.org/officeDocument/2006/relationships/tags" Target="../tags/tag137.xml"/><Relationship Id="rId12" Type="http://schemas.openxmlformats.org/officeDocument/2006/relationships/tags" Target="../tags/tag142.xml"/><Relationship Id="rId17" Type="http://schemas.openxmlformats.org/officeDocument/2006/relationships/image" Target="../media/image10.jpeg"/><Relationship Id="rId2" Type="http://schemas.openxmlformats.org/officeDocument/2006/relationships/tags" Target="../tags/tag132.xml"/><Relationship Id="rId16" Type="http://schemas.openxmlformats.org/officeDocument/2006/relationships/notesSlide" Target="../notesSlides/notesSlide9.xml"/><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tags" Target="../tags/tag141.xml"/><Relationship Id="rId5" Type="http://schemas.openxmlformats.org/officeDocument/2006/relationships/tags" Target="../tags/tag135.xml"/><Relationship Id="rId15" Type="http://schemas.openxmlformats.org/officeDocument/2006/relationships/slideLayout" Target="../slideLayouts/slideLayout40.xml"/><Relationship Id="rId10" Type="http://schemas.openxmlformats.org/officeDocument/2006/relationships/tags" Target="../tags/tag140.xml"/><Relationship Id="rId4" Type="http://schemas.openxmlformats.org/officeDocument/2006/relationships/tags" Target="../tags/tag134.xml"/><Relationship Id="rId9" Type="http://schemas.openxmlformats.org/officeDocument/2006/relationships/tags" Target="../tags/tag139.xml"/><Relationship Id="rId14" Type="http://schemas.openxmlformats.org/officeDocument/2006/relationships/tags" Target="../tags/tag144.xml"/></Relationships>
</file>

<file path=ppt/slides/_rels/slide10.xml.rels><?xml version="1.0" encoding="UTF-8" standalone="yes"?>
<Relationships xmlns="http://schemas.openxmlformats.org/package/2006/relationships"><Relationship Id="rId8" Type="http://schemas.openxmlformats.org/officeDocument/2006/relationships/tags" Target="../tags/tag152.xml"/><Relationship Id="rId13" Type="http://schemas.openxmlformats.org/officeDocument/2006/relationships/tags" Target="../tags/tag157.xml"/><Relationship Id="rId18" Type="http://schemas.openxmlformats.org/officeDocument/2006/relationships/image" Target="../media/image12.jpeg"/><Relationship Id="rId3" Type="http://schemas.openxmlformats.org/officeDocument/2006/relationships/tags" Target="../tags/tag147.xml"/><Relationship Id="rId7" Type="http://schemas.openxmlformats.org/officeDocument/2006/relationships/tags" Target="../tags/tag151.xml"/><Relationship Id="rId12" Type="http://schemas.openxmlformats.org/officeDocument/2006/relationships/tags" Target="../tags/tag156.xml"/><Relationship Id="rId17" Type="http://schemas.openxmlformats.org/officeDocument/2006/relationships/image" Target="../media/image11.jpeg"/><Relationship Id="rId2" Type="http://schemas.openxmlformats.org/officeDocument/2006/relationships/tags" Target="../tags/tag146.xml"/><Relationship Id="rId16" Type="http://schemas.openxmlformats.org/officeDocument/2006/relationships/notesSlide" Target="../notesSlides/notesSlide10.xml"/><Relationship Id="rId20" Type="http://schemas.openxmlformats.org/officeDocument/2006/relationships/image" Target="../media/image6.jpeg"/><Relationship Id="rId1" Type="http://schemas.openxmlformats.org/officeDocument/2006/relationships/tags" Target="../tags/tag145.xml"/><Relationship Id="rId6" Type="http://schemas.openxmlformats.org/officeDocument/2006/relationships/tags" Target="../tags/tag150.xml"/><Relationship Id="rId11" Type="http://schemas.openxmlformats.org/officeDocument/2006/relationships/tags" Target="../tags/tag155.xml"/><Relationship Id="rId5" Type="http://schemas.openxmlformats.org/officeDocument/2006/relationships/tags" Target="../tags/tag149.xml"/><Relationship Id="rId15" Type="http://schemas.openxmlformats.org/officeDocument/2006/relationships/slideLayout" Target="../slideLayouts/slideLayout40.xml"/><Relationship Id="rId10" Type="http://schemas.openxmlformats.org/officeDocument/2006/relationships/tags" Target="../tags/tag154.xml"/><Relationship Id="rId19" Type="http://schemas.openxmlformats.org/officeDocument/2006/relationships/image" Target="../media/image13.jpeg"/><Relationship Id="rId4" Type="http://schemas.openxmlformats.org/officeDocument/2006/relationships/tags" Target="../tags/tag148.xml"/><Relationship Id="rId9" Type="http://schemas.openxmlformats.org/officeDocument/2006/relationships/tags" Target="../tags/tag153.xml"/><Relationship Id="rId14" Type="http://schemas.openxmlformats.org/officeDocument/2006/relationships/tags" Target="../tags/tag158.xml"/></Relationships>
</file>

<file path=ppt/slides/_rels/slide11.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18" Type="http://schemas.openxmlformats.org/officeDocument/2006/relationships/image" Target="../media/image15.jpeg"/><Relationship Id="rId3" Type="http://schemas.openxmlformats.org/officeDocument/2006/relationships/tags" Target="../tags/tag161.xml"/><Relationship Id="rId21" Type="http://schemas.openxmlformats.org/officeDocument/2006/relationships/image" Target="../media/image6.jpeg"/><Relationship Id="rId7" Type="http://schemas.openxmlformats.org/officeDocument/2006/relationships/tags" Target="../tags/tag165.xml"/><Relationship Id="rId12" Type="http://schemas.openxmlformats.org/officeDocument/2006/relationships/tags" Target="../tags/tag170.xml"/><Relationship Id="rId17" Type="http://schemas.openxmlformats.org/officeDocument/2006/relationships/image" Target="../media/image14.png"/><Relationship Id="rId2" Type="http://schemas.openxmlformats.org/officeDocument/2006/relationships/tags" Target="../tags/tag160.xml"/><Relationship Id="rId16" Type="http://schemas.openxmlformats.org/officeDocument/2006/relationships/notesSlide" Target="../notesSlides/notesSlide11.xml"/><Relationship Id="rId20" Type="http://schemas.openxmlformats.org/officeDocument/2006/relationships/image" Target="../media/image17.png"/><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5" Type="http://schemas.openxmlformats.org/officeDocument/2006/relationships/slideLayout" Target="../slideLayouts/slideLayout40.xml"/><Relationship Id="rId10" Type="http://schemas.openxmlformats.org/officeDocument/2006/relationships/tags" Target="../tags/tag168.xml"/><Relationship Id="rId19" Type="http://schemas.openxmlformats.org/officeDocument/2006/relationships/image" Target="../media/image16.png"/><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tags" Target="../tags/tag172.xml"/></Relationships>
</file>

<file path=ppt/slides/_rels/slide12.xml.rels><?xml version="1.0" encoding="UTF-8" standalone="yes"?>
<Relationships xmlns="http://schemas.openxmlformats.org/package/2006/relationships"><Relationship Id="rId8" Type="http://schemas.openxmlformats.org/officeDocument/2006/relationships/tags" Target="../tags/tag180.xml"/><Relationship Id="rId13" Type="http://schemas.openxmlformats.org/officeDocument/2006/relationships/tags" Target="../tags/tag185.xml"/><Relationship Id="rId18" Type="http://schemas.openxmlformats.org/officeDocument/2006/relationships/image" Target="../media/image19.jpeg"/><Relationship Id="rId3" Type="http://schemas.openxmlformats.org/officeDocument/2006/relationships/tags" Target="../tags/tag175.xml"/><Relationship Id="rId7" Type="http://schemas.openxmlformats.org/officeDocument/2006/relationships/tags" Target="../tags/tag179.xml"/><Relationship Id="rId12" Type="http://schemas.openxmlformats.org/officeDocument/2006/relationships/tags" Target="../tags/tag184.xml"/><Relationship Id="rId17" Type="http://schemas.openxmlformats.org/officeDocument/2006/relationships/image" Target="../media/image18.png"/><Relationship Id="rId2" Type="http://schemas.openxmlformats.org/officeDocument/2006/relationships/tags" Target="../tags/tag174.xml"/><Relationship Id="rId16" Type="http://schemas.openxmlformats.org/officeDocument/2006/relationships/notesSlide" Target="../notesSlides/notesSlide12.xml"/><Relationship Id="rId20" Type="http://schemas.openxmlformats.org/officeDocument/2006/relationships/image" Target="../media/image6.jpeg"/><Relationship Id="rId1" Type="http://schemas.openxmlformats.org/officeDocument/2006/relationships/tags" Target="../tags/tag173.xml"/><Relationship Id="rId6" Type="http://schemas.openxmlformats.org/officeDocument/2006/relationships/tags" Target="../tags/tag178.xml"/><Relationship Id="rId11" Type="http://schemas.openxmlformats.org/officeDocument/2006/relationships/tags" Target="../tags/tag183.xml"/><Relationship Id="rId5" Type="http://schemas.openxmlformats.org/officeDocument/2006/relationships/tags" Target="../tags/tag177.xml"/><Relationship Id="rId15" Type="http://schemas.openxmlformats.org/officeDocument/2006/relationships/slideLayout" Target="../slideLayouts/slideLayout40.xml"/><Relationship Id="rId10" Type="http://schemas.openxmlformats.org/officeDocument/2006/relationships/tags" Target="../tags/tag182.xml"/><Relationship Id="rId19" Type="http://schemas.openxmlformats.org/officeDocument/2006/relationships/image" Target="../media/image20.png"/><Relationship Id="rId4" Type="http://schemas.openxmlformats.org/officeDocument/2006/relationships/tags" Target="../tags/tag176.xml"/><Relationship Id="rId9" Type="http://schemas.openxmlformats.org/officeDocument/2006/relationships/tags" Target="../tags/tag181.xml"/><Relationship Id="rId14" Type="http://schemas.openxmlformats.org/officeDocument/2006/relationships/tags" Target="../tags/tag186.xml"/></Relationships>
</file>

<file path=ppt/slides/_rels/slide13.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tags" Target="../tags/tag199.xml"/><Relationship Id="rId18" Type="http://schemas.openxmlformats.org/officeDocument/2006/relationships/image" Target="../media/image22.png"/><Relationship Id="rId3" Type="http://schemas.openxmlformats.org/officeDocument/2006/relationships/tags" Target="../tags/tag189.xml"/><Relationship Id="rId7" Type="http://schemas.openxmlformats.org/officeDocument/2006/relationships/tags" Target="../tags/tag193.xml"/><Relationship Id="rId12" Type="http://schemas.openxmlformats.org/officeDocument/2006/relationships/tags" Target="../tags/tag198.xml"/><Relationship Id="rId17" Type="http://schemas.openxmlformats.org/officeDocument/2006/relationships/image" Target="../media/image21.png"/><Relationship Id="rId2" Type="http://schemas.openxmlformats.org/officeDocument/2006/relationships/tags" Target="../tags/tag188.xml"/><Relationship Id="rId16" Type="http://schemas.openxmlformats.org/officeDocument/2006/relationships/notesSlide" Target="../notesSlides/notesSlide13.xml"/><Relationship Id="rId20" Type="http://schemas.openxmlformats.org/officeDocument/2006/relationships/image" Target="../media/image6.jpeg"/><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tags" Target="../tags/tag197.xml"/><Relationship Id="rId5" Type="http://schemas.openxmlformats.org/officeDocument/2006/relationships/tags" Target="../tags/tag191.xml"/><Relationship Id="rId15" Type="http://schemas.openxmlformats.org/officeDocument/2006/relationships/slideLayout" Target="../slideLayouts/slideLayout40.xml"/><Relationship Id="rId10" Type="http://schemas.openxmlformats.org/officeDocument/2006/relationships/tags" Target="../tags/tag196.xml"/><Relationship Id="rId19" Type="http://schemas.openxmlformats.org/officeDocument/2006/relationships/image" Target="../media/image23.png"/><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tags" Target="../tags/tag200.xml"/></Relationships>
</file>

<file path=ppt/slides/_rels/slide14.xml.rels><?xml version="1.0" encoding="UTF-8" standalone="yes"?>
<Relationships xmlns="http://schemas.openxmlformats.org/package/2006/relationships"><Relationship Id="rId8" Type="http://schemas.openxmlformats.org/officeDocument/2006/relationships/tags" Target="../tags/tag208.xml"/><Relationship Id="rId13" Type="http://schemas.openxmlformats.org/officeDocument/2006/relationships/tags" Target="../tags/tag213.xml"/><Relationship Id="rId18" Type="http://schemas.openxmlformats.org/officeDocument/2006/relationships/diagramData" Target="../diagrams/data3.xml"/><Relationship Id="rId3" Type="http://schemas.openxmlformats.org/officeDocument/2006/relationships/tags" Target="../tags/tag203.xml"/><Relationship Id="rId21" Type="http://schemas.openxmlformats.org/officeDocument/2006/relationships/diagramColors" Target="../diagrams/colors3.xml"/><Relationship Id="rId7" Type="http://schemas.openxmlformats.org/officeDocument/2006/relationships/tags" Target="../tags/tag207.xml"/><Relationship Id="rId12" Type="http://schemas.openxmlformats.org/officeDocument/2006/relationships/tags" Target="../tags/tag212.xml"/><Relationship Id="rId17" Type="http://schemas.openxmlformats.org/officeDocument/2006/relationships/image" Target="../media/image6.jpeg"/><Relationship Id="rId2" Type="http://schemas.openxmlformats.org/officeDocument/2006/relationships/tags" Target="../tags/tag202.xml"/><Relationship Id="rId16" Type="http://schemas.openxmlformats.org/officeDocument/2006/relationships/notesSlide" Target="../notesSlides/notesSlide14.xml"/><Relationship Id="rId20" Type="http://schemas.openxmlformats.org/officeDocument/2006/relationships/diagramQuickStyle" Target="../diagrams/quickStyle3.xml"/><Relationship Id="rId1" Type="http://schemas.openxmlformats.org/officeDocument/2006/relationships/tags" Target="../tags/tag201.xml"/><Relationship Id="rId6" Type="http://schemas.openxmlformats.org/officeDocument/2006/relationships/tags" Target="../tags/tag206.xml"/><Relationship Id="rId11" Type="http://schemas.openxmlformats.org/officeDocument/2006/relationships/tags" Target="../tags/tag211.xml"/><Relationship Id="rId24" Type="http://schemas.openxmlformats.org/officeDocument/2006/relationships/image" Target="../media/image25.png"/><Relationship Id="rId5" Type="http://schemas.openxmlformats.org/officeDocument/2006/relationships/tags" Target="../tags/tag205.xml"/><Relationship Id="rId15" Type="http://schemas.openxmlformats.org/officeDocument/2006/relationships/slideLayout" Target="../slideLayouts/slideLayout40.xml"/><Relationship Id="rId23" Type="http://schemas.openxmlformats.org/officeDocument/2006/relationships/image" Target="../media/image24.png"/><Relationship Id="rId10" Type="http://schemas.openxmlformats.org/officeDocument/2006/relationships/tags" Target="../tags/tag210.xml"/><Relationship Id="rId19" Type="http://schemas.openxmlformats.org/officeDocument/2006/relationships/diagramLayout" Target="../diagrams/layout3.xml"/><Relationship Id="rId4" Type="http://schemas.openxmlformats.org/officeDocument/2006/relationships/tags" Target="../tags/tag204.xml"/><Relationship Id="rId9" Type="http://schemas.openxmlformats.org/officeDocument/2006/relationships/tags" Target="../tags/tag209.xml"/><Relationship Id="rId14" Type="http://schemas.openxmlformats.org/officeDocument/2006/relationships/tags" Target="../tags/tag214.xml"/><Relationship Id="rId22" Type="http://schemas.microsoft.com/office/2007/relationships/diagramDrawing" Target="../diagrams/drawing3.xml"/></Relationships>
</file>

<file path=ppt/slides/_rels/slide15.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tags" Target="../tags/tag227.xml"/><Relationship Id="rId18" Type="http://schemas.openxmlformats.org/officeDocument/2006/relationships/diagramLayout" Target="../diagrams/layout4.xml"/><Relationship Id="rId3" Type="http://schemas.openxmlformats.org/officeDocument/2006/relationships/tags" Target="../tags/tag217.xml"/><Relationship Id="rId21" Type="http://schemas.microsoft.com/office/2007/relationships/diagramDrawing" Target="../diagrams/drawing4.xml"/><Relationship Id="rId7" Type="http://schemas.openxmlformats.org/officeDocument/2006/relationships/tags" Target="../tags/tag221.xml"/><Relationship Id="rId12" Type="http://schemas.openxmlformats.org/officeDocument/2006/relationships/tags" Target="../tags/tag226.xml"/><Relationship Id="rId17" Type="http://schemas.openxmlformats.org/officeDocument/2006/relationships/diagramData" Target="../diagrams/data4.xml"/><Relationship Id="rId2" Type="http://schemas.openxmlformats.org/officeDocument/2006/relationships/tags" Target="../tags/tag216.xml"/><Relationship Id="rId16" Type="http://schemas.openxmlformats.org/officeDocument/2006/relationships/notesSlide" Target="../notesSlides/notesSlide15.xml"/><Relationship Id="rId20" Type="http://schemas.openxmlformats.org/officeDocument/2006/relationships/diagramColors" Target="../diagrams/colors4.xml"/><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5" Type="http://schemas.openxmlformats.org/officeDocument/2006/relationships/tags" Target="../tags/tag219.xml"/><Relationship Id="rId15" Type="http://schemas.openxmlformats.org/officeDocument/2006/relationships/slideLayout" Target="../slideLayouts/slideLayout40.xml"/><Relationship Id="rId10" Type="http://schemas.openxmlformats.org/officeDocument/2006/relationships/tags" Target="../tags/tag224.xml"/><Relationship Id="rId19" Type="http://schemas.openxmlformats.org/officeDocument/2006/relationships/diagramQuickStyle" Target="../diagrams/quickStyle4.xml"/><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 Id="rId22" Type="http://schemas.openxmlformats.org/officeDocument/2006/relationships/image" Target="../media/image6.jpeg"/></Relationships>
</file>

<file path=ppt/slides/_rels/slide16.xml.rels><?xml version="1.0" encoding="UTF-8" standalone="yes"?>
<Relationships xmlns="http://schemas.openxmlformats.org/package/2006/relationships"><Relationship Id="rId8" Type="http://schemas.openxmlformats.org/officeDocument/2006/relationships/tags" Target="../tags/tag236.xml"/><Relationship Id="rId13" Type="http://schemas.openxmlformats.org/officeDocument/2006/relationships/tags" Target="../tags/tag241.xml"/><Relationship Id="rId18" Type="http://schemas.openxmlformats.org/officeDocument/2006/relationships/diagramLayout" Target="../diagrams/layout5.xml"/><Relationship Id="rId3" Type="http://schemas.openxmlformats.org/officeDocument/2006/relationships/tags" Target="../tags/tag231.xml"/><Relationship Id="rId21" Type="http://schemas.microsoft.com/office/2007/relationships/diagramDrawing" Target="../diagrams/drawing5.xml"/><Relationship Id="rId7" Type="http://schemas.openxmlformats.org/officeDocument/2006/relationships/tags" Target="../tags/tag235.xml"/><Relationship Id="rId12" Type="http://schemas.openxmlformats.org/officeDocument/2006/relationships/tags" Target="../tags/tag240.xml"/><Relationship Id="rId17" Type="http://schemas.openxmlformats.org/officeDocument/2006/relationships/diagramData" Target="../diagrams/data5.xml"/><Relationship Id="rId2" Type="http://schemas.openxmlformats.org/officeDocument/2006/relationships/tags" Target="../tags/tag230.xml"/><Relationship Id="rId16" Type="http://schemas.openxmlformats.org/officeDocument/2006/relationships/notesSlide" Target="../notesSlides/notesSlide16.xml"/><Relationship Id="rId20" Type="http://schemas.openxmlformats.org/officeDocument/2006/relationships/diagramColors" Target="../diagrams/colors5.xml"/><Relationship Id="rId1" Type="http://schemas.openxmlformats.org/officeDocument/2006/relationships/tags" Target="../tags/tag229.xml"/><Relationship Id="rId6" Type="http://schemas.openxmlformats.org/officeDocument/2006/relationships/tags" Target="../tags/tag234.xml"/><Relationship Id="rId11" Type="http://schemas.openxmlformats.org/officeDocument/2006/relationships/tags" Target="../tags/tag239.xml"/><Relationship Id="rId5" Type="http://schemas.openxmlformats.org/officeDocument/2006/relationships/tags" Target="../tags/tag233.xml"/><Relationship Id="rId15" Type="http://schemas.openxmlformats.org/officeDocument/2006/relationships/slideLayout" Target="../slideLayouts/slideLayout40.xml"/><Relationship Id="rId10" Type="http://schemas.openxmlformats.org/officeDocument/2006/relationships/tags" Target="../tags/tag238.xml"/><Relationship Id="rId19" Type="http://schemas.openxmlformats.org/officeDocument/2006/relationships/diagramQuickStyle" Target="../diagrams/quickStyle5.xml"/><Relationship Id="rId4" Type="http://schemas.openxmlformats.org/officeDocument/2006/relationships/tags" Target="../tags/tag232.xml"/><Relationship Id="rId9" Type="http://schemas.openxmlformats.org/officeDocument/2006/relationships/tags" Target="../tags/tag237.xml"/><Relationship Id="rId14" Type="http://schemas.openxmlformats.org/officeDocument/2006/relationships/tags" Target="../tags/tag242.xml"/><Relationship Id="rId22" Type="http://schemas.openxmlformats.org/officeDocument/2006/relationships/image" Target="../media/image6.jpeg"/></Relationships>
</file>

<file path=ppt/slides/_rels/slide17.xml.rels><?xml version="1.0" encoding="UTF-8" standalone="yes"?>
<Relationships xmlns="http://schemas.openxmlformats.org/package/2006/relationships"><Relationship Id="rId8" Type="http://schemas.openxmlformats.org/officeDocument/2006/relationships/tags" Target="../tags/tag250.xml"/><Relationship Id="rId13" Type="http://schemas.openxmlformats.org/officeDocument/2006/relationships/tags" Target="../tags/tag255.xml"/><Relationship Id="rId3" Type="http://schemas.openxmlformats.org/officeDocument/2006/relationships/tags" Target="../tags/tag245.xml"/><Relationship Id="rId7" Type="http://schemas.openxmlformats.org/officeDocument/2006/relationships/tags" Target="../tags/tag249.xml"/><Relationship Id="rId12" Type="http://schemas.openxmlformats.org/officeDocument/2006/relationships/tags" Target="../tags/tag254.xml"/><Relationship Id="rId17" Type="http://schemas.openxmlformats.org/officeDocument/2006/relationships/image" Target="../media/image6.jpeg"/><Relationship Id="rId2" Type="http://schemas.openxmlformats.org/officeDocument/2006/relationships/tags" Target="../tags/tag244.xml"/><Relationship Id="rId16" Type="http://schemas.openxmlformats.org/officeDocument/2006/relationships/notesSlide" Target="../notesSlides/notesSlide17.xml"/><Relationship Id="rId1" Type="http://schemas.openxmlformats.org/officeDocument/2006/relationships/tags" Target="../tags/tag243.xml"/><Relationship Id="rId6" Type="http://schemas.openxmlformats.org/officeDocument/2006/relationships/tags" Target="../tags/tag248.xml"/><Relationship Id="rId11" Type="http://schemas.openxmlformats.org/officeDocument/2006/relationships/tags" Target="../tags/tag253.xml"/><Relationship Id="rId5" Type="http://schemas.openxmlformats.org/officeDocument/2006/relationships/tags" Target="../tags/tag247.xml"/><Relationship Id="rId15" Type="http://schemas.openxmlformats.org/officeDocument/2006/relationships/slideLayout" Target="../slideLayouts/slideLayout40.xml"/><Relationship Id="rId10" Type="http://schemas.openxmlformats.org/officeDocument/2006/relationships/tags" Target="../tags/tag252.xml"/><Relationship Id="rId4" Type="http://schemas.openxmlformats.org/officeDocument/2006/relationships/tags" Target="../tags/tag246.xml"/><Relationship Id="rId9" Type="http://schemas.openxmlformats.org/officeDocument/2006/relationships/tags" Target="../tags/tag251.xml"/><Relationship Id="rId14" Type="http://schemas.openxmlformats.org/officeDocument/2006/relationships/tags" Target="../tags/tag256.xml"/></Relationships>
</file>

<file path=ppt/slides/_rels/slide18.xml.rels><?xml version="1.0" encoding="UTF-8" standalone="yes"?>
<Relationships xmlns="http://schemas.openxmlformats.org/package/2006/relationships"><Relationship Id="rId8" Type="http://schemas.openxmlformats.org/officeDocument/2006/relationships/tags" Target="../tags/tag264.xml"/><Relationship Id="rId13" Type="http://schemas.openxmlformats.org/officeDocument/2006/relationships/tags" Target="../tags/tag269.xml"/><Relationship Id="rId3" Type="http://schemas.openxmlformats.org/officeDocument/2006/relationships/tags" Target="../tags/tag259.xml"/><Relationship Id="rId7" Type="http://schemas.openxmlformats.org/officeDocument/2006/relationships/tags" Target="../tags/tag263.xml"/><Relationship Id="rId12" Type="http://schemas.openxmlformats.org/officeDocument/2006/relationships/tags" Target="../tags/tag268.xml"/><Relationship Id="rId17" Type="http://schemas.openxmlformats.org/officeDocument/2006/relationships/image" Target="../media/image6.jpeg"/><Relationship Id="rId2" Type="http://schemas.openxmlformats.org/officeDocument/2006/relationships/tags" Target="../tags/tag258.xml"/><Relationship Id="rId16" Type="http://schemas.openxmlformats.org/officeDocument/2006/relationships/notesSlide" Target="../notesSlides/notesSlide18.xml"/><Relationship Id="rId1" Type="http://schemas.openxmlformats.org/officeDocument/2006/relationships/tags" Target="../tags/tag257.xml"/><Relationship Id="rId6" Type="http://schemas.openxmlformats.org/officeDocument/2006/relationships/tags" Target="../tags/tag262.xml"/><Relationship Id="rId11" Type="http://schemas.openxmlformats.org/officeDocument/2006/relationships/tags" Target="../tags/tag267.xml"/><Relationship Id="rId5" Type="http://schemas.openxmlformats.org/officeDocument/2006/relationships/tags" Target="../tags/tag261.xml"/><Relationship Id="rId15" Type="http://schemas.openxmlformats.org/officeDocument/2006/relationships/slideLayout" Target="../slideLayouts/slideLayout40.xml"/><Relationship Id="rId10" Type="http://schemas.openxmlformats.org/officeDocument/2006/relationships/tags" Target="../tags/tag266.xml"/><Relationship Id="rId4" Type="http://schemas.openxmlformats.org/officeDocument/2006/relationships/tags" Target="../tags/tag260.xml"/><Relationship Id="rId9" Type="http://schemas.openxmlformats.org/officeDocument/2006/relationships/tags" Target="../tags/tag265.xml"/><Relationship Id="rId14" Type="http://schemas.openxmlformats.org/officeDocument/2006/relationships/tags" Target="../tags/tag270.xml"/></Relationships>
</file>

<file path=ppt/slides/_rels/slide19.xml.rels><?xml version="1.0" encoding="UTF-8" standalone="yes"?>
<Relationships xmlns="http://schemas.openxmlformats.org/package/2006/relationships"><Relationship Id="rId8" Type="http://schemas.openxmlformats.org/officeDocument/2006/relationships/tags" Target="../tags/tag278.xml"/><Relationship Id="rId13" Type="http://schemas.openxmlformats.org/officeDocument/2006/relationships/tags" Target="../tags/tag283.xml"/><Relationship Id="rId18" Type="http://schemas.openxmlformats.org/officeDocument/2006/relationships/diagramLayout" Target="../diagrams/layout6.xml"/><Relationship Id="rId3" Type="http://schemas.openxmlformats.org/officeDocument/2006/relationships/tags" Target="../tags/tag273.xml"/><Relationship Id="rId21" Type="http://schemas.microsoft.com/office/2007/relationships/diagramDrawing" Target="../diagrams/drawing6.xml"/><Relationship Id="rId7" Type="http://schemas.openxmlformats.org/officeDocument/2006/relationships/tags" Target="../tags/tag277.xml"/><Relationship Id="rId12" Type="http://schemas.openxmlformats.org/officeDocument/2006/relationships/tags" Target="../tags/tag282.xml"/><Relationship Id="rId17" Type="http://schemas.openxmlformats.org/officeDocument/2006/relationships/diagramData" Target="../diagrams/data6.xml"/><Relationship Id="rId2" Type="http://schemas.openxmlformats.org/officeDocument/2006/relationships/tags" Target="../tags/tag272.xml"/><Relationship Id="rId16" Type="http://schemas.openxmlformats.org/officeDocument/2006/relationships/notesSlide" Target="../notesSlides/notesSlide19.xml"/><Relationship Id="rId20" Type="http://schemas.openxmlformats.org/officeDocument/2006/relationships/diagramColors" Target="../diagrams/colors6.xml"/><Relationship Id="rId1" Type="http://schemas.openxmlformats.org/officeDocument/2006/relationships/tags" Target="../tags/tag271.xml"/><Relationship Id="rId6" Type="http://schemas.openxmlformats.org/officeDocument/2006/relationships/tags" Target="../tags/tag276.xml"/><Relationship Id="rId11" Type="http://schemas.openxmlformats.org/officeDocument/2006/relationships/tags" Target="../tags/tag281.xml"/><Relationship Id="rId5" Type="http://schemas.openxmlformats.org/officeDocument/2006/relationships/tags" Target="../tags/tag275.xml"/><Relationship Id="rId15" Type="http://schemas.openxmlformats.org/officeDocument/2006/relationships/slideLayout" Target="../slideLayouts/slideLayout40.xml"/><Relationship Id="rId10" Type="http://schemas.openxmlformats.org/officeDocument/2006/relationships/tags" Target="../tags/tag280.xml"/><Relationship Id="rId19" Type="http://schemas.openxmlformats.org/officeDocument/2006/relationships/diagramQuickStyle" Target="../diagrams/quickStyle6.xml"/><Relationship Id="rId4" Type="http://schemas.openxmlformats.org/officeDocument/2006/relationships/tags" Target="../tags/tag274.xml"/><Relationship Id="rId9" Type="http://schemas.openxmlformats.org/officeDocument/2006/relationships/tags" Target="../tags/tag279.xml"/><Relationship Id="rId14" Type="http://schemas.openxmlformats.org/officeDocument/2006/relationships/tags" Target="../tags/tag284.xml"/><Relationship Id="rId22" Type="http://schemas.openxmlformats.org/officeDocument/2006/relationships/image" Target="../media/image6.jpeg"/></Relationships>
</file>

<file path=ppt/slides/_rels/slide20.xml.rels><?xml version="1.0" encoding="UTF-8" standalone="yes"?>
<Relationships xmlns="http://schemas.openxmlformats.org/package/2006/relationships"><Relationship Id="rId8" Type="http://schemas.openxmlformats.org/officeDocument/2006/relationships/tags" Target="../tags/tag292.xml"/><Relationship Id="rId13" Type="http://schemas.openxmlformats.org/officeDocument/2006/relationships/tags" Target="../tags/tag297.xml"/><Relationship Id="rId3" Type="http://schemas.openxmlformats.org/officeDocument/2006/relationships/tags" Target="../tags/tag287.xml"/><Relationship Id="rId7" Type="http://schemas.openxmlformats.org/officeDocument/2006/relationships/tags" Target="../tags/tag291.xml"/><Relationship Id="rId12" Type="http://schemas.openxmlformats.org/officeDocument/2006/relationships/tags" Target="../tags/tag296.xml"/><Relationship Id="rId17" Type="http://schemas.openxmlformats.org/officeDocument/2006/relationships/image" Target="../media/image6.jpeg"/><Relationship Id="rId2" Type="http://schemas.openxmlformats.org/officeDocument/2006/relationships/tags" Target="../tags/tag286.xml"/><Relationship Id="rId16" Type="http://schemas.openxmlformats.org/officeDocument/2006/relationships/notesSlide" Target="../notesSlides/notesSlide20.xml"/><Relationship Id="rId1" Type="http://schemas.openxmlformats.org/officeDocument/2006/relationships/tags" Target="../tags/tag285.xml"/><Relationship Id="rId6" Type="http://schemas.openxmlformats.org/officeDocument/2006/relationships/tags" Target="../tags/tag290.xml"/><Relationship Id="rId11" Type="http://schemas.openxmlformats.org/officeDocument/2006/relationships/tags" Target="../tags/tag295.xml"/><Relationship Id="rId5" Type="http://schemas.openxmlformats.org/officeDocument/2006/relationships/tags" Target="../tags/tag289.xml"/><Relationship Id="rId15" Type="http://schemas.openxmlformats.org/officeDocument/2006/relationships/slideLayout" Target="../slideLayouts/slideLayout40.xml"/><Relationship Id="rId10" Type="http://schemas.openxmlformats.org/officeDocument/2006/relationships/tags" Target="../tags/tag294.xml"/><Relationship Id="rId4" Type="http://schemas.openxmlformats.org/officeDocument/2006/relationships/tags" Target="../tags/tag288.xml"/><Relationship Id="rId9" Type="http://schemas.openxmlformats.org/officeDocument/2006/relationships/tags" Target="../tags/tag293.xml"/><Relationship Id="rId14" Type="http://schemas.openxmlformats.org/officeDocument/2006/relationships/tags" Target="../tags/tag298.xml"/></Relationships>
</file>

<file path=ppt/slides/_rels/slide21.xml.rels><?xml version="1.0" encoding="UTF-8" standalone="yes"?>
<Relationships xmlns="http://schemas.openxmlformats.org/package/2006/relationships"><Relationship Id="rId8" Type="http://schemas.openxmlformats.org/officeDocument/2006/relationships/tags" Target="../tags/tag306.xml"/><Relationship Id="rId13" Type="http://schemas.openxmlformats.org/officeDocument/2006/relationships/tags" Target="../tags/tag311.xml"/><Relationship Id="rId18" Type="http://schemas.openxmlformats.org/officeDocument/2006/relationships/diagramLayout" Target="../diagrams/layout7.xml"/><Relationship Id="rId3" Type="http://schemas.openxmlformats.org/officeDocument/2006/relationships/tags" Target="../tags/tag301.xml"/><Relationship Id="rId21" Type="http://schemas.microsoft.com/office/2007/relationships/diagramDrawing" Target="../diagrams/drawing7.xml"/><Relationship Id="rId7" Type="http://schemas.openxmlformats.org/officeDocument/2006/relationships/tags" Target="../tags/tag305.xml"/><Relationship Id="rId12" Type="http://schemas.openxmlformats.org/officeDocument/2006/relationships/tags" Target="../tags/tag310.xml"/><Relationship Id="rId17" Type="http://schemas.openxmlformats.org/officeDocument/2006/relationships/diagramData" Target="../diagrams/data7.xml"/><Relationship Id="rId2" Type="http://schemas.openxmlformats.org/officeDocument/2006/relationships/tags" Target="../tags/tag300.xml"/><Relationship Id="rId16" Type="http://schemas.openxmlformats.org/officeDocument/2006/relationships/notesSlide" Target="../notesSlides/notesSlide21.xml"/><Relationship Id="rId20" Type="http://schemas.openxmlformats.org/officeDocument/2006/relationships/diagramColors" Target="../diagrams/colors7.xml"/><Relationship Id="rId1" Type="http://schemas.openxmlformats.org/officeDocument/2006/relationships/tags" Target="../tags/tag299.xml"/><Relationship Id="rId6" Type="http://schemas.openxmlformats.org/officeDocument/2006/relationships/tags" Target="../tags/tag304.xml"/><Relationship Id="rId11" Type="http://schemas.openxmlformats.org/officeDocument/2006/relationships/tags" Target="../tags/tag309.xml"/><Relationship Id="rId5" Type="http://schemas.openxmlformats.org/officeDocument/2006/relationships/tags" Target="../tags/tag303.xml"/><Relationship Id="rId15" Type="http://schemas.openxmlformats.org/officeDocument/2006/relationships/slideLayout" Target="../slideLayouts/slideLayout40.xml"/><Relationship Id="rId10" Type="http://schemas.openxmlformats.org/officeDocument/2006/relationships/tags" Target="../tags/tag308.xml"/><Relationship Id="rId19" Type="http://schemas.openxmlformats.org/officeDocument/2006/relationships/diagramQuickStyle" Target="../diagrams/quickStyle7.xml"/><Relationship Id="rId4" Type="http://schemas.openxmlformats.org/officeDocument/2006/relationships/tags" Target="../tags/tag302.xml"/><Relationship Id="rId9" Type="http://schemas.openxmlformats.org/officeDocument/2006/relationships/tags" Target="../tags/tag307.xml"/><Relationship Id="rId14" Type="http://schemas.openxmlformats.org/officeDocument/2006/relationships/tags" Target="../tags/tag312.xml"/><Relationship Id="rId22" Type="http://schemas.openxmlformats.org/officeDocument/2006/relationships/image" Target="../media/image6.jpeg"/></Relationships>
</file>

<file path=ppt/slides/_rels/slide22.xml.rels><?xml version="1.0" encoding="UTF-8" standalone="yes"?>
<Relationships xmlns="http://schemas.openxmlformats.org/package/2006/relationships"><Relationship Id="rId8" Type="http://schemas.openxmlformats.org/officeDocument/2006/relationships/tags" Target="../tags/tag320.xml"/><Relationship Id="rId13" Type="http://schemas.openxmlformats.org/officeDocument/2006/relationships/tags" Target="../tags/tag325.xml"/><Relationship Id="rId18" Type="http://schemas.openxmlformats.org/officeDocument/2006/relationships/diagramLayout" Target="../diagrams/layout8.xml"/><Relationship Id="rId3" Type="http://schemas.openxmlformats.org/officeDocument/2006/relationships/tags" Target="../tags/tag315.xml"/><Relationship Id="rId21" Type="http://schemas.microsoft.com/office/2007/relationships/diagramDrawing" Target="../diagrams/drawing8.xml"/><Relationship Id="rId7" Type="http://schemas.openxmlformats.org/officeDocument/2006/relationships/tags" Target="../tags/tag319.xml"/><Relationship Id="rId12" Type="http://schemas.openxmlformats.org/officeDocument/2006/relationships/tags" Target="../tags/tag324.xml"/><Relationship Id="rId17" Type="http://schemas.openxmlformats.org/officeDocument/2006/relationships/diagramData" Target="../diagrams/data8.xml"/><Relationship Id="rId2" Type="http://schemas.openxmlformats.org/officeDocument/2006/relationships/tags" Target="../tags/tag314.xml"/><Relationship Id="rId16" Type="http://schemas.openxmlformats.org/officeDocument/2006/relationships/notesSlide" Target="../notesSlides/notesSlide22.xml"/><Relationship Id="rId20" Type="http://schemas.openxmlformats.org/officeDocument/2006/relationships/diagramColors" Target="../diagrams/colors8.xml"/><Relationship Id="rId1" Type="http://schemas.openxmlformats.org/officeDocument/2006/relationships/tags" Target="../tags/tag313.xml"/><Relationship Id="rId6" Type="http://schemas.openxmlformats.org/officeDocument/2006/relationships/tags" Target="../tags/tag318.xml"/><Relationship Id="rId11" Type="http://schemas.openxmlformats.org/officeDocument/2006/relationships/tags" Target="../tags/tag323.xml"/><Relationship Id="rId5" Type="http://schemas.openxmlformats.org/officeDocument/2006/relationships/tags" Target="../tags/tag317.xml"/><Relationship Id="rId15" Type="http://schemas.openxmlformats.org/officeDocument/2006/relationships/slideLayout" Target="../slideLayouts/slideLayout40.xml"/><Relationship Id="rId10" Type="http://schemas.openxmlformats.org/officeDocument/2006/relationships/tags" Target="../tags/tag322.xml"/><Relationship Id="rId19" Type="http://schemas.openxmlformats.org/officeDocument/2006/relationships/diagramQuickStyle" Target="../diagrams/quickStyle8.xml"/><Relationship Id="rId4" Type="http://schemas.openxmlformats.org/officeDocument/2006/relationships/tags" Target="../tags/tag316.xml"/><Relationship Id="rId9" Type="http://schemas.openxmlformats.org/officeDocument/2006/relationships/tags" Target="../tags/tag321.xml"/><Relationship Id="rId14" Type="http://schemas.openxmlformats.org/officeDocument/2006/relationships/tags" Target="../tags/tag326.xml"/><Relationship Id="rId22" Type="http://schemas.openxmlformats.org/officeDocument/2006/relationships/image" Target="../media/image6.jpeg"/></Relationships>
</file>

<file path=ppt/slides/_rels/slide23.xml.rels><?xml version="1.0" encoding="UTF-8" standalone="yes"?>
<Relationships xmlns="http://schemas.openxmlformats.org/package/2006/relationships"><Relationship Id="rId8" Type="http://schemas.openxmlformats.org/officeDocument/2006/relationships/tags" Target="../tags/tag334.xml"/><Relationship Id="rId13" Type="http://schemas.openxmlformats.org/officeDocument/2006/relationships/tags" Target="../tags/tag339.xml"/><Relationship Id="rId18" Type="http://schemas.openxmlformats.org/officeDocument/2006/relationships/image" Target="../media/image6.jpeg"/><Relationship Id="rId3" Type="http://schemas.openxmlformats.org/officeDocument/2006/relationships/tags" Target="../tags/tag329.xml"/><Relationship Id="rId7" Type="http://schemas.openxmlformats.org/officeDocument/2006/relationships/tags" Target="../tags/tag333.xml"/><Relationship Id="rId12" Type="http://schemas.openxmlformats.org/officeDocument/2006/relationships/tags" Target="../tags/tag338.xml"/><Relationship Id="rId17" Type="http://schemas.openxmlformats.org/officeDocument/2006/relationships/image" Target="../media/image26.png"/><Relationship Id="rId2" Type="http://schemas.openxmlformats.org/officeDocument/2006/relationships/tags" Target="../tags/tag328.xml"/><Relationship Id="rId16" Type="http://schemas.openxmlformats.org/officeDocument/2006/relationships/notesSlide" Target="../notesSlides/notesSlide23.xml"/><Relationship Id="rId1" Type="http://schemas.openxmlformats.org/officeDocument/2006/relationships/tags" Target="../tags/tag327.xml"/><Relationship Id="rId6" Type="http://schemas.openxmlformats.org/officeDocument/2006/relationships/tags" Target="../tags/tag332.xml"/><Relationship Id="rId11" Type="http://schemas.openxmlformats.org/officeDocument/2006/relationships/tags" Target="../tags/tag337.xml"/><Relationship Id="rId5" Type="http://schemas.openxmlformats.org/officeDocument/2006/relationships/tags" Target="../tags/tag331.xml"/><Relationship Id="rId15" Type="http://schemas.openxmlformats.org/officeDocument/2006/relationships/slideLayout" Target="../slideLayouts/slideLayout40.xml"/><Relationship Id="rId10" Type="http://schemas.openxmlformats.org/officeDocument/2006/relationships/tags" Target="../tags/tag336.xml"/><Relationship Id="rId4" Type="http://schemas.openxmlformats.org/officeDocument/2006/relationships/tags" Target="../tags/tag330.xml"/><Relationship Id="rId9" Type="http://schemas.openxmlformats.org/officeDocument/2006/relationships/tags" Target="../tags/tag335.xml"/><Relationship Id="rId14" Type="http://schemas.openxmlformats.org/officeDocument/2006/relationships/tags" Target="../tags/tag340.xml"/></Relationships>
</file>

<file path=ppt/slides/_rels/slide24.xml.rels><?xml version="1.0" encoding="UTF-8" standalone="yes"?>
<Relationships xmlns="http://schemas.openxmlformats.org/package/2006/relationships"><Relationship Id="rId8" Type="http://schemas.openxmlformats.org/officeDocument/2006/relationships/tags" Target="../tags/tag348.xml"/><Relationship Id="rId13" Type="http://schemas.openxmlformats.org/officeDocument/2006/relationships/tags" Target="../tags/tag353.xml"/><Relationship Id="rId18" Type="http://schemas.openxmlformats.org/officeDocument/2006/relationships/diagramLayout" Target="../diagrams/layout9.xml"/><Relationship Id="rId3" Type="http://schemas.openxmlformats.org/officeDocument/2006/relationships/tags" Target="../tags/tag343.xml"/><Relationship Id="rId21" Type="http://schemas.microsoft.com/office/2007/relationships/diagramDrawing" Target="../diagrams/drawing9.xml"/><Relationship Id="rId7" Type="http://schemas.openxmlformats.org/officeDocument/2006/relationships/tags" Target="../tags/tag347.xml"/><Relationship Id="rId12" Type="http://schemas.openxmlformats.org/officeDocument/2006/relationships/tags" Target="../tags/tag352.xml"/><Relationship Id="rId17" Type="http://schemas.openxmlformats.org/officeDocument/2006/relationships/diagramData" Target="../diagrams/data9.xml"/><Relationship Id="rId2" Type="http://schemas.openxmlformats.org/officeDocument/2006/relationships/tags" Target="../tags/tag342.xml"/><Relationship Id="rId16" Type="http://schemas.openxmlformats.org/officeDocument/2006/relationships/notesSlide" Target="../notesSlides/notesSlide24.xml"/><Relationship Id="rId20" Type="http://schemas.openxmlformats.org/officeDocument/2006/relationships/diagramColors" Target="../diagrams/colors9.xml"/><Relationship Id="rId1" Type="http://schemas.openxmlformats.org/officeDocument/2006/relationships/tags" Target="../tags/tag341.xml"/><Relationship Id="rId6" Type="http://schemas.openxmlformats.org/officeDocument/2006/relationships/tags" Target="../tags/tag346.xml"/><Relationship Id="rId11" Type="http://schemas.openxmlformats.org/officeDocument/2006/relationships/tags" Target="../tags/tag351.xml"/><Relationship Id="rId5" Type="http://schemas.openxmlformats.org/officeDocument/2006/relationships/tags" Target="../tags/tag345.xml"/><Relationship Id="rId15" Type="http://schemas.openxmlformats.org/officeDocument/2006/relationships/slideLayout" Target="../slideLayouts/slideLayout40.xml"/><Relationship Id="rId10" Type="http://schemas.openxmlformats.org/officeDocument/2006/relationships/tags" Target="../tags/tag350.xml"/><Relationship Id="rId19" Type="http://schemas.openxmlformats.org/officeDocument/2006/relationships/diagramQuickStyle" Target="../diagrams/quickStyle9.xml"/><Relationship Id="rId4" Type="http://schemas.openxmlformats.org/officeDocument/2006/relationships/tags" Target="../tags/tag344.xml"/><Relationship Id="rId9" Type="http://schemas.openxmlformats.org/officeDocument/2006/relationships/tags" Target="../tags/tag349.xml"/><Relationship Id="rId14" Type="http://schemas.openxmlformats.org/officeDocument/2006/relationships/tags" Target="../tags/tag354.xml"/><Relationship Id="rId22" Type="http://schemas.openxmlformats.org/officeDocument/2006/relationships/image" Target="../media/image6.jpeg"/></Relationships>
</file>

<file path=ppt/slides/_rels/slide25.xml.rels><?xml version="1.0" encoding="UTF-8" standalone="yes"?>
<Relationships xmlns="http://schemas.openxmlformats.org/package/2006/relationships"><Relationship Id="rId8" Type="http://schemas.openxmlformats.org/officeDocument/2006/relationships/tags" Target="../tags/tag362.xml"/><Relationship Id="rId13" Type="http://schemas.openxmlformats.org/officeDocument/2006/relationships/tags" Target="../tags/tag367.xml"/><Relationship Id="rId3" Type="http://schemas.openxmlformats.org/officeDocument/2006/relationships/tags" Target="../tags/tag357.xml"/><Relationship Id="rId7" Type="http://schemas.openxmlformats.org/officeDocument/2006/relationships/tags" Target="../tags/tag361.xml"/><Relationship Id="rId12" Type="http://schemas.openxmlformats.org/officeDocument/2006/relationships/tags" Target="../tags/tag366.xml"/><Relationship Id="rId17" Type="http://schemas.openxmlformats.org/officeDocument/2006/relationships/image" Target="../media/image6.jpeg"/><Relationship Id="rId2" Type="http://schemas.openxmlformats.org/officeDocument/2006/relationships/tags" Target="../tags/tag356.xml"/><Relationship Id="rId16" Type="http://schemas.openxmlformats.org/officeDocument/2006/relationships/notesSlide" Target="../notesSlides/notesSlide25.xml"/><Relationship Id="rId1" Type="http://schemas.openxmlformats.org/officeDocument/2006/relationships/tags" Target="../tags/tag355.xml"/><Relationship Id="rId6" Type="http://schemas.openxmlformats.org/officeDocument/2006/relationships/tags" Target="../tags/tag360.xml"/><Relationship Id="rId11" Type="http://schemas.openxmlformats.org/officeDocument/2006/relationships/tags" Target="../tags/tag365.xml"/><Relationship Id="rId5" Type="http://schemas.openxmlformats.org/officeDocument/2006/relationships/tags" Target="../tags/tag359.xml"/><Relationship Id="rId15" Type="http://schemas.openxmlformats.org/officeDocument/2006/relationships/slideLayout" Target="../slideLayouts/slideLayout40.xml"/><Relationship Id="rId10" Type="http://schemas.openxmlformats.org/officeDocument/2006/relationships/tags" Target="../tags/tag364.xml"/><Relationship Id="rId4" Type="http://schemas.openxmlformats.org/officeDocument/2006/relationships/tags" Target="../tags/tag358.xml"/><Relationship Id="rId9" Type="http://schemas.openxmlformats.org/officeDocument/2006/relationships/tags" Target="../tags/tag363.xml"/><Relationship Id="rId14" Type="http://schemas.openxmlformats.org/officeDocument/2006/relationships/tags" Target="../tags/tag368.xml"/></Relationships>
</file>

<file path=ppt/slides/_rels/slide26.xml.rels><?xml version="1.0" encoding="UTF-8" standalone="yes"?>
<Relationships xmlns="http://schemas.openxmlformats.org/package/2006/relationships"><Relationship Id="rId8" Type="http://schemas.openxmlformats.org/officeDocument/2006/relationships/tags" Target="../tags/tag376.xml"/><Relationship Id="rId13" Type="http://schemas.openxmlformats.org/officeDocument/2006/relationships/tags" Target="../tags/tag381.xml"/><Relationship Id="rId18" Type="http://schemas.openxmlformats.org/officeDocument/2006/relationships/diagramLayout" Target="../diagrams/layout10.xml"/><Relationship Id="rId3" Type="http://schemas.openxmlformats.org/officeDocument/2006/relationships/tags" Target="../tags/tag371.xml"/><Relationship Id="rId21" Type="http://schemas.microsoft.com/office/2007/relationships/diagramDrawing" Target="../diagrams/drawing10.xml"/><Relationship Id="rId7" Type="http://schemas.openxmlformats.org/officeDocument/2006/relationships/tags" Target="../tags/tag375.xml"/><Relationship Id="rId12" Type="http://schemas.openxmlformats.org/officeDocument/2006/relationships/tags" Target="../tags/tag380.xml"/><Relationship Id="rId17" Type="http://schemas.openxmlformats.org/officeDocument/2006/relationships/diagramData" Target="../diagrams/data10.xml"/><Relationship Id="rId2" Type="http://schemas.openxmlformats.org/officeDocument/2006/relationships/tags" Target="../tags/tag370.xml"/><Relationship Id="rId16" Type="http://schemas.openxmlformats.org/officeDocument/2006/relationships/notesSlide" Target="../notesSlides/notesSlide26.xml"/><Relationship Id="rId20" Type="http://schemas.openxmlformats.org/officeDocument/2006/relationships/diagramColors" Target="../diagrams/colors10.xml"/><Relationship Id="rId1" Type="http://schemas.openxmlformats.org/officeDocument/2006/relationships/tags" Target="../tags/tag369.xml"/><Relationship Id="rId6" Type="http://schemas.openxmlformats.org/officeDocument/2006/relationships/tags" Target="../tags/tag374.xml"/><Relationship Id="rId11" Type="http://schemas.openxmlformats.org/officeDocument/2006/relationships/tags" Target="../tags/tag379.xml"/><Relationship Id="rId5" Type="http://schemas.openxmlformats.org/officeDocument/2006/relationships/tags" Target="../tags/tag373.xml"/><Relationship Id="rId15" Type="http://schemas.openxmlformats.org/officeDocument/2006/relationships/slideLayout" Target="../slideLayouts/slideLayout40.xml"/><Relationship Id="rId10" Type="http://schemas.openxmlformats.org/officeDocument/2006/relationships/tags" Target="../tags/tag378.xml"/><Relationship Id="rId19" Type="http://schemas.openxmlformats.org/officeDocument/2006/relationships/diagramQuickStyle" Target="../diagrams/quickStyle10.xml"/><Relationship Id="rId4" Type="http://schemas.openxmlformats.org/officeDocument/2006/relationships/tags" Target="../tags/tag372.xml"/><Relationship Id="rId9" Type="http://schemas.openxmlformats.org/officeDocument/2006/relationships/tags" Target="../tags/tag377.xml"/><Relationship Id="rId14" Type="http://schemas.openxmlformats.org/officeDocument/2006/relationships/tags" Target="../tags/tag382.xml"/><Relationship Id="rId22" Type="http://schemas.openxmlformats.org/officeDocument/2006/relationships/image" Target="../media/image6.jpeg"/></Relationships>
</file>

<file path=ppt/slides/_rels/slide27.xml.rels><?xml version="1.0" encoding="UTF-8" standalone="yes"?>
<Relationships xmlns="http://schemas.openxmlformats.org/package/2006/relationships"><Relationship Id="rId8" Type="http://schemas.openxmlformats.org/officeDocument/2006/relationships/tags" Target="../tags/tag390.xml"/><Relationship Id="rId13" Type="http://schemas.openxmlformats.org/officeDocument/2006/relationships/tags" Target="../tags/tag395.xml"/><Relationship Id="rId18" Type="http://schemas.openxmlformats.org/officeDocument/2006/relationships/diagramLayout" Target="../diagrams/layout11.xml"/><Relationship Id="rId3" Type="http://schemas.openxmlformats.org/officeDocument/2006/relationships/tags" Target="../tags/tag385.xml"/><Relationship Id="rId21" Type="http://schemas.microsoft.com/office/2007/relationships/diagramDrawing" Target="../diagrams/drawing11.xml"/><Relationship Id="rId7" Type="http://schemas.openxmlformats.org/officeDocument/2006/relationships/tags" Target="../tags/tag389.xml"/><Relationship Id="rId12" Type="http://schemas.openxmlformats.org/officeDocument/2006/relationships/tags" Target="../tags/tag394.xml"/><Relationship Id="rId17" Type="http://schemas.openxmlformats.org/officeDocument/2006/relationships/diagramData" Target="../diagrams/data11.xml"/><Relationship Id="rId2" Type="http://schemas.openxmlformats.org/officeDocument/2006/relationships/tags" Target="../tags/tag384.xml"/><Relationship Id="rId16" Type="http://schemas.openxmlformats.org/officeDocument/2006/relationships/notesSlide" Target="../notesSlides/notesSlide27.xml"/><Relationship Id="rId20" Type="http://schemas.openxmlformats.org/officeDocument/2006/relationships/diagramColors" Target="../diagrams/colors11.xml"/><Relationship Id="rId1" Type="http://schemas.openxmlformats.org/officeDocument/2006/relationships/tags" Target="../tags/tag383.xml"/><Relationship Id="rId6" Type="http://schemas.openxmlformats.org/officeDocument/2006/relationships/tags" Target="../tags/tag388.xml"/><Relationship Id="rId11" Type="http://schemas.openxmlformats.org/officeDocument/2006/relationships/tags" Target="../tags/tag393.xml"/><Relationship Id="rId5" Type="http://schemas.openxmlformats.org/officeDocument/2006/relationships/tags" Target="../tags/tag387.xml"/><Relationship Id="rId15" Type="http://schemas.openxmlformats.org/officeDocument/2006/relationships/slideLayout" Target="../slideLayouts/slideLayout40.xml"/><Relationship Id="rId10" Type="http://schemas.openxmlformats.org/officeDocument/2006/relationships/tags" Target="../tags/tag392.xml"/><Relationship Id="rId19" Type="http://schemas.openxmlformats.org/officeDocument/2006/relationships/diagramQuickStyle" Target="../diagrams/quickStyle11.xml"/><Relationship Id="rId4" Type="http://schemas.openxmlformats.org/officeDocument/2006/relationships/tags" Target="../tags/tag386.xml"/><Relationship Id="rId9" Type="http://schemas.openxmlformats.org/officeDocument/2006/relationships/tags" Target="../tags/tag391.xml"/><Relationship Id="rId14" Type="http://schemas.openxmlformats.org/officeDocument/2006/relationships/tags" Target="../tags/tag396.xml"/><Relationship Id="rId22" Type="http://schemas.openxmlformats.org/officeDocument/2006/relationships/image" Target="../media/image6.jpeg"/></Relationships>
</file>

<file path=ppt/slides/_rels/slide28.xml.rels><?xml version="1.0" encoding="UTF-8" standalone="yes"?>
<Relationships xmlns="http://schemas.openxmlformats.org/package/2006/relationships"><Relationship Id="rId8" Type="http://schemas.openxmlformats.org/officeDocument/2006/relationships/tags" Target="../tags/tag404.xml"/><Relationship Id="rId13" Type="http://schemas.openxmlformats.org/officeDocument/2006/relationships/tags" Target="../tags/tag409.xml"/><Relationship Id="rId3" Type="http://schemas.openxmlformats.org/officeDocument/2006/relationships/tags" Target="../tags/tag399.xml"/><Relationship Id="rId7" Type="http://schemas.openxmlformats.org/officeDocument/2006/relationships/tags" Target="../tags/tag403.xml"/><Relationship Id="rId12" Type="http://schemas.openxmlformats.org/officeDocument/2006/relationships/tags" Target="../tags/tag408.xml"/><Relationship Id="rId2" Type="http://schemas.openxmlformats.org/officeDocument/2006/relationships/tags" Target="../tags/tag398.xml"/><Relationship Id="rId1" Type="http://schemas.openxmlformats.org/officeDocument/2006/relationships/tags" Target="../tags/tag397.xml"/><Relationship Id="rId6" Type="http://schemas.openxmlformats.org/officeDocument/2006/relationships/tags" Target="../tags/tag402.xml"/><Relationship Id="rId11" Type="http://schemas.openxmlformats.org/officeDocument/2006/relationships/tags" Target="../tags/tag407.xml"/><Relationship Id="rId5" Type="http://schemas.openxmlformats.org/officeDocument/2006/relationships/tags" Target="../tags/tag401.xml"/><Relationship Id="rId15" Type="http://schemas.openxmlformats.org/officeDocument/2006/relationships/image" Target="../media/image6.jpeg"/><Relationship Id="rId10" Type="http://schemas.openxmlformats.org/officeDocument/2006/relationships/tags" Target="../tags/tag406.xml"/><Relationship Id="rId4" Type="http://schemas.openxmlformats.org/officeDocument/2006/relationships/tags" Target="../tags/tag400.xml"/><Relationship Id="rId9" Type="http://schemas.openxmlformats.org/officeDocument/2006/relationships/tags" Target="../tags/tag405.xml"/><Relationship Id="rId14" Type="http://schemas.openxmlformats.org/officeDocument/2006/relationships/slideLayout" Target="../slideLayouts/slideLayout40.xml"/></Relationships>
</file>

<file path=ppt/slides/_rels/slide29.xml.rels><?xml version="1.0" encoding="UTF-8" standalone="yes"?>
<Relationships xmlns="http://schemas.openxmlformats.org/package/2006/relationships"><Relationship Id="rId8" Type="http://schemas.openxmlformats.org/officeDocument/2006/relationships/tags" Target="../tags/tag417.xml"/><Relationship Id="rId13" Type="http://schemas.openxmlformats.org/officeDocument/2006/relationships/tags" Target="../tags/tag422.xml"/><Relationship Id="rId18" Type="http://schemas.openxmlformats.org/officeDocument/2006/relationships/diagramLayout" Target="../diagrams/layout12.xml"/><Relationship Id="rId3" Type="http://schemas.openxmlformats.org/officeDocument/2006/relationships/tags" Target="../tags/tag412.xml"/><Relationship Id="rId21" Type="http://schemas.microsoft.com/office/2007/relationships/diagramDrawing" Target="../diagrams/drawing12.xml"/><Relationship Id="rId7" Type="http://schemas.openxmlformats.org/officeDocument/2006/relationships/tags" Target="../tags/tag416.xml"/><Relationship Id="rId12" Type="http://schemas.openxmlformats.org/officeDocument/2006/relationships/tags" Target="../tags/tag421.xml"/><Relationship Id="rId17" Type="http://schemas.openxmlformats.org/officeDocument/2006/relationships/diagramData" Target="../diagrams/data12.xml"/><Relationship Id="rId2" Type="http://schemas.openxmlformats.org/officeDocument/2006/relationships/tags" Target="../tags/tag411.xml"/><Relationship Id="rId16" Type="http://schemas.openxmlformats.org/officeDocument/2006/relationships/notesSlide" Target="../notesSlides/notesSlide28.xml"/><Relationship Id="rId20" Type="http://schemas.openxmlformats.org/officeDocument/2006/relationships/diagramColors" Target="../diagrams/colors12.xml"/><Relationship Id="rId1" Type="http://schemas.openxmlformats.org/officeDocument/2006/relationships/tags" Target="../tags/tag410.xml"/><Relationship Id="rId6" Type="http://schemas.openxmlformats.org/officeDocument/2006/relationships/tags" Target="../tags/tag415.xml"/><Relationship Id="rId11" Type="http://schemas.openxmlformats.org/officeDocument/2006/relationships/tags" Target="../tags/tag420.xml"/><Relationship Id="rId5" Type="http://schemas.openxmlformats.org/officeDocument/2006/relationships/tags" Target="../tags/tag414.xml"/><Relationship Id="rId15" Type="http://schemas.openxmlformats.org/officeDocument/2006/relationships/slideLayout" Target="../slideLayouts/slideLayout40.xml"/><Relationship Id="rId10" Type="http://schemas.openxmlformats.org/officeDocument/2006/relationships/tags" Target="../tags/tag419.xml"/><Relationship Id="rId19" Type="http://schemas.openxmlformats.org/officeDocument/2006/relationships/diagramQuickStyle" Target="../diagrams/quickStyle12.xml"/><Relationship Id="rId4" Type="http://schemas.openxmlformats.org/officeDocument/2006/relationships/tags" Target="../tags/tag413.xml"/><Relationship Id="rId9" Type="http://schemas.openxmlformats.org/officeDocument/2006/relationships/tags" Target="../tags/tag418.xml"/><Relationship Id="rId14" Type="http://schemas.openxmlformats.org/officeDocument/2006/relationships/tags" Target="../tags/tag423.xml"/><Relationship Id="rId22" Type="http://schemas.openxmlformats.org/officeDocument/2006/relationships/image" Target="../media/image6.jpeg"/></Relationships>
</file>

<file path=ppt/slides/_rels/slide30.xml.rels><?xml version="1.0" encoding="UTF-8" standalone="yes"?>
<Relationships xmlns="http://schemas.openxmlformats.org/package/2006/relationships"><Relationship Id="rId8" Type="http://schemas.openxmlformats.org/officeDocument/2006/relationships/tags" Target="../tags/tag431.xml"/><Relationship Id="rId13" Type="http://schemas.openxmlformats.org/officeDocument/2006/relationships/tags" Target="../tags/tag436.xml"/><Relationship Id="rId18" Type="http://schemas.openxmlformats.org/officeDocument/2006/relationships/diagramLayout" Target="../diagrams/layout13.xml"/><Relationship Id="rId3" Type="http://schemas.openxmlformats.org/officeDocument/2006/relationships/tags" Target="../tags/tag426.xml"/><Relationship Id="rId21" Type="http://schemas.microsoft.com/office/2007/relationships/diagramDrawing" Target="../diagrams/drawing13.xml"/><Relationship Id="rId7" Type="http://schemas.openxmlformats.org/officeDocument/2006/relationships/tags" Target="../tags/tag430.xml"/><Relationship Id="rId12" Type="http://schemas.openxmlformats.org/officeDocument/2006/relationships/tags" Target="../tags/tag435.xml"/><Relationship Id="rId17" Type="http://schemas.openxmlformats.org/officeDocument/2006/relationships/diagramData" Target="../diagrams/data13.xml"/><Relationship Id="rId2" Type="http://schemas.openxmlformats.org/officeDocument/2006/relationships/tags" Target="../tags/tag425.xml"/><Relationship Id="rId16" Type="http://schemas.openxmlformats.org/officeDocument/2006/relationships/notesSlide" Target="../notesSlides/notesSlide29.xml"/><Relationship Id="rId20" Type="http://schemas.openxmlformats.org/officeDocument/2006/relationships/diagramColors" Target="../diagrams/colors13.xml"/><Relationship Id="rId1" Type="http://schemas.openxmlformats.org/officeDocument/2006/relationships/tags" Target="../tags/tag424.xml"/><Relationship Id="rId6" Type="http://schemas.openxmlformats.org/officeDocument/2006/relationships/tags" Target="../tags/tag429.xml"/><Relationship Id="rId11" Type="http://schemas.openxmlformats.org/officeDocument/2006/relationships/tags" Target="../tags/tag434.xml"/><Relationship Id="rId5" Type="http://schemas.openxmlformats.org/officeDocument/2006/relationships/tags" Target="../tags/tag428.xml"/><Relationship Id="rId15" Type="http://schemas.openxmlformats.org/officeDocument/2006/relationships/slideLayout" Target="../slideLayouts/slideLayout40.xml"/><Relationship Id="rId10" Type="http://schemas.openxmlformats.org/officeDocument/2006/relationships/tags" Target="../tags/tag433.xml"/><Relationship Id="rId19" Type="http://schemas.openxmlformats.org/officeDocument/2006/relationships/diagramQuickStyle" Target="../diagrams/quickStyle13.xml"/><Relationship Id="rId4" Type="http://schemas.openxmlformats.org/officeDocument/2006/relationships/tags" Target="../tags/tag427.xml"/><Relationship Id="rId9" Type="http://schemas.openxmlformats.org/officeDocument/2006/relationships/tags" Target="../tags/tag432.xml"/><Relationship Id="rId14" Type="http://schemas.openxmlformats.org/officeDocument/2006/relationships/tags" Target="../tags/tag437.xml"/><Relationship Id="rId22" Type="http://schemas.openxmlformats.org/officeDocument/2006/relationships/image" Target="../media/image6.jpeg"/></Relationships>
</file>

<file path=ppt/slides/_rels/slide31.xml.rels><?xml version="1.0" encoding="UTF-8" standalone="yes"?>
<Relationships xmlns="http://schemas.openxmlformats.org/package/2006/relationships"><Relationship Id="rId8" Type="http://schemas.openxmlformats.org/officeDocument/2006/relationships/tags" Target="../tags/tag445.xml"/><Relationship Id="rId13" Type="http://schemas.openxmlformats.org/officeDocument/2006/relationships/tags" Target="../tags/tag450.xml"/><Relationship Id="rId18" Type="http://schemas.openxmlformats.org/officeDocument/2006/relationships/diagramLayout" Target="../diagrams/layout14.xml"/><Relationship Id="rId3" Type="http://schemas.openxmlformats.org/officeDocument/2006/relationships/tags" Target="../tags/tag440.xml"/><Relationship Id="rId21" Type="http://schemas.microsoft.com/office/2007/relationships/diagramDrawing" Target="../diagrams/drawing14.xml"/><Relationship Id="rId7" Type="http://schemas.openxmlformats.org/officeDocument/2006/relationships/tags" Target="../tags/tag444.xml"/><Relationship Id="rId12" Type="http://schemas.openxmlformats.org/officeDocument/2006/relationships/tags" Target="../tags/tag449.xml"/><Relationship Id="rId17" Type="http://schemas.openxmlformats.org/officeDocument/2006/relationships/diagramData" Target="../diagrams/data14.xml"/><Relationship Id="rId2" Type="http://schemas.openxmlformats.org/officeDocument/2006/relationships/tags" Target="../tags/tag439.xml"/><Relationship Id="rId16" Type="http://schemas.openxmlformats.org/officeDocument/2006/relationships/notesSlide" Target="../notesSlides/notesSlide30.xml"/><Relationship Id="rId20" Type="http://schemas.openxmlformats.org/officeDocument/2006/relationships/diagramColors" Target="../diagrams/colors14.xml"/><Relationship Id="rId1" Type="http://schemas.openxmlformats.org/officeDocument/2006/relationships/tags" Target="../tags/tag438.xml"/><Relationship Id="rId6" Type="http://schemas.openxmlformats.org/officeDocument/2006/relationships/tags" Target="../tags/tag443.xml"/><Relationship Id="rId11" Type="http://schemas.openxmlformats.org/officeDocument/2006/relationships/tags" Target="../tags/tag448.xml"/><Relationship Id="rId5" Type="http://schemas.openxmlformats.org/officeDocument/2006/relationships/tags" Target="../tags/tag442.xml"/><Relationship Id="rId15" Type="http://schemas.openxmlformats.org/officeDocument/2006/relationships/slideLayout" Target="../slideLayouts/slideLayout50.xml"/><Relationship Id="rId10" Type="http://schemas.openxmlformats.org/officeDocument/2006/relationships/tags" Target="../tags/tag447.xml"/><Relationship Id="rId19" Type="http://schemas.openxmlformats.org/officeDocument/2006/relationships/diagramQuickStyle" Target="../diagrams/quickStyle14.xml"/><Relationship Id="rId4" Type="http://schemas.openxmlformats.org/officeDocument/2006/relationships/tags" Target="../tags/tag441.xml"/><Relationship Id="rId9" Type="http://schemas.openxmlformats.org/officeDocument/2006/relationships/tags" Target="../tags/tag446.xml"/><Relationship Id="rId14" Type="http://schemas.openxmlformats.org/officeDocument/2006/relationships/tags" Target="../tags/tag451.xml"/><Relationship Id="rId22" Type="http://schemas.openxmlformats.org/officeDocument/2006/relationships/image" Target="../media/image6.jpeg"/></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1.xml"/><Relationship Id="rId3" Type="http://schemas.openxmlformats.org/officeDocument/2006/relationships/tags" Target="../tags/tag454.xml"/><Relationship Id="rId7" Type="http://schemas.openxmlformats.org/officeDocument/2006/relationships/slideLayout" Target="../slideLayouts/slideLayout39.xml"/><Relationship Id="rId2" Type="http://schemas.openxmlformats.org/officeDocument/2006/relationships/tags" Target="../tags/tag453.xml"/><Relationship Id="rId1" Type="http://schemas.openxmlformats.org/officeDocument/2006/relationships/tags" Target="../tags/tag452.xml"/><Relationship Id="rId6" Type="http://schemas.openxmlformats.org/officeDocument/2006/relationships/tags" Target="../tags/tag457.xml"/><Relationship Id="rId5" Type="http://schemas.openxmlformats.org/officeDocument/2006/relationships/tags" Target="../tags/tag456.xml"/><Relationship Id="rId4" Type="http://schemas.openxmlformats.org/officeDocument/2006/relationships/tags" Target="../tags/tag455.xml"/><Relationship Id="rId9"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ctrTitle"/>
            <p:custDataLst>
              <p:tags r:id="rId2"/>
            </p:custDataLst>
          </p:nvPr>
        </p:nvSpPr>
        <p:spPr>
          <a:xfrm>
            <a:off x="1143000" y="2746375"/>
            <a:ext cx="6880225" cy="1228725"/>
          </a:xfrm>
        </p:spPr>
        <p:txBody>
          <a:bodyPr/>
          <a:lstStyle/>
          <a:p>
            <a:pPr eaLnBrk="1" hangingPunct="1"/>
            <a:r>
              <a:rPr lang="zh-CN" altLang="en-US" sz="3600" b="1" dirty="0">
                <a:solidFill>
                  <a:srgbClr val="DB4603"/>
                </a:solidFill>
                <a:latin typeface="微软雅黑" panose="020B0503020204020204" pitchFamily="34" charset="-122"/>
                <a:ea typeface="微软雅黑" panose="020B0503020204020204" pitchFamily="34" charset="-122"/>
                <a:sym typeface="+mn-ea"/>
              </a:rPr>
              <a:t>数字内容安全绪论</a:t>
            </a:r>
            <a:endParaRPr lang="zh-CN" altLang="en-US" sz="3600" b="1" dirty="0">
              <a:solidFill>
                <a:srgbClr val="DB4603"/>
              </a:solidFill>
              <a:latin typeface="微软雅黑" panose="020B0503020204020204" pitchFamily="34" charset="-122"/>
              <a:ea typeface="微软雅黑" panose="020B0503020204020204" pitchFamily="34" charset="-122"/>
            </a:endParaRPr>
          </a:p>
        </p:txBody>
      </p:sp>
      <p:sp>
        <p:nvSpPr>
          <p:cNvPr id="3" name="副标题 2">
            <a:extLst>
              <a:ext uri="{FF2B5EF4-FFF2-40B4-BE49-F238E27FC236}">
                <a16:creationId xmlns:a16="http://schemas.microsoft.com/office/drawing/2014/main" id="{357246EE-2E88-4CA7-A679-A24AE825AF18}"/>
              </a:ext>
            </a:extLst>
          </p:cNvPr>
          <p:cNvSpPr>
            <a:spLocks noGrp="1"/>
          </p:cNvSpPr>
          <p:nvPr>
            <p:ph type="subTitle" idx="1"/>
          </p:nvPr>
        </p:nvSpPr>
        <p:spPr>
          <a:xfrm>
            <a:off x="1143000" y="4599820"/>
            <a:ext cx="6858000" cy="348194"/>
          </a:xfrm>
        </p:spPr>
        <p:txBody>
          <a:bodyPr/>
          <a:lstStyle/>
          <a:p>
            <a:r>
              <a:rPr lang="zh-CN" altLang="en-US" dirty="0">
                <a:solidFill>
                  <a:schemeClr val="tx1"/>
                </a:solidFill>
                <a:latin typeface="方正小篆体" panose="03000509000000000000" pitchFamily="65" charset="-122"/>
                <a:ea typeface="方正小篆体" panose="03000509000000000000" pitchFamily="65" charset="-122"/>
              </a:rPr>
              <a:t>授课教师：吴凌云</a:t>
            </a:r>
          </a:p>
        </p:txBody>
      </p:sp>
      <p:pic>
        <p:nvPicPr>
          <p:cNvPr id="2" name="图片 1">
            <a:extLst>
              <a:ext uri="{FF2B5EF4-FFF2-40B4-BE49-F238E27FC236}">
                <a16:creationId xmlns:a16="http://schemas.microsoft.com/office/drawing/2014/main" id="{E7D5ACED-B978-6C61-161A-D2B120EC55F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2"/>
          <p:cNvSpPr txBox="1">
            <a:spLocks noChangeArrowheads="1"/>
          </p:cNvSpPr>
          <p:nvPr>
            <p:custDataLst>
              <p:tags r:id="rId2"/>
            </p:custDataLst>
          </p:nvPr>
        </p:nvSpPr>
        <p:spPr bwMode="auto">
          <a:xfrm>
            <a:off x="582613" y="2660650"/>
            <a:ext cx="1203325" cy="309563"/>
          </a:xfrm>
          <a:prstGeom prst="rect">
            <a:avLst/>
          </a:prstGeom>
          <a:noFill/>
          <a:ln w="9525">
            <a:noFill/>
            <a:miter lim="800000"/>
          </a:ln>
        </p:spPr>
        <p:txBody>
          <a:bodyPr lIns="67500" tIns="35100" rIns="67500" bIns="35100" anchor="ctr"/>
          <a:lstStyle/>
          <a:p>
            <a:r>
              <a:rPr lang="en-US" altLang="zh-CN" sz="1800">
                <a:solidFill>
                  <a:srgbClr val="FFFFFF"/>
                </a:solidFill>
                <a:latin typeface="微软雅黑" panose="020B0503020204020204" pitchFamily="34" charset="-122"/>
                <a:ea typeface="微软雅黑" panose="020B0503020204020204" pitchFamily="34" charset="-122"/>
              </a:rPr>
              <a:t>contents</a:t>
            </a:r>
          </a:p>
        </p:txBody>
      </p:sp>
      <p:sp>
        <p:nvSpPr>
          <p:cNvPr id="4" name="文本框 3"/>
          <p:cNvSpPr txBox="1"/>
          <p:nvPr>
            <p:custDataLst>
              <p:tags r:id="rId3"/>
            </p:custDataLst>
          </p:nvPr>
        </p:nvSpPr>
        <p:spPr>
          <a:xfrm>
            <a:off x="515938" y="2147888"/>
            <a:ext cx="1239837" cy="557212"/>
          </a:xfrm>
          <a:prstGeom prst="rect">
            <a:avLst/>
          </a:prstGeom>
          <a:noFill/>
          <a:ln>
            <a:noFill/>
          </a:ln>
          <a:effectLst/>
        </p:spPr>
        <p:txBody>
          <a:bodyPr lIns="67500" tIns="35100" rIns="67500" bIns="35100" anchor="ctr">
            <a:normAutofit fontScale="97500"/>
          </a:bodyPr>
          <a:lstStyle>
            <a:defPPr>
              <a:defRPr lang="zh-CN"/>
            </a:defPPr>
            <a:lvl1pPr>
              <a:defRPr sz="4230" b="1">
                <a:solidFill>
                  <a:schemeClr val="bg1"/>
                </a:solidFill>
                <a:latin typeface="+mn-ea"/>
              </a:defRPr>
            </a:lvl1pPr>
          </a:lstStyle>
          <a:p>
            <a:pPr algn="ctr">
              <a:defRPr/>
            </a:pPr>
            <a:r>
              <a:rPr lang="zh-CN" altLang="en-US" sz="3200" noProof="1">
                <a:latin typeface="微软雅黑" panose="020B0503020204020204" pitchFamily="34" charset="-122"/>
                <a:ea typeface="微软雅黑" panose="020B0503020204020204" pitchFamily="34" charset="-122"/>
                <a:cs typeface="+mj-cs"/>
              </a:rPr>
              <a:t>目 录</a:t>
            </a:r>
          </a:p>
        </p:txBody>
      </p:sp>
      <p:grpSp>
        <p:nvGrpSpPr>
          <p:cNvPr id="2" name="组合 27"/>
          <p:cNvGrpSpPr>
            <a:grpSpLocks noChangeAspect="1"/>
          </p:cNvGrpSpPr>
          <p:nvPr/>
        </p:nvGrpSpPr>
        <p:grpSpPr bwMode="auto">
          <a:xfrm>
            <a:off x="4716016" y="2242940"/>
            <a:ext cx="438150" cy="361950"/>
            <a:chOff x="1928813" y="1763600"/>
            <a:chExt cx="1373188" cy="1130300"/>
          </a:xfrm>
        </p:grpSpPr>
        <p:sp>
          <p:nvSpPr>
            <p:cNvPr id="5" name="Rectangle 25"/>
            <p:cNvSpPr>
              <a:spLocks noChangeArrowheads="1"/>
            </p:cNvSpPr>
            <p:nvPr>
              <p:custDataLst>
                <p:tags r:id="rId22"/>
              </p:custDataLst>
            </p:nvPr>
          </p:nvSpPr>
          <p:spPr bwMode="auto">
            <a:xfrm>
              <a:off x="1928813" y="2750132"/>
              <a:ext cx="233838" cy="143768"/>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6" name="Rectangle 26"/>
            <p:cNvSpPr>
              <a:spLocks noChangeArrowheads="1"/>
            </p:cNvSpPr>
            <p:nvPr>
              <p:custDataLst>
                <p:tags r:id="rId23"/>
              </p:custDataLst>
            </p:nvPr>
          </p:nvSpPr>
          <p:spPr bwMode="auto">
            <a:xfrm>
              <a:off x="2162651" y="2472515"/>
              <a:ext cx="223891" cy="421385"/>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5378" name="Rectangle 27"/>
            <p:cNvSpPr>
              <a:spLocks noChangeArrowheads="1"/>
            </p:cNvSpPr>
            <p:nvPr>
              <p:custDataLst>
                <p:tags r:id="rId24"/>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5379" name="Rectangle 28"/>
            <p:cNvSpPr>
              <a:spLocks noChangeArrowheads="1"/>
            </p:cNvSpPr>
            <p:nvPr>
              <p:custDataLst>
                <p:tags r:id="rId25"/>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7" name="Rectangle 29"/>
            <p:cNvSpPr>
              <a:spLocks noChangeArrowheads="1"/>
            </p:cNvSpPr>
            <p:nvPr>
              <p:custDataLst>
                <p:tags r:id="rId26"/>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8" name="Rectangle 30"/>
            <p:cNvSpPr>
              <a:spLocks noChangeArrowheads="1"/>
            </p:cNvSpPr>
            <p:nvPr>
              <p:custDataLst>
                <p:tags r:id="rId27"/>
              </p:custDataLst>
            </p:nvPr>
          </p:nvSpPr>
          <p:spPr bwMode="auto">
            <a:xfrm>
              <a:off x="3073136" y="2690643"/>
              <a:ext cx="228865" cy="203257"/>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27"/>
          <p:cNvGrpSpPr>
            <a:grpSpLocks noChangeAspect="1"/>
          </p:cNvGrpSpPr>
          <p:nvPr/>
        </p:nvGrpSpPr>
        <p:grpSpPr bwMode="auto">
          <a:xfrm>
            <a:off x="4716016" y="3610025"/>
            <a:ext cx="438150" cy="361950"/>
            <a:chOff x="1928813" y="1763600"/>
            <a:chExt cx="1373188" cy="1130300"/>
          </a:xfrm>
        </p:grpSpPr>
        <p:sp>
          <p:nvSpPr>
            <p:cNvPr id="10" name="Rectangle 25"/>
            <p:cNvSpPr>
              <a:spLocks noChangeArrowheads="1"/>
            </p:cNvSpPr>
            <p:nvPr>
              <p:custDataLst>
                <p:tags r:id="rId16"/>
              </p:custDataLst>
            </p:nvPr>
          </p:nvSpPr>
          <p:spPr bwMode="auto">
            <a:xfrm>
              <a:off x="1928813" y="2750132"/>
              <a:ext cx="233838" cy="143768"/>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11" name="Rectangle 26"/>
            <p:cNvSpPr>
              <a:spLocks noChangeArrowheads="1"/>
            </p:cNvSpPr>
            <p:nvPr>
              <p:custDataLst>
                <p:tags r:id="rId17"/>
              </p:custDataLst>
            </p:nvPr>
          </p:nvSpPr>
          <p:spPr bwMode="auto">
            <a:xfrm>
              <a:off x="2162651" y="2472515"/>
              <a:ext cx="223891" cy="421385"/>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5372" name="Rectangle 27"/>
            <p:cNvSpPr>
              <a:spLocks noChangeArrowheads="1"/>
            </p:cNvSpPr>
            <p:nvPr>
              <p:custDataLst>
                <p:tags r:id="rId18"/>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5373" name="Rectangle 28"/>
            <p:cNvSpPr>
              <a:spLocks noChangeArrowheads="1"/>
            </p:cNvSpPr>
            <p:nvPr>
              <p:custDataLst>
                <p:tags r:id="rId19"/>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4" name="Rectangle 29"/>
            <p:cNvSpPr>
              <a:spLocks noChangeArrowheads="1"/>
            </p:cNvSpPr>
            <p:nvPr>
              <p:custDataLst>
                <p:tags r:id="rId20"/>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15" name="Rectangle 30"/>
            <p:cNvSpPr>
              <a:spLocks noChangeArrowheads="1"/>
            </p:cNvSpPr>
            <p:nvPr>
              <p:custDataLst>
                <p:tags r:id="rId21"/>
              </p:custDataLst>
            </p:nvPr>
          </p:nvSpPr>
          <p:spPr bwMode="auto">
            <a:xfrm>
              <a:off x="3073136" y="2690643"/>
              <a:ext cx="228865" cy="203257"/>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22552" name="文本框 53"/>
          <p:cNvSpPr txBox="1">
            <a:spLocks noChangeArrowheads="1"/>
          </p:cNvSpPr>
          <p:nvPr/>
        </p:nvSpPr>
        <p:spPr bwMode="auto">
          <a:xfrm>
            <a:off x="5154166" y="2255640"/>
            <a:ext cx="3224212" cy="291875"/>
          </a:xfrm>
          <a:prstGeom prst="rect">
            <a:avLst/>
          </a:prstGeom>
          <a:noFill/>
          <a:ln w="9525">
            <a:noFill/>
            <a:miter lim="800000"/>
          </a:ln>
        </p:spPr>
        <p:txBody>
          <a:bodyPr>
            <a:spAutoFit/>
          </a:bodyPr>
          <a:lstStyle/>
          <a:p>
            <a:pPr>
              <a:lnSpc>
                <a:spcPct val="60000"/>
              </a:lnSpc>
            </a:pPr>
            <a:r>
              <a:rPr lang="zh-CN" altLang="en-US" sz="2000" b="1" dirty="0">
                <a:latin typeface="微软雅黑" panose="020B0503020204020204" pitchFamily="34" charset="-122"/>
                <a:ea typeface="微软雅黑" panose="020B0503020204020204" pitchFamily="34" charset="-122"/>
                <a:sym typeface="+mn-ea"/>
              </a:rPr>
              <a:t>数字内容基本概念</a:t>
            </a:r>
            <a:endParaRPr lang="zh-CN" altLang="zh-CN" sz="2000" b="1" dirty="0">
              <a:latin typeface="微软雅黑" panose="020B0503020204020204" pitchFamily="34" charset="-122"/>
              <a:ea typeface="微软雅黑" panose="020B0503020204020204" pitchFamily="34" charset="-122"/>
            </a:endParaRPr>
          </a:p>
        </p:txBody>
      </p:sp>
      <p:sp>
        <p:nvSpPr>
          <p:cNvPr id="22553" name="文本框 54"/>
          <p:cNvSpPr txBox="1">
            <a:spLocks noChangeArrowheads="1"/>
          </p:cNvSpPr>
          <p:nvPr/>
        </p:nvSpPr>
        <p:spPr bwMode="auto">
          <a:xfrm>
            <a:off x="5159697" y="3632250"/>
            <a:ext cx="3055937" cy="291875"/>
          </a:xfrm>
          <a:prstGeom prst="rect">
            <a:avLst/>
          </a:prstGeom>
          <a:noFill/>
          <a:ln w="9525">
            <a:noFill/>
            <a:miter lim="800000"/>
          </a:ln>
        </p:spPr>
        <p:txBody>
          <a:bodyPr>
            <a:spAutoFit/>
          </a:bodyPr>
          <a:lstStyle/>
          <a:p>
            <a:pPr>
              <a:lnSpc>
                <a:spcPct val="60000"/>
              </a:lnSpc>
            </a:pPr>
            <a:r>
              <a:rPr lang="zh-CN" altLang="en-US" sz="2000" b="1" dirty="0">
                <a:latin typeface="微软雅黑" panose="020B0503020204020204" pitchFamily="34" charset="-122"/>
                <a:ea typeface="微软雅黑" panose="020B0503020204020204" pitchFamily="34" charset="-122"/>
              </a:rPr>
              <a:t>数字内容安全概念</a:t>
            </a:r>
            <a:endParaRPr lang="zh-CN" altLang="zh-CN" sz="2000" b="1" dirty="0">
              <a:latin typeface="微软雅黑" panose="020B0503020204020204" pitchFamily="34" charset="-122"/>
              <a:ea typeface="微软雅黑" panose="020B0503020204020204" pitchFamily="34" charset="-122"/>
              <a:sym typeface="黑体" panose="02010609060101010101" pitchFamily="49" charset="-122"/>
            </a:endParaRPr>
          </a:p>
        </p:txBody>
      </p:sp>
      <p:cxnSp>
        <p:nvCxnSpPr>
          <p:cNvPr id="57" name="直接连接符 56"/>
          <p:cNvCxnSpPr>
            <a:cxnSpLocks/>
          </p:cNvCxnSpPr>
          <p:nvPr/>
        </p:nvCxnSpPr>
        <p:spPr>
          <a:xfrm flipV="1">
            <a:off x="5219253" y="2602007"/>
            <a:ext cx="3108325" cy="12408"/>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5217666" y="3938637"/>
            <a:ext cx="3109912" cy="34925"/>
          </a:xfrm>
          <a:prstGeom prst="line">
            <a:avLst/>
          </a:prstGeom>
          <a:ln>
            <a:prstDash val="sysDot"/>
          </a:ln>
        </p:spPr>
        <p:style>
          <a:lnRef idx="1">
            <a:schemeClr val="accent1"/>
          </a:lnRef>
          <a:fillRef idx="0">
            <a:schemeClr val="accent1"/>
          </a:fillRef>
          <a:effectRef idx="0">
            <a:schemeClr val="accent1"/>
          </a:effectRef>
          <a:fontRef idx="minor">
            <a:schemeClr val="tx1"/>
          </a:fontRef>
        </p:style>
      </p:cxnSp>
      <p:grpSp>
        <p:nvGrpSpPr>
          <p:cNvPr id="22" name="组合 27"/>
          <p:cNvGrpSpPr>
            <a:grpSpLocks noChangeAspect="1"/>
          </p:cNvGrpSpPr>
          <p:nvPr/>
        </p:nvGrpSpPr>
        <p:grpSpPr bwMode="auto">
          <a:xfrm>
            <a:off x="4727649" y="2950518"/>
            <a:ext cx="438150" cy="361950"/>
            <a:chOff x="1928813" y="1763600"/>
            <a:chExt cx="1373188" cy="1130300"/>
          </a:xfrm>
        </p:grpSpPr>
        <p:sp>
          <p:nvSpPr>
            <p:cNvPr id="23" name="Rectangle 25"/>
            <p:cNvSpPr>
              <a:spLocks noChangeArrowheads="1"/>
            </p:cNvSpPr>
            <p:nvPr>
              <p:custDataLst>
                <p:tags r:id="rId10"/>
              </p:custDataLst>
            </p:nvPr>
          </p:nvSpPr>
          <p:spPr bwMode="auto">
            <a:xfrm>
              <a:off x="1928813" y="2750132"/>
              <a:ext cx="233838" cy="143768"/>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24" name="Rectangle 26"/>
            <p:cNvSpPr>
              <a:spLocks noChangeArrowheads="1"/>
            </p:cNvSpPr>
            <p:nvPr>
              <p:custDataLst>
                <p:tags r:id="rId11"/>
              </p:custDataLst>
            </p:nvPr>
          </p:nvSpPr>
          <p:spPr bwMode="auto">
            <a:xfrm>
              <a:off x="2162651" y="2472515"/>
              <a:ext cx="223891" cy="421385"/>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25" name="Rectangle 27"/>
            <p:cNvSpPr>
              <a:spLocks noChangeArrowheads="1"/>
            </p:cNvSpPr>
            <p:nvPr>
              <p:custDataLst>
                <p:tags r:id="rId12"/>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26" name="Rectangle 28"/>
            <p:cNvSpPr>
              <a:spLocks noChangeArrowheads="1"/>
            </p:cNvSpPr>
            <p:nvPr>
              <p:custDataLst>
                <p:tags r:id="rId13"/>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27" name="Rectangle 29"/>
            <p:cNvSpPr>
              <a:spLocks noChangeArrowheads="1"/>
            </p:cNvSpPr>
            <p:nvPr>
              <p:custDataLst>
                <p:tags r:id="rId14"/>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28" name="Rectangle 30"/>
            <p:cNvSpPr>
              <a:spLocks noChangeArrowheads="1"/>
            </p:cNvSpPr>
            <p:nvPr>
              <p:custDataLst>
                <p:tags r:id="rId15"/>
              </p:custDataLst>
            </p:nvPr>
          </p:nvSpPr>
          <p:spPr bwMode="auto">
            <a:xfrm>
              <a:off x="3073136" y="2690643"/>
              <a:ext cx="228865" cy="203257"/>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29" name="文本框 53"/>
          <p:cNvSpPr txBox="1">
            <a:spLocks noChangeArrowheads="1"/>
          </p:cNvSpPr>
          <p:nvPr/>
        </p:nvSpPr>
        <p:spPr bwMode="auto">
          <a:xfrm>
            <a:off x="5165799" y="2963218"/>
            <a:ext cx="3224212" cy="291875"/>
          </a:xfrm>
          <a:prstGeom prst="rect">
            <a:avLst/>
          </a:prstGeom>
          <a:noFill/>
          <a:ln w="9525">
            <a:noFill/>
            <a:miter lim="800000"/>
          </a:ln>
        </p:spPr>
        <p:txBody>
          <a:bodyPr>
            <a:spAutoFit/>
          </a:bodyPr>
          <a:lstStyle/>
          <a:p>
            <a:pPr>
              <a:lnSpc>
                <a:spcPct val="60000"/>
              </a:lnSpc>
            </a:pPr>
            <a:r>
              <a:rPr lang="zh-CN" altLang="en-US" sz="2000" b="1" dirty="0">
                <a:latin typeface="微软雅黑" panose="020B0503020204020204" pitchFamily="34" charset="-122"/>
                <a:ea typeface="微软雅黑" panose="020B0503020204020204" pitchFamily="34" charset="-122"/>
              </a:rPr>
              <a:t>数字内容安全威胁</a:t>
            </a:r>
            <a:endParaRPr lang="zh-CN" altLang="zh-CN" sz="2000" b="1" dirty="0">
              <a:latin typeface="微软雅黑" panose="020B0503020204020204" pitchFamily="34" charset="-122"/>
              <a:ea typeface="微软雅黑" panose="020B0503020204020204" pitchFamily="34" charset="-122"/>
            </a:endParaRPr>
          </a:p>
        </p:txBody>
      </p:sp>
      <p:cxnSp>
        <p:nvCxnSpPr>
          <p:cNvPr id="30" name="直接连接符 29"/>
          <p:cNvCxnSpPr>
            <a:cxnSpLocks/>
          </p:cNvCxnSpPr>
          <p:nvPr/>
        </p:nvCxnSpPr>
        <p:spPr>
          <a:xfrm flipV="1">
            <a:off x="5230886" y="3309631"/>
            <a:ext cx="3096692" cy="12362"/>
          </a:xfrm>
          <a:prstGeom prst="line">
            <a:avLst/>
          </a:prstGeom>
          <a:ln>
            <a:prstDash val="sysDot"/>
          </a:ln>
        </p:spPr>
        <p:style>
          <a:lnRef idx="1">
            <a:schemeClr val="accent1"/>
          </a:lnRef>
          <a:fillRef idx="0">
            <a:schemeClr val="accent1"/>
          </a:fillRef>
          <a:effectRef idx="0">
            <a:schemeClr val="accent1"/>
          </a:effectRef>
          <a:fontRef idx="minor">
            <a:schemeClr val="tx1"/>
          </a:fontRef>
        </p:style>
      </p:cxnSp>
      <p:grpSp>
        <p:nvGrpSpPr>
          <p:cNvPr id="31" name="组合 27"/>
          <p:cNvGrpSpPr>
            <a:grpSpLocks noChangeAspect="1"/>
          </p:cNvGrpSpPr>
          <p:nvPr/>
        </p:nvGrpSpPr>
        <p:grpSpPr bwMode="auto">
          <a:xfrm>
            <a:off x="4727649" y="4296445"/>
            <a:ext cx="438150" cy="361950"/>
            <a:chOff x="1928813" y="1763600"/>
            <a:chExt cx="1373188" cy="1130300"/>
          </a:xfrm>
        </p:grpSpPr>
        <p:sp>
          <p:nvSpPr>
            <p:cNvPr id="32" name="Rectangle 25"/>
            <p:cNvSpPr>
              <a:spLocks noChangeArrowheads="1"/>
            </p:cNvSpPr>
            <p:nvPr>
              <p:custDataLst>
                <p:tags r:id="rId4"/>
              </p:custDataLst>
            </p:nvPr>
          </p:nvSpPr>
          <p:spPr bwMode="auto">
            <a:xfrm>
              <a:off x="1928813" y="2750132"/>
              <a:ext cx="233838" cy="143768"/>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3" name="Rectangle 26"/>
            <p:cNvSpPr>
              <a:spLocks noChangeArrowheads="1"/>
            </p:cNvSpPr>
            <p:nvPr>
              <p:custDataLst>
                <p:tags r:id="rId5"/>
              </p:custDataLst>
            </p:nvPr>
          </p:nvSpPr>
          <p:spPr bwMode="auto">
            <a:xfrm>
              <a:off x="2162651" y="2472515"/>
              <a:ext cx="223891" cy="421385"/>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4" name="Rectangle 27"/>
            <p:cNvSpPr>
              <a:spLocks noChangeArrowheads="1"/>
            </p:cNvSpPr>
            <p:nvPr>
              <p:custDataLst>
                <p:tags r:id="rId6"/>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5" name="Rectangle 28"/>
            <p:cNvSpPr>
              <a:spLocks noChangeArrowheads="1"/>
            </p:cNvSpPr>
            <p:nvPr>
              <p:custDataLst>
                <p:tags r:id="rId7"/>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9"/>
            <p:cNvSpPr>
              <a:spLocks noChangeArrowheads="1"/>
            </p:cNvSpPr>
            <p:nvPr>
              <p:custDataLst>
                <p:tags r:id="rId8"/>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7" name="Rectangle 30"/>
            <p:cNvSpPr>
              <a:spLocks noChangeArrowheads="1"/>
            </p:cNvSpPr>
            <p:nvPr>
              <p:custDataLst>
                <p:tags r:id="rId9"/>
              </p:custDataLst>
            </p:nvPr>
          </p:nvSpPr>
          <p:spPr bwMode="auto">
            <a:xfrm>
              <a:off x="3073136" y="2690643"/>
              <a:ext cx="228865" cy="203257"/>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38" name="文本框 54"/>
          <p:cNvSpPr txBox="1">
            <a:spLocks noChangeArrowheads="1"/>
          </p:cNvSpPr>
          <p:nvPr/>
        </p:nvSpPr>
        <p:spPr bwMode="auto">
          <a:xfrm>
            <a:off x="5159697" y="4318670"/>
            <a:ext cx="3055937" cy="291875"/>
          </a:xfrm>
          <a:prstGeom prst="rect">
            <a:avLst/>
          </a:prstGeom>
          <a:noFill/>
          <a:ln w="9525">
            <a:noFill/>
            <a:miter lim="800000"/>
          </a:ln>
        </p:spPr>
        <p:txBody>
          <a:bodyPr>
            <a:spAutoFit/>
          </a:bodyPr>
          <a:lstStyle/>
          <a:p>
            <a:pPr>
              <a:lnSpc>
                <a:spcPct val="60000"/>
              </a:lnSpc>
            </a:pPr>
            <a:r>
              <a:rPr lang="zh-CN" altLang="en-US" sz="2000" b="1" dirty="0">
                <a:latin typeface="微软雅黑" panose="020B0503020204020204" pitchFamily="34" charset="-122"/>
                <a:ea typeface="微软雅黑" panose="020B0503020204020204" pitchFamily="34" charset="-122"/>
              </a:rPr>
              <a:t>数字内容安全技术</a:t>
            </a:r>
            <a:endParaRPr lang="zh-CN" altLang="zh-CN" sz="2000" b="1" dirty="0">
              <a:latin typeface="微软雅黑" panose="020B0503020204020204" pitchFamily="34" charset="-122"/>
              <a:ea typeface="微软雅黑" panose="020B0503020204020204" pitchFamily="34" charset="-122"/>
              <a:sym typeface="黑体" panose="02010609060101010101" pitchFamily="49" charset="-122"/>
            </a:endParaRPr>
          </a:p>
        </p:txBody>
      </p:sp>
      <p:cxnSp>
        <p:nvCxnSpPr>
          <p:cNvPr id="39" name="直接连接符 38"/>
          <p:cNvCxnSpPr/>
          <p:nvPr/>
        </p:nvCxnSpPr>
        <p:spPr>
          <a:xfrm flipV="1">
            <a:off x="5229299" y="4625057"/>
            <a:ext cx="3109912" cy="34925"/>
          </a:xfrm>
          <a:prstGeom prst="line">
            <a:avLst/>
          </a:prstGeom>
          <a:ln>
            <a:prstDash val="sysDot"/>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4A3D4A95-AB9C-6DBB-0F84-1A95DC8487CB}"/>
              </a:ext>
            </a:extLst>
          </p:cNvPr>
          <p:cNvPicPr>
            <a:picLocks noChangeAspect="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fade">
                                      <p:cBhvr>
                                        <p:cTn id="7" dur="2000"/>
                                        <p:tgtEl>
                                          <p:spTgt spid="1536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2000"/>
                                        <p:tgtEl>
                                          <p:spTgt spid="2"/>
                                        </p:tgtEl>
                                      </p:cBhvr>
                                    </p:animEffect>
                                  </p:childTnLst>
                                </p:cTn>
                              </p:par>
                              <p:par>
                                <p:cTn id="14" presetID="10"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2000"/>
                                        <p:tgtEl>
                                          <p:spTgt spid="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552"/>
                                        </p:tgtEl>
                                        <p:attrNameLst>
                                          <p:attrName>style.visibility</p:attrName>
                                        </p:attrNameLst>
                                      </p:cBhvr>
                                      <p:to>
                                        <p:strVal val="visible"/>
                                      </p:to>
                                    </p:set>
                                    <p:animEffect transition="in" filter="fade">
                                      <p:cBhvr>
                                        <p:cTn id="19" dur="2000"/>
                                        <p:tgtEl>
                                          <p:spTgt spid="2255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553"/>
                                        </p:tgtEl>
                                        <p:attrNameLst>
                                          <p:attrName>style.visibility</p:attrName>
                                        </p:attrNameLst>
                                      </p:cBhvr>
                                      <p:to>
                                        <p:strVal val="visible"/>
                                      </p:to>
                                    </p:set>
                                    <p:animEffect transition="in" filter="fade">
                                      <p:cBhvr>
                                        <p:cTn id="22" dur="2000"/>
                                        <p:tgtEl>
                                          <p:spTgt spid="22553"/>
                                        </p:tgtEl>
                                      </p:cBhvr>
                                    </p:animEffect>
                                  </p:childTnLst>
                                </p:cTn>
                              </p:par>
                              <p:par>
                                <p:cTn id="23" presetID="10" presetClass="entr" presetSubtype="0" fill="hold"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fade">
                                      <p:cBhvr>
                                        <p:cTn id="25" dur="2000"/>
                                        <p:tgtEl>
                                          <p:spTgt spid="57"/>
                                        </p:tgtEl>
                                      </p:cBhvr>
                                    </p:animEffect>
                                  </p:childTnLst>
                                </p:cTn>
                              </p:par>
                              <p:par>
                                <p:cTn id="26" presetID="10" presetClass="entr" presetSubtype="0" fill="hold" nodeType="with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fade">
                                      <p:cBhvr>
                                        <p:cTn id="28" dur="2000"/>
                                        <p:tgtEl>
                                          <p:spTgt spid="58"/>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20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2000"/>
                                        <p:tgtEl>
                                          <p:spTgt spid="29"/>
                                        </p:tgtEl>
                                      </p:cBhvr>
                                    </p:animEffect>
                                  </p:childTnLst>
                                </p:cTn>
                              </p:par>
                              <p:par>
                                <p:cTn id="35" presetID="10"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2000"/>
                                        <p:tgtEl>
                                          <p:spTgt spid="30"/>
                                        </p:tgtEl>
                                      </p:cBhvr>
                                    </p:animEffect>
                                  </p:childTnLst>
                                </p:cTn>
                              </p:par>
                              <p:par>
                                <p:cTn id="38" presetID="10" presetClass="entr" presetSubtype="0"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20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2000"/>
                                        <p:tgtEl>
                                          <p:spTgt spid="38"/>
                                        </p:tgtEl>
                                      </p:cBhvr>
                                    </p:animEffect>
                                  </p:childTnLst>
                                </p:cTn>
                              </p:par>
                              <p:par>
                                <p:cTn id="44" presetID="10" presetClass="entr" presetSubtype="0" fill="hold"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2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4" grpId="0"/>
      <p:bldP spid="22552" grpId="0"/>
      <p:bldP spid="22553" grpId="0"/>
      <p:bldP spid="29" grpId="0"/>
      <p:bldP spid="3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16387"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12"/>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3"/>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4"/>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5"/>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6"/>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7"/>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16388"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6"/>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7"/>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8"/>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9"/>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10"/>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11"/>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7" name="组合 6"/>
          <p:cNvGrpSpPr/>
          <p:nvPr>
            <p:custDataLst>
              <p:tags r:id="rId3"/>
            </p:custDataLst>
          </p:nvPr>
        </p:nvGrpSpPr>
        <p:grpSpPr>
          <a:xfrm>
            <a:off x="910590" y="2144881"/>
            <a:ext cx="2160270" cy="1983105"/>
            <a:chOff x="1228725" y="3267075"/>
            <a:chExt cx="2381250" cy="2381250"/>
          </a:xfrm>
          <a:solidFill>
            <a:schemeClr val="bg1">
              <a:lumMod val="85000"/>
            </a:schemeClr>
          </a:solidFill>
        </p:grpSpPr>
        <p:sp>
          <p:nvSpPr>
            <p:cNvPr id="2" name="同心圆 1"/>
            <p:cNvSpPr/>
            <p:nvPr/>
          </p:nvSpPr>
          <p:spPr>
            <a:xfrm>
              <a:off x="1228725" y="3267075"/>
              <a:ext cx="2381250" cy="2381250"/>
            </a:xfrm>
            <a:prstGeom prst="donut">
              <a:avLst>
                <a:gd name="adj" fmla="val 1323"/>
              </a:avLst>
            </a:prstGeom>
            <a:grpFill/>
            <a:ln>
              <a:solidFill>
                <a:schemeClr val="accent1"/>
              </a:solidFill>
            </a:ln>
          </p:spPr>
          <p:style>
            <a:lnRef idx="2">
              <a:srgbClr val="2CBEBB">
                <a:shade val="50000"/>
              </a:srgbClr>
            </a:lnRef>
            <a:fillRef idx="1">
              <a:srgbClr val="2CBEBB"/>
            </a:fillRef>
            <a:effectRef idx="0">
              <a:srgbClr val="2CBEBB"/>
            </a:effectRef>
            <a:fontRef idx="minor">
              <a:srgbClr val="FFFFFF"/>
            </a:fontRef>
          </p:style>
          <p:txBody>
            <a:bodyPr tIns="0" bIns="0">
              <a:normAutofit/>
            </a:bodyPr>
            <a:lstStyle/>
            <a:p>
              <a:pPr algn="ctr">
                <a:defRPr/>
              </a:pPr>
              <a:endParaRPr lang="zh-CN" altLang="en-US" sz="1400" dirty="0">
                <a:solidFill>
                  <a:srgbClr val="F07F09"/>
                </a:solidFill>
                <a:sym typeface="Arial" panose="020B0604020202020204" pitchFamily="34" charset="0"/>
              </a:endParaRPr>
            </a:p>
          </p:txBody>
        </p:sp>
        <p:sp>
          <p:nvSpPr>
            <p:cNvPr id="5" name="任意多边形 4"/>
            <p:cNvSpPr/>
            <p:nvPr/>
          </p:nvSpPr>
          <p:spPr>
            <a:xfrm>
              <a:off x="1347787" y="3867150"/>
              <a:ext cx="2143126" cy="1662114"/>
            </a:xfrm>
            <a:custGeom>
              <a:avLst/>
              <a:gdLst>
                <a:gd name="connsiteX0" fmla="*/ 177800 w 2143126"/>
                <a:gd name="connsiteY0" fmla="*/ 0 h 1662114"/>
                <a:gd name="connsiteX1" fmla="*/ 1965327 w 2143126"/>
                <a:gd name="connsiteY1" fmla="*/ 0 h 1662114"/>
                <a:gd name="connsiteX2" fmla="*/ 2013794 w 2143126"/>
                <a:gd name="connsiteY2" fmla="*/ 79781 h 1662114"/>
                <a:gd name="connsiteX3" fmla="*/ 2143126 w 2143126"/>
                <a:gd name="connsiteY3" fmla="*/ 590551 h 1662114"/>
                <a:gd name="connsiteX4" fmla="*/ 1071563 w 2143126"/>
                <a:gd name="connsiteY4" fmla="*/ 1662114 h 1662114"/>
                <a:gd name="connsiteX5" fmla="*/ 0 w 2143126"/>
                <a:gd name="connsiteY5" fmla="*/ 590551 h 1662114"/>
                <a:gd name="connsiteX6" fmla="*/ 129332 w 2143126"/>
                <a:gd name="connsiteY6" fmla="*/ 79781 h 1662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3126" h="1662114">
                  <a:moveTo>
                    <a:pt x="177800" y="0"/>
                  </a:moveTo>
                  <a:lnTo>
                    <a:pt x="1965327" y="0"/>
                  </a:lnTo>
                  <a:lnTo>
                    <a:pt x="2013794" y="79781"/>
                  </a:lnTo>
                  <a:cubicBezTo>
                    <a:pt x="2096275" y="231614"/>
                    <a:pt x="2143126" y="405611"/>
                    <a:pt x="2143126" y="590551"/>
                  </a:cubicBezTo>
                  <a:cubicBezTo>
                    <a:pt x="2143126" y="1182359"/>
                    <a:pt x="1663371" y="1662114"/>
                    <a:pt x="1071563" y="1662114"/>
                  </a:cubicBezTo>
                  <a:cubicBezTo>
                    <a:pt x="479755" y="1662114"/>
                    <a:pt x="0" y="1182359"/>
                    <a:pt x="0" y="590551"/>
                  </a:cubicBezTo>
                  <a:cubicBezTo>
                    <a:pt x="0" y="405611"/>
                    <a:pt x="46851" y="231614"/>
                    <a:pt x="129332" y="79781"/>
                  </a:cubicBezTo>
                  <a:close/>
                </a:path>
              </a:pathLst>
            </a:custGeom>
            <a:solidFill>
              <a:schemeClr val="bg1">
                <a:lumMod val="85000"/>
              </a:schemeClr>
            </a:solidFill>
            <a:ln>
              <a:solidFill>
                <a:schemeClr val="accent1"/>
              </a:solidFill>
            </a:ln>
          </p:spPr>
          <p:style>
            <a:lnRef idx="2">
              <a:srgbClr val="2CBEBB">
                <a:shade val="50000"/>
              </a:srgbClr>
            </a:lnRef>
            <a:fillRef idx="1">
              <a:srgbClr val="2CBEBB"/>
            </a:fillRef>
            <a:effectRef idx="0">
              <a:srgbClr val="2CBEBB"/>
            </a:effectRef>
            <a:fontRef idx="minor">
              <a:srgbClr val="FFFFFF"/>
            </a:fontRef>
          </p:style>
          <p:txBody>
            <a:bodyPr anchor="ctr">
              <a:normAutofit/>
            </a:bodyPr>
            <a:lstStyle/>
            <a:p>
              <a:pPr algn="ctr">
                <a:defRPr/>
              </a:pPr>
              <a:r>
                <a:rPr lang="zh-CN" altLang="en-US" sz="1800" dirty="0">
                  <a:solidFill>
                    <a:srgbClr val="5F5F5F"/>
                  </a:solidFill>
                  <a:latin typeface="微软雅黑" panose="020B0503020204020204" pitchFamily="34" charset="-122"/>
                  <a:ea typeface="微软雅黑" panose="020B0503020204020204" pitchFamily="34" charset="-122"/>
                  <a:sym typeface="+mn-ea"/>
                </a:rPr>
                <a:t>概念</a:t>
              </a:r>
              <a:endParaRPr lang="en-US" altLang="zh-CN" sz="1800" dirty="0">
                <a:solidFill>
                  <a:srgbClr val="5F5F5F"/>
                </a:solidFill>
                <a:sym typeface="Arial" panose="020B0604020202020204" pitchFamily="34" charset="0"/>
              </a:endParaRPr>
            </a:p>
          </p:txBody>
        </p:sp>
        <p:sp>
          <p:nvSpPr>
            <p:cNvPr id="6" name="文本框 5"/>
            <p:cNvSpPr txBox="1"/>
            <p:nvPr/>
          </p:nvSpPr>
          <p:spPr>
            <a:xfrm>
              <a:off x="2181225" y="3343933"/>
              <a:ext cx="476250" cy="461837"/>
            </a:xfrm>
            <a:prstGeom prst="rect">
              <a:avLst/>
            </a:prstGeom>
            <a:solidFill>
              <a:schemeClr val="bg1">
                <a:lumMod val="85000"/>
              </a:schemeClr>
            </a:solidFill>
            <a:ln>
              <a:solidFill>
                <a:schemeClr val="accent1"/>
              </a:solidFill>
            </a:ln>
          </p:spPr>
          <p:txBody>
            <a:bodyPr anchor="ctr">
              <a:normAutofit fontScale="95000"/>
            </a:bodyPr>
            <a:lstStyle/>
            <a:p>
              <a:pPr algn="ctr">
                <a:defRPr/>
              </a:pPr>
              <a:r>
                <a:rPr lang="en-US" altLang="zh-CN" sz="1800" dirty="0">
                  <a:solidFill>
                    <a:srgbClr val="5F5F5F"/>
                  </a:solidFill>
                  <a:latin typeface="+mn-lt"/>
                  <a:ea typeface="华文细黑" panose="02010600040101010101" pitchFamily="2" charset="-122"/>
                  <a:sym typeface="Arial" panose="020B0604020202020204" pitchFamily="34" charset="0"/>
                </a:rPr>
                <a:t>A</a:t>
              </a:r>
            </a:p>
          </p:txBody>
        </p:sp>
      </p:grpSp>
      <p:grpSp>
        <p:nvGrpSpPr>
          <p:cNvPr id="8" name="组合 7"/>
          <p:cNvGrpSpPr/>
          <p:nvPr>
            <p:custDataLst>
              <p:tags r:id="rId4"/>
            </p:custDataLst>
          </p:nvPr>
        </p:nvGrpSpPr>
        <p:grpSpPr>
          <a:xfrm>
            <a:off x="3493135" y="2135356"/>
            <a:ext cx="2069465" cy="2020570"/>
            <a:chOff x="1228725" y="3267075"/>
            <a:chExt cx="2381250" cy="2381250"/>
          </a:xfrm>
          <a:solidFill>
            <a:schemeClr val="bg1">
              <a:lumMod val="85000"/>
            </a:schemeClr>
          </a:solidFill>
        </p:grpSpPr>
        <p:sp>
          <p:nvSpPr>
            <p:cNvPr id="9" name="同心圆 8"/>
            <p:cNvSpPr/>
            <p:nvPr/>
          </p:nvSpPr>
          <p:spPr>
            <a:xfrm>
              <a:off x="1228725" y="3267075"/>
              <a:ext cx="2381250" cy="2381250"/>
            </a:xfrm>
            <a:prstGeom prst="donut">
              <a:avLst>
                <a:gd name="adj" fmla="val 1323"/>
              </a:avLst>
            </a:prstGeom>
            <a:grpFill/>
            <a:ln>
              <a:solidFill>
                <a:schemeClr val="accent1"/>
              </a:solidFill>
            </a:ln>
          </p:spPr>
          <p:style>
            <a:lnRef idx="2">
              <a:srgbClr val="2CBEBB">
                <a:shade val="50000"/>
              </a:srgbClr>
            </a:lnRef>
            <a:fillRef idx="1">
              <a:srgbClr val="2CBEBB"/>
            </a:fillRef>
            <a:effectRef idx="0">
              <a:srgbClr val="2CBEBB"/>
            </a:effectRef>
            <a:fontRef idx="minor">
              <a:srgbClr val="FFFFFF"/>
            </a:fontRef>
          </p:style>
          <p:txBody>
            <a:bodyPr tIns="0" bIns="0">
              <a:normAutofit/>
            </a:bodyPr>
            <a:lstStyle/>
            <a:p>
              <a:pPr algn="ctr">
                <a:defRPr/>
              </a:pPr>
              <a:endParaRPr lang="zh-CN" altLang="en-US" sz="1400" dirty="0">
                <a:solidFill>
                  <a:srgbClr val="F07F09"/>
                </a:solidFill>
                <a:sym typeface="Arial" panose="020B0604020202020204" pitchFamily="34" charset="0"/>
              </a:endParaRPr>
            </a:p>
          </p:txBody>
        </p:sp>
        <p:sp>
          <p:nvSpPr>
            <p:cNvPr id="10" name="任意多边形 9"/>
            <p:cNvSpPr/>
            <p:nvPr/>
          </p:nvSpPr>
          <p:spPr>
            <a:xfrm>
              <a:off x="1347787" y="3867150"/>
              <a:ext cx="2143126" cy="1662114"/>
            </a:xfrm>
            <a:custGeom>
              <a:avLst/>
              <a:gdLst>
                <a:gd name="connsiteX0" fmla="*/ 177800 w 2143126"/>
                <a:gd name="connsiteY0" fmla="*/ 0 h 1662114"/>
                <a:gd name="connsiteX1" fmla="*/ 1965327 w 2143126"/>
                <a:gd name="connsiteY1" fmla="*/ 0 h 1662114"/>
                <a:gd name="connsiteX2" fmla="*/ 2013794 w 2143126"/>
                <a:gd name="connsiteY2" fmla="*/ 79781 h 1662114"/>
                <a:gd name="connsiteX3" fmla="*/ 2143126 w 2143126"/>
                <a:gd name="connsiteY3" fmla="*/ 590551 h 1662114"/>
                <a:gd name="connsiteX4" fmla="*/ 1071563 w 2143126"/>
                <a:gd name="connsiteY4" fmla="*/ 1662114 h 1662114"/>
                <a:gd name="connsiteX5" fmla="*/ 0 w 2143126"/>
                <a:gd name="connsiteY5" fmla="*/ 590551 h 1662114"/>
                <a:gd name="connsiteX6" fmla="*/ 129332 w 2143126"/>
                <a:gd name="connsiteY6" fmla="*/ 79781 h 1662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3126" h="1662114">
                  <a:moveTo>
                    <a:pt x="177800" y="0"/>
                  </a:moveTo>
                  <a:lnTo>
                    <a:pt x="1965327" y="0"/>
                  </a:lnTo>
                  <a:lnTo>
                    <a:pt x="2013794" y="79781"/>
                  </a:lnTo>
                  <a:cubicBezTo>
                    <a:pt x="2096275" y="231614"/>
                    <a:pt x="2143126" y="405611"/>
                    <a:pt x="2143126" y="590551"/>
                  </a:cubicBezTo>
                  <a:cubicBezTo>
                    <a:pt x="2143126" y="1182359"/>
                    <a:pt x="1663371" y="1662114"/>
                    <a:pt x="1071563" y="1662114"/>
                  </a:cubicBezTo>
                  <a:cubicBezTo>
                    <a:pt x="479755" y="1662114"/>
                    <a:pt x="0" y="1182359"/>
                    <a:pt x="0" y="590551"/>
                  </a:cubicBezTo>
                  <a:cubicBezTo>
                    <a:pt x="0" y="405611"/>
                    <a:pt x="46851" y="231614"/>
                    <a:pt x="129332" y="79781"/>
                  </a:cubicBezTo>
                  <a:close/>
                </a:path>
              </a:pathLst>
            </a:custGeom>
            <a:grpFill/>
            <a:ln>
              <a:solidFill>
                <a:schemeClr val="accent1"/>
              </a:solidFill>
            </a:ln>
          </p:spPr>
          <p:style>
            <a:lnRef idx="2">
              <a:srgbClr val="2CBEBB">
                <a:shade val="50000"/>
              </a:srgbClr>
            </a:lnRef>
            <a:fillRef idx="1">
              <a:srgbClr val="2CBEBB"/>
            </a:fillRef>
            <a:effectRef idx="0">
              <a:srgbClr val="2CBEBB"/>
            </a:effectRef>
            <a:fontRef idx="minor">
              <a:srgbClr val="FFFFFF"/>
            </a:fontRef>
          </p:style>
          <p:txBody>
            <a:bodyPr anchor="ctr">
              <a:normAutofit/>
            </a:bodyPr>
            <a:lstStyle/>
            <a:p>
              <a:pPr algn="ctr">
                <a:defRPr/>
              </a:pPr>
              <a:r>
                <a:rPr lang="zh-CN" altLang="en-US" sz="1800"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分类</a:t>
              </a:r>
              <a:endParaRPr lang="en-US" altLang="zh-CN" sz="1800" dirty="0">
                <a:solidFill>
                  <a:srgbClr val="5F5F5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文本框 10"/>
            <p:cNvSpPr txBox="1"/>
            <p:nvPr/>
          </p:nvSpPr>
          <p:spPr>
            <a:xfrm>
              <a:off x="2181225" y="3343932"/>
              <a:ext cx="476250" cy="463074"/>
            </a:xfrm>
            <a:prstGeom prst="rect">
              <a:avLst/>
            </a:prstGeom>
            <a:grpFill/>
            <a:ln>
              <a:solidFill>
                <a:schemeClr val="accent1"/>
              </a:solidFill>
            </a:ln>
          </p:spPr>
          <p:txBody>
            <a:bodyPr anchor="ctr"/>
            <a:lstStyle/>
            <a:p>
              <a:pPr algn="ctr">
                <a:defRPr/>
              </a:pPr>
              <a:r>
                <a:rPr lang="en-US" altLang="zh-CN" sz="1800" dirty="0">
                  <a:solidFill>
                    <a:srgbClr val="5F5F5F"/>
                  </a:solidFill>
                  <a:latin typeface="+mn-lt"/>
                  <a:ea typeface="华文细黑" panose="02010600040101010101" pitchFamily="2" charset="-122"/>
                  <a:sym typeface="Arial" panose="020B0604020202020204" pitchFamily="34" charset="0"/>
                </a:rPr>
                <a:t>B</a:t>
              </a:r>
            </a:p>
          </p:txBody>
        </p:sp>
      </p:grpSp>
      <p:grpSp>
        <p:nvGrpSpPr>
          <p:cNvPr id="12" name="组合 11"/>
          <p:cNvGrpSpPr/>
          <p:nvPr>
            <p:custDataLst>
              <p:tags r:id="rId5"/>
            </p:custDataLst>
          </p:nvPr>
        </p:nvGrpSpPr>
        <p:grpSpPr>
          <a:xfrm>
            <a:off x="5984875" y="2135356"/>
            <a:ext cx="2032000" cy="2020570"/>
            <a:chOff x="1228725" y="3267075"/>
            <a:chExt cx="2381250" cy="2381250"/>
          </a:xfrm>
          <a:solidFill>
            <a:schemeClr val="bg1">
              <a:lumMod val="85000"/>
            </a:schemeClr>
          </a:solidFill>
        </p:grpSpPr>
        <p:sp>
          <p:nvSpPr>
            <p:cNvPr id="14" name="同心圆 13"/>
            <p:cNvSpPr/>
            <p:nvPr/>
          </p:nvSpPr>
          <p:spPr>
            <a:xfrm>
              <a:off x="1228725" y="3267075"/>
              <a:ext cx="2381250" cy="2381250"/>
            </a:xfrm>
            <a:prstGeom prst="donut">
              <a:avLst>
                <a:gd name="adj" fmla="val 1323"/>
              </a:avLst>
            </a:prstGeom>
            <a:grpFill/>
            <a:ln>
              <a:solidFill>
                <a:schemeClr val="accent1"/>
              </a:solidFill>
            </a:ln>
          </p:spPr>
          <p:style>
            <a:lnRef idx="2">
              <a:srgbClr val="2CBEBB">
                <a:shade val="50000"/>
              </a:srgbClr>
            </a:lnRef>
            <a:fillRef idx="1">
              <a:srgbClr val="2CBEBB"/>
            </a:fillRef>
            <a:effectRef idx="0">
              <a:srgbClr val="2CBEBB"/>
            </a:effectRef>
            <a:fontRef idx="minor">
              <a:srgbClr val="FFFFFF"/>
            </a:fontRef>
          </p:style>
          <p:txBody>
            <a:bodyPr tIns="0" bIns="0">
              <a:normAutofit/>
            </a:bodyPr>
            <a:lstStyle/>
            <a:p>
              <a:pPr algn="ctr">
                <a:defRPr/>
              </a:pPr>
              <a:endParaRPr lang="zh-CN" altLang="en-US" sz="1400" dirty="0">
                <a:solidFill>
                  <a:srgbClr val="5F5F5F"/>
                </a:solidFill>
                <a:sym typeface="Arial" panose="020B0604020202020204" pitchFamily="34" charset="0"/>
              </a:endParaRPr>
            </a:p>
          </p:txBody>
        </p:sp>
        <p:sp>
          <p:nvSpPr>
            <p:cNvPr id="15" name="任意多边形 14"/>
            <p:cNvSpPr/>
            <p:nvPr/>
          </p:nvSpPr>
          <p:spPr>
            <a:xfrm>
              <a:off x="1347787" y="3867150"/>
              <a:ext cx="2143126" cy="1662114"/>
            </a:xfrm>
            <a:custGeom>
              <a:avLst/>
              <a:gdLst>
                <a:gd name="connsiteX0" fmla="*/ 177800 w 2143126"/>
                <a:gd name="connsiteY0" fmla="*/ 0 h 1662114"/>
                <a:gd name="connsiteX1" fmla="*/ 1965327 w 2143126"/>
                <a:gd name="connsiteY1" fmla="*/ 0 h 1662114"/>
                <a:gd name="connsiteX2" fmla="*/ 2013794 w 2143126"/>
                <a:gd name="connsiteY2" fmla="*/ 79781 h 1662114"/>
                <a:gd name="connsiteX3" fmla="*/ 2143126 w 2143126"/>
                <a:gd name="connsiteY3" fmla="*/ 590551 h 1662114"/>
                <a:gd name="connsiteX4" fmla="*/ 1071563 w 2143126"/>
                <a:gd name="connsiteY4" fmla="*/ 1662114 h 1662114"/>
                <a:gd name="connsiteX5" fmla="*/ 0 w 2143126"/>
                <a:gd name="connsiteY5" fmla="*/ 590551 h 1662114"/>
                <a:gd name="connsiteX6" fmla="*/ 129332 w 2143126"/>
                <a:gd name="connsiteY6" fmla="*/ 79781 h 1662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3126" h="1662114">
                  <a:moveTo>
                    <a:pt x="177800" y="0"/>
                  </a:moveTo>
                  <a:lnTo>
                    <a:pt x="1965327" y="0"/>
                  </a:lnTo>
                  <a:lnTo>
                    <a:pt x="2013794" y="79781"/>
                  </a:lnTo>
                  <a:cubicBezTo>
                    <a:pt x="2096275" y="231614"/>
                    <a:pt x="2143126" y="405611"/>
                    <a:pt x="2143126" y="590551"/>
                  </a:cubicBezTo>
                  <a:cubicBezTo>
                    <a:pt x="2143126" y="1182359"/>
                    <a:pt x="1663371" y="1662114"/>
                    <a:pt x="1071563" y="1662114"/>
                  </a:cubicBezTo>
                  <a:cubicBezTo>
                    <a:pt x="479755" y="1662114"/>
                    <a:pt x="0" y="1182359"/>
                    <a:pt x="0" y="590551"/>
                  </a:cubicBezTo>
                  <a:cubicBezTo>
                    <a:pt x="0" y="405611"/>
                    <a:pt x="46851" y="231614"/>
                    <a:pt x="129332" y="79781"/>
                  </a:cubicBezTo>
                  <a:close/>
                </a:path>
              </a:pathLst>
            </a:custGeom>
            <a:grpFill/>
            <a:ln>
              <a:solidFill>
                <a:schemeClr val="accent1"/>
              </a:solidFill>
            </a:ln>
          </p:spPr>
          <p:style>
            <a:lnRef idx="2">
              <a:srgbClr val="2CBEBB">
                <a:shade val="50000"/>
              </a:srgbClr>
            </a:lnRef>
            <a:fillRef idx="1">
              <a:srgbClr val="2CBEBB"/>
            </a:fillRef>
            <a:effectRef idx="0">
              <a:srgbClr val="2CBEBB"/>
            </a:effectRef>
            <a:fontRef idx="minor">
              <a:srgbClr val="FFFFFF"/>
            </a:fontRef>
          </p:style>
          <p:txBody>
            <a:bodyPr anchor="ctr">
              <a:normAutofit/>
            </a:bodyPr>
            <a:lstStyle/>
            <a:p>
              <a:pPr algn="ctr">
                <a:defRPr/>
              </a:pPr>
              <a:r>
                <a:rPr lang="zh-CN" altLang="en-US" sz="1800" dirty="0">
                  <a:solidFill>
                    <a:srgbClr val="5F5F5F"/>
                  </a:solidFill>
                  <a:latin typeface="微软雅黑" panose="020B0503020204020204" pitchFamily="34" charset="-122"/>
                  <a:ea typeface="微软雅黑" panose="020B0503020204020204" pitchFamily="34" charset="-122"/>
                  <a:sym typeface="+mn-ea"/>
                </a:rPr>
                <a:t>技术</a:t>
              </a:r>
            </a:p>
            <a:p>
              <a:pPr algn="ctr">
                <a:defRPr/>
              </a:pPr>
              <a:endParaRPr lang="en-US" altLang="zh-CN" sz="1100" dirty="0">
                <a:solidFill>
                  <a:srgbClr val="5F5F5F"/>
                </a:solidFill>
                <a:sym typeface="Arial" panose="020B0604020202020204" pitchFamily="34" charset="0"/>
              </a:endParaRPr>
            </a:p>
          </p:txBody>
        </p:sp>
        <p:sp>
          <p:nvSpPr>
            <p:cNvPr id="16" name="文本框 15"/>
            <p:cNvSpPr txBox="1"/>
            <p:nvPr/>
          </p:nvSpPr>
          <p:spPr>
            <a:xfrm>
              <a:off x="2181225" y="3343932"/>
              <a:ext cx="476250" cy="463074"/>
            </a:xfrm>
            <a:prstGeom prst="rect">
              <a:avLst/>
            </a:prstGeom>
            <a:grpFill/>
            <a:ln>
              <a:solidFill>
                <a:schemeClr val="accent1"/>
              </a:solidFill>
            </a:ln>
          </p:spPr>
          <p:txBody>
            <a:bodyPr anchor="ctr">
              <a:normAutofit fontScale="95000"/>
            </a:bodyPr>
            <a:lstStyle/>
            <a:p>
              <a:pPr algn="ctr">
                <a:defRPr/>
              </a:pPr>
              <a:r>
                <a:rPr lang="en-US" altLang="zh-CN" sz="1800" dirty="0">
                  <a:solidFill>
                    <a:srgbClr val="5F5F5F"/>
                  </a:solidFill>
                  <a:latin typeface="+mn-ea"/>
                  <a:ea typeface="+mn-ea"/>
                  <a:sym typeface="Arial" panose="020B0604020202020204" pitchFamily="34" charset="0"/>
                </a:rPr>
                <a:t>C</a:t>
              </a:r>
            </a:p>
          </p:txBody>
        </p:sp>
      </p:grpSp>
      <p:pic>
        <p:nvPicPr>
          <p:cNvPr id="3" name="图片 2">
            <a:extLst>
              <a:ext uri="{FF2B5EF4-FFF2-40B4-BE49-F238E27FC236}">
                <a16:creationId xmlns:a16="http://schemas.microsoft.com/office/drawing/2014/main" id="{58821D3B-5C5B-F5F6-DC46-6C8305D332C3}"/>
              </a:ext>
            </a:extLst>
          </p:cNvPr>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3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9"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aphicFrame>
        <p:nvGraphicFramePr>
          <p:cNvPr id="47" name="图示 46"/>
          <p:cNvGraphicFramePr/>
          <p:nvPr>
            <p:extLst>
              <p:ext uri="{D42A27DB-BD31-4B8C-83A1-F6EECF244321}">
                <p14:modId xmlns:p14="http://schemas.microsoft.com/office/powerpoint/2010/main" val="2592864372"/>
              </p:ext>
            </p:extLst>
          </p:nvPr>
        </p:nvGraphicFramePr>
        <p:xfrm>
          <a:off x="4283968" y="2566704"/>
          <a:ext cx="3672407" cy="2119783"/>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48" name="矩形 47"/>
          <p:cNvSpPr>
            <a:spLocks noChangeArrowheads="1"/>
          </p:cNvSpPr>
          <p:nvPr/>
        </p:nvSpPr>
        <p:spPr bwMode="auto">
          <a:xfrm>
            <a:off x="971600" y="1481319"/>
            <a:ext cx="7776863" cy="874407"/>
          </a:xfrm>
          <a:prstGeom prst="rect">
            <a:avLst/>
          </a:prstGeom>
          <a:noFill/>
          <a:ln w="9525">
            <a:noFill/>
            <a:miter lim="800000"/>
          </a:ln>
        </p:spPr>
        <p:txBody>
          <a:bodyPr wrap="square">
            <a:spAutoFit/>
          </a:bodyPr>
          <a:lstStyle/>
          <a:p>
            <a:pPr indent="504000">
              <a:lnSpc>
                <a:spcPct val="150000"/>
              </a:lnSpc>
            </a:pPr>
            <a:r>
              <a:rPr lang="zh-CN" altLang="en-US" sz="1800" dirty="0">
                <a:solidFill>
                  <a:srgbClr val="5F5F5F"/>
                </a:solidFill>
                <a:latin typeface="微软雅黑" panose="020B0503020204020204" pitchFamily="34" charset="-122"/>
                <a:ea typeface="微软雅黑" panose="020B0503020204020204" pitchFamily="34" charset="-122"/>
                <a:sym typeface="+mn-ea"/>
              </a:rPr>
              <a:t>将图像、影像、文字和语音等运用数字化高新技术手段和信息技术，整合成产品、技术或者服务并在数字化平台上展现。</a:t>
            </a:r>
          </a:p>
        </p:txBody>
      </p:sp>
      <p:sp>
        <p:nvSpPr>
          <p:cNvPr id="19" name="矩形 18">
            <a:extLst>
              <a:ext uri="{FF2B5EF4-FFF2-40B4-BE49-F238E27FC236}">
                <a16:creationId xmlns:a16="http://schemas.microsoft.com/office/drawing/2014/main" id="{0B73ACC3-3858-4BEC-A5B4-7C8E661973F6}"/>
              </a:ext>
            </a:extLst>
          </p:cNvPr>
          <p:cNvSpPr>
            <a:spLocks noChangeArrowheads="1"/>
          </p:cNvSpPr>
          <p:nvPr/>
        </p:nvSpPr>
        <p:spPr bwMode="auto">
          <a:xfrm>
            <a:off x="827584" y="987574"/>
            <a:ext cx="891591" cy="461665"/>
          </a:xfrm>
          <a:prstGeom prst="rect">
            <a:avLst/>
          </a:prstGeom>
          <a:noFill/>
          <a:ln w="9525">
            <a:noFill/>
            <a:miter lim="800000"/>
          </a:ln>
        </p:spPr>
        <p:txBody>
          <a:bodyPr wrap="non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 概念</a:t>
            </a:r>
          </a:p>
        </p:txBody>
      </p:sp>
      <p:pic>
        <p:nvPicPr>
          <p:cNvPr id="2" name="图片 1">
            <a:extLst>
              <a:ext uri="{FF2B5EF4-FFF2-40B4-BE49-F238E27FC236}">
                <a16:creationId xmlns:a16="http://schemas.microsoft.com/office/drawing/2014/main" id="{DC66488A-B153-4AD2-E16A-1A1256BA6F02}"/>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3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9"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48" name="矩形 47"/>
          <p:cNvSpPr>
            <a:spLocks noChangeArrowheads="1"/>
          </p:cNvSpPr>
          <p:nvPr/>
        </p:nvSpPr>
        <p:spPr bwMode="auto">
          <a:xfrm>
            <a:off x="971600" y="1481319"/>
            <a:ext cx="7776863" cy="2778774"/>
          </a:xfrm>
          <a:prstGeom prst="rect">
            <a:avLst/>
          </a:prstGeom>
          <a:noFill/>
          <a:ln w="9525">
            <a:noFill/>
            <a:miter lim="800000"/>
          </a:ln>
        </p:spPr>
        <p:txBody>
          <a:bodyPr wrap="square">
            <a:spAutoFit/>
          </a:bodyPr>
          <a:lstStyle/>
          <a:p>
            <a:pPr indent="504000">
              <a:lnSpc>
                <a:spcPct val="200000"/>
              </a:lnSpc>
            </a:pPr>
            <a:r>
              <a:rPr lang="zh-CN" altLang="en-US" sz="1800" dirty="0">
                <a:solidFill>
                  <a:srgbClr val="5F5F5F"/>
                </a:solidFill>
                <a:latin typeface="微软雅黑" panose="020B0503020204020204" pitchFamily="34" charset="-122"/>
                <a:ea typeface="微软雅黑" panose="020B0503020204020204" pitchFamily="34" charset="-122"/>
                <a:sym typeface="+mn-ea"/>
              </a:rPr>
              <a:t>将各种资源与最新的数字技术相结合</a:t>
            </a:r>
            <a:endParaRPr lang="en-US" altLang="zh-CN" sz="1800" dirty="0">
              <a:solidFill>
                <a:srgbClr val="5F5F5F"/>
              </a:solidFill>
              <a:latin typeface="微软雅黑" panose="020B0503020204020204" pitchFamily="34" charset="-122"/>
              <a:ea typeface="微软雅黑" panose="020B0503020204020204" pitchFamily="34" charset="-122"/>
              <a:sym typeface="+mn-ea"/>
            </a:endParaRPr>
          </a:p>
          <a:p>
            <a:pPr indent="504000">
              <a:lnSpc>
                <a:spcPct val="200000"/>
              </a:lnSpc>
            </a:pPr>
            <a:r>
              <a:rPr lang="zh-CN" altLang="en-US" sz="1800" dirty="0">
                <a:solidFill>
                  <a:srgbClr val="5F5F5F"/>
                </a:solidFill>
                <a:latin typeface="微软雅黑" panose="020B0503020204020204" pitchFamily="34" charset="-122"/>
                <a:ea typeface="微软雅黑" panose="020B0503020204020204" pitchFamily="34" charset="-122"/>
                <a:sym typeface="+mn-ea"/>
              </a:rPr>
              <a:t>通过融合原有多种产业并将其重新组合</a:t>
            </a:r>
            <a:endParaRPr lang="en-US" altLang="zh-CN" sz="1800" dirty="0">
              <a:solidFill>
                <a:srgbClr val="5F5F5F"/>
              </a:solidFill>
              <a:latin typeface="微软雅黑" panose="020B0503020204020204" pitchFamily="34" charset="-122"/>
              <a:ea typeface="微软雅黑" panose="020B0503020204020204" pitchFamily="34" charset="-122"/>
              <a:sym typeface="+mn-ea"/>
            </a:endParaRPr>
          </a:p>
          <a:p>
            <a:pPr indent="504000">
              <a:lnSpc>
                <a:spcPct val="200000"/>
              </a:lnSpc>
            </a:pPr>
            <a:r>
              <a:rPr lang="zh-CN" altLang="en-US" sz="1800" dirty="0">
                <a:solidFill>
                  <a:srgbClr val="5F5F5F"/>
                </a:solidFill>
                <a:latin typeface="微软雅黑" panose="020B0503020204020204" pitchFamily="34" charset="-122"/>
                <a:ea typeface="微软雅黑" panose="020B0503020204020204" pitchFamily="34" charset="-122"/>
                <a:sym typeface="+mn-ea"/>
              </a:rPr>
              <a:t>通过带动原有的传统产业并将其数字化</a:t>
            </a:r>
            <a:endParaRPr lang="en-US" altLang="zh-CN" sz="1800" dirty="0">
              <a:solidFill>
                <a:srgbClr val="5F5F5F"/>
              </a:solidFill>
              <a:latin typeface="微软雅黑" panose="020B0503020204020204" pitchFamily="34" charset="-122"/>
              <a:ea typeface="微软雅黑" panose="020B0503020204020204" pitchFamily="34" charset="-122"/>
              <a:sym typeface="+mn-ea"/>
            </a:endParaRPr>
          </a:p>
          <a:p>
            <a:pPr indent="504000">
              <a:lnSpc>
                <a:spcPct val="200000"/>
              </a:lnSpc>
            </a:pPr>
            <a:r>
              <a:rPr lang="zh-CN" altLang="en-US" sz="1800" dirty="0">
                <a:solidFill>
                  <a:srgbClr val="5F5F5F"/>
                </a:solidFill>
                <a:latin typeface="微软雅黑" panose="020B0503020204020204" pitchFamily="34" charset="-122"/>
                <a:ea typeface="微软雅黑" panose="020B0503020204020204" pitchFamily="34" charset="-122"/>
                <a:sym typeface="+mn-ea"/>
              </a:rPr>
              <a:t>形成自身新的产业群</a:t>
            </a:r>
            <a:endParaRPr lang="en-US" altLang="zh-CN" sz="1800" dirty="0">
              <a:solidFill>
                <a:srgbClr val="5F5F5F"/>
              </a:solidFill>
              <a:latin typeface="微软雅黑" panose="020B0503020204020204" pitchFamily="34" charset="-122"/>
              <a:ea typeface="微软雅黑" panose="020B0503020204020204" pitchFamily="34" charset="-122"/>
              <a:sym typeface="+mn-ea"/>
            </a:endParaRPr>
          </a:p>
          <a:p>
            <a:pPr indent="504000">
              <a:lnSpc>
                <a:spcPct val="200000"/>
              </a:lnSpc>
            </a:pPr>
            <a:r>
              <a:rPr lang="zh-CN" altLang="en-US" sz="1800" dirty="0">
                <a:solidFill>
                  <a:srgbClr val="5F5F5F"/>
                </a:solidFill>
                <a:latin typeface="微软雅黑" panose="020B0503020204020204" pitchFamily="34" charset="-122"/>
                <a:ea typeface="微软雅黑" panose="020B0503020204020204" pitchFamily="34" charset="-122"/>
                <a:sym typeface="+mn-ea"/>
              </a:rPr>
              <a:t>培养出独有的消费人群并且创造出惊人的社会经济价值</a:t>
            </a:r>
          </a:p>
        </p:txBody>
      </p:sp>
      <p:sp>
        <p:nvSpPr>
          <p:cNvPr id="19" name="矩形 18">
            <a:extLst>
              <a:ext uri="{FF2B5EF4-FFF2-40B4-BE49-F238E27FC236}">
                <a16:creationId xmlns:a16="http://schemas.microsoft.com/office/drawing/2014/main" id="{0B73ACC3-3858-4BEC-A5B4-7C8E661973F6}"/>
              </a:ext>
            </a:extLst>
          </p:cNvPr>
          <p:cNvSpPr>
            <a:spLocks noChangeArrowheads="1"/>
          </p:cNvSpPr>
          <p:nvPr/>
        </p:nvSpPr>
        <p:spPr bwMode="auto">
          <a:xfrm>
            <a:off x="827584" y="987574"/>
            <a:ext cx="891591" cy="461665"/>
          </a:xfrm>
          <a:prstGeom prst="rect">
            <a:avLst/>
          </a:prstGeom>
          <a:noFill/>
          <a:ln w="9525">
            <a:noFill/>
            <a:miter lim="800000"/>
          </a:ln>
        </p:spPr>
        <p:txBody>
          <a:bodyPr wrap="non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 概念</a:t>
            </a:r>
          </a:p>
        </p:txBody>
      </p:sp>
      <p:pic>
        <p:nvPicPr>
          <p:cNvPr id="2" name="图片 1">
            <a:extLst>
              <a:ext uri="{FF2B5EF4-FFF2-40B4-BE49-F238E27FC236}">
                <a16:creationId xmlns:a16="http://schemas.microsoft.com/office/drawing/2014/main" id="{6DD8F631-9862-B5BF-6281-AFFC5A349FB3}"/>
              </a:ext>
            </a:extLst>
          </p:cNvPr>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321144442"/>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aphicFrame>
        <p:nvGraphicFramePr>
          <p:cNvPr id="19" name="图示 18"/>
          <p:cNvGraphicFramePr/>
          <p:nvPr>
            <p:extLst>
              <p:ext uri="{D42A27DB-BD31-4B8C-83A1-F6EECF244321}">
                <p14:modId xmlns:p14="http://schemas.microsoft.com/office/powerpoint/2010/main" val="2892249153"/>
              </p:ext>
            </p:extLst>
          </p:nvPr>
        </p:nvGraphicFramePr>
        <p:xfrm>
          <a:off x="1331640" y="843558"/>
          <a:ext cx="6624736" cy="4064000"/>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20" name="矩形 19"/>
          <p:cNvSpPr>
            <a:spLocks noChangeArrowheads="1"/>
          </p:cNvSpPr>
          <p:nvPr/>
        </p:nvSpPr>
        <p:spPr bwMode="auto">
          <a:xfrm>
            <a:off x="827584" y="987574"/>
            <a:ext cx="891591" cy="461665"/>
          </a:xfrm>
          <a:prstGeom prst="rect">
            <a:avLst/>
          </a:prstGeom>
          <a:noFill/>
          <a:ln w="9525">
            <a:noFill/>
            <a:miter lim="800000"/>
          </a:ln>
        </p:spPr>
        <p:txBody>
          <a:bodyPr wrap="non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 概念</a:t>
            </a:r>
          </a:p>
        </p:txBody>
      </p:sp>
      <p:pic>
        <p:nvPicPr>
          <p:cNvPr id="4" name="图片 3">
            <a:extLst>
              <a:ext uri="{FF2B5EF4-FFF2-40B4-BE49-F238E27FC236}">
                <a16:creationId xmlns:a16="http://schemas.microsoft.com/office/drawing/2014/main" id="{3D1E1214-5E93-19DE-751F-BC16CA4406F7}"/>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20" name="矩形 19"/>
          <p:cNvSpPr>
            <a:spLocks noChangeArrowheads="1"/>
          </p:cNvSpPr>
          <p:nvPr/>
        </p:nvSpPr>
        <p:spPr bwMode="auto">
          <a:xfrm>
            <a:off x="755576" y="987574"/>
            <a:ext cx="1285929" cy="400110"/>
          </a:xfrm>
          <a:prstGeom prst="rect">
            <a:avLst/>
          </a:prstGeom>
          <a:noFill/>
          <a:ln w="9525">
            <a:noFill/>
            <a:miter lim="800000"/>
          </a:ln>
        </p:spPr>
        <p:txBody>
          <a:bodyPr wrap="none">
            <a:spAutoFit/>
          </a:bodyPr>
          <a:lstStyle/>
          <a:p>
            <a:r>
              <a:rPr lang="zh-CN" altLang="en-US" sz="2000" dirty="0">
                <a:solidFill>
                  <a:srgbClr val="5F5F5F"/>
                </a:solidFill>
                <a:latin typeface="微软雅黑" panose="020B0503020204020204" pitchFamily="34" charset="-122"/>
                <a:ea typeface="微软雅黑" panose="020B0503020204020204" pitchFamily="34" charset="-122"/>
                <a:sym typeface="+mn-ea"/>
              </a:rPr>
              <a:t> 电脑动画</a:t>
            </a:r>
          </a:p>
        </p:txBody>
      </p:sp>
      <p:sp>
        <p:nvSpPr>
          <p:cNvPr id="4" name="文本框 3">
            <a:extLst>
              <a:ext uri="{FF2B5EF4-FFF2-40B4-BE49-F238E27FC236}">
                <a16:creationId xmlns:a16="http://schemas.microsoft.com/office/drawing/2014/main" id="{DB1626CA-F664-42F0-879E-5C21B8E7B50D}"/>
              </a:ext>
            </a:extLst>
          </p:cNvPr>
          <p:cNvSpPr txBox="1"/>
          <p:nvPr/>
        </p:nvSpPr>
        <p:spPr>
          <a:xfrm>
            <a:off x="1331640" y="1563638"/>
            <a:ext cx="4389883" cy="353943"/>
          </a:xfrm>
          <a:prstGeom prst="rect">
            <a:avLst/>
          </a:prstGeom>
          <a:noFill/>
        </p:spPr>
        <p:txBody>
          <a:bodyPr wrap="square" rtlCol="0">
            <a:spAutoFit/>
          </a:bodyPr>
          <a:lstStyle/>
          <a:p>
            <a:r>
              <a:rPr lang="zh-CN" altLang="en-US" dirty="0"/>
              <a:t>计算机图形学和艺术相结合的产物。</a:t>
            </a:r>
          </a:p>
        </p:txBody>
      </p:sp>
      <p:pic>
        <p:nvPicPr>
          <p:cNvPr id="6" name="图片 5">
            <a:extLst>
              <a:ext uri="{FF2B5EF4-FFF2-40B4-BE49-F238E27FC236}">
                <a16:creationId xmlns:a16="http://schemas.microsoft.com/office/drawing/2014/main" id="{0E8762E8-093D-4B38-89AE-65EFFF1ED343}"/>
              </a:ext>
            </a:extLst>
          </p:cNvPr>
          <p:cNvPicPr>
            <a:picLocks noChangeAspect="1"/>
          </p:cNvPicPr>
          <p:nvPr/>
        </p:nvPicPr>
        <p:blipFill rotWithShape="1">
          <a:blip r:embed="rId17"/>
          <a:srcRect l="6134" t="17534" r="30434" b="30791"/>
          <a:stretch/>
        </p:blipFill>
        <p:spPr>
          <a:xfrm>
            <a:off x="1547664" y="2291406"/>
            <a:ext cx="3977590" cy="2160240"/>
          </a:xfrm>
          <a:prstGeom prst="rect">
            <a:avLst/>
          </a:prstGeom>
        </p:spPr>
      </p:pic>
      <p:pic>
        <p:nvPicPr>
          <p:cNvPr id="1026" name="Picture 2">
            <a:extLst>
              <a:ext uri="{FF2B5EF4-FFF2-40B4-BE49-F238E27FC236}">
                <a16:creationId xmlns:a16="http://schemas.microsoft.com/office/drawing/2014/main" id="{BC5AA608-7B89-4146-AE17-53976B977937}"/>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6156176" y="1061227"/>
            <a:ext cx="1948681" cy="3467176"/>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14D2531E-6F5A-5DBB-0026-5053C64C7EAB}"/>
              </a:ext>
            </a:extLst>
          </p:cNvPr>
          <p:cNvPicPr>
            <a:picLocks noChangeAspect="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85179714"/>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20" name="矩形 19"/>
          <p:cNvSpPr>
            <a:spLocks noChangeArrowheads="1"/>
          </p:cNvSpPr>
          <p:nvPr/>
        </p:nvSpPr>
        <p:spPr bwMode="auto">
          <a:xfrm>
            <a:off x="827584" y="987574"/>
            <a:ext cx="1210588" cy="400110"/>
          </a:xfrm>
          <a:prstGeom prst="rect">
            <a:avLst/>
          </a:prstGeom>
          <a:noFill/>
          <a:ln w="9525">
            <a:noFill/>
            <a:miter lim="800000"/>
          </a:ln>
        </p:spPr>
        <p:txBody>
          <a:bodyPr wrap="none">
            <a:spAutoFit/>
          </a:bodyPr>
          <a:lstStyle/>
          <a:p>
            <a:r>
              <a:rPr lang="zh-CN" altLang="en-US" sz="2000" dirty="0">
                <a:solidFill>
                  <a:srgbClr val="5F5F5F"/>
                </a:solidFill>
                <a:latin typeface="微软雅黑" panose="020B0503020204020204" pitchFamily="34" charset="-122"/>
                <a:ea typeface="微软雅黑" panose="020B0503020204020204" pitchFamily="34" charset="-122"/>
                <a:sym typeface="+mn-ea"/>
              </a:rPr>
              <a:t>网络游戏</a:t>
            </a:r>
          </a:p>
        </p:txBody>
      </p:sp>
      <p:sp>
        <p:nvSpPr>
          <p:cNvPr id="4" name="文本框 3">
            <a:extLst>
              <a:ext uri="{FF2B5EF4-FFF2-40B4-BE49-F238E27FC236}">
                <a16:creationId xmlns:a16="http://schemas.microsoft.com/office/drawing/2014/main" id="{DB1626CA-F664-42F0-879E-5C21B8E7B50D}"/>
              </a:ext>
            </a:extLst>
          </p:cNvPr>
          <p:cNvSpPr txBox="1"/>
          <p:nvPr/>
        </p:nvSpPr>
        <p:spPr>
          <a:xfrm>
            <a:off x="1331640" y="1563638"/>
            <a:ext cx="4389883" cy="353943"/>
          </a:xfrm>
          <a:prstGeom prst="rect">
            <a:avLst/>
          </a:prstGeom>
          <a:noFill/>
        </p:spPr>
        <p:txBody>
          <a:bodyPr wrap="square" rtlCol="0">
            <a:spAutoFit/>
          </a:bodyPr>
          <a:lstStyle/>
          <a:p>
            <a:r>
              <a:rPr lang="zh-CN" altLang="en-US" dirty="0"/>
              <a:t>随着互联网的普及，网络游戏迅速风靡全球。</a:t>
            </a:r>
          </a:p>
        </p:txBody>
      </p:sp>
      <p:pic>
        <p:nvPicPr>
          <p:cNvPr id="2050" name="Picture 2">
            <a:extLst>
              <a:ext uri="{FF2B5EF4-FFF2-40B4-BE49-F238E27FC236}">
                <a16:creationId xmlns:a16="http://schemas.microsoft.com/office/drawing/2014/main" id="{5E913DDA-A968-4CCF-B2DE-688A76479092}"/>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3275856" y="1917581"/>
            <a:ext cx="3933056" cy="2949792"/>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F34AF386-7A00-E586-9395-CADD3B980914}"/>
              </a:ext>
            </a:extLst>
          </p:cNvPr>
          <p:cNvPicPr>
            <a:picLocks noChangeAspect="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711522242"/>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20" name="矩形 19"/>
          <p:cNvSpPr>
            <a:spLocks noChangeArrowheads="1"/>
          </p:cNvSpPr>
          <p:nvPr/>
        </p:nvSpPr>
        <p:spPr bwMode="auto">
          <a:xfrm>
            <a:off x="827584" y="987574"/>
            <a:ext cx="1210588" cy="400110"/>
          </a:xfrm>
          <a:prstGeom prst="rect">
            <a:avLst/>
          </a:prstGeom>
          <a:noFill/>
          <a:ln w="9525">
            <a:noFill/>
            <a:miter lim="800000"/>
          </a:ln>
        </p:spPr>
        <p:txBody>
          <a:bodyPr wrap="none">
            <a:spAutoFit/>
          </a:bodyPr>
          <a:lstStyle/>
          <a:p>
            <a:r>
              <a:rPr lang="zh-CN" altLang="en-US" sz="2000" dirty="0">
                <a:solidFill>
                  <a:srgbClr val="5F5F5F"/>
                </a:solidFill>
                <a:latin typeface="微软雅黑" panose="020B0503020204020204" pitchFamily="34" charset="-122"/>
                <a:ea typeface="微软雅黑" panose="020B0503020204020204" pitchFamily="34" charset="-122"/>
                <a:sym typeface="+mn-ea"/>
              </a:rPr>
              <a:t>数字教育</a:t>
            </a:r>
          </a:p>
        </p:txBody>
      </p:sp>
      <p:sp>
        <p:nvSpPr>
          <p:cNvPr id="4" name="文本框 3">
            <a:extLst>
              <a:ext uri="{FF2B5EF4-FFF2-40B4-BE49-F238E27FC236}">
                <a16:creationId xmlns:a16="http://schemas.microsoft.com/office/drawing/2014/main" id="{DB1626CA-F664-42F0-879E-5C21B8E7B50D}"/>
              </a:ext>
            </a:extLst>
          </p:cNvPr>
          <p:cNvSpPr txBox="1"/>
          <p:nvPr/>
        </p:nvSpPr>
        <p:spPr>
          <a:xfrm>
            <a:off x="1331640" y="1563638"/>
            <a:ext cx="7200800" cy="353943"/>
          </a:xfrm>
          <a:prstGeom prst="rect">
            <a:avLst/>
          </a:prstGeom>
          <a:noFill/>
        </p:spPr>
        <p:txBody>
          <a:bodyPr wrap="square" rtlCol="0">
            <a:spAutoFit/>
          </a:bodyPr>
          <a:lstStyle/>
          <a:p>
            <a:r>
              <a:rPr lang="zh-CN" altLang="en-US" dirty="0"/>
              <a:t>将学习资料数字化，然后通过网络实现教育资源的共享以及远程教育。</a:t>
            </a:r>
          </a:p>
        </p:txBody>
      </p:sp>
      <p:pic>
        <p:nvPicPr>
          <p:cNvPr id="3074" name="Picture 2">
            <a:extLst>
              <a:ext uri="{FF2B5EF4-FFF2-40B4-BE49-F238E27FC236}">
                <a16:creationId xmlns:a16="http://schemas.microsoft.com/office/drawing/2014/main" id="{831B82A9-5933-4945-A4A0-A8E7E4C6ADD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20938" y="2067694"/>
            <a:ext cx="4808537" cy="280498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DDA63AD7-F32A-FCC3-C24E-C2D9618C62D1}"/>
              </a:ext>
            </a:extLst>
          </p:cNvPr>
          <p:cNvPicPr>
            <a:picLocks noChangeAspect="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169999929"/>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20" name="矩形 19"/>
          <p:cNvSpPr>
            <a:spLocks noChangeArrowheads="1"/>
          </p:cNvSpPr>
          <p:nvPr/>
        </p:nvSpPr>
        <p:spPr bwMode="auto">
          <a:xfrm>
            <a:off x="827584" y="987574"/>
            <a:ext cx="1467068" cy="400110"/>
          </a:xfrm>
          <a:prstGeom prst="rect">
            <a:avLst/>
          </a:prstGeom>
          <a:noFill/>
          <a:ln w="9525">
            <a:noFill/>
            <a:miter lim="800000"/>
          </a:ln>
        </p:spPr>
        <p:txBody>
          <a:bodyPr wrap="none">
            <a:spAutoFit/>
          </a:bodyPr>
          <a:lstStyle/>
          <a:p>
            <a:r>
              <a:rPr lang="zh-CN" altLang="en-US" sz="2000" dirty="0">
                <a:solidFill>
                  <a:srgbClr val="5F5F5F"/>
                </a:solidFill>
                <a:latin typeface="微软雅黑" panose="020B0503020204020204" pitchFamily="34" charset="-122"/>
                <a:ea typeface="微软雅黑" panose="020B0503020204020204" pitchFamily="34" charset="-122"/>
                <a:sym typeface="+mn-ea"/>
              </a:rPr>
              <a:t>数字化出版</a:t>
            </a:r>
          </a:p>
        </p:txBody>
      </p:sp>
      <p:sp>
        <p:nvSpPr>
          <p:cNvPr id="4" name="文本框 3">
            <a:extLst>
              <a:ext uri="{FF2B5EF4-FFF2-40B4-BE49-F238E27FC236}">
                <a16:creationId xmlns:a16="http://schemas.microsoft.com/office/drawing/2014/main" id="{DB1626CA-F664-42F0-879E-5C21B8E7B50D}"/>
              </a:ext>
            </a:extLst>
          </p:cNvPr>
          <p:cNvSpPr txBox="1"/>
          <p:nvPr/>
        </p:nvSpPr>
        <p:spPr>
          <a:xfrm>
            <a:off x="899592" y="1521792"/>
            <a:ext cx="7416824" cy="1224822"/>
          </a:xfrm>
          <a:prstGeom prst="rect">
            <a:avLst/>
          </a:prstGeom>
          <a:noFill/>
        </p:spPr>
        <p:txBody>
          <a:bodyPr wrap="square" rtlCol="0">
            <a:spAutoFit/>
          </a:bodyPr>
          <a:lstStyle/>
          <a:p>
            <a:pPr indent="432000">
              <a:lnSpc>
                <a:spcPct val="150000"/>
              </a:lnSpc>
            </a:pPr>
            <a:r>
              <a:rPr lang="zh-CN" altLang="en-US" dirty="0"/>
              <a:t>将各种图形、文字、声音和影像信息以数字形式存入信息库中，出版单位可根据市场需要对这些信息进行选择、编辑、加工和整合，然后以纸介质出版物、光盘或网络出版物等形式投放市场。</a:t>
            </a:r>
          </a:p>
        </p:txBody>
      </p:sp>
      <p:pic>
        <p:nvPicPr>
          <p:cNvPr id="4098" name="Picture 2">
            <a:extLst>
              <a:ext uri="{FF2B5EF4-FFF2-40B4-BE49-F238E27FC236}">
                <a16:creationId xmlns:a16="http://schemas.microsoft.com/office/drawing/2014/main" id="{8B5D8C8C-1C01-4324-A141-FEC5D04D6E8E}"/>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683569" y="2940977"/>
            <a:ext cx="2435539" cy="137285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E1A64492-6FB9-4A3D-9165-7D10E4764FBD}"/>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3419872" y="2940976"/>
            <a:ext cx="2435539" cy="137285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75FFCF80-8A25-46A6-A5C5-7A656A3A52FA}"/>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6156175" y="2940976"/>
            <a:ext cx="1955627" cy="137285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AEE51219-06BA-0168-73A3-951464E22907}"/>
              </a:ext>
            </a:extLst>
          </p:cNvPr>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908952657"/>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20" name="矩形 19"/>
          <p:cNvSpPr>
            <a:spLocks noChangeArrowheads="1"/>
          </p:cNvSpPr>
          <p:nvPr/>
        </p:nvSpPr>
        <p:spPr bwMode="auto">
          <a:xfrm>
            <a:off x="827584" y="987574"/>
            <a:ext cx="1980029" cy="400110"/>
          </a:xfrm>
          <a:prstGeom prst="rect">
            <a:avLst/>
          </a:prstGeom>
          <a:noFill/>
          <a:ln w="9525">
            <a:noFill/>
            <a:miter lim="800000"/>
          </a:ln>
        </p:spPr>
        <p:txBody>
          <a:bodyPr wrap="none">
            <a:spAutoFit/>
          </a:bodyPr>
          <a:lstStyle/>
          <a:p>
            <a:r>
              <a:rPr lang="zh-CN" altLang="en-US" sz="2000" dirty="0">
                <a:solidFill>
                  <a:srgbClr val="5F5F5F"/>
                </a:solidFill>
                <a:latin typeface="微软雅黑" panose="020B0503020204020204" pitchFamily="34" charset="-122"/>
                <a:ea typeface="微软雅黑" panose="020B0503020204020204" pitchFamily="34" charset="-122"/>
                <a:sym typeface="+mn-ea"/>
              </a:rPr>
              <a:t>数字影视及音乐</a:t>
            </a:r>
          </a:p>
        </p:txBody>
      </p:sp>
      <p:sp>
        <p:nvSpPr>
          <p:cNvPr id="4" name="文本框 3">
            <a:extLst>
              <a:ext uri="{FF2B5EF4-FFF2-40B4-BE49-F238E27FC236}">
                <a16:creationId xmlns:a16="http://schemas.microsoft.com/office/drawing/2014/main" id="{DB1626CA-F664-42F0-879E-5C21B8E7B50D}"/>
              </a:ext>
            </a:extLst>
          </p:cNvPr>
          <p:cNvSpPr txBox="1"/>
          <p:nvPr/>
        </p:nvSpPr>
        <p:spPr>
          <a:xfrm>
            <a:off x="899592" y="1521792"/>
            <a:ext cx="7416824" cy="832407"/>
          </a:xfrm>
          <a:prstGeom prst="rect">
            <a:avLst/>
          </a:prstGeom>
          <a:noFill/>
        </p:spPr>
        <p:txBody>
          <a:bodyPr wrap="square" rtlCol="0">
            <a:spAutoFit/>
          </a:bodyPr>
          <a:lstStyle/>
          <a:p>
            <a:pPr indent="432000">
              <a:lnSpc>
                <a:spcPct val="150000"/>
              </a:lnSpc>
            </a:pPr>
            <a:r>
              <a:rPr lang="zh-CN" altLang="en-US" dirty="0"/>
              <a:t>将传统的影音资料数字化，或者直接使用数字设备拍摄或录制影音资料，然后整合制作成的产品。</a:t>
            </a:r>
          </a:p>
        </p:txBody>
      </p:sp>
      <p:pic>
        <p:nvPicPr>
          <p:cNvPr id="4098" name="Picture 2">
            <a:extLst>
              <a:ext uri="{FF2B5EF4-FFF2-40B4-BE49-F238E27FC236}">
                <a16:creationId xmlns:a16="http://schemas.microsoft.com/office/drawing/2014/main" id="{8B5D8C8C-1C01-4324-A141-FEC5D04D6E8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p:blipFill>
        <p:spPr bwMode="auto">
          <a:xfrm>
            <a:off x="467544" y="2596515"/>
            <a:ext cx="2376264" cy="178219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E1A64492-6FB9-4A3D-9165-7D10E4764FBD}"/>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p:blipFill>
        <p:spPr bwMode="auto">
          <a:xfrm>
            <a:off x="2987824" y="2580122"/>
            <a:ext cx="1971458" cy="178219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75FFCF80-8A25-46A6-A5C5-7A656A3A52F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p:blipFill>
        <p:spPr bwMode="auto">
          <a:xfrm>
            <a:off x="5464709" y="2067694"/>
            <a:ext cx="3188993" cy="1798591"/>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CD4940A1-4AF1-40F6-88F0-57CA4574351B}"/>
              </a:ext>
            </a:extLst>
          </p:cNvPr>
          <p:cNvPicPr>
            <a:picLocks noChangeAspect="1"/>
          </p:cNvPicPr>
          <p:nvPr/>
        </p:nvPicPr>
        <p:blipFill rotWithShape="1">
          <a:blip r:embed="rId20"/>
          <a:srcRect l="14534" t="13179" r="14568" b="17800"/>
          <a:stretch/>
        </p:blipFill>
        <p:spPr>
          <a:xfrm>
            <a:off x="6453188" y="3363838"/>
            <a:ext cx="2520281" cy="1635680"/>
          </a:xfrm>
          <a:prstGeom prst="rect">
            <a:avLst/>
          </a:prstGeom>
        </p:spPr>
      </p:pic>
      <p:pic>
        <p:nvPicPr>
          <p:cNvPr id="5" name="图片 4">
            <a:extLst>
              <a:ext uri="{FF2B5EF4-FFF2-40B4-BE49-F238E27FC236}">
                <a16:creationId xmlns:a16="http://schemas.microsoft.com/office/drawing/2014/main" id="{6343B7B6-4E79-E3A2-03D8-CE4EF6FB1D1A}"/>
              </a:ext>
            </a:extLst>
          </p:cNvPr>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588451912"/>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20" name="矩形 19"/>
          <p:cNvSpPr>
            <a:spLocks noChangeArrowheads="1"/>
          </p:cNvSpPr>
          <p:nvPr/>
        </p:nvSpPr>
        <p:spPr bwMode="auto">
          <a:xfrm>
            <a:off x="827584" y="987574"/>
            <a:ext cx="1723549" cy="400110"/>
          </a:xfrm>
          <a:prstGeom prst="rect">
            <a:avLst/>
          </a:prstGeom>
          <a:noFill/>
          <a:ln w="9525">
            <a:noFill/>
            <a:miter lim="800000"/>
          </a:ln>
        </p:spPr>
        <p:txBody>
          <a:bodyPr wrap="none">
            <a:spAutoFit/>
          </a:bodyPr>
          <a:lstStyle/>
          <a:p>
            <a:r>
              <a:rPr lang="zh-CN" altLang="en-US" sz="2000" dirty="0">
                <a:solidFill>
                  <a:srgbClr val="5F5F5F"/>
                </a:solidFill>
                <a:latin typeface="微软雅黑" panose="020B0503020204020204" pitchFamily="34" charset="-122"/>
                <a:ea typeface="微软雅黑" panose="020B0503020204020204" pitchFamily="34" charset="-122"/>
                <a:sym typeface="+mn-ea"/>
              </a:rPr>
              <a:t>移动内容服务</a:t>
            </a:r>
          </a:p>
        </p:txBody>
      </p:sp>
      <p:sp>
        <p:nvSpPr>
          <p:cNvPr id="4" name="文本框 3">
            <a:extLst>
              <a:ext uri="{FF2B5EF4-FFF2-40B4-BE49-F238E27FC236}">
                <a16:creationId xmlns:a16="http://schemas.microsoft.com/office/drawing/2014/main" id="{DB1626CA-F664-42F0-879E-5C21B8E7B50D}"/>
              </a:ext>
            </a:extLst>
          </p:cNvPr>
          <p:cNvSpPr txBox="1"/>
          <p:nvPr/>
        </p:nvSpPr>
        <p:spPr>
          <a:xfrm>
            <a:off x="899592" y="1521792"/>
            <a:ext cx="7416824" cy="832407"/>
          </a:xfrm>
          <a:prstGeom prst="rect">
            <a:avLst/>
          </a:prstGeom>
          <a:noFill/>
        </p:spPr>
        <p:txBody>
          <a:bodyPr wrap="square" rtlCol="0">
            <a:spAutoFit/>
          </a:bodyPr>
          <a:lstStyle/>
          <a:p>
            <a:pPr indent="432000">
              <a:lnSpc>
                <a:spcPct val="150000"/>
              </a:lnSpc>
            </a:pPr>
            <a:r>
              <a:rPr lang="zh-CN" altLang="en-US" dirty="0"/>
              <a:t>现在所有的移动运营商都将内容服务作为其主要的竞争领域，并从中获得可观的收入。</a:t>
            </a:r>
          </a:p>
        </p:txBody>
      </p:sp>
      <p:pic>
        <p:nvPicPr>
          <p:cNvPr id="4098" name="Picture 2">
            <a:extLst>
              <a:ext uri="{FF2B5EF4-FFF2-40B4-BE49-F238E27FC236}">
                <a16:creationId xmlns:a16="http://schemas.microsoft.com/office/drawing/2014/main" id="{8B5D8C8C-1C01-4324-A141-FEC5D04D6E8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p:blipFill>
        <p:spPr bwMode="auto">
          <a:xfrm>
            <a:off x="873755" y="2661124"/>
            <a:ext cx="2474109" cy="165270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E1A64492-6FB9-4A3D-9165-7D10E4764FBD}"/>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p:blipFill>
        <p:spPr bwMode="auto">
          <a:xfrm>
            <a:off x="4006489" y="2027658"/>
            <a:ext cx="1419054" cy="30727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75FFCF80-8A25-46A6-A5C5-7A656A3A52F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p:blipFill>
        <p:spPr bwMode="auto">
          <a:xfrm>
            <a:off x="6084169" y="2661124"/>
            <a:ext cx="2736304" cy="1757833"/>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D709D4B1-E724-51AC-A920-860BC82FD66C}"/>
              </a:ext>
            </a:extLst>
          </p:cNvPr>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710361145"/>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20" name="矩形 19"/>
          <p:cNvSpPr>
            <a:spLocks noChangeArrowheads="1"/>
          </p:cNvSpPr>
          <p:nvPr/>
        </p:nvSpPr>
        <p:spPr bwMode="auto">
          <a:xfrm>
            <a:off x="827584" y="987574"/>
            <a:ext cx="1467068" cy="400110"/>
          </a:xfrm>
          <a:prstGeom prst="rect">
            <a:avLst/>
          </a:prstGeom>
          <a:noFill/>
          <a:ln w="9525">
            <a:noFill/>
            <a:miter lim="800000"/>
          </a:ln>
        </p:spPr>
        <p:txBody>
          <a:bodyPr wrap="none">
            <a:spAutoFit/>
          </a:bodyPr>
          <a:lstStyle/>
          <a:p>
            <a:r>
              <a:rPr lang="zh-CN" altLang="en-US" sz="2000" dirty="0">
                <a:solidFill>
                  <a:srgbClr val="5F5F5F"/>
                </a:solidFill>
                <a:latin typeface="微软雅黑" panose="020B0503020204020204" pitchFamily="34" charset="-122"/>
                <a:ea typeface="微软雅黑" panose="020B0503020204020204" pitchFamily="34" charset="-122"/>
                <a:sym typeface="+mn-ea"/>
              </a:rPr>
              <a:t>计算机软件</a:t>
            </a:r>
          </a:p>
        </p:txBody>
      </p:sp>
      <p:sp>
        <p:nvSpPr>
          <p:cNvPr id="4" name="文本框 3">
            <a:extLst>
              <a:ext uri="{FF2B5EF4-FFF2-40B4-BE49-F238E27FC236}">
                <a16:creationId xmlns:a16="http://schemas.microsoft.com/office/drawing/2014/main" id="{DB1626CA-F664-42F0-879E-5C21B8E7B50D}"/>
              </a:ext>
            </a:extLst>
          </p:cNvPr>
          <p:cNvSpPr txBox="1"/>
          <p:nvPr/>
        </p:nvSpPr>
        <p:spPr>
          <a:xfrm>
            <a:off x="899592" y="1521792"/>
            <a:ext cx="7416824" cy="439992"/>
          </a:xfrm>
          <a:prstGeom prst="rect">
            <a:avLst/>
          </a:prstGeom>
          <a:noFill/>
        </p:spPr>
        <p:txBody>
          <a:bodyPr wrap="square" rtlCol="0">
            <a:spAutoFit/>
          </a:bodyPr>
          <a:lstStyle/>
          <a:p>
            <a:pPr indent="432000">
              <a:lnSpc>
                <a:spcPct val="150000"/>
              </a:lnSpc>
            </a:pPr>
            <a:r>
              <a:rPr lang="zh-CN" altLang="en-US" dirty="0"/>
              <a:t>软件是计算机设备的思维中枢。</a:t>
            </a:r>
          </a:p>
        </p:txBody>
      </p:sp>
      <p:pic>
        <p:nvPicPr>
          <p:cNvPr id="4098" name="Picture 2">
            <a:extLst>
              <a:ext uri="{FF2B5EF4-FFF2-40B4-BE49-F238E27FC236}">
                <a16:creationId xmlns:a16="http://schemas.microsoft.com/office/drawing/2014/main" id="{8B5D8C8C-1C01-4324-A141-FEC5D04D6E8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p:blipFill>
        <p:spPr bwMode="auto">
          <a:xfrm>
            <a:off x="6707981" y="1275606"/>
            <a:ext cx="2005017" cy="356308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E1A64492-6FB9-4A3D-9165-7D10E4764FB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p:blipFill>
        <p:spPr bwMode="auto">
          <a:xfrm>
            <a:off x="523878" y="2437050"/>
            <a:ext cx="3520743" cy="198165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75FFCF80-8A25-46A6-A5C5-7A656A3A52F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p:blipFill>
        <p:spPr bwMode="auto">
          <a:xfrm>
            <a:off x="4367294" y="2393801"/>
            <a:ext cx="2012869" cy="2012869"/>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663F2A5D-96EE-4692-CEA7-0AA382EA807D}"/>
              </a:ext>
            </a:extLst>
          </p:cNvPr>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113289164"/>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E2DF943-3911-2557-63D7-B75A87C96F03}"/>
              </a:ext>
            </a:extLst>
          </p:cNvPr>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aphicFrame>
        <p:nvGraphicFramePr>
          <p:cNvPr id="26" name="图示 25"/>
          <p:cNvGraphicFramePr/>
          <p:nvPr>
            <p:extLst>
              <p:ext uri="{D42A27DB-BD31-4B8C-83A1-F6EECF244321}">
                <p14:modId xmlns:p14="http://schemas.microsoft.com/office/powerpoint/2010/main" val="953884144"/>
              </p:ext>
            </p:extLst>
          </p:nvPr>
        </p:nvGraphicFramePr>
        <p:xfrm>
          <a:off x="1547664" y="1203598"/>
          <a:ext cx="5856312" cy="3528392"/>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27" name="矩形 26"/>
          <p:cNvSpPr>
            <a:spLocks noChangeArrowheads="1"/>
          </p:cNvSpPr>
          <p:nvPr/>
        </p:nvSpPr>
        <p:spPr bwMode="auto">
          <a:xfrm>
            <a:off x="827584" y="987574"/>
            <a:ext cx="891591" cy="461665"/>
          </a:xfrm>
          <a:prstGeom prst="rect">
            <a:avLst/>
          </a:prstGeom>
          <a:noFill/>
          <a:ln w="9525">
            <a:noFill/>
            <a:miter lim="800000"/>
          </a:ln>
        </p:spPr>
        <p:txBody>
          <a:bodyPr wrap="non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 分类</a:t>
            </a:r>
          </a:p>
        </p:txBody>
      </p:sp>
      <p:pic>
        <p:nvPicPr>
          <p:cNvPr id="5" name="图片 4">
            <a:extLst>
              <a:ext uri="{FF2B5EF4-FFF2-40B4-BE49-F238E27FC236}">
                <a16:creationId xmlns:a16="http://schemas.microsoft.com/office/drawing/2014/main" id="{2355B57D-7834-4B70-80B4-10D495ED701A}"/>
              </a:ext>
            </a:extLst>
          </p:cNvPr>
          <p:cNvPicPr>
            <a:picLocks noChangeAspect="1"/>
          </p:cNvPicPr>
          <p:nvPr/>
        </p:nvPicPr>
        <p:blipFill rotWithShape="1">
          <a:blip r:embed="rId23" cstate="print">
            <a:extLst>
              <a:ext uri="{28A0092B-C50C-407E-A947-70E740481C1C}">
                <a14:useLocalDpi xmlns:a14="http://schemas.microsoft.com/office/drawing/2010/main" val="0"/>
              </a:ext>
            </a:extLst>
          </a:blip>
          <a:srcRect t="5191" r="22761" b="10389"/>
          <a:stretch/>
        </p:blipFill>
        <p:spPr>
          <a:xfrm>
            <a:off x="6708099" y="656431"/>
            <a:ext cx="2442810" cy="1974974"/>
          </a:xfrm>
          <a:prstGeom prst="rect">
            <a:avLst/>
          </a:prstGeom>
        </p:spPr>
      </p:pic>
      <p:pic>
        <p:nvPicPr>
          <p:cNvPr id="7" name="图片 6">
            <a:extLst>
              <a:ext uri="{FF2B5EF4-FFF2-40B4-BE49-F238E27FC236}">
                <a16:creationId xmlns:a16="http://schemas.microsoft.com/office/drawing/2014/main" id="{83A11EE1-9951-151D-EC10-F74EB848AA02}"/>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5825848" y="2721893"/>
            <a:ext cx="3325061" cy="1525983"/>
          </a:xfrm>
          <a:prstGeom prst="rect">
            <a:avLst/>
          </a:prstGeom>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0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aphicFrame>
        <p:nvGraphicFramePr>
          <p:cNvPr id="26" name="图示 25"/>
          <p:cNvGraphicFramePr/>
          <p:nvPr>
            <p:extLst>
              <p:ext uri="{D42A27DB-BD31-4B8C-83A1-F6EECF244321}">
                <p14:modId xmlns:p14="http://schemas.microsoft.com/office/powerpoint/2010/main" val="447138323"/>
              </p:ext>
            </p:extLst>
          </p:nvPr>
        </p:nvGraphicFramePr>
        <p:xfrm>
          <a:off x="1740024" y="1275606"/>
          <a:ext cx="5856312" cy="3528392"/>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8" name="矩形 17"/>
          <p:cNvSpPr>
            <a:spLocks noChangeArrowheads="1"/>
          </p:cNvSpPr>
          <p:nvPr/>
        </p:nvSpPr>
        <p:spPr bwMode="auto">
          <a:xfrm>
            <a:off x="827584" y="987574"/>
            <a:ext cx="891591" cy="461665"/>
          </a:xfrm>
          <a:prstGeom prst="rect">
            <a:avLst/>
          </a:prstGeom>
          <a:noFill/>
          <a:ln w="9525">
            <a:noFill/>
            <a:miter lim="800000"/>
          </a:ln>
        </p:spPr>
        <p:txBody>
          <a:bodyPr wrap="non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 分类</a:t>
            </a:r>
          </a:p>
        </p:txBody>
      </p:sp>
      <p:pic>
        <p:nvPicPr>
          <p:cNvPr id="4" name="图片 3">
            <a:extLst>
              <a:ext uri="{FF2B5EF4-FFF2-40B4-BE49-F238E27FC236}">
                <a16:creationId xmlns:a16="http://schemas.microsoft.com/office/drawing/2014/main" id="{02E73EDF-B11B-8EDA-78F5-790CC061DB9A}"/>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数字内容基本概念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33"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4"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5"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6"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7"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8"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40"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42"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3"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18" name="矩形 17"/>
          <p:cNvSpPr>
            <a:spLocks noChangeArrowheads="1"/>
          </p:cNvSpPr>
          <p:nvPr/>
        </p:nvSpPr>
        <p:spPr bwMode="auto">
          <a:xfrm>
            <a:off x="827584" y="987574"/>
            <a:ext cx="891591" cy="461665"/>
          </a:xfrm>
          <a:prstGeom prst="rect">
            <a:avLst/>
          </a:prstGeom>
          <a:noFill/>
          <a:ln w="9525">
            <a:noFill/>
            <a:miter lim="800000"/>
          </a:ln>
        </p:spPr>
        <p:txBody>
          <a:bodyPr wrap="non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 技术</a:t>
            </a:r>
          </a:p>
        </p:txBody>
      </p:sp>
      <p:graphicFrame>
        <p:nvGraphicFramePr>
          <p:cNvPr id="21" name="图示 20"/>
          <p:cNvGraphicFramePr/>
          <p:nvPr>
            <p:extLst>
              <p:ext uri="{D42A27DB-BD31-4B8C-83A1-F6EECF244321}">
                <p14:modId xmlns:p14="http://schemas.microsoft.com/office/powerpoint/2010/main" val="652126024"/>
              </p:ext>
            </p:extLst>
          </p:nvPr>
        </p:nvGraphicFramePr>
        <p:xfrm>
          <a:off x="1524000" y="1907901"/>
          <a:ext cx="7224464" cy="2778586"/>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pic>
        <p:nvPicPr>
          <p:cNvPr id="4" name="图片 3">
            <a:extLst>
              <a:ext uri="{FF2B5EF4-FFF2-40B4-BE49-F238E27FC236}">
                <a16:creationId xmlns:a16="http://schemas.microsoft.com/office/drawing/2014/main" id="{5C62D628-01E7-2856-5526-FC7EE8CA38BC}"/>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数字内容安全威胁</a:t>
            </a:r>
            <a:endParaRPr lang="zh-CN" altLang="zh-CN" sz="3200" b="1" dirty="0">
              <a:latin typeface="微软雅黑" panose="020B0503020204020204" pitchFamily="34" charset="-122"/>
              <a:ea typeface="微软雅黑" panose="020B0503020204020204" pitchFamily="34" charset="-122"/>
            </a:endParaRPr>
          </a:p>
        </p:txBody>
      </p:sp>
      <p:grpSp>
        <p:nvGrpSpPr>
          <p:cNvPr id="3"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4"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2" name="文本框 1">
            <a:extLst>
              <a:ext uri="{FF2B5EF4-FFF2-40B4-BE49-F238E27FC236}">
                <a16:creationId xmlns:a16="http://schemas.microsoft.com/office/drawing/2014/main" id="{A190414C-A6DE-4CEF-BD04-FFEF20305320}"/>
              </a:ext>
            </a:extLst>
          </p:cNvPr>
          <p:cNvSpPr txBox="1"/>
          <p:nvPr/>
        </p:nvSpPr>
        <p:spPr>
          <a:xfrm>
            <a:off x="971600" y="1635646"/>
            <a:ext cx="7344816" cy="2555700"/>
          </a:xfrm>
          <a:prstGeom prst="rect">
            <a:avLst/>
          </a:prstGeom>
          <a:noFill/>
        </p:spPr>
        <p:txBody>
          <a:bodyPr wrap="square" rtlCol="0">
            <a:spAutoFit/>
          </a:bodyPr>
          <a:lstStyle/>
          <a:p>
            <a:pPr indent="504000">
              <a:lnSpc>
                <a:spcPct val="150000"/>
              </a:lnSpc>
            </a:pPr>
            <a:r>
              <a:rPr lang="zh-CN" altLang="en-US" sz="2000" dirty="0">
                <a:latin typeface="微软雅黑" panose="020B0503020204020204" pitchFamily="34" charset="-122"/>
                <a:ea typeface="微软雅黑" panose="020B0503020204020204" pitchFamily="34" charset="-122"/>
              </a:rPr>
              <a:t>在信息化已成为世界发展趋势的背景下，互联网有着</a:t>
            </a:r>
            <a:r>
              <a:rPr lang="zh-CN" altLang="en-US" sz="2000" b="1" dirty="0">
                <a:latin typeface="微软雅黑" panose="020B0503020204020204" pitchFamily="34" charset="-122"/>
                <a:ea typeface="微软雅黑" panose="020B0503020204020204" pitchFamily="34" charset="-122"/>
              </a:rPr>
              <a:t>应用极为广泛</a:t>
            </a:r>
            <a:r>
              <a:rPr lang="zh-CN" altLang="en-US" sz="2000"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发展规模最大</a:t>
            </a:r>
            <a:r>
              <a:rPr lang="zh-CN" altLang="en-US" sz="2000"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非常贴近于人们生活</a:t>
            </a:r>
            <a:r>
              <a:rPr lang="zh-CN" altLang="en-US" sz="2000" dirty="0">
                <a:latin typeface="微软雅黑" panose="020B0503020204020204" pitchFamily="34" charset="-122"/>
                <a:ea typeface="微软雅黑" panose="020B0503020204020204" pitchFamily="34" charset="-122"/>
              </a:rPr>
              <a:t>等众多特点。</a:t>
            </a:r>
            <a:endParaRPr lang="en-US" altLang="zh-CN" sz="2000" dirty="0">
              <a:latin typeface="微软雅黑" panose="020B0503020204020204" pitchFamily="34" charset="-122"/>
              <a:ea typeface="微软雅黑" panose="020B0503020204020204" pitchFamily="34" charset="-122"/>
            </a:endParaRPr>
          </a:p>
          <a:p>
            <a:pPr indent="504000">
              <a:lnSpc>
                <a:spcPct val="150000"/>
              </a:lnSpc>
            </a:pPr>
            <a:endParaRPr lang="en-US" altLang="zh-CN" sz="700" dirty="0">
              <a:latin typeface="微软雅黑" panose="020B0503020204020204" pitchFamily="34" charset="-122"/>
              <a:ea typeface="微软雅黑" panose="020B0503020204020204" pitchFamily="34" charset="-122"/>
            </a:endParaRPr>
          </a:p>
          <a:p>
            <a:pPr indent="504000">
              <a:lnSpc>
                <a:spcPct val="150000"/>
              </a:lnSpc>
            </a:pPr>
            <a:r>
              <a:rPr lang="zh-CN" altLang="en-US" sz="2000" dirty="0">
                <a:latin typeface="微软雅黑" panose="020B0503020204020204" pitchFamily="34" charset="-122"/>
                <a:ea typeface="微软雅黑" panose="020B0503020204020204" pitchFamily="34" charset="-122"/>
              </a:rPr>
              <a:t>在建设信息化社会的过程中，提高信息安全保障水平及对互联网中各种不良信息的监测能力，是国家信息技术水平中的重要一环，也是顺利建设信息化社会的坚实基础。</a:t>
            </a:r>
          </a:p>
        </p:txBody>
      </p:sp>
      <p:pic>
        <p:nvPicPr>
          <p:cNvPr id="5" name="图片 4">
            <a:extLst>
              <a:ext uri="{FF2B5EF4-FFF2-40B4-BE49-F238E27FC236}">
                <a16:creationId xmlns:a16="http://schemas.microsoft.com/office/drawing/2014/main" id="{2021512C-E870-8B0D-AC1B-97BF5E9A735A}"/>
              </a:ext>
            </a:extLst>
          </p:cNvPr>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8" name="直接连接符 97">
            <a:extLst>
              <a:ext uri="{FF2B5EF4-FFF2-40B4-BE49-F238E27FC236}">
                <a16:creationId xmlns:a16="http://schemas.microsoft.com/office/drawing/2014/main" id="{77EB9F7A-3EB5-41A0-B3DA-701407474EBA}"/>
              </a:ext>
            </a:extLst>
          </p:cNvPr>
          <p:cNvCxnSpPr>
            <a:cxnSpLocks/>
          </p:cNvCxnSpPr>
          <p:nvPr/>
        </p:nvCxnSpPr>
        <p:spPr>
          <a:xfrm flipV="1">
            <a:off x="1628694" y="1625553"/>
            <a:ext cx="1371921" cy="634797"/>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83" name="直接连接符 82">
            <a:extLst>
              <a:ext uri="{FF2B5EF4-FFF2-40B4-BE49-F238E27FC236}">
                <a16:creationId xmlns:a16="http://schemas.microsoft.com/office/drawing/2014/main" id="{6E84F9A0-D45A-412B-BED0-0B2F79B598CB}"/>
              </a:ext>
            </a:extLst>
          </p:cNvPr>
          <p:cNvCxnSpPr>
            <a:cxnSpLocks/>
          </p:cNvCxnSpPr>
          <p:nvPr/>
        </p:nvCxnSpPr>
        <p:spPr>
          <a:xfrm>
            <a:off x="3524794" y="1838258"/>
            <a:ext cx="1122834" cy="27871"/>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81" name="直接连接符 80">
            <a:extLst>
              <a:ext uri="{FF2B5EF4-FFF2-40B4-BE49-F238E27FC236}">
                <a16:creationId xmlns:a16="http://schemas.microsoft.com/office/drawing/2014/main" id="{6515AF54-408E-4103-B4C1-86CED3BF2D34}"/>
              </a:ext>
            </a:extLst>
          </p:cNvPr>
          <p:cNvCxnSpPr>
            <a:cxnSpLocks/>
            <a:endCxn id="82" idx="0"/>
          </p:cNvCxnSpPr>
          <p:nvPr/>
        </p:nvCxnSpPr>
        <p:spPr>
          <a:xfrm flipV="1">
            <a:off x="3513145" y="1587275"/>
            <a:ext cx="1175385" cy="56722"/>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79" name="直接连接符 78">
            <a:extLst>
              <a:ext uri="{FF2B5EF4-FFF2-40B4-BE49-F238E27FC236}">
                <a16:creationId xmlns:a16="http://schemas.microsoft.com/office/drawing/2014/main" id="{8B54B5F1-31B5-4A94-B0A6-10A64F0A6707}"/>
              </a:ext>
            </a:extLst>
          </p:cNvPr>
          <p:cNvCxnSpPr>
            <a:cxnSpLocks/>
          </p:cNvCxnSpPr>
          <p:nvPr/>
        </p:nvCxnSpPr>
        <p:spPr>
          <a:xfrm flipV="1">
            <a:off x="3360745" y="1290187"/>
            <a:ext cx="1427279" cy="201410"/>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89" name="直接连接符 88">
            <a:extLst>
              <a:ext uri="{FF2B5EF4-FFF2-40B4-BE49-F238E27FC236}">
                <a16:creationId xmlns:a16="http://schemas.microsoft.com/office/drawing/2014/main" id="{412FB77A-B438-4350-8949-27B1EA93FD71}"/>
              </a:ext>
            </a:extLst>
          </p:cNvPr>
          <p:cNvCxnSpPr>
            <a:cxnSpLocks/>
          </p:cNvCxnSpPr>
          <p:nvPr/>
        </p:nvCxnSpPr>
        <p:spPr>
          <a:xfrm flipV="1">
            <a:off x="5516227" y="1349845"/>
            <a:ext cx="1500552" cy="976986"/>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76" name="直接连接符 75">
            <a:extLst>
              <a:ext uri="{FF2B5EF4-FFF2-40B4-BE49-F238E27FC236}">
                <a16:creationId xmlns:a16="http://schemas.microsoft.com/office/drawing/2014/main" id="{1D43CE67-8FDA-4695-9DAD-A8A75B592A89}"/>
              </a:ext>
            </a:extLst>
          </p:cNvPr>
          <p:cNvCxnSpPr>
            <a:cxnSpLocks/>
          </p:cNvCxnSpPr>
          <p:nvPr/>
        </p:nvCxnSpPr>
        <p:spPr>
          <a:xfrm flipV="1">
            <a:off x="3279415" y="956610"/>
            <a:ext cx="1142856" cy="409202"/>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62" name="直接连接符 61">
            <a:extLst>
              <a:ext uri="{FF2B5EF4-FFF2-40B4-BE49-F238E27FC236}">
                <a16:creationId xmlns:a16="http://schemas.microsoft.com/office/drawing/2014/main" id="{A2484C04-6E47-4385-8EBD-ED2493118C90}"/>
              </a:ext>
            </a:extLst>
          </p:cNvPr>
          <p:cNvCxnSpPr>
            <a:cxnSpLocks/>
          </p:cNvCxnSpPr>
          <p:nvPr/>
        </p:nvCxnSpPr>
        <p:spPr>
          <a:xfrm flipV="1">
            <a:off x="2383631" y="2610405"/>
            <a:ext cx="2319610" cy="219497"/>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44" name="直接连接符 43">
            <a:extLst>
              <a:ext uri="{FF2B5EF4-FFF2-40B4-BE49-F238E27FC236}">
                <a16:creationId xmlns:a16="http://schemas.microsoft.com/office/drawing/2014/main" id="{C31B70D7-B541-4DCC-8934-E616E6404D2B}"/>
              </a:ext>
            </a:extLst>
          </p:cNvPr>
          <p:cNvCxnSpPr>
            <a:cxnSpLocks/>
            <a:endCxn id="38" idx="0"/>
          </p:cNvCxnSpPr>
          <p:nvPr/>
        </p:nvCxnSpPr>
        <p:spPr>
          <a:xfrm flipV="1">
            <a:off x="5554406" y="2402121"/>
            <a:ext cx="1681890" cy="114352"/>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57" name="直接连接符 56">
            <a:extLst>
              <a:ext uri="{FF2B5EF4-FFF2-40B4-BE49-F238E27FC236}">
                <a16:creationId xmlns:a16="http://schemas.microsoft.com/office/drawing/2014/main" id="{7B3AF390-F45C-4039-8E0F-678EE07E4FA1}"/>
              </a:ext>
            </a:extLst>
          </p:cNvPr>
          <p:cNvCxnSpPr>
            <a:cxnSpLocks/>
          </p:cNvCxnSpPr>
          <p:nvPr/>
        </p:nvCxnSpPr>
        <p:spPr>
          <a:xfrm>
            <a:off x="2217852" y="3385578"/>
            <a:ext cx="1565528" cy="826603"/>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52" name="直接连接符 51">
            <a:extLst>
              <a:ext uri="{FF2B5EF4-FFF2-40B4-BE49-F238E27FC236}">
                <a16:creationId xmlns:a16="http://schemas.microsoft.com/office/drawing/2014/main" id="{28CAE4F1-1003-42A2-8C8C-8B1597D0FA75}"/>
              </a:ext>
            </a:extLst>
          </p:cNvPr>
          <p:cNvCxnSpPr>
            <a:cxnSpLocks/>
            <a:endCxn id="51" idx="0"/>
          </p:cNvCxnSpPr>
          <p:nvPr/>
        </p:nvCxnSpPr>
        <p:spPr>
          <a:xfrm>
            <a:off x="4788024" y="4403056"/>
            <a:ext cx="2412691" cy="253713"/>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53" name="直接连接符 52">
            <a:extLst>
              <a:ext uri="{FF2B5EF4-FFF2-40B4-BE49-F238E27FC236}">
                <a16:creationId xmlns:a16="http://schemas.microsoft.com/office/drawing/2014/main" id="{8227E35A-FC2A-4AB3-9698-A5757C048B17}"/>
              </a:ext>
            </a:extLst>
          </p:cNvPr>
          <p:cNvCxnSpPr>
            <a:cxnSpLocks/>
          </p:cNvCxnSpPr>
          <p:nvPr/>
        </p:nvCxnSpPr>
        <p:spPr>
          <a:xfrm flipV="1">
            <a:off x="4703241" y="4043755"/>
            <a:ext cx="2605063" cy="183509"/>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47" name="直接连接符 46">
            <a:extLst>
              <a:ext uri="{FF2B5EF4-FFF2-40B4-BE49-F238E27FC236}">
                <a16:creationId xmlns:a16="http://schemas.microsoft.com/office/drawing/2014/main" id="{63E0D668-132C-4E4E-8201-C30E79D4D024}"/>
              </a:ext>
            </a:extLst>
          </p:cNvPr>
          <p:cNvCxnSpPr>
            <a:cxnSpLocks/>
          </p:cNvCxnSpPr>
          <p:nvPr/>
        </p:nvCxnSpPr>
        <p:spPr>
          <a:xfrm>
            <a:off x="5331896" y="2745027"/>
            <a:ext cx="715435" cy="475238"/>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45" name="直接连接符 44">
            <a:extLst>
              <a:ext uri="{FF2B5EF4-FFF2-40B4-BE49-F238E27FC236}">
                <a16:creationId xmlns:a16="http://schemas.microsoft.com/office/drawing/2014/main" id="{A0C4CECE-9487-416C-B2D6-8865EB6FDDC5}"/>
              </a:ext>
            </a:extLst>
          </p:cNvPr>
          <p:cNvCxnSpPr>
            <a:cxnSpLocks/>
          </p:cNvCxnSpPr>
          <p:nvPr/>
        </p:nvCxnSpPr>
        <p:spPr>
          <a:xfrm>
            <a:off x="5451347" y="2600821"/>
            <a:ext cx="1659486" cy="249279"/>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14" name="直接连接符 13">
            <a:extLst>
              <a:ext uri="{FF2B5EF4-FFF2-40B4-BE49-F238E27FC236}">
                <a16:creationId xmlns:a16="http://schemas.microsoft.com/office/drawing/2014/main" id="{8EA22341-CBCD-4FDE-8F9D-6BA0C6C641FB}"/>
              </a:ext>
            </a:extLst>
          </p:cNvPr>
          <p:cNvCxnSpPr>
            <a:cxnSpLocks/>
          </p:cNvCxnSpPr>
          <p:nvPr/>
        </p:nvCxnSpPr>
        <p:spPr>
          <a:xfrm flipV="1">
            <a:off x="5501059" y="1744975"/>
            <a:ext cx="1771750" cy="706160"/>
          </a:xfrm>
          <a:prstGeom prst="line">
            <a:avLst/>
          </a:pr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数字内容安全威胁</a:t>
            </a:r>
            <a:endParaRPr lang="zh-CN" altLang="zh-CN" sz="3200" b="1" dirty="0">
              <a:latin typeface="微软雅黑" panose="020B0503020204020204" pitchFamily="34" charset="-122"/>
              <a:ea typeface="微软雅黑" panose="020B0503020204020204" pitchFamily="34" charset="-122"/>
            </a:endParaRPr>
          </a:p>
        </p:txBody>
      </p:sp>
      <p:grpSp>
        <p:nvGrpSpPr>
          <p:cNvPr id="3"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4"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8" name="任意多边形: 形状 7">
            <a:extLst>
              <a:ext uri="{FF2B5EF4-FFF2-40B4-BE49-F238E27FC236}">
                <a16:creationId xmlns:a16="http://schemas.microsoft.com/office/drawing/2014/main" id="{54D10BBE-668C-42AE-8CC5-4DCA644C3AAD}"/>
              </a:ext>
            </a:extLst>
          </p:cNvPr>
          <p:cNvSpPr/>
          <p:nvPr/>
        </p:nvSpPr>
        <p:spPr>
          <a:xfrm>
            <a:off x="4561362" y="2109972"/>
            <a:ext cx="1437170" cy="782500"/>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marL="0" lvl="0" indent="0" algn="ctr" defTabSz="977900">
              <a:lnSpc>
                <a:spcPct val="90000"/>
              </a:lnSpc>
              <a:spcBef>
                <a:spcPct val="0"/>
              </a:spcBef>
              <a:spcAft>
                <a:spcPct val="35000"/>
              </a:spcAft>
              <a:buNone/>
            </a:pPr>
            <a:r>
              <a:rPr lang="zh-CN" altLang="en-US" sz="1600" kern="1200" dirty="0">
                <a:solidFill>
                  <a:schemeClr val="tx1"/>
                </a:solidFill>
              </a:rPr>
              <a:t>互联网</a:t>
            </a:r>
            <a:endParaRPr lang="en-US" altLang="zh-CN" sz="1600" kern="1200" dirty="0">
              <a:solidFill>
                <a:schemeClr val="tx1"/>
              </a:solidFill>
            </a:endParaRPr>
          </a:p>
          <a:p>
            <a:pPr marL="0" lvl="0" indent="0" algn="ctr" defTabSz="977900">
              <a:lnSpc>
                <a:spcPct val="90000"/>
              </a:lnSpc>
              <a:spcBef>
                <a:spcPct val="0"/>
              </a:spcBef>
              <a:spcAft>
                <a:spcPct val="35000"/>
              </a:spcAft>
              <a:buNone/>
            </a:pPr>
            <a:r>
              <a:rPr lang="zh-CN" altLang="en-US" sz="1600" kern="1200" dirty="0">
                <a:solidFill>
                  <a:schemeClr val="tx1"/>
                </a:solidFill>
              </a:rPr>
              <a:t>威胁</a:t>
            </a:r>
          </a:p>
        </p:txBody>
      </p:sp>
      <p:sp>
        <p:nvSpPr>
          <p:cNvPr id="10" name="任意多边形: 形状 9">
            <a:extLst>
              <a:ext uri="{FF2B5EF4-FFF2-40B4-BE49-F238E27FC236}">
                <a16:creationId xmlns:a16="http://schemas.microsoft.com/office/drawing/2014/main" id="{265B7D6C-8459-45CB-969E-868973BA52F5}"/>
              </a:ext>
            </a:extLst>
          </p:cNvPr>
          <p:cNvSpPr/>
          <p:nvPr/>
        </p:nvSpPr>
        <p:spPr>
          <a:xfrm>
            <a:off x="3582977" y="3867963"/>
            <a:ext cx="1349169" cy="864096"/>
          </a:xfrm>
          <a:custGeom>
            <a:avLst/>
            <a:gdLst>
              <a:gd name="connsiteX0" fmla="*/ 0 w 1342724"/>
              <a:gd name="connsiteY0" fmla="*/ 671362 h 1342724"/>
              <a:gd name="connsiteX1" fmla="*/ 671362 w 1342724"/>
              <a:gd name="connsiteY1" fmla="*/ 0 h 1342724"/>
              <a:gd name="connsiteX2" fmla="*/ 1342724 w 1342724"/>
              <a:gd name="connsiteY2" fmla="*/ 671362 h 1342724"/>
              <a:gd name="connsiteX3" fmla="*/ 671362 w 1342724"/>
              <a:gd name="connsiteY3" fmla="*/ 1342724 h 1342724"/>
              <a:gd name="connsiteX4" fmla="*/ 0 w 1342724"/>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2724" h="1342724">
                <a:moveTo>
                  <a:pt x="0" y="671362"/>
                </a:moveTo>
                <a:cubicBezTo>
                  <a:pt x="0" y="300579"/>
                  <a:pt x="300579" y="0"/>
                  <a:pt x="671362" y="0"/>
                </a:cubicBezTo>
                <a:cubicBezTo>
                  <a:pt x="1042145" y="0"/>
                  <a:pt x="1342724" y="300579"/>
                  <a:pt x="1342724" y="671362"/>
                </a:cubicBezTo>
                <a:cubicBezTo>
                  <a:pt x="1342724" y="1042145"/>
                  <a:pt x="1042145" y="1342724"/>
                  <a:pt x="671362" y="1342724"/>
                </a:cubicBezTo>
                <a:cubicBezTo>
                  <a:pt x="300579"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10607" tIns="210607" rIns="210607" bIns="210607" numCol="1" spcCol="1270" anchor="ctr" anchorCtr="0">
            <a:noAutofit/>
          </a:bodyPr>
          <a:lstStyle/>
          <a:p>
            <a:pPr marL="0" lvl="0" indent="0" algn="ctr" defTabSz="977900">
              <a:lnSpc>
                <a:spcPct val="90000"/>
              </a:lnSpc>
              <a:spcBef>
                <a:spcPct val="0"/>
              </a:spcBef>
              <a:spcAft>
                <a:spcPct val="35000"/>
              </a:spcAft>
              <a:buNone/>
            </a:pPr>
            <a:r>
              <a:rPr lang="zh-CN" altLang="en-US" sz="1600" kern="1200" dirty="0">
                <a:solidFill>
                  <a:schemeClr val="tx1"/>
                </a:solidFill>
              </a:rPr>
              <a:t>数据安全威胁</a:t>
            </a:r>
          </a:p>
        </p:txBody>
      </p:sp>
      <p:grpSp>
        <p:nvGrpSpPr>
          <p:cNvPr id="12" name="组合 11">
            <a:extLst>
              <a:ext uri="{FF2B5EF4-FFF2-40B4-BE49-F238E27FC236}">
                <a16:creationId xmlns:a16="http://schemas.microsoft.com/office/drawing/2014/main" id="{3937C611-2969-48EF-92EC-1182CFBA175B}"/>
              </a:ext>
            </a:extLst>
          </p:cNvPr>
          <p:cNvGrpSpPr/>
          <p:nvPr/>
        </p:nvGrpSpPr>
        <p:grpSpPr>
          <a:xfrm>
            <a:off x="316272" y="1765929"/>
            <a:ext cx="2205035" cy="2127938"/>
            <a:chOff x="899592" y="1765928"/>
            <a:chExt cx="2237873" cy="2237873"/>
          </a:xfrm>
        </p:grpSpPr>
        <p:sp>
          <p:nvSpPr>
            <p:cNvPr id="7" name="椭圆 6">
              <a:extLst>
                <a:ext uri="{FF2B5EF4-FFF2-40B4-BE49-F238E27FC236}">
                  <a16:creationId xmlns:a16="http://schemas.microsoft.com/office/drawing/2014/main" id="{8D3C6964-4ECA-4316-9650-EF38CA22DCE5}"/>
                </a:ext>
              </a:extLst>
            </p:cNvPr>
            <p:cNvSpPr/>
            <p:nvPr/>
          </p:nvSpPr>
          <p:spPr>
            <a:xfrm>
              <a:off x="899592" y="1765928"/>
              <a:ext cx="2237873" cy="2237873"/>
            </a:xfrm>
            <a:prstGeom prst="ellipse">
              <a:avLst/>
            </a:pr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35" name="矩形 34"/>
            <p:cNvSpPr>
              <a:spLocks noChangeArrowheads="1"/>
            </p:cNvSpPr>
            <p:nvPr/>
          </p:nvSpPr>
          <p:spPr bwMode="auto">
            <a:xfrm>
              <a:off x="1273809" y="2654032"/>
              <a:ext cx="1415772" cy="461665"/>
            </a:xfrm>
            <a:prstGeom prst="rect">
              <a:avLst/>
            </a:prstGeom>
            <a:noFill/>
            <a:ln w="9525">
              <a:noFill/>
              <a:miter lim="800000"/>
            </a:ln>
          </p:spPr>
          <p:txBody>
            <a:bodyPr wrap="non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威胁分类</a:t>
              </a:r>
            </a:p>
          </p:txBody>
        </p:sp>
      </p:grpSp>
      <p:sp>
        <p:nvSpPr>
          <p:cNvPr id="31" name="任意多边形: 形状 30">
            <a:extLst>
              <a:ext uri="{FF2B5EF4-FFF2-40B4-BE49-F238E27FC236}">
                <a16:creationId xmlns:a16="http://schemas.microsoft.com/office/drawing/2014/main" id="{A72A4EC6-B817-4ABD-A743-F73FB86E6B6C}"/>
              </a:ext>
            </a:extLst>
          </p:cNvPr>
          <p:cNvSpPr/>
          <p:nvPr/>
        </p:nvSpPr>
        <p:spPr>
          <a:xfrm>
            <a:off x="6725303" y="1249341"/>
            <a:ext cx="1095011" cy="296247"/>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marL="0" lvl="0" indent="0" algn="ctr" defTabSz="977900">
              <a:lnSpc>
                <a:spcPct val="90000"/>
              </a:lnSpc>
              <a:spcBef>
                <a:spcPct val="0"/>
              </a:spcBef>
              <a:spcAft>
                <a:spcPct val="35000"/>
              </a:spcAft>
              <a:buNone/>
            </a:pPr>
            <a:r>
              <a:rPr lang="zh-CN" altLang="en-US" sz="1200" kern="1200" dirty="0">
                <a:solidFill>
                  <a:schemeClr val="tx1"/>
                </a:solidFill>
                <a:latin typeface="微软雅黑" panose="020B0503020204020204" pitchFamily="34" charset="-122"/>
                <a:ea typeface="微软雅黑" panose="020B0503020204020204" pitchFamily="34" charset="-122"/>
              </a:rPr>
              <a:t>信息泄露</a:t>
            </a:r>
          </a:p>
        </p:txBody>
      </p:sp>
      <p:sp>
        <p:nvSpPr>
          <p:cNvPr id="37" name="任意多边形: 形状 36">
            <a:extLst>
              <a:ext uri="{FF2B5EF4-FFF2-40B4-BE49-F238E27FC236}">
                <a16:creationId xmlns:a16="http://schemas.microsoft.com/office/drawing/2014/main" id="{499FE3DF-C173-4533-9849-B7E1FB721B0D}"/>
              </a:ext>
            </a:extLst>
          </p:cNvPr>
          <p:cNvSpPr/>
          <p:nvPr/>
        </p:nvSpPr>
        <p:spPr>
          <a:xfrm>
            <a:off x="6983096" y="1584420"/>
            <a:ext cx="1872208" cy="483274"/>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marL="0" lvl="0" indent="0" algn="ctr" defTabSz="977900">
              <a:lnSpc>
                <a:spcPct val="90000"/>
              </a:lnSpc>
              <a:spcBef>
                <a:spcPct val="0"/>
              </a:spcBef>
              <a:spcAft>
                <a:spcPct val="35000"/>
              </a:spcAft>
              <a:buNone/>
            </a:pPr>
            <a:r>
              <a:rPr lang="zh-CN" altLang="en-US" sz="1200" kern="1200" dirty="0">
                <a:solidFill>
                  <a:schemeClr val="tx1"/>
                </a:solidFill>
                <a:latin typeface="微软雅黑" panose="020B0503020204020204" pitchFamily="34" charset="-122"/>
                <a:ea typeface="微软雅黑" panose="020B0503020204020204" pitchFamily="34" charset="-122"/>
              </a:rPr>
              <a:t>通过</a:t>
            </a:r>
            <a:r>
              <a:rPr lang="en-US" altLang="zh-CN" sz="1200" kern="1200" dirty="0">
                <a:solidFill>
                  <a:schemeClr val="tx1"/>
                </a:solidFill>
                <a:latin typeface="微软雅黑" panose="020B0503020204020204" pitchFamily="34" charset="-122"/>
                <a:ea typeface="微软雅黑" panose="020B0503020204020204" pitchFamily="34" charset="-122"/>
              </a:rPr>
              <a:t>Web</a:t>
            </a:r>
            <a:r>
              <a:rPr lang="zh-CN" altLang="en-US" sz="1200" kern="1200" dirty="0">
                <a:solidFill>
                  <a:schemeClr val="tx1"/>
                </a:solidFill>
                <a:latin typeface="微软雅黑" panose="020B0503020204020204" pitchFamily="34" charset="-122"/>
                <a:ea typeface="微软雅黑" panose="020B0503020204020204" pitchFamily="34" charset="-122"/>
              </a:rPr>
              <a:t>访问的</a:t>
            </a:r>
            <a:endParaRPr lang="en-US" altLang="zh-CN" sz="1200" kern="1200" dirty="0">
              <a:solidFill>
                <a:schemeClr val="tx1"/>
              </a:solidFill>
              <a:latin typeface="微软雅黑" panose="020B0503020204020204" pitchFamily="34" charset="-122"/>
              <a:ea typeface="微软雅黑" panose="020B0503020204020204" pitchFamily="34" charset="-122"/>
            </a:endParaRPr>
          </a:p>
          <a:p>
            <a:pPr marL="0" lvl="0" indent="0" algn="ctr" defTabSz="977900">
              <a:lnSpc>
                <a:spcPct val="90000"/>
              </a:lnSpc>
              <a:spcBef>
                <a:spcPct val="0"/>
              </a:spcBef>
              <a:spcAft>
                <a:spcPct val="35000"/>
              </a:spcAft>
              <a:buNone/>
            </a:pPr>
            <a:r>
              <a:rPr lang="zh-CN" altLang="en-US" sz="1200" kern="1200" dirty="0">
                <a:solidFill>
                  <a:schemeClr val="tx1"/>
                </a:solidFill>
                <a:latin typeface="微软雅黑" panose="020B0503020204020204" pitchFamily="34" charset="-122"/>
                <a:ea typeface="微软雅黑" panose="020B0503020204020204" pitchFamily="34" charset="-122"/>
              </a:rPr>
              <a:t>病毒感染</a:t>
            </a:r>
          </a:p>
        </p:txBody>
      </p:sp>
      <p:sp>
        <p:nvSpPr>
          <p:cNvPr id="38" name="任意多边形: 形状 37">
            <a:extLst>
              <a:ext uri="{FF2B5EF4-FFF2-40B4-BE49-F238E27FC236}">
                <a16:creationId xmlns:a16="http://schemas.microsoft.com/office/drawing/2014/main" id="{AB33D558-A6B0-48CE-BE3A-2F6E920881B7}"/>
              </a:ext>
            </a:extLst>
          </p:cNvPr>
          <p:cNvSpPr/>
          <p:nvPr/>
        </p:nvSpPr>
        <p:spPr>
          <a:xfrm>
            <a:off x="7236296" y="2160484"/>
            <a:ext cx="1872208" cy="483274"/>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algn="ctr" defTabSz="977900">
              <a:lnSpc>
                <a:spcPct val="90000"/>
              </a:lnSpc>
              <a:spcAft>
                <a:spcPct val="35000"/>
              </a:spcAft>
            </a:pPr>
            <a:r>
              <a:rPr lang="zh-CN" altLang="en-US" sz="1200" dirty="0">
                <a:solidFill>
                  <a:schemeClr val="tx1"/>
                </a:solidFill>
                <a:latin typeface="微软雅黑" panose="020B0503020204020204" pitchFamily="34" charset="-122"/>
                <a:ea typeface="微软雅黑" panose="020B0503020204020204" pitchFamily="34" charset="-122"/>
              </a:rPr>
              <a:t>非业务内容的浏览</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defTabSz="977900">
              <a:lnSpc>
                <a:spcPct val="90000"/>
              </a:lnSpc>
              <a:spcAft>
                <a:spcPct val="35000"/>
              </a:spcAft>
            </a:pPr>
            <a:r>
              <a:rPr lang="zh-CN" altLang="en-US" sz="1200" dirty="0">
                <a:solidFill>
                  <a:schemeClr val="tx1"/>
                </a:solidFill>
                <a:latin typeface="微软雅黑" panose="020B0503020204020204" pitchFamily="34" charset="-122"/>
                <a:ea typeface="微软雅黑" panose="020B0503020204020204" pitchFamily="34" charset="-122"/>
              </a:rPr>
              <a:t>和生产力下降</a:t>
            </a:r>
          </a:p>
        </p:txBody>
      </p:sp>
      <p:sp>
        <p:nvSpPr>
          <p:cNvPr id="39" name="任意多边形: 形状 38">
            <a:extLst>
              <a:ext uri="{FF2B5EF4-FFF2-40B4-BE49-F238E27FC236}">
                <a16:creationId xmlns:a16="http://schemas.microsoft.com/office/drawing/2014/main" id="{5BD17BD9-E71F-44CC-8656-5132E34EA385}"/>
              </a:ext>
            </a:extLst>
          </p:cNvPr>
          <p:cNvSpPr/>
          <p:nvPr/>
        </p:nvSpPr>
        <p:spPr>
          <a:xfrm>
            <a:off x="6983096" y="2679214"/>
            <a:ext cx="2125408" cy="483274"/>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algn="ctr" defTabSz="977900">
              <a:lnSpc>
                <a:spcPct val="90000"/>
              </a:lnSpc>
              <a:spcAft>
                <a:spcPct val="35000"/>
              </a:spcAft>
            </a:pPr>
            <a:r>
              <a:rPr lang="zh-CN" altLang="en-US" sz="1200" dirty="0">
                <a:solidFill>
                  <a:schemeClr val="tx1"/>
                </a:solidFill>
                <a:latin typeface="微软雅黑" panose="020B0503020204020204" pitchFamily="34" charset="-122"/>
                <a:ea typeface="微软雅黑" panose="020B0503020204020204" pitchFamily="34" charset="-122"/>
              </a:rPr>
              <a:t>不适当（非法）的</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defTabSz="977900">
              <a:lnSpc>
                <a:spcPct val="90000"/>
              </a:lnSpc>
              <a:spcAft>
                <a:spcPct val="35000"/>
              </a:spcAft>
            </a:pPr>
            <a:r>
              <a:rPr lang="zh-CN" altLang="en-US" sz="1200" dirty="0">
                <a:solidFill>
                  <a:schemeClr val="tx1"/>
                </a:solidFill>
                <a:latin typeface="微软雅黑" panose="020B0503020204020204" pitchFamily="34" charset="-122"/>
                <a:ea typeface="微软雅黑" panose="020B0503020204020204" pitchFamily="34" charset="-122"/>
              </a:rPr>
              <a:t>内容和法律责任</a:t>
            </a:r>
          </a:p>
        </p:txBody>
      </p:sp>
      <p:sp>
        <p:nvSpPr>
          <p:cNvPr id="40" name="任意多边形: 形状 39">
            <a:extLst>
              <a:ext uri="{FF2B5EF4-FFF2-40B4-BE49-F238E27FC236}">
                <a16:creationId xmlns:a16="http://schemas.microsoft.com/office/drawing/2014/main" id="{4FEE53EE-0685-4E05-BF18-4B39AFDFBF8B}"/>
              </a:ext>
            </a:extLst>
          </p:cNvPr>
          <p:cNvSpPr/>
          <p:nvPr/>
        </p:nvSpPr>
        <p:spPr>
          <a:xfrm>
            <a:off x="5929152" y="3024581"/>
            <a:ext cx="1133433" cy="483273"/>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algn="ctr" defTabSz="977900">
              <a:lnSpc>
                <a:spcPct val="90000"/>
              </a:lnSpc>
              <a:spcAft>
                <a:spcPct val="35000"/>
              </a:spcAft>
            </a:pPr>
            <a:r>
              <a:rPr lang="zh-CN" altLang="en-US" sz="1200" dirty="0">
                <a:solidFill>
                  <a:schemeClr val="tx1"/>
                </a:solidFill>
                <a:latin typeface="微软雅黑" panose="020B0503020204020204" pitchFamily="34" charset="-122"/>
                <a:ea typeface="微软雅黑" panose="020B0503020204020204" pitchFamily="34" charset="-122"/>
              </a:rPr>
              <a:t>垃圾邮件</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defTabSz="977900">
              <a:lnSpc>
                <a:spcPct val="90000"/>
              </a:lnSpc>
              <a:spcAft>
                <a:spcPct val="35000"/>
              </a:spcAft>
            </a:pPr>
            <a:r>
              <a:rPr lang="zh-CN" altLang="en-US" sz="1200" dirty="0">
                <a:solidFill>
                  <a:schemeClr val="tx1"/>
                </a:solidFill>
                <a:latin typeface="微软雅黑" panose="020B0503020204020204" pitchFamily="34" charset="-122"/>
                <a:ea typeface="微软雅黑" panose="020B0503020204020204" pitchFamily="34" charset="-122"/>
              </a:rPr>
              <a:t>威胁</a:t>
            </a:r>
          </a:p>
        </p:txBody>
      </p:sp>
      <p:sp>
        <p:nvSpPr>
          <p:cNvPr id="49" name="任意多边形: 形状 48">
            <a:extLst>
              <a:ext uri="{FF2B5EF4-FFF2-40B4-BE49-F238E27FC236}">
                <a16:creationId xmlns:a16="http://schemas.microsoft.com/office/drawing/2014/main" id="{92C78FD8-5086-42EE-86FD-EDE33F097AF9}"/>
              </a:ext>
            </a:extLst>
          </p:cNvPr>
          <p:cNvSpPr/>
          <p:nvPr/>
        </p:nvSpPr>
        <p:spPr>
          <a:xfrm>
            <a:off x="7200715" y="3699875"/>
            <a:ext cx="1276854" cy="601639"/>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algn="ctr" defTabSz="977900">
              <a:lnSpc>
                <a:spcPct val="90000"/>
              </a:lnSpc>
              <a:spcAft>
                <a:spcPct val="35000"/>
              </a:spcAft>
            </a:pPr>
            <a:r>
              <a:rPr lang="zh-CN" altLang="en-US" sz="1200" dirty="0">
                <a:solidFill>
                  <a:schemeClr val="tx1"/>
                </a:solidFill>
                <a:latin typeface="微软雅黑" panose="020B0503020204020204" pitchFamily="34" charset="-122"/>
                <a:ea typeface="微软雅黑" panose="020B0503020204020204" pitchFamily="34" charset="-122"/>
              </a:rPr>
              <a:t>侵犯版权</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defTabSz="977900">
              <a:lnSpc>
                <a:spcPct val="90000"/>
              </a:lnSpc>
              <a:spcAft>
                <a:spcPct val="35000"/>
              </a:spcAft>
            </a:pPr>
            <a:r>
              <a:rPr lang="zh-CN" altLang="en-US" sz="1200" dirty="0">
                <a:solidFill>
                  <a:schemeClr val="tx1"/>
                </a:solidFill>
                <a:latin typeface="微软雅黑" panose="020B0503020204020204" pitchFamily="34" charset="-122"/>
                <a:ea typeface="微软雅黑" panose="020B0503020204020204" pitchFamily="34" charset="-122"/>
              </a:rPr>
              <a:t>（</a:t>
            </a:r>
            <a:r>
              <a:rPr lang="en-US" altLang="zh-CN" sz="1200" dirty="0">
                <a:solidFill>
                  <a:schemeClr val="tx1"/>
                </a:solidFill>
                <a:latin typeface="微软雅黑" panose="020B0503020204020204" pitchFamily="34" charset="-122"/>
                <a:ea typeface="微软雅黑" panose="020B0503020204020204" pitchFamily="34" charset="-122"/>
              </a:rPr>
              <a:t>P2P</a:t>
            </a:r>
            <a:r>
              <a:rPr lang="zh-CN" altLang="en-US" sz="1200" dirty="0">
                <a:solidFill>
                  <a:schemeClr val="tx1"/>
                </a:solidFill>
                <a:latin typeface="微软雅黑" panose="020B0503020204020204" pitchFamily="34" charset="-122"/>
                <a:ea typeface="微软雅黑" panose="020B0503020204020204" pitchFamily="34" charset="-122"/>
              </a:rPr>
              <a:t>）</a:t>
            </a:r>
            <a:endParaRPr lang="en-US" altLang="zh-CN" sz="1200" dirty="0">
              <a:solidFill>
                <a:schemeClr val="tx1"/>
              </a:solidFill>
              <a:latin typeface="微软雅黑" panose="020B0503020204020204" pitchFamily="34" charset="-122"/>
              <a:ea typeface="微软雅黑" panose="020B0503020204020204" pitchFamily="34" charset="-122"/>
            </a:endParaRPr>
          </a:p>
        </p:txBody>
      </p:sp>
      <p:sp>
        <p:nvSpPr>
          <p:cNvPr id="51" name="任意多边形: 形状 50">
            <a:extLst>
              <a:ext uri="{FF2B5EF4-FFF2-40B4-BE49-F238E27FC236}">
                <a16:creationId xmlns:a16="http://schemas.microsoft.com/office/drawing/2014/main" id="{FE31A534-94D8-419C-8797-BD4C106567CC}"/>
              </a:ext>
            </a:extLst>
          </p:cNvPr>
          <p:cNvSpPr/>
          <p:nvPr/>
        </p:nvSpPr>
        <p:spPr>
          <a:xfrm>
            <a:off x="7200715" y="4355949"/>
            <a:ext cx="1276854" cy="601639"/>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algn="ctr" defTabSz="977900">
              <a:lnSpc>
                <a:spcPct val="90000"/>
              </a:lnSpc>
              <a:spcAft>
                <a:spcPct val="35000"/>
              </a:spcAft>
            </a:pPr>
            <a:r>
              <a:rPr lang="zh-CN" altLang="en-US" sz="1200" dirty="0">
                <a:solidFill>
                  <a:schemeClr val="tx1"/>
                </a:solidFill>
                <a:latin typeface="微软雅黑" panose="020B0503020204020204" pitchFamily="34" charset="-122"/>
                <a:ea typeface="微软雅黑" panose="020B0503020204020204" pitchFamily="34" charset="-122"/>
              </a:rPr>
              <a:t>知识产权</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defTabSz="977900">
              <a:lnSpc>
                <a:spcPct val="90000"/>
              </a:lnSpc>
              <a:spcAft>
                <a:spcPct val="35000"/>
              </a:spcAft>
            </a:pPr>
            <a:r>
              <a:rPr lang="zh-CN" altLang="en-US" sz="1200" dirty="0">
                <a:solidFill>
                  <a:schemeClr val="tx1"/>
                </a:solidFill>
                <a:latin typeface="微软雅黑" panose="020B0503020204020204" pitchFamily="34" charset="-122"/>
                <a:ea typeface="微软雅黑" panose="020B0503020204020204" pitchFamily="34" charset="-122"/>
              </a:rPr>
              <a:t>损失</a:t>
            </a:r>
          </a:p>
        </p:txBody>
      </p:sp>
      <p:sp>
        <p:nvSpPr>
          <p:cNvPr id="65" name="任意多边形: 形状 64">
            <a:extLst>
              <a:ext uri="{FF2B5EF4-FFF2-40B4-BE49-F238E27FC236}">
                <a16:creationId xmlns:a16="http://schemas.microsoft.com/office/drawing/2014/main" id="{8B350A0E-FE68-4ABC-8712-D81EB3510A3C}"/>
              </a:ext>
            </a:extLst>
          </p:cNvPr>
          <p:cNvSpPr/>
          <p:nvPr/>
        </p:nvSpPr>
        <p:spPr>
          <a:xfrm>
            <a:off x="2336723" y="1162077"/>
            <a:ext cx="1327785" cy="980773"/>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marL="0" lvl="0" indent="0" algn="ctr" defTabSz="977900">
              <a:lnSpc>
                <a:spcPct val="90000"/>
              </a:lnSpc>
              <a:spcBef>
                <a:spcPct val="0"/>
              </a:spcBef>
              <a:spcAft>
                <a:spcPct val="35000"/>
              </a:spcAft>
              <a:buNone/>
            </a:pPr>
            <a:r>
              <a:rPr lang="zh-CN" altLang="en-US" sz="1600" dirty="0">
                <a:solidFill>
                  <a:schemeClr val="tx1"/>
                </a:solidFill>
              </a:rPr>
              <a:t>传统</a:t>
            </a:r>
            <a:endParaRPr lang="en-US" altLang="zh-CN" sz="1600" dirty="0">
              <a:solidFill>
                <a:schemeClr val="tx1"/>
              </a:solidFill>
            </a:endParaRPr>
          </a:p>
          <a:p>
            <a:pPr lvl="0" algn="ctr" defTabSz="977900">
              <a:lnSpc>
                <a:spcPct val="90000"/>
              </a:lnSpc>
              <a:spcAft>
                <a:spcPct val="35000"/>
              </a:spcAft>
            </a:pPr>
            <a:r>
              <a:rPr lang="zh-CN" altLang="en-US" sz="1600" dirty="0">
                <a:solidFill>
                  <a:schemeClr val="tx1"/>
                </a:solidFill>
              </a:rPr>
              <a:t>计算机</a:t>
            </a:r>
            <a:endParaRPr lang="en-US" altLang="zh-CN" sz="1600" dirty="0">
              <a:solidFill>
                <a:schemeClr val="tx1"/>
              </a:solidFill>
            </a:endParaRPr>
          </a:p>
          <a:p>
            <a:pPr lvl="0" algn="ctr" defTabSz="977900">
              <a:lnSpc>
                <a:spcPct val="90000"/>
              </a:lnSpc>
              <a:spcAft>
                <a:spcPct val="35000"/>
              </a:spcAft>
            </a:pPr>
            <a:r>
              <a:rPr lang="zh-CN" altLang="en-US" sz="1600" dirty="0">
                <a:solidFill>
                  <a:schemeClr val="tx1"/>
                </a:solidFill>
              </a:rPr>
              <a:t>威胁</a:t>
            </a:r>
          </a:p>
        </p:txBody>
      </p:sp>
      <p:sp>
        <p:nvSpPr>
          <p:cNvPr id="75" name="任意多边形: 形状 74">
            <a:extLst>
              <a:ext uri="{FF2B5EF4-FFF2-40B4-BE49-F238E27FC236}">
                <a16:creationId xmlns:a16="http://schemas.microsoft.com/office/drawing/2014/main" id="{BFA47CD3-412B-4A4E-9036-1CB2B7A034C9}"/>
              </a:ext>
            </a:extLst>
          </p:cNvPr>
          <p:cNvSpPr/>
          <p:nvPr/>
        </p:nvSpPr>
        <p:spPr>
          <a:xfrm>
            <a:off x="4222017" y="808487"/>
            <a:ext cx="895975" cy="296247"/>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marL="0" lvl="0" indent="0" algn="ctr" defTabSz="977900">
              <a:lnSpc>
                <a:spcPct val="90000"/>
              </a:lnSpc>
              <a:spcBef>
                <a:spcPct val="0"/>
              </a:spcBef>
              <a:spcAft>
                <a:spcPct val="35000"/>
              </a:spcAft>
              <a:buNone/>
            </a:pPr>
            <a:r>
              <a:rPr lang="zh-CN" altLang="en-US" sz="1200" kern="1200" dirty="0">
                <a:solidFill>
                  <a:schemeClr val="tx1"/>
                </a:solidFill>
                <a:latin typeface="微软雅黑" panose="020B0503020204020204" pitchFamily="34" charset="-122"/>
                <a:ea typeface="微软雅黑" panose="020B0503020204020204" pitchFamily="34" charset="-122"/>
              </a:rPr>
              <a:t>泄露</a:t>
            </a:r>
          </a:p>
        </p:txBody>
      </p:sp>
      <p:sp>
        <p:nvSpPr>
          <p:cNvPr id="80" name="任意多边形: 形状 79">
            <a:extLst>
              <a:ext uri="{FF2B5EF4-FFF2-40B4-BE49-F238E27FC236}">
                <a16:creationId xmlns:a16="http://schemas.microsoft.com/office/drawing/2014/main" id="{F76571E6-7362-49DE-AC5C-A7218CED7740}"/>
              </a:ext>
            </a:extLst>
          </p:cNvPr>
          <p:cNvSpPr/>
          <p:nvPr/>
        </p:nvSpPr>
        <p:spPr>
          <a:xfrm>
            <a:off x="4678301" y="1104734"/>
            <a:ext cx="895975" cy="296247"/>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marL="0" lvl="0" indent="0" algn="ctr" defTabSz="977900">
              <a:lnSpc>
                <a:spcPct val="90000"/>
              </a:lnSpc>
              <a:spcBef>
                <a:spcPct val="0"/>
              </a:spcBef>
              <a:spcAft>
                <a:spcPct val="35000"/>
              </a:spcAft>
              <a:buNone/>
            </a:pPr>
            <a:r>
              <a:rPr lang="zh-CN" altLang="en-US" sz="1200" kern="1200" dirty="0">
                <a:solidFill>
                  <a:schemeClr val="tx1"/>
                </a:solidFill>
                <a:latin typeface="微软雅黑" panose="020B0503020204020204" pitchFamily="34" charset="-122"/>
                <a:ea typeface="微软雅黑" panose="020B0503020204020204" pitchFamily="34" charset="-122"/>
              </a:rPr>
              <a:t>欺骗</a:t>
            </a:r>
          </a:p>
        </p:txBody>
      </p:sp>
      <p:sp>
        <p:nvSpPr>
          <p:cNvPr id="82" name="任意多边形: 形状 81">
            <a:extLst>
              <a:ext uri="{FF2B5EF4-FFF2-40B4-BE49-F238E27FC236}">
                <a16:creationId xmlns:a16="http://schemas.microsoft.com/office/drawing/2014/main" id="{9C7E5CDD-CC7C-4750-8D90-CA71D70D8AB5}"/>
              </a:ext>
            </a:extLst>
          </p:cNvPr>
          <p:cNvSpPr/>
          <p:nvPr/>
        </p:nvSpPr>
        <p:spPr>
          <a:xfrm>
            <a:off x="4688530" y="1439151"/>
            <a:ext cx="895975" cy="296247"/>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marL="0" lvl="0" indent="0" algn="ctr" defTabSz="977900">
              <a:lnSpc>
                <a:spcPct val="90000"/>
              </a:lnSpc>
              <a:spcBef>
                <a:spcPct val="0"/>
              </a:spcBef>
              <a:spcAft>
                <a:spcPct val="35000"/>
              </a:spcAft>
              <a:buNone/>
            </a:pPr>
            <a:r>
              <a:rPr lang="zh-CN" altLang="en-US" sz="1200" kern="1200" dirty="0">
                <a:solidFill>
                  <a:schemeClr val="tx1"/>
                </a:solidFill>
                <a:latin typeface="微软雅黑" panose="020B0503020204020204" pitchFamily="34" charset="-122"/>
                <a:ea typeface="微软雅黑" panose="020B0503020204020204" pitchFamily="34" charset="-122"/>
              </a:rPr>
              <a:t>破坏</a:t>
            </a:r>
          </a:p>
        </p:txBody>
      </p:sp>
      <p:sp>
        <p:nvSpPr>
          <p:cNvPr id="84" name="任意多边形: 形状 83">
            <a:extLst>
              <a:ext uri="{FF2B5EF4-FFF2-40B4-BE49-F238E27FC236}">
                <a16:creationId xmlns:a16="http://schemas.microsoft.com/office/drawing/2014/main" id="{9F3FFD2E-0079-453F-BAD1-A64207075C6D}"/>
              </a:ext>
            </a:extLst>
          </p:cNvPr>
          <p:cNvSpPr/>
          <p:nvPr/>
        </p:nvSpPr>
        <p:spPr>
          <a:xfrm>
            <a:off x="4255253" y="1726740"/>
            <a:ext cx="895975" cy="296247"/>
          </a:xfrm>
          <a:custGeom>
            <a:avLst/>
            <a:gdLst>
              <a:gd name="connsiteX0" fmla="*/ 0 w 1252976"/>
              <a:gd name="connsiteY0" fmla="*/ 671362 h 1342724"/>
              <a:gd name="connsiteX1" fmla="*/ 626488 w 1252976"/>
              <a:gd name="connsiteY1" fmla="*/ 0 h 1342724"/>
              <a:gd name="connsiteX2" fmla="*/ 1252976 w 1252976"/>
              <a:gd name="connsiteY2" fmla="*/ 671362 h 1342724"/>
              <a:gd name="connsiteX3" fmla="*/ 626488 w 1252976"/>
              <a:gd name="connsiteY3" fmla="*/ 1342724 h 1342724"/>
              <a:gd name="connsiteX4" fmla="*/ 0 w 1252976"/>
              <a:gd name="connsiteY4" fmla="*/ 671362 h 134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976" h="1342724">
                <a:moveTo>
                  <a:pt x="0" y="671362"/>
                </a:moveTo>
                <a:cubicBezTo>
                  <a:pt x="0" y="300579"/>
                  <a:pt x="280488" y="0"/>
                  <a:pt x="626488" y="0"/>
                </a:cubicBezTo>
                <a:cubicBezTo>
                  <a:pt x="972488" y="0"/>
                  <a:pt x="1252976" y="300579"/>
                  <a:pt x="1252976" y="671362"/>
                </a:cubicBezTo>
                <a:cubicBezTo>
                  <a:pt x="1252976" y="1042145"/>
                  <a:pt x="972488" y="1342724"/>
                  <a:pt x="626488" y="1342724"/>
                </a:cubicBezTo>
                <a:cubicBezTo>
                  <a:pt x="280488" y="1342724"/>
                  <a:pt x="0" y="1042145"/>
                  <a:pt x="0" y="671362"/>
                </a:cubicBezTo>
                <a:close/>
              </a:path>
            </a:pathLst>
          </a:custGeom>
          <a:solidFill>
            <a:schemeClr val="bg1">
              <a:lumMod val="85000"/>
            </a:schemeClr>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97464" tIns="210607" rIns="197464" bIns="210607" numCol="1" spcCol="1270" anchor="ctr" anchorCtr="0">
            <a:noAutofit/>
          </a:bodyPr>
          <a:lstStyle/>
          <a:p>
            <a:pPr marL="0" lvl="0" indent="0" algn="ctr" defTabSz="977900">
              <a:lnSpc>
                <a:spcPct val="90000"/>
              </a:lnSpc>
              <a:spcBef>
                <a:spcPct val="0"/>
              </a:spcBef>
              <a:spcAft>
                <a:spcPct val="35000"/>
              </a:spcAft>
              <a:buNone/>
            </a:pPr>
            <a:r>
              <a:rPr lang="zh-CN" altLang="en-US" sz="1200" kern="1200" dirty="0">
                <a:solidFill>
                  <a:schemeClr val="tx1"/>
                </a:solidFill>
                <a:latin typeface="微软雅黑" panose="020B0503020204020204" pitchFamily="34" charset="-122"/>
                <a:ea typeface="微软雅黑" panose="020B0503020204020204" pitchFamily="34" charset="-122"/>
              </a:rPr>
              <a:t>篡改</a:t>
            </a:r>
          </a:p>
        </p:txBody>
      </p:sp>
      <p:pic>
        <p:nvPicPr>
          <p:cNvPr id="2" name="图片 1">
            <a:extLst>
              <a:ext uri="{FF2B5EF4-FFF2-40B4-BE49-F238E27FC236}">
                <a16:creationId xmlns:a16="http://schemas.microsoft.com/office/drawing/2014/main" id="{C0E93769-4940-DAA2-1EB1-E12881E6F115}"/>
              </a:ext>
            </a:extLst>
          </p:cNvPr>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000586759"/>
      </p:ext>
    </p:extLst>
  </p:cSld>
  <p:clrMapOvr>
    <a:masterClrMapping/>
  </p:clrMapOvr>
  <mc:AlternateContent xmlns:mc="http://schemas.openxmlformats.org/markup-compatibility/2006" xmlns:p14="http://schemas.microsoft.com/office/powerpoint/2010/main">
    <mc:Choice Requires="p14">
      <p:transition spd="slow" p14:dur="999"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aphicFrame>
        <p:nvGraphicFramePr>
          <p:cNvPr id="22" name="图示 21"/>
          <p:cNvGraphicFramePr/>
          <p:nvPr>
            <p:extLst>
              <p:ext uri="{D42A27DB-BD31-4B8C-83A1-F6EECF244321}">
                <p14:modId xmlns:p14="http://schemas.microsoft.com/office/powerpoint/2010/main" val="2667520457"/>
              </p:ext>
            </p:extLst>
          </p:nvPr>
        </p:nvGraphicFramePr>
        <p:xfrm>
          <a:off x="323528" y="1163638"/>
          <a:ext cx="8568952" cy="3784376"/>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pic>
        <p:nvPicPr>
          <p:cNvPr id="4" name="图片 3">
            <a:extLst>
              <a:ext uri="{FF2B5EF4-FFF2-40B4-BE49-F238E27FC236}">
                <a16:creationId xmlns:a16="http://schemas.microsoft.com/office/drawing/2014/main" id="{E6FB9A63-2C5D-644B-D114-21ADE4728FE0}"/>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2"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4" name="文本框 3">
            <a:extLst>
              <a:ext uri="{FF2B5EF4-FFF2-40B4-BE49-F238E27FC236}">
                <a16:creationId xmlns:a16="http://schemas.microsoft.com/office/drawing/2014/main" id="{8726F959-B4C3-4F1A-8742-7D6987C5F17D}"/>
              </a:ext>
            </a:extLst>
          </p:cNvPr>
          <p:cNvSpPr txBox="1"/>
          <p:nvPr/>
        </p:nvSpPr>
        <p:spPr>
          <a:xfrm>
            <a:off x="395536" y="1163638"/>
            <a:ext cx="8496943" cy="3462423"/>
          </a:xfrm>
          <a:prstGeom prst="rect">
            <a:avLst/>
          </a:prstGeom>
          <a:noFill/>
        </p:spPr>
        <p:txBody>
          <a:bodyPr wrap="square" rtlCol="0">
            <a:spAutoFit/>
          </a:bodyPr>
          <a:lstStyle/>
          <a:p>
            <a:pPr indent="504000">
              <a:lnSpc>
                <a:spcPct val="150000"/>
              </a:lnSpc>
            </a:pPr>
            <a:r>
              <a:rPr lang="zh-CN" altLang="en-US" sz="2000" dirty="0">
                <a:latin typeface="微软雅黑" panose="020B0503020204020204" pitchFamily="34" charset="-122"/>
                <a:ea typeface="微软雅黑" panose="020B0503020204020204" pitchFamily="34" charset="-122"/>
              </a:rPr>
              <a:t>内容安全是信息安全领域的一个新兴研究方向，一个具有巨大市场潜力的应用方向。</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b="1" dirty="0">
                <a:solidFill>
                  <a:schemeClr val="accent2">
                    <a:lumMod val="50000"/>
                    <a:lumOff val="50000"/>
                  </a:schemeClr>
                </a:solidFill>
                <a:latin typeface="微软雅黑" panose="020B0503020204020204" pitchFamily="34" charset="-122"/>
                <a:ea typeface="微软雅黑" panose="020B0503020204020204" pitchFamily="34" charset="-122"/>
              </a:rPr>
              <a:t>国外</a:t>
            </a:r>
            <a:r>
              <a:rPr lang="zh-CN" altLang="en-US" dirty="0">
                <a:solidFill>
                  <a:schemeClr val="accent2">
                    <a:lumMod val="50000"/>
                    <a:lumOff val="50000"/>
                  </a:schemeClr>
                </a:solidFill>
                <a:latin typeface="微软雅黑" panose="020B0503020204020204" pitchFamily="34" charset="-122"/>
                <a:ea typeface="微软雅黑" panose="020B0503020204020204" pitchFamily="34" charset="-122"/>
              </a:rPr>
              <a:t>的内容安全范畴包括病毒查杀、恶意代码、网页过滤、垃圾邮件过滤等内容。</a:t>
            </a:r>
            <a:endParaRPr lang="en-US" altLang="zh-CN" dirty="0">
              <a:solidFill>
                <a:schemeClr val="accent2">
                  <a:lumMod val="50000"/>
                  <a:lumOff val="5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b="1" dirty="0">
                <a:solidFill>
                  <a:schemeClr val="accent2">
                    <a:lumMod val="50000"/>
                    <a:lumOff val="50000"/>
                  </a:schemeClr>
                </a:solidFill>
                <a:latin typeface="微软雅黑" panose="020B0503020204020204" pitchFamily="34" charset="-122"/>
                <a:ea typeface="微软雅黑" panose="020B0503020204020204" pitchFamily="34" charset="-122"/>
              </a:rPr>
              <a:t>国内</a:t>
            </a:r>
            <a:r>
              <a:rPr lang="zh-CN" altLang="en-US" dirty="0">
                <a:solidFill>
                  <a:schemeClr val="accent2">
                    <a:lumMod val="50000"/>
                    <a:lumOff val="50000"/>
                  </a:schemeClr>
                </a:solidFill>
                <a:latin typeface="微软雅黑" panose="020B0503020204020204" pitchFamily="34" charset="-122"/>
                <a:ea typeface="微软雅黑" panose="020B0503020204020204" pitchFamily="34" charset="-122"/>
              </a:rPr>
              <a:t>对内容安全的定义是不包括计算机病毒及其防范技术的。</a:t>
            </a:r>
            <a:endParaRPr lang="en-US" altLang="zh-CN" dirty="0">
              <a:solidFill>
                <a:schemeClr val="accent2">
                  <a:lumMod val="50000"/>
                  <a:lumOff val="50000"/>
                </a:schemeClr>
              </a:solidFill>
              <a:latin typeface="微软雅黑" panose="020B0503020204020204" pitchFamily="34" charset="-122"/>
              <a:ea typeface="微软雅黑" panose="020B0503020204020204" pitchFamily="34" charset="-122"/>
            </a:endParaRPr>
          </a:p>
          <a:p>
            <a:pPr indent="504000">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rPr>
              <a:t>内容安全保护数字内容生成到终端用户过程中的合法复制和服务应用，保护数字内容提供者的所有权。</a:t>
            </a:r>
            <a:endParaRPr lang="en-US" altLang="zh-CN" sz="2000" dirty="0">
              <a:solidFill>
                <a:srgbClr val="C00000"/>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b="1" dirty="0">
                <a:solidFill>
                  <a:schemeClr val="accent2">
                    <a:lumMod val="50000"/>
                    <a:lumOff val="50000"/>
                  </a:schemeClr>
                </a:solidFill>
                <a:latin typeface="微软雅黑" panose="020B0503020204020204" pitchFamily="34" charset="-122"/>
                <a:ea typeface="微软雅黑" panose="020B0503020204020204" pitchFamily="34" charset="-122"/>
              </a:rPr>
              <a:t>服务安全</a:t>
            </a:r>
            <a:r>
              <a:rPr lang="zh-CN" altLang="en-US" dirty="0">
                <a:solidFill>
                  <a:schemeClr val="accent2">
                    <a:lumMod val="50000"/>
                    <a:lumOff val="50000"/>
                  </a:schemeClr>
                </a:solidFill>
                <a:latin typeface="微软雅黑" panose="020B0503020204020204" pitchFamily="34" charset="-122"/>
                <a:ea typeface="微软雅黑" panose="020B0503020204020204" pitchFamily="34" charset="-122"/>
              </a:rPr>
              <a:t>表示了服务提供者和订阅者间的关系。</a:t>
            </a:r>
            <a:endParaRPr lang="en-US" altLang="zh-CN" dirty="0">
              <a:solidFill>
                <a:schemeClr val="accent2">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b="1" dirty="0">
                <a:solidFill>
                  <a:schemeClr val="accent2">
                    <a:lumMod val="50000"/>
                    <a:lumOff val="50000"/>
                  </a:schemeClr>
                </a:solidFill>
                <a:latin typeface="微软雅黑" panose="020B0503020204020204" pitchFamily="34" charset="-122"/>
                <a:ea typeface="微软雅黑" panose="020B0503020204020204" pitchFamily="34" charset="-122"/>
              </a:rPr>
              <a:t>内容安全</a:t>
            </a:r>
            <a:r>
              <a:rPr lang="zh-CN" altLang="en-US" dirty="0">
                <a:solidFill>
                  <a:schemeClr val="accent2">
                    <a:lumMod val="50000"/>
                    <a:lumOff val="50000"/>
                  </a:schemeClr>
                </a:solidFill>
                <a:latin typeface="微软雅黑" panose="020B0503020204020204" pitchFamily="34" charset="-122"/>
                <a:ea typeface="微软雅黑" panose="020B0503020204020204" pitchFamily="34" charset="-122"/>
              </a:rPr>
              <a:t>提供了内容本身的安全问题，被定义为保护内容所在位置的安全。</a:t>
            </a:r>
          </a:p>
        </p:txBody>
      </p:sp>
      <p:pic>
        <p:nvPicPr>
          <p:cNvPr id="5" name="图片 4">
            <a:extLst>
              <a:ext uri="{FF2B5EF4-FFF2-40B4-BE49-F238E27FC236}">
                <a16:creationId xmlns:a16="http://schemas.microsoft.com/office/drawing/2014/main" id="{0754FB23-550E-3840-F386-CD443B470F53}"/>
              </a:ext>
            </a:extLst>
          </p:cNvPr>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930069626"/>
      </p:ext>
    </p:extLst>
  </p:cSld>
  <p:clrMapOvr>
    <a:masterClrMapping/>
  </p:clrMapOvr>
  <mc:AlternateContent xmlns:mc="http://schemas.openxmlformats.org/markup-compatibility/2006" xmlns:p14="http://schemas.microsoft.com/office/powerpoint/2010/main">
    <mc:Choice Requires="p14">
      <p:transition spd="slow" p14:dur="999"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aphicFrame>
        <p:nvGraphicFramePr>
          <p:cNvPr id="22" name="图示 21"/>
          <p:cNvGraphicFramePr/>
          <p:nvPr>
            <p:extLst>
              <p:ext uri="{D42A27DB-BD31-4B8C-83A1-F6EECF244321}">
                <p14:modId xmlns:p14="http://schemas.microsoft.com/office/powerpoint/2010/main" val="72017499"/>
              </p:ext>
            </p:extLst>
          </p:nvPr>
        </p:nvGraphicFramePr>
        <p:xfrm>
          <a:off x="395537" y="2571751"/>
          <a:ext cx="8568952" cy="2376264"/>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4" name="文本框 3">
            <a:extLst>
              <a:ext uri="{FF2B5EF4-FFF2-40B4-BE49-F238E27FC236}">
                <a16:creationId xmlns:a16="http://schemas.microsoft.com/office/drawing/2014/main" id="{8726F959-B4C3-4F1A-8742-7D6987C5F17D}"/>
              </a:ext>
            </a:extLst>
          </p:cNvPr>
          <p:cNvSpPr txBox="1"/>
          <p:nvPr/>
        </p:nvSpPr>
        <p:spPr>
          <a:xfrm>
            <a:off x="558445" y="1219137"/>
            <a:ext cx="8190019" cy="1424621"/>
          </a:xfrm>
          <a:prstGeom prst="rect">
            <a:avLst/>
          </a:prstGeom>
          <a:noFill/>
        </p:spPr>
        <p:txBody>
          <a:bodyPr wrap="square" rtlCol="0">
            <a:spAutoFit/>
          </a:bodyPr>
          <a:lstStyle/>
          <a:p>
            <a:pPr indent="504000">
              <a:lnSpc>
                <a:spcPct val="150000"/>
              </a:lnSpc>
            </a:pPr>
            <a:r>
              <a:rPr lang="zh-CN" altLang="en-US" sz="2000" dirty="0">
                <a:latin typeface="微软雅黑" panose="020B0503020204020204" pitchFamily="34" charset="-122"/>
                <a:ea typeface="微软雅黑" panose="020B0503020204020204" pitchFamily="34" charset="-122"/>
              </a:rPr>
              <a:t>数字内容安全是信息安全在法律、政治、道德层次上的要求。数字内容安全研究的目的就是，通过一系列技术尽量保证网络或非网络的数字化信息符合法律、政治和道德规范。</a:t>
            </a:r>
            <a:endParaRPr lang="en-US" altLang="zh-CN" sz="2000"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CB4E922B-356E-7417-B11D-F1374C157456}"/>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896166350"/>
      </p:ext>
    </p:extLst>
  </p:cSld>
  <p:clrMapOvr>
    <a:masterClrMapping/>
  </p:clrMapOvr>
  <mc:AlternateContent xmlns:mc="http://schemas.openxmlformats.org/markup-compatibility/2006" xmlns:p14="http://schemas.microsoft.com/office/powerpoint/2010/main">
    <mc:Choice Requires="p14">
      <p:transition spd="slow" p14:dur="999"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2" grpId="0">
        <p:bldAsOne/>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aphicFrame>
        <p:nvGraphicFramePr>
          <p:cNvPr id="22" name="图示 21"/>
          <p:cNvGraphicFramePr/>
          <p:nvPr>
            <p:extLst>
              <p:ext uri="{D42A27DB-BD31-4B8C-83A1-F6EECF244321}">
                <p14:modId xmlns:p14="http://schemas.microsoft.com/office/powerpoint/2010/main" val="2104552133"/>
              </p:ext>
            </p:extLst>
          </p:nvPr>
        </p:nvGraphicFramePr>
        <p:xfrm>
          <a:off x="395536" y="1419622"/>
          <a:ext cx="8424936" cy="3223830"/>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pic>
        <p:nvPicPr>
          <p:cNvPr id="4" name="图片 3">
            <a:extLst>
              <a:ext uri="{FF2B5EF4-FFF2-40B4-BE49-F238E27FC236}">
                <a16:creationId xmlns:a16="http://schemas.microsoft.com/office/drawing/2014/main" id="{A651B9D7-B865-3D5E-CAA7-8649EA36E597}"/>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2"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pic>
        <p:nvPicPr>
          <p:cNvPr id="5" name="图片 4">
            <a:extLst>
              <a:ext uri="{FF2B5EF4-FFF2-40B4-BE49-F238E27FC236}">
                <a16:creationId xmlns:a16="http://schemas.microsoft.com/office/drawing/2014/main" id="{D84018F5-9447-454D-B550-7B6CFAEA2EEF}"/>
              </a:ext>
            </a:extLst>
          </p:cNvPr>
          <p:cNvPicPr>
            <a:picLocks noChangeAspect="1"/>
          </p:cNvPicPr>
          <p:nvPr/>
        </p:nvPicPr>
        <p:blipFill>
          <a:blip r:embed="rId17"/>
          <a:stretch>
            <a:fillRect/>
          </a:stretch>
        </p:blipFill>
        <p:spPr>
          <a:xfrm>
            <a:off x="4553849" y="2418506"/>
            <a:ext cx="4240660" cy="2385371"/>
          </a:xfrm>
          <a:prstGeom prst="rect">
            <a:avLst/>
          </a:prstGeom>
        </p:spPr>
      </p:pic>
      <p:sp>
        <p:nvSpPr>
          <p:cNvPr id="6" name="文本框 5">
            <a:extLst>
              <a:ext uri="{FF2B5EF4-FFF2-40B4-BE49-F238E27FC236}">
                <a16:creationId xmlns:a16="http://schemas.microsoft.com/office/drawing/2014/main" id="{A54E416D-A140-4E7A-A5CD-7C61347A43E4}"/>
              </a:ext>
            </a:extLst>
          </p:cNvPr>
          <p:cNvSpPr txBox="1"/>
          <p:nvPr/>
        </p:nvSpPr>
        <p:spPr>
          <a:xfrm>
            <a:off x="395536" y="1394774"/>
            <a:ext cx="8398973" cy="961289"/>
          </a:xfrm>
          <a:prstGeom prst="rect">
            <a:avLst/>
          </a:prstGeom>
          <a:noFill/>
        </p:spPr>
        <p:txBody>
          <a:bodyPr wrap="square" rtlCol="0">
            <a:spAutoFit/>
          </a:bodyPr>
          <a:lstStyle/>
          <a:p>
            <a:pPr indent="504000">
              <a:lnSpc>
                <a:spcPct val="150000"/>
              </a:lnSpc>
            </a:pPr>
            <a:r>
              <a:rPr lang="zh-CN" altLang="en-US" sz="2000" dirty="0">
                <a:latin typeface="微软雅黑" panose="020B0503020204020204" pitchFamily="34" charset="-122"/>
                <a:ea typeface="微软雅黑" panose="020B0503020204020204" pitchFamily="34" charset="-122"/>
              </a:rPr>
              <a:t>网络内容安全影响的范围并不仅仅局限于虚拟网络中，而且与其他方面的国家安全问题密切联系、相互影响。</a:t>
            </a:r>
          </a:p>
        </p:txBody>
      </p:sp>
      <p:pic>
        <p:nvPicPr>
          <p:cNvPr id="4" name="图片 3">
            <a:extLst>
              <a:ext uri="{FF2B5EF4-FFF2-40B4-BE49-F238E27FC236}">
                <a16:creationId xmlns:a16="http://schemas.microsoft.com/office/drawing/2014/main" id="{291928AA-2AFB-E5C8-22C4-C65744D1F6BC}"/>
              </a:ext>
            </a:extLst>
          </p:cNvPr>
          <p:cNvPicPr>
            <a:picLocks noChangeAspect="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9E6F41A2-99A6-E59F-8858-353F09B9080C}"/>
              </a:ext>
            </a:extLst>
          </p:cNvPr>
          <p:cNvSpPr txBox="1"/>
          <p:nvPr/>
        </p:nvSpPr>
        <p:spPr>
          <a:xfrm>
            <a:off x="513425" y="3939902"/>
            <a:ext cx="4104456" cy="353943"/>
          </a:xfrm>
          <a:prstGeom prst="rect">
            <a:avLst/>
          </a:prstGeom>
          <a:noFill/>
        </p:spPr>
        <p:txBody>
          <a:bodyPr wrap="square" rtlCol="0">
            <a:spAutoFit/>
          </a:bodyPr>
          <a:lstStyle/>
          <a:p>
            <a:r>
              <a:rPr lang="zh-CN" altLang="en-US" b="1" i="0" dirty="0">
                <a:solidFill>
                  <a:srgbClr val="000000"/>
                </a:solidFill>
                <a:effectLst/>
                <a:latin typeface="Microsoft Yahei" panose="020B0503020204020204" pitchFamily="34" charset="-122"/>
                <a:ea typeface="Microsoft Yahei" panose="020B0503020204020204" pitchFamily="34" charset="-122"/>
              </a:rPr>
              <a:t>习近平：没有网络安全就没有国家安全</a:t>
            </a:r>
            <a:endParaRPr lang="zh-CN" altLang="en-US" dirty="0"/>
          </a:p>
        </p:txBody>
      </p:sp>
    </p:spTree>
    <p:custDataLst>
      <p:tags r:id="rId1"/>
    </p:custDataLst>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数字内容安全概念</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aphicFrame>
        <p:nvGraphicFramePr>
          <p:cNvPr id="18" name="图示 17"/>
          <p:cNvGraphicFramePr/>
          <p:nvPr/>
        </p:nvGraphicFramePr>
        <p:xfrm>
          <a:off x="1979712" y="1764801"/>
          <a:ext cx="6552728" cy="2967189"/>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9" name="矩形 18"/>
          <p:cNvSpPr>
            <a:spLocks noChangeArrowheads="1"/>
          </p:cNvSpPr>
          <p:nvPr/>
        </p:nvSpPr>
        <p:spPr bwMode="auto">
          <a:xfrm>
            <a:off x="827584" y="987574"/>
            <a:ext cx="2122697" cy="461665"/>
          </a:xfrm>
          <a:prstGeom prst="rect">
            <a:avLst/>
          </a:prstGeom>
          <a:noFill/>
          <a:ln w="9525">
            <a:noFill/>
            <a:miter lim="800000"/>
          </a:ln>
        </p:spPr>
        <p:txBody>
          <a:bodyPr wrap="non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 内容安全发展</a:t>
            </a:r>
          </a:p>
        </p:txBody>
      </p:sp>
      <p:pic>
        <p:nvPicPr>
          <p:cNvPr id="4" name="图片 3">
            <a:extLst>
              <a:ext uri="{FF2B5EF4-FFF2-40B4-BE49-F238E27FC236}">
                <a16:creationId xmlns:a16="http://schemas.microsoft.com/office/drawing/2014/main" id="{3BF8B2B0-C957-DAD3-0FBC-596C03C21C2B}"/>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699375298"/>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数字内容安全技术</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19" name="矩形 18"/>
          <p:cNvSpPr>
            <a:spLocks noChangeArrowheads="1"/>
          </p:cNvSpPr>
          <p:nvPr/>
        </p:nvSpPr>
        <p:spPr bwMode="auto">
          <a:xfrm>
            <a:off x="611560" y="1636010"/>
            <a:ext cx="7992888" cy="2879956"/>
          </a:xfrm>
          <a:prstGeom prst="rect">
            <a:avLst/>
          </a:prstGeom>
          <a:noFill/>
          <a:ln w="9525">
            <a:noFill/>
            <a:miter lim="800000"/>
          </a:ln>
        </p:spPr>
        <p:txBody>
          <a:bodyPr wrap="square">
            <a:spAutoFit/>
          </a:bodyPr>
          <a:lstStyle/>
          <a:p>
            <a:pPr indent="486000">
              <a:lnSpc>
                <a:spcPct val="150000"/>
              </a:lnSpc>
            </a:pPr>
            <a:r>
              <a:rPr lang="zh-CN" altLang="en-US" sz="2000" dirty="0">
                <a:solidFill>
                  <a:srgbClr val="5F5F5F"/>
                </a:solidFill>
                <a:latin typeface="微软雅黑" panose="020B0503020204020204" pitchFamily="34" charset="-122"/>
                <a:ea typeface="微软雅黑" panose="020B0503020204020204" pitchFamily="34" charset="-122"/>
                <a:sym typeface="+mn-ea"/>
              </a:rPr>
              <a:t> </a:t>
            </a:r>
            <a:r>
              <a:rPr lang="zh-CN" altLang="en-US" sz="1900" dirty="0">
                <a:solidFill>
                  <a:srgbClr val="5F5F5F"/>
                </a:solidFill>
                <a:latin typeface="微软雅黑" panose="020B0503020204020204" pitchFamily="34" charset="-122"/>
                <a:ea typeface="微软雅黑" panose="020B0503020204020204" pitchFamily="34" charset="-122"/>
                <a:sym typeface="+mn-ea"/>
              </a:rPr>
              <a:t>数字内容安全是管理数字内容传播的重要手段，属于网络安全系统的核心理论与关键组成部分，对提高网络使用效率、净化网络空间、保障社会稳定具有重大意义。</a:t>
            </a:r>
            <a:endParaRPr lang="en-US" altLang="zh-CN" sz="1900" dirty="0">
              <a:solidFill>
                <a:srgbClr val="5F5F5F"/>
              </a:solidFill>
              <a:latin typeface="微软雅黑" panose="020B0503020204020204" pitchFamily="34" charset="-122"/>
              <a:ea typeface="微软雅黑" panose="020B0503020204020204" pitchFamily="34" charset="-122"/>
              <a:sym typeface="+mn-ea"/>
            </a:endParaRPr>
          </a:p>
          <a:p>
            <a:pPr indent="457200">
              <a:lnSpc>
                <a:spcPct val="150000"/>
              </a:lnSpc>
            </a:pPr>
            <a:endParaRPr lang="en-US" altLang="zh-CN" sz="400" dirty="0">
              <a:solidFill>
                <a:srgbClr val="5F5F5F"/>
              </a:solidFill>
              <a:latin typeface="微软雅黑" panose="020B0503020204020204" pitchFamily="34" charset="-122"/>
              <a:ea typeface="微软雅黑" panose="020B0503020204020204" pitchFamily="34" charset="-122"/>
              <a:sym typeface="+mn-ea"/>
            </a:endParaRPr>
          </a:p>
          <a:p>
            <a:pPr indent="486000">
              <a:lnSpc>
                <a:spcPct val="150000"/>
              </a:lnSpc>
            </a:pPr>
            <a:r>
              <a:rPr lang="zh-CN" altLang="en-US" sz="1900" dirty="0">
                <a:solidFill>
                  <a:srgbClr val="5F5F5F"/>
                </a:solidFill>
                <a:latin typeface="微软雅黑" panose="020B0503020204020204" pitchFamily="34" charset="-122"/>
                <a:ea typeface="微软雅黑" panose="020B0503020204020204" pitchFamily="34" charset="-122"/>
                <a:sym typeface="+mn-ea"/>
              </a:rPr>
              <a:t>数字内容安全为先进网络文化建设和社会主义先进文化的网络传播提供了技术支撑，它属于国家信息安全保障体系的重要组成部分。</a:t>
            </a:r>
            <a:endParaRPr lang="en-US" altLang="zh-CN" sz="1900" dirty="0">
              <a:solidFill>
                <a:srgbClr val="5F5F5F"/>
              </a:solidFill>
              <a:latin typeface="微软雅黑" panose="020B0503020204020204" pitchFamily="34" charset="-122"/>
              <a:ea typeface="微软雅黑" panose="020B0503020204020204" pitchFamily="34" charset="-122"/>
              <a:sym typeface="+mn-ea"/>
            </a:endParaRPr>
          </a:p>
          <a:p>
            <a:pPr indent="457200">
              <a:lnSpc>
                <a:spcPct val="150000"/>
              </a:lnSpc>
            </a:pPr>
            <a:endParaRPr lang="en-US" altLang="zh-CN" sz="400" dirty="0">
              <a:solidFill>
                <a:srgbClr val="5F5F5F"/>
              </a:solidFill>
              <a:latin typeface="微软雅黑" panose="020B0503020204020204" pitchFamily="34" charset="-122"/>
              <a:ea typeface="微软雅黑" panose="020B0503020204020204" pitchFamily="34" charset="-122"/>
              <a:sym typeface="+mn-ea"/>
            </a:endParaRPr>
          </a:p>
          <a:p>
            <a:pPr indent="486000">
              <a:lnSpc>
                <a:spcPct val="150000"/>
              </a:lnSpc>
            </a:pPr>
            <a:r>
              <a:rPr lang="zh-CN" altLang="en-US" sz="1900" dirty="0">
                <a:solidFill>
                  <a:srgbClr val="5F5F5F"/>
                </a:solidFill>
                <a:latin typeface="微软雅黑" panose="020B0503020204020204" pitchFamily="34" charset="-122"/>
                <a:ea typeface="微软雅黑" panose="020B0503020204020204" pitchFamily="34" charset="-122"/>
                <a:sym typeface="+mn-ea"/>
              </a:rPr>
              <a:t>数字内容安全研究不仅具有重要的学术意义，也具有重要的社会意义。</a:t>
            </a:r>
          </a:p>
        </p:txBody>
      </p:sp>
      <p:pic>
        <p:nvPicPr>
          <p:cNvPr id="4" name="图片 3">
            <a:extLst>
              <a:ext uri="{FF2B5EF4-FFF2-40B4-BE49-F238E27FC236}">
                <a16:creationId xmlns:a16="http://schemas.microsoft.com/office/drawing/2014/main" id="{C0ED350E-B47A-2EB1-0322-FB471013C459}"/>
              </a:ext>
            </a:extLst>
          </p:cNvPr>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数字内容安全技术</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19" name="矩形 18"/>
          <p:cNvSpPr>
            <a:spLocks noChangeArrowheads="1"/>
          </p:cNvSpPr>
          <p:nvPr/>
        </p:nvSpPr>
        <p:spPr bwMode="auto">
          <a:xfrm>
            <a:off x="539551" y="987574"/>
            <a:ext cx="8074161" cy="1279966"/>
          </a:xfrm>
          <a:prstGeom prst="rect">
            <a:avLst/>
          </a:prstGeom>
          <a:noFill/>
          <a:ln w="9525">
            <a:noFill/>
            <a:miter lim="800000"/>
          </a:ln>
        </p:spPr>
        <p:txBody>
          <a:bodyPr wrap="squar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数字内容安全与信息安全</a:t>
            </a:r>
            <a:endParaRPr lang="en-US" altLang="zh-CN" sz="2400" dirty="0">
              <a:solidFill>
                <a:srgbClr val="5F5F5F"/>
              </a:solidFill>
              <a:latin typeface="微软雅黑" panose="020B0503020204020204" pitchFamily="34" charset="-122"/>
              <a:ea typeface="微软雅黑" panose="020B0503020204020204" pitchFamily="34" charset="-122"/>
              <a:sym typeface="+mn-ea"/>
            </a:endParaRPr>
          </a:p>
          <a:p>
            <a:endParaRPr lang="en-US" altLang="zh-CN" sz="800" dirty="0">
              <a:solidFill>
                <a:srgbClr val="5F5F5F"/>
              </a:solidFill>
              <a:latin typeface="微软雅黑" panose="020B0503020204020204" pitchFamily="34" charset="-122"/>
              <a:ea typeface="微软雅黑" panose="020B0503020204020204" pitchFamily="34" charset="-122"/>
              <a:sym typeface="+mn-ea"/>
            </a:endParaRPr>
          </a:p>
          <a:p>
            <a:pPr indent="403200">
              <a:lnSpc>
                <a:spcPct val="150000"/>
              </a:lnSpc>
            </a:pPr>
            <a:r>
              <a:rPr lang="zh-CN" altLang="en-US" sz="1600" dirty="0">
                <a:solidFill>
                  <a:srgbClr val="5F5F5F"/>
                </a:solidFill>
                <a:latin typeface="微软雅黑" panose="020B0503020204020204" pitchFamily="34" charset="-122"/>
                <a:ea typeface="微软雅黑" panose="020B0503020204020204" pitchFamily="34" charset="-122"/>
                <a:sym typeface="+mn-ea"/>
              </a:rPr>
              <a:t>信息安全是通过实施一组控制而达到的，包括策略、措施、过程、组织结构及软件功能，是对</a:t>
            </a:r>
            <a:r>
              <a:rPr lang="zh-CN" altLang="en-US" sz="1600" b="1" dirty="0">
                <a:solidFill>
                  <a:srgbClr val="5F5F5F"/>
                </a:solidFill>
                <a:latin typeface="微软雅黑" panose="020B0503020204020204" pitchFamily="34" charset="-122"/>
                <a:ea typeface="微软雅黑" panose="020B0503020204020204" pitchFamily="34" charset="-122"/>
                <a:sym typeface="+mn-ea"/>
              </a:rPr>
              <a:t>机密性</a:t>
            </a:r>
            <a:r>
              <a:rPr lang="zh-CN" altLang="en-US" sz="1600" dirty="0">
                <a:solidFill>
                  <a:srgbClr val="5F5F5F"/>
                </a:solidFill>
                <a:latin typeface="微软雅黑" panose="020B0503020204020204" pitchFamily="34" charset="-122"/>
                <a:ea typeface="微软雅黑" panose="020B0503020204020204" pitchFamily="34" charset="-122"/>
                <a:sym typeface="+mn-ea"/>
              </a:rPr>
              <a:t>、</a:t>
            </a:r>
            <a:r>
              <a:rPr lang="zh-CN" altLang="en-US" sz="1600" b="1" dirty="0">
                <a:solidFill>
                  <a:srgbClr val="5F5F5F"/>
                </a:solidFill>
                <a:latin typeface="微软雅黑" panose="020B0503020204020204" pitchFamily="34" charset="-122"/>
                <a:ea typeface="微软雅黑" panose="020B0503020204020204" pitchFamily="34" charset="-122"/>
                <a:sym typeface="+mn-ea"/>
              </a:rPr>
              <a:t>完整性</a:t>
            </a:r>
            <a:r>
              <a:rPr lang="zh-CN" altLang="en-US" sz="1600" dirty="0">
                <a:solidFill>
                  <a:srgbClr val="5F5F5F"/>
                </a:solidFill>
                <a:latin typeface="微软雅黑" panose="020B0503020204020204" pitchFamily="34" charset="-122"/>
                <a:ea typeface="微软雅黑" panose="020B0503020204020204" pitchFamily="34" charset="-122"/>
                <a:sym typeface="+mn-ea"/>
              </a:rPr>
              <a:t>和</a:t>
            </a:r>
            <a:r>
              <a:rPr lang="zh-CN" altLang="en-US" sz="1600" b="1" dirty="0">
                <a:solidFill>
                  <a:srgbClr val="5F5F5F"/>
                </a:solidFill>
                <a:latin typeface="微软雅黑" panose="020B0503020204020204" pitchFamily="34" charset="-122"/>
                <a:ea typeface="微软雅黑" panose="020B0503020204020204" pitchFamily="34" charset="-122"/>
                <a:sym typeface="+mn-ea"/>
              </a:rPr>
              <a:t>可用性</a:t>
            </a:r>
            <a:r>
              <a:rPr lang="zh-CN" altLang="en-US" sz="1600" dirty="0">
                <a:solidFill>
                  <a:srgbClr val="5F5F5F"/>
                </a:solidFill>
                <a:latin typeface="微软雅黑" panose="020B0503020204020204" pitchFamily="34" charset="-122"/>
                <a:ea typeface="微软雅黑" panose="020B0503020204020204" pitchFamily="34" charset="-122"/>
                <a:sym typeface="+mn-ea"/>
              </a:rPr>
              <a:t>保护的一种特性。</a:t>
            </a:r>
          </a:p>
        </p:txBody>
      </p:sp>
      <p:graphicFrame>
        <p:nvGraphicFramePr>
          <p:cNvPr id="21" name="图示 20"/>
          <p:cNvGraphicFramePr/>
          <p:nvPr>
            <p:extLst>
              <p:ext uri="{D42A27DB-BD31-4B8C-83A1-F6EECF244321}">
                <p14:modId xmlns:p14="http://schemas.microsoft.com/office/powerpoint/2010/main" val="3309553079"/>
              </p:ext>
            </p:extLst>
          </p:nvPr>
        </p:nvGraphicFramePr>
        <p:xfrm>
          <a:off x="4788023" y="2643758"/>
          <a:ext cx="3825689" cy="2088766"/>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4" name="文本框 3">
            <a:extLst>
              <a:ext uri="{FF2B5EF4-FFF2-40B4-BE49-F238E27FC236}">
                <a16:creationId xmlns:a16="http://schemas.microsoft.com/office/drawing/2014/main" id="{653E0EAF-F507-4C53-96E2-5FE1E2C47151}"/>
              </a:ext>
            </a:extLst>
          </p:cNvPr>
          <p:cNvSpPr txBox="1"/>
          <p:nvPr/>
        </p:nvSpPr>
        <p:spPr>
          <a:xfrm>
            <a:off x="539552" y="2283718"/>
            <a:ext cx="3888432" cy="2634183"/>
          </a:xfrm>
          <a:prstGeom prst="rect">
            <a:avLst/>
          </a:prstGeom>
          <a:noFill/>
        </p:spPr>
        <p:txBody>
          <a:bodyPr wrap="square" rtlCol="0">
            <a:spAutoFit/>
          </a:bodyPr>
          <a:lstStyle/>
          <a:p>
            <a:pPr indent="403200">
              <a:lnSpc>
                <a:spcPct val="150000"/>
              </a:lnSpc>
            </a:pPr>
            <a:r>
              <a:rPr lang="zh-CN" altLang="en-US" sz="1600" dirty="0">
                <a:solidFill>
                  <a:srgbClr val="5F5F5F"/>
                </a:solidFill>
                <a:latin typeface="微软雅黑" panose="020B0503020204020204" pitchFamily="34" charset="-122"/>
                <a:ea typeface="微软雅黑" panose="020B0503020204020204" pitchFamily="34" charset="-122"/>
              </a:rPr>
              <a:t>信息</a:t>
            </a:r>
            <a:r>
              <a:rPr lang="zh-CN" altLang="en-US" sz="1600" b="1" dirty="0">
                <a:solidFill>
                  <a:srgbClr val="5F5F5F"/>
                </a:solidFill>
                <a:latin typeface="微软雅黑" panose="020B0503020204020204" pitchFamily="34" charset="-122"/>
                <a:ea typeface="微软雅黑" panose="020B0503020204020204" pitchFamily="34" charset="-122"/>
              </a:rPr>
              <a:t>系统</a:t>
            </a:r>
            <a:r>
              <a:rPr lang="zh-CN" altLang="en-US" sz="1600" dirty="0">
                <a:solidFill>
                  <a:srgbClr val="5F5F5F"/>
                </a:solidFill>
                <a:latin typeface="微软雅黑" panose="020B0503020204020204" pitchFamily="34" charset="-122"/>
                <a:ea typeface="微软雅黑" panose="020B0503020204020204" pitchFamily="34" charset="-122"/>
              </a:rPr>
              <a:t>安全和信息</a:t>
            </a:r>
            <a:r>
              <a:rPr lang="zh-CN" altLang="en-US" sz="1600" b="1" dirty="0">
                <a:solidFill>
                  <a:srgbClr val="5F5F5F"/>
                </a:solidFill>
                <a:latin typeface="微软雅黑" panose="020B0503020204020204" pitchFamily="34" charset="-122"/>
                <a:ea typeface="微软雅黑" panose="020B0503020204020204" pitchFamily="34" charset="-122"/>
              </a:rPr>
              <a:t>内容</a:t>
            </a:r>
            <a:r>
              <a:rPr lang="zh-CN" altLang="en-US" sz="1600" dirty="0">
                <a:solidFill>
                  <a:srgbClr val="5F5F5F"/>
                </a:solidFill>
                <a:latin typeface="微软雅黑" panose="020B0503020204020204" pitchFamily="34" charset="-122"/>
                <a:ea typeface="微软雅黑" panose="020B0503020204020204" pitchFamily="34" charset="-122"/>
              </a:rPr>
              <a:t>安全组成了完整的信息安全体系和信息安全的技术层次。系统安全反映的是信息系统所面临的安全问题，包括物理安全和运行安全。数据安全是以保护数据不受外界的侵扰为目的，内容安全则是反过来对流动的数据进行限制。</a:t>
            </a:r>
          </a:p>
        </p:txBody>
      </p:sp>
      <p:pic>
        <p:nvPicPr>
          <p:cNvPr id="5" name="图片 4">
            <a:extLst>
              <a:ext uri="{FF2B5EF4-FFF2-40B4-BE49-F238E27FC236}">
                <a16:creationId xmlns:a16="http://schemas.microsoft.com/office/drawing/2014/main" id="{F02E17D9-ABC1-A1AD-E8F3-E642B55FFE12}"/>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024920405"/>
      </p:ext>
    </p:extLst>
  </p:cSld>
  <p:clrMapOvr>
    <a:masterClrMapping/>
  </p:clrMapOvr>
  <mc:AlternateContent xmlns:mc="http://schemas.openxmlformats.org/markup-compatibility/2006" xmlns:p14="http://schemas.microsoft.com/office/powerpoint/2010/main">
    <mc:Choice Requires="p14">
      <p:transition spd="slow" p14:dur="999"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数字内容安全技术</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19" name="矩形 18"/>
          <p:cNvSpPr>
            <a:spLocks noChangeArrowheads="1"/>
          </p:cNvSpPr>
          <p:nvPr/>
        </p:nvSpPr>
        <p:spPr bwMode="auto">
          <a:xfrm>
            <a:off x="539552" y="987574"/>
            <a:ext cx="4021620" cy="461665"/>
          </a:xfrm>
          <a:prstGeom prst="rect">
            <a:avLst/>
          </a:prstGeom>
          <a:noFill/>
          <a:ln w="9525">
            <a:noFill/>
            <a:miter lim="800000"/>
          </a:ln>
        </p:spPr>
        <p:txBody>
          <a:bodyPr wrap="squar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数字内容安全与信息安全</a:t>
            </a:r>
          </a:p>
        </p:txBody>
      </p:sp>
      <p:graphicFrame>
        <p:nvGraphicFramePr>
          <p:cNvPr id="23" name="图示 22"/>
          <p:cNvGraphicFramePr/>
          <p:nvPr>
            <p:extLst>
              <p:ext uri="{D42A27DB-BD31-4B8C-83A1-F6EECF244321}">
                <p14:modId xmlns:p14="http://schemas.microsoft.com/office/powerpoint/2010/main" val="2340243486"/>
              </p:ext>
            </p:extLst>
          </p:nvPr>
        </p:nvGraphicFramePr>
        <p:xfrm>
          <a:off x="1115616" y="1563638"/>
          <a:ext cx="7416824" cy="3256136"/>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pic>
        <p:nvPicPr>
          <p:cNvPr id="4" name="图片 3">
            <a:extLst>
              <a:ext uri="{FF2B5EF4-FFF2-40B4-BE49-F238E27FC236}">
                <a16:creationId xmlns:a16="http://schemas.microsoft.com/office/drawing/2014/main" id="{BD428753-9974-3A4B-8D4A-337C7977B42A}"/>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048">
            <a:extLst>
              <a:ext uri="{FF2B5EF4-FFF2-40B4-BE49-F238E27FC236}">
                <a16:creationId xmlns:a16="http://schemas.microsoft.com/office/drawing/2014/main" id="{31DB9850-E15F-4126-82A5-D18C4ABCB65C}"/>
              </a:ext>
            </a:extLst>
          </p:cNvPr>
          <p:cNvSpPr txBox="1">
            <a:spLocks noChangeArrowheads="1"/>
          </p:cNvSpPr>
          <p:nvPr>
            <p:custDataLst>
              <p:tags r:id="rId1"/>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数字内容安全技术</a:t>
            </a:r>
            <a:endParaRPr lang="zh-CN" altLang="zh-CN" sz="3200" b="1" dirty="0">
              <a:latin typeface="微软雅黑" panose="020B0503020204020204" pitchFamily="34" charset="-122"/>
              <a:ea typeface="微软雅黑" panose="020B0503020204020204" pitchFamily="34" charset="-122"/>
            </a:endParaRPr>
          </a:p>
        </p:txBody>
      </p:sp>
      <p:grpSp>
        <p:nvGrpSpPr>
          <p:cNvPr id="3" name="组合 27">
            <a:extLst>
              <a:ext uri="{FF2B5EF4-FFF2-40B4-BE49-F238E27FC236}">
                <a16:creationId xmlns:a16="http://schemas.microsoft.com/office/drawing/2014/main" id="{A09D0FF7-DE03-4550-A15E-D298732440B9}"/>
              </a:ext>
            </a:extLst>
          </p:cNvPr>
          <p:cNvGrpSpPr>
            <a:grpSpLocks noChangeAspect="1"/>
          </p:cNvGrpSpPr>
          <p:nvPr/>
        </p:nvGrpSpPr>
        <p:grpSpPr bwMode="auto">
          <a:xfrm>
            <a:off x="2346325" y="361950"/>
            <a:ext cx="438150" cy="361950"/>
            <a:chOff x="1928813" y="1763600"/>
            <a:chExt cx="1373188" cy="1130300"/>
          </a:xfrm>
        </p:grpSpPr>
        <p:sp>
          <p:nvSpPr>
            <p:cNvPr id="4" name="Rectangle 25">
              <a:extLst>
                <a:ext uri="{FF2B5EF4-FFF2-40B4-BE49-F238E27FC236}">
                  <a16:creationId xmlns:a16="http://schemas.microsoft.com/office/drawing/2014/main" id="{0E1AEB05-5435-43AD-8D93-D5331D5745D9}"/>
                </a:ext>
              </a:extLst>
            </p:cNvPr>
            <p:cNvSpPr>
              <a:spLocks noChangeArrowheads="1"/>
            </p:cNvSpPr>
            <p:nvPr>
              <p:custDataLst>
                <p:tags r:id="rId8"/>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5" name="Rectangle 26">
              <a:extLst>
                <a:ext uri="{FF2B5EF4-FFF2-40B4-BE49-F238E27FC236}">
                  <a16:creationId xmlns:a16="http://schemas.microsoft.com/office/drawing/2014/main" id="{CAFDC0A2-61E4-4134-9FCD-2C024E3809E2}"/>
                </a:ext>
              </a:extLst>
            </p:cNvPr>
            <p:cNvSpPr>
              <a:spLocks noChangeArrowheads="1"/>
            </p:cNvSpPr>
            <p:nvPr>
              <p:custDataLst>
                <p:tags r:id="rId9"/>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6" name="Rectangle 27">
              <a:extLst>
                <a:ext uri="{FF2B5EF4-FFF2-40B4-BE49-F238E27FC236}">
                  <a16:creationId xmlns:a16="http://schemas.microsoft.com/office/drawing/2014/main" id="{53EFC0F3-36A3-4651-9007-D4B025D10314}"/>
                </a:ext>
              </a:extLst>
            </p:cNvPr>
            <p:cNvSpPr>
              <a:spLocks noChangeArrowheads="1"/>
            </p:cNvSpPr>
            <p:nvPr>
              <p:custDataLst>
                <p:tags r:id="rId10"/>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7" name="Rectangle 28">
              <a:extLst>
                <a:ext uri="{FF2B5EF4-FFF2-40B4-BE49-F238E27FC236}">
                  <a16:creationId xmlns:a16="http://schemas.microsoft.com/office/drawing/2014/main" id="{1BCF641E-17D4-4C9D-8E4F-892198D4DBBD}"/>
                </a:ext>
              </a:extLst>
            </p:cNvPr>
            <p:cNvSpPr>
              <a:spLocks noChangeArrowheads="1"/>
            </p:cNvSpPr>
            <p:nvPr>
              <p:custDataLst>
                <p:tags r:id="rId11"/>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8" name="Rectangle 29">
              <a:extLst>
                <a:ext uri="{FF2B5EF4-FFF2-40B4-BE49-F238E27FC236}">
                  <a16:creationId xmlns:a16="http://schemas.microsoft.com/office/drawing/2014/main" id="{B08D18C9-0AE5-46F0-9AFA-EA0830CAC7F0}"/>
                </a:ext>
              </a:extLst>
            </p:cNvPr>
            <p:cNvSpPr>
              <a:spLocks noChangeArrowheads="1"/>
            </p:cNvSpPr>
            <p:nvPr>
              <p:custDataLst>
                <p:tags r:id="rId12"/>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9" name="Rectangle 30">
              <a:extLst>
                <a:ext uri="{FF2B5EF4-FFF2-40B4-BE49-F238E27FC236}">
                  <a16:creationId xmlns:a16="http://schemas.microsoft.com/office/drawing/2014/main" id="{9F398631-625F-4C26-AA54-351C795D9EE5}"/>
                </a:ext>
              </a:extLst>
            </p:cNvPr>
            <p:cNvSpPr>
              <a:spLocks noChangeArrowheads="1"/>
            </p:cNvSpPr>
            <p:nvPr>
              <p:custDataLst>
                <p:tags r:id="rId13"/>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10" name="组合 34">
            <a:extLst>
              <a:ext uri="{FF2B5EF4-FFF2-40B4-BE49-F238E27FC236}">
                <a16:creationId xmlns:a16="http://schemas.microsoft.com/office/drawing/2014/main" id="{FBCC47AA-29D4-4D32-91F3-D4C0BFFDC667}"/>
              </a:ext>
            </a:extLst>
          </p:cNvPr>
          <p:cNvGrpSpPr>
            <a:grpSpLocks noChangeAspect="1"/>
          </p:cNvGrpSpPr>
          <p:nvPr/>
        </p:nvGrpSpPr>
        <p:grpSpPr bwMode="auto">
          <a:xfrm flipH="1">
            <a:off x="6380163" y="361950"/>
            <a:ext cx="438150" cy="361950"/>
            <a:chOff x="1928813" y="1763600"/>
            <a:chExt cx="1373188" cy="1130300"/>
          </a:xfrm>
        </p:grpSpPr>
        <p:sp>
          <p:nvSpPr>
            <p:cNvPr id="11" name="Rectangle 25">
              <a:extLst>
                <a:ext uri="{FF2B5EF4-FFF2-40B4-BE49-F238E27FC236}">
                  <a16:creationId xmlns:a16="http://schemas.microsoft.com/office/drawing/2014/main" id="{F9BF4475-FBD8-4AC1-87C4-FC72CDA1B65E}"/>
                </a:ext>
              </a:extLst>
            </p:cNvPr>
            <p:cNvSpPr>
              <a:spLocks noChangeArrowheads="1"/>
            </p:cNvSpPr>
            <p:nvPr>
              <p:custDataLst>
                <p:tags r:id="rId2"/>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12" name="Rectangle 26">
              <a:extLst>
                <a:ext uri="{FF2B5EF4-FFF2-40B4-BE49-F238E27FC236}">
                  <a16:creationId xmlns:a16="http://schemas.microsoft.com/office/drawing/2014/main" id="{F391FE02-D94D-4B53-941A-4BCAC5A41350}"/>
                </a:ext>
              </a:extLst>
            </p:cNvPr>
            <p:cNvSpPr>
              <a:spLocks noChangeArrowheads="1"/>
            </p:cNvSpPr>
            <p:nvPr>
              <p:custDataLst>
                <p:tags r:id="rId3"/>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3" name="Rectangle 27">
              <a:extLst>
                <a:ext uri="{FF2B5EF4-FFF2-40B4-BE49-F238E27FC236}">
                  <a16:creationId xmlns:a16="http://schemas.microsoft.com/office/drawing/2014/main" id="{D3B9B8C4-F178-4BE9-9EB5-13E3CD4DA222}"/>
                </a:ext>
              </a:extLst>
            </p:cNvPr>
            <p:cNvSpPr>
              <a:spLocks noChangeArrowheads="1"/>
            </p:cNvSpPr>
            <p:nvPr>
              <p:custDataLst>
                <p:tags r:id="rId4"/>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4" name="Rectangle 28">
              <a:extLst>
                <a:ext uri="{FF2B5EF4-FFF2-40B4-BE49-F238E27FC236}">
                  <a16:creationId xmlns:a16="http://schemas.microsoft.com/office/drawing/2014/main" id="{EDCD6592-1919-472B-A1D6-28ACE65C576C}"/>
                </a:ext>
              </a:extLst>
            </p:cNvPr>
            <p:cNvSpPr>
              <a:spLocks noChangeArrowheads="1"/>
            </p:cNvSpPr>
            <p:nvPr>
              <p:custDataLst>
                <p:tags r:id="rId5"/>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5" name="Rectangle 29">
              <a:extLst>
                <a:ext uri="{FF2B5EF4-FFF2-40B4-BE49-F238E27FC236}">
                  <a16:creationId xmlns:a16="http://schemas.microsoft.com/office/drawing/2014/main" id="{C2678C68-4702-4B62-8A98-B0311D25FC96}"/>
                </a:ext>
              </a:extLst>
            </p:cNvPr>
            <p:cNvSpPr>
              <a:spLocks noChangeArrowheads="1"/>
            </p:cNvSpPr>
            <p:nvPr>
              <p:custDataLst>
                <p:tags r:id="rId6"/>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16" name="Rectangle 30">
              <a:extLst>
                <a:ext uri="{FF2B5EF4-FFF2-40B4-BE49-F238E27FC236}">
                  <a16:creationId xmlns:a16="http://schemas.microsoft.com/office/drawing/2014/main" id="{47C7FACE-D234-44E4-887C-03329645F585}"/>
                </a:ext>
              </a:extLst>
            </p:cNvPr>
            <p:cNvSpPr>
              <a:spLocks noChangeArrowheads="1"/>
            </p:cNvSpPr>
            <p:nvPr>
              <p:custDataLst>
                <p:tags r:id="rId7"/>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17" name="矩形 16">
            <a:extLst>
              <a:ext uri="{FF2B5EF4-FFF2-40B4-BE49-F238E27FC236}">
                <a16:creationId xmlns:a16="http://schemas.microsoft.com/office/drawing/2014/main" id="{58DF7F67-14B9-4490-B83C-EE9B13CA466B}"/>
              </a:ext>
            </a:extLst>
          </p:cNvPr>
          <p:cNvSpPr>
            <a:spLocks noChangeArrowheads="1"/>
          </p:cNvSpPr>
          <p:nvPr/>
        </p:nvSpPr>
        <p:spPr bwMode="auto">
          <a:xfrm>
            <a:off x="539552" y="987574"/>
            <a:ext cx="4021620" cy="461665"/>
          </a:xfrm>
          <a:prstGeom prst="rect">
            <a:avLst/>
          </a:prstGeom>
          <a:noFill/>
          <a:ln w="9525">
            <a:noFill/>
            <a:miter lim="800000"/>
          </a:ln>
        </p:spPr>
        <p:txBody>
          <a:bodyPr wrap="squar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数字内容安全与信息安全</a:t>
            </a:r>
          </a:p>
        </p:txBody>
      </p:sp>
      <p:sp>
        <p:nvSpPr>
          <p:cNvPr id="18" name="文本框 17">
            <a:extLst>
              <a:ext uri="{FF2B5EF4-FFF2-40B4-BE49-F238E27FC236}">
                <a16:creationId xmlns:a16="http://schemas.microsoft.com/office/drawing/2014/main" id="{F6D56CDD-55E1-4EB8-9765-814C1145C4C9}"/>
              </a:ext>
            </a:extLst>
          </p:cNvPr>
          <p:cNvSpPr txBox="1"/>
          <p:nvPr/>
        </p:nvSpPr>
        <p:spPr>
          <a:xfrm>
            <a:off x="899592" y="1635646"/>
            <a:ext cx="7486227" cy="2807948"/>
          </a:xfrm>
          <a:prstGeom prst="rect">
            <a:avLst/>
          </a:prstGeom>
          <a:noFill/>
        </p:spPr>
        <p:txBody>
          <a:bodyPr wrap="square" rtlCol="0">
            <a:spAutoFit/>
          </a:bodyPr>
          <a:lstStyle/>
          <a:p>
            <a:pPr>
              <a:lnSpc>
                <a:spcPct val="150000"/>
              </a:lnSpc>
            </a:pPr>
            <a:r>
              <a:rPr lang="zh-CN" altLang="en-US" sz="2000" dirty="0">
                <a:solidFill>
                  <a:srgbClr val="5F5F5F"/>
                </a:solidFill>
                <a:latin typeface="微软雅黑" panose="020B0503020204020204" pitchFamily="34" charset="-122"/>
                <a:ea typeface="微软雅黑" panose="020B0503020204020204" pitchFamily="34" charset="-122"/>
              </a:rPr>
              <a:t>物理安全：对网络与信息系统的电磁装备的保护。</a:t>
            </a:r>
            <a:endParaRPr lang="en-US" altLang="zh-CN" sz="2000" dirty="0">
              <a:solidFill>
                <a:srgbClr val="5F5F5F"/>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F5F5F"/>
                </a:solidFill>
                <a:latin typeface="微软雅黑" panose="020B0503020204020204" pitchFamily="34" charset="-122"/>
                <a:ea typeface="微软雅黑" panose="020B0503020204020204" pitchFamily="34" charset="-122"/>
              </a:rPr>
              <a:t>运行安全：对网络与信息系统的运行过程和运行状态的保护。</a:t>
            </a:r>
            <a:endParaRPr lang="en-US" altLang="zh-CN" sz="2000" dirty="0">
              <a:solidFill>
                <a:srgbClr val="5F5F5F"/>
              </a:solidFill>
              <a:latin typeface="微软雅黑" panose="020B0503020204020204" pitchFamily="34" charset="-122"/>
              <a:ea typeface="微软雅黑" panose="020B0503020204020204" pitchFamily="34" charset="-122"/>
            </a:endParaRPr>
          </a:p>
          <a:p>
            <a:pPr marL="1260000" indent="-1260000">
              <a:lnSpc>
                <a:spcPct val="150000"/>
              </a:lnSpc>
            </a:pPr>
            <a:r>
              <a:rPr lang="zh-CN" altLang="en-US" sz="2000" dirty="0">
                <a:solidFill>
                  <a:srgbClr val="5F5F5F"/>
                </a:solidFill>
                <a:latin typeface="微软雅黑" panose="020B0503020204020204" pitchFamily="34" charset="-122"/>
                <a:ea typeface="微软雅黑" panose="020B0503020204020204" pitchFamily="34" charset="-122"/>
              </a:rPr>
              <a:t>数据安全：对信息在数据处理、存储、传输、显示等过程中的保护，使得在数据处理层面保障信息能够依据授权使用，不被窃取、篡改、冒充、抵赖。</a:t>
            </a:r>
            <a:endParaRPr lang="en-US" altLang="zh-CN" sz="2000" dirty="0">
              <a:solidFill>
                <a:srgbClr val="5F5F5F"/>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F5F5F"/>
                </a:solidFill>
                <a:latin typeface="微软雅黑" panose="020B0503020204020204" pitchFamily="34" charset="-122"/>
                <a:ea typeface="微软雅黑" panose="020B0503020204020204" pitchFamily="34" charset="-122"/>
              </a:rPr>
              <a:t>内容安全：对信息真实内容的隐藏、发现、选择性阻断。</a:t>
            </a:r>
          </a:p>
        </p:txBody>
      </p:sp>
      <p:pic>
        <p:nvPicPr>
          <p:cNvPr id="19" name="图片 18">
            <a:extLst>
              <a:ext uri="{FF2B5EF4-FFF2-40B4-BE49-F238E27FC236}">
                <a16:creationId xmlns:a16="http://schemas.microsoft.com/office/drawing/2014/main" id="{7F1AAFE7-60B1-8651-1EAC-A4E401EDD467}"/>
              </a:ext>
            </a:extLst>
          </p:cNvPr>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1738376"/>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数字内容安全技术</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19" name="矩形 18"/>
          <p:cNvSpPr>
            <a:spLocks noChangeArrowheads="1"/>
          </p:cNvSpPr>
          <p:nvPr/>
        </p:nvSpPr>
        <p:spPr bwMode="auto">
          <a:xfrm>
            <a:off x="827584" y="987574"/>
            <a:ext cx="4277133" cy="461665"/>
          </a:xfrm>
          <a:prstGeom prst="rect">
            <a:avLst/>
          </a:prstGeom>
          <a:noFill/>
          <a:ln w="9525">
            <a:noFill/>
            <a:miter lim="800000"/>
          </a:ln>
        </p:spPr>
        <p:txBody>
          <a:bodyPr wrap="non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 数字内容安全存在问题及技术</a:t>
            </a:r>
          </a:p>
        </p:txBody>
      </p:sp>
      <p:graphicFrame>
        <p:nvGraphicFramePr>
          <p:cNvPr id="21" name="图示 20"/>
          <p:cNvGraphicFramePr/>
          <p:nvPr>
            <p:extLst>
              <p:ext uri="{D42A27DB-BD31-4B8C-83A1-F6EECF244321}">
                <p14:modId xmlns:p14="http://schemas.microsoft.com/office/powerpoint/2010/main" val="1305838374"/>
              </p:ext>
            </p:extLst>
          </p:nvPr>
        </p:nvGraphicFramePr>
        <p:xfrm>
          <a:off x="251520" y="1491630"/>
          <a:ext cx="8496944" cy="3456384"/>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pic>
        <p:nvPicPr>
          <p:cNvPr id="4" name="图片 3">
            <a:extLst>
              <a:ext uri="{FF2B5EF4-FFF2-40B4-BE49-F238E27FC236}">
                <a16:creationId xmlns:a16="http://schemas.microsoft.com/office/drawing/2014/main" id="{9B4B83DB-E09A-F731-184E-73F8F0BF988E}"/>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048"/>
          <p:cNvSpPr txBox="1">
            <a:spLocks noChangeArrowheads="1"/>
          </p:cNvSpPr>
          <p:nvPr>
            <p:custDataLst>
              <p:tags r:id="rId2"/>
            </p:custDataLst>
          </p:nvPr>
        </p:nvSpPr>
        <p:spPr bwMode="auto">
          <a:xfrm>
            <a:off x="2962275" y="219075"/>
            <a:ext cx="3481933" cy="742950"/>
          </a:xfrm>
          <a:prstGeom prst="rect">
            <a:avLst/>
          </a:prstGeom>
          <a:noFill/>
          <a:ln w="9525">
            <a:noFill/>
            <a:miter lim="800000"/>
          </a:ln>
        </p:spPr>
        <p:txBody>
          <a:bodyPr anchor="ctr"/>
          <a:lstStyle/>
          <a:p>
            <a:pPr>
              <a:lnSpc>
                <a:spcPct val="60000"/>
              </a:lnSpc>
            </a:pPr>
            <a:r>
              <a:rPr lang="zh-CN" altLang="en-US" sz="3200" b="1" dirty="0">
                <a:latin typeface="微软雅黑" panose="020B0503020204020204" pitchFamily="34" charset="-122"/>
                <a:ea typeface="微软雅黑" panose="020B0503020204020204" pitchFamily="34" charset="-122"/>
                <a:sym typeface="+mn-ea"/>
              </a:rPr>
              <a:t>数字内容安全技术</a:t>
            </a:r>
            <a:endParaRPr lang="zh-CN" altLang="zh-CN" sz="3200" b="1" dirty="0">
              <a:latin typeface="微软雅黑" panose="020B0503020204020204" pitchFamily="34" charset="-122"/>
              <a:ea typeface="微软雅黑" panose="020B0503020204020204" pitchFamily="34" charset="-122"/>
            </a:endParaRPr>
          </a:p>
        </p:txBody>
      </p:sp>
      <p:grpSp>
        <p:nvGrpSpPr>
          <p:cNvPr id="2" name="组合 27"/>
          <p:cNvGrpSpPr>
            <a:grpSpLocks noChangeAspect="1"/>
          </p:cNvGrpSpPr>
          <p:nvPr/>
        </p:nvGrpSpPr>
        <p:grpSpPr bwMode="auto">
          <a:xfrm>
            <a:off x="2346325" y="361950"/>
            <a:ext cx="438150" cy="361950"/>
            <a:chOff x="1928813" y="1763600"/>
            <a:chExt cx="1373188" cy="1130300"/>
          </a:xfrm>
        </p:grpSpPr>
        <p:sp>
          <p:nvSpPr>
            <p:cNvPr id="29"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30"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400"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401"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3"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34"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 name="组合 34"/>
          <p:cNvGrpSpPr>
            <a:grpSpLocks noChangeAspect="1"/>
          </p:cNvGrpSpPr>
          <p:nvPr/>
        </p:nvGrpSpPr>
        <p:grpSpPr bwMode="auto">
          <a:xfrm flipH="1">
            <a:off x="6380163" y="361950"/>
            <a:ext cx="438150" cy="361950"/>
            <a:chOff x="1928813" y="1763600"/>
            <a:chExt cx="1373188" cy="1130300"/>
          </a:xfrm>
        </p:grpSpPr>
        <p:sp>
          <p:nvSpPr>
            <p:cNvPr id="36"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3"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16394"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16395"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6"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0"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sp>
        <p:nvSpPr>
          <p:cNvPr id="19" name="矩形 18"/>
          <p:cNvSpPr>
            <a:spLocks noChangeArrowheads="1"/>
          </p:cNvSpPr>
          <p:nvPr/>
        </p:nvSpPr>
        <p:spPr bwMode="auto">
          <a:xfrm>
            <a:off x="827584" y="987574"/>
            <a:ext cx="3661580" cy="461665"/>
          </a:xfrm>
          <a:prstGeom prst="rect">
            <a:avLst/>
          </a:prstGeom>
          <a:noFill/>
          <a:ln w="9525">
            <a:noFill/>
            <a:miter lim="800000"/>
          </a:ln>
        </p:spPr>
        <p:txBody>
          <a:bodyPr wrap="none">
            <a:spAutoFit/>
          </a:bodyPr>
          <a:lstStyle/>
          <a:p>
            <a:r>
              <a:rPr lang="zh-CN" altLang="en-US" sz="2400" dirty="0">
                <a:solidFill>
                  <a:srgbClr val="5F5F5F"/>
                </a:solidFill>
                <a:latin typeface="微软雅黑" panose="020B0503020204020204" pitchFamily="34" charset="-122"/>
                <a:ea typeface="微软雅黑" panose="020B0503020204020204" pitchFamily="34" charset="-122"/>
                <a:sym typeface="+mn-ea"/>
              </a:rPr>
              <a:t> 数字内容安全的研究内容</a:t>
            </a:r>
          </a:p>
        </p:txBody>
      </p:sp>
      <p:graphicFrame>
        <p:nvGraphicFramePr>
          <p:cNvPr id="21" name="图示 20"/>
          <p:cNvGraphicFramePr/>
          <p:nvPr>
            <p:extLst>
              <p:ext uri="{D42A27DB-BD31-4B8C-83A1-F6EECF244321}">
                <p14:modId xmlns:p14="http://schemas.microsoft.com/office/powerpoint/2010/main" val="1673609504"/>
              </p:ext>
            </p:extLst>
          </p:nvPr>
        </p:nvGraphicFramePr>
        <p:xfrm>
          <a:off x="611560" y="1491630"/>
          <a:ext cx="8136904" cy="3312368"/>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pic>
        <p:nvPicPr>
          <p:cNvPr id="4" name="图片 3">
            <a:extLst>
              <a:ext uri="{FF2B5EF4-FFF2-40B4-BE49-F238E27FC236}">
                <a16:creationId xmlns:a16="http://schemas.microsoft.com/office/drawing/2014/main" id="{BC127E55-E621-6005-AE68-C7A14FF45C1A}"/>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2048"/>
          <p:cNvSpPr txBox="1">
            <a:spLocks noChangeArrowheads="1"/>
          </p:cNvSpPr>
          <p:nvPr>
            <p:custDataLst>
              <p:tags r:id="rId2"/>
            </p:custDataLst>
          </p:nvPr>
        </p:nvSpPr>
        <p:spPr bwMode="auto">
          <a:xfrm>
            <a:off x="2962275" y="219075"/>
            <a:ext cx="3254375" cy="742950"/>
          </a:xfrm>
          <a:prstGeom prst="rect">
            <a:avLst/>
          </a:prstGeom>
          <a:noFill/>
          <a:ln w="9525">
            <a:noFill/>
            <a:miter lim="800000"/>
          </a:ln>
        </p:spPr>
        <p:txBody>
          <a:bodyPr anchor="ctr"/>
          <a:lstStyle/>
          <a:p>
            <a:pPr algn="ctr">
              <a:lnSpc>
                <a:spcPct val="60000"/>
              </a:lnSpc>
            </a:pPr>
            <a:r>
              <a:rPr lang="zh-CN" altLang="en-US" sz="3000" b="1" dirty="0">
                <a:latin typeface="微软雅黑" panose="020B0503020204020204" pitchFamily="34" charset="-122"/>
                <a:ea typeface="微软雅黑" panose="020B0503020204020204" pitchFamily="34" charset="-122"/>
                <a:sym typeface="+mn-ea"/>
              </a:rPr>
              <a:t>总结</a:t>
            </a:r>
            <a:endParaRPr lang="zh-CN" altLang="en-US" sz="3000" b="1" dirty="0">
              <a:solidFill>
                <a:srgbClr val="1C2B38"/>
              </a:solidFill>
              <a:latin typeface="微软雅黑" panose="020B0503020204020204" pitchFamily="34" charset="-122"/>
              <a:ea typeface="微软雅黑" panose="020B0503020204020204" pitchFamily="34" charset="-122"/>
            </a:endParaRPr>
          </a:p>
        </p:txBody>
      </p:sp>
      <p:grpSp>
        <p:nvGrpSpPr>
          <p:cNvPr id="32771" name="组合 27"/>
          <p:cNvGrpSpPr>
            <a:grpSpLocks noChangeAspect="1"/>
          </p:cNvGrpSpPr>
          <p:nvPr/>
        </p:nvGrpSpPr>
        <p:grpSpPr bwMode="auto">
          <a:xfrm>
            <a:off x="2346325" y="361950"/>
            <a:ext cx="438150" cy="361950"/>
            <a:chOff x="1928813" y="1763600"/>
            <a:chExt cx="1373188" cy="1130300"/>
          </a:xfrm>
        </p:grpSpPr>
        <p:sp>
          <p:nvSpPr>
            <p:cNvPr id="40" name="Rectangle 25"/>
            <p:cNvSpPr>
              <a:spLocks noChangeArrowheads="1"/>
            </p:cNvSpPr>
            <p:nvPr>
              <p:custDataLst>
                <p:tags r:id="rId9"/>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1" name="Rectangle 26"/>
            <p:cNvSpPr>
              <a:spLocks noChangeArrowheads="1"/>
            </p:cNvSpPr>
            <p:nvPr>
              <p:custDataLst>
                <p:tags r:id="rId10"/>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2782" name="Rectangle 27"/>
            <p:cNvSpPr>
              <a:spLocks noChangeArrowheads="1"/>
            </p:cNvSpPr>
            <p:nvPr>
              <p:custDataLst>
                <p:tags r:id="rId11"/>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2783" name="Rectangle 28"/>
            <p:cNvSpPr>
              <a:spLocks noChangeArrowheads="1"/>
            </p:cNvSpPr>
            <p:nvPr>
              <p:custDataLst>
                <p:tags r:id="rId12"/>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44" name="Rectangle 29"/>
            <p:cNvSpPr>
              <a:spLocks noChangeArrowheads="1"/>
            </p:cNvSpPr>
            <p:nvPr>
              <p:custDataLst>
                <p:tags r:id="rId13"/>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45" name="Rectangle 30"/>
            <p:cNvSpPr>
              <a:spLocks noChangeArrowheads="1"/>
            </p:cNvSpPr>
            <p:nvPr>
              <p:custDataLst>
                <p:tags r:id="rId14"/>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pSp>
        <p:nvGrpSpPr>
          <p:cNvPr id="32772" name="组合 34"/>
          <p:cNvGrpSpPr>
            <a:grpSpLocks noChangeAspect="1"/>
          </p:cNvGrpSpPr>
          <p:nvPr/>
        </p:nvGrpSpPr>
        <p:grpSpPr bwMode="auto">
          <a:xfrm flipH="1">
            <a:off x="6380163" y="361950"/>
            <a:ext cx="438150" cy="361950"/>
            <a:chOff x="1928813" y="1763600"/>
            <a:chExt cx="1373188" cy="1130300"/>
          </a:xfrm>
        </p:grpSpPr>
        <p:sp>
          <p:nvSpPr>
            <p:cNvPr id="47" name="Rectangle 25"/>
            <p:cNvSpPr>
              <a:spLocks noChangeArrowheads="1"/>
            </p:cNvSpPr>
            <p:nvPr>
              <p:custDataLst>
                <p:tags r:id="rId3"/>
              </p:custDataLst>
            </p:nvPr>
          </p:nvSpPr>
          <p:spPr bwMode="auto">
            <a:xfrm>
              <a:off x="1928813" y="2750135"/>
              <a:ext cx="233842" cy="143765"/>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sp>
          <p:nvSpPr>
            <p:cNvPr id="48" name="Rectangle 26"/>
            <p:cNvSpPr>
              <a:spLocks noChangeArrowheads="1"/>
            </p:cNvSpPr>
            <p:nvPr>
              <p:custDataLst>
                <p:tags r:id="rId4"/>
              </p:custDataLst>
            </p:nvPr>
          </p:nvSpPr>
          <p:spPr bwMode="auto">
            <a:xfrm>
              <a:off x="2162655" y="2472518"/>
              <a:ext cx="223888" cy="421382"/>
            </a:xfrm>
            <a:prstGeom prst="rect">
              <a:avLst/>
            </a:prstGeom>
            <a:solidFill>
              <a:srgbClr val="FFC543"/>
            </a:solidFill>
            <a:ln>
              <a:noFill/>
            </a:ln>
          </p:spPr>
          <p:txBody>
            <a:bodyPr lIns="50325" tIns="25162" rIns="50325" bIns="25162"/>
            <a:lstStyle/>
            <a:p>
              <a:pPr>
                <a:defRPr/>
              </a:pPr>
              <a:endParaRPr lang="zh-CN" altLang="en-US" sz="790" noProof="1">
                <a:latin typeface="FrutigerNext LT Regular" pitchFamily="2" charset="0"/>
                <a:ea typeface="华文细黑" panose="02010600040101010101" pitchFamily="2" charset="-122"/>
              </a:endParaRPr>
            </a:p>
          </p:txBody>
        </p:sp>
        <p:sp>
          <p:nvSpPr>
            <p:cNvPr id="32776" name="Rectangle 27"/>
            <p:cNvSpPr>
              <a:spLocks noChangeArrowheads="1"/>
            </p:cNvSpPr>
            <p:nvPr>
              <p:custDataLst>
                <p:tags r:id="rId5"/>
              </p:custDataLst>
            </p:nvPr>
          </p:nvSpPr>
          <p:spPr bwMode="auto">
            <a:xfrm>
              <a:off x="2384425" y="2060462"/>
              <a:ext cx="231775" cy="833437"/>
            </a:xfrm>
            <a:prstGeom prst="rect">
              <a:avLst/>
            </a:prstGeom>
            <a:solidFill>
              <a:srgbClr val="464F5A"/>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32777" name="Rectangle 28"/>
            <p:cNvSpPr>
              <a:spLocks noChangeArrowheads="1"/>
            </p:cNvSpPr>
            <p:nvPr>
              <p:custDataLst>
                <p:tags r:id="rId6"/>
              </p:custDataLst>
            </p:nvPr>
          </p:nvSpPr>
          <p:spPr bwMode="auto">
            <a:xfrm>
              <a:off x="2616200" y="1763600"/>
              <a:ext cx="230188" cy="1130300"/>
            </a:xfrm>
            <a:prstGeom prst="rect">
              <a:avLst/>
            </a:prstGeom>
            <a:solidFill>
              <a:srgbClr val="1C2B38"/>
            </a:solidFill>
            <a:ln w="9525">
              <a:noFill/>
              <a:miter lim="800000"/>
            </a:ln>
          </p:spPr>
          <p:txBody>
            <a:bodyPr lIns="50325" tIns="25162" rIns="50325" bIns="25162"/>
            <a:lstStyle/>
            <a:p>
              <a:endParaRPr lang="zh-CN" altLang="en-US" sz="1200">
                <a:ea typeface="华文细黑" panose="02010600040101010101" pitchFamily="2" charset="-122"/>
              </a:endParaRPr>
            </a:p>
          </p:txBody>
        </p:sp>
        <p:sp>
          <p:nvSpPr>
            <p:cNvPr id="51" name="Rectangle 29"/>
            <p:cNvSpPr>
              <a:spLocks noChangeArrowheads="1"/>
            </p:cNvSpPr>
            <p:nvPr>
              <p:custDataLst>
                <p:tags r:id="rId7"/>
              </p:custDataLst>
            </p:nvPr>
          </p:nvSpPr>
          <p:spPr bwMode="auto">
            <a:xfrm>
              <a:off x="2844272" y="2408069"/>
              <a:ext cx="228865" cy="485831"/>
            </a:xfrm>
            <a:prstGeom prst="rect">
              <a:avLst/>
            </a:prstGeom>
            <a:solidFill>
              <a:srgbClr val="FFC543"/>
            </a:solidFill>
            <a:ln>
              <a:noFill/>
            </a:ln>
          </p:spPr>
          <p:txBody>
            <a:bodyPr lIns="50325" tIns="25162" rIns="50325" bIns="25162"/>
            <a:lstStyle/>
            <a:p>
              <a:pPr>
                <a:defRPr/>
              </a:pPr>
              <a:endParaRPr lang="zh-CN" altLang="en-US" sz="1050" noProof="1">
                <a:latin typeface="FrutigerNext LT Regular" pitchFamily="2" charset="0"/>
                <a:ea typeface="华文细黑" panose="02010600040101010101" pitchFamily="2" charset="-122"/>
              </a:endParaRPr>
            </a:p>
          </p:txBody>
        </p:sp>
        <p:sp>
          <p:nvSpPr>
            <p:cNvPr id="52" name="Rectangle 30"/>
            <p:cNvSpPr>
              <a:spLocks noChangeArrowheads="1"/>
            </p:cNvSpPr>
            <p:nvPr>
              <p:custDataLst>
                <p:tags r:id="rId8"/>
              </p:custDataLst>
            </p:nvPr>
          </p:nvSpPr>
          <p:spPr bwMode="auto">
            <a:xfrm>
              <a:off x="3073136" y="2690646"/>
              <a:ext cx="228865" cy="203254"/>
            </a:xfrm>
            <a:prstGeom prst="rect">
              <a:avLst/>
            </a:prstGeom>
            <a:solidFill>
              <a:srgbClr val="FC611F"/>
            </a:solidFill>
            <a:ln>
              <a:noFill/>
            </a:ln>
          </p:spPr>
          <p:txBody>
            <a:bodyPr lIns="50325" tIns="25162" rIns="50325" bIns="25162"/>
            <a:lstStyle/>
            <a:p>
              <a:pPr>
                <a:defRPr/>
              </a:pPr>
              <a:endParaRPr lang="zh-CN" altLang="en-US" sz="375" noProof="1">
                <a:latin typeface="FrutigerNext LT Regular" pitchFamily="2" charset="0"/>
                <a:ea typeface="华文细黑" panose="02010600040101010101" pitchFamily="2" charset="-122"/>
              </a:endParaRPr>
            </a:p>
          </p:txBody>
        </p:sp>
      </p:grpSp>
      <p:graphicFrame>
        <p:nvGraphicFramePr>
          <p:cNvPr id="18" name="图示 17"/>
          <p:cNvGraphicFramePr/>
          <p:nvPr>
            <p:extLst>
              <p:ext uri="{D42A27DB-BD31-4B8C-83A1-F6EECF244321}">
                <p14:modId xmlns:p14="http://schemas.microsoft.com/office/powerpoint/2010/main" val="2565854830"/>
              </p:ext>
            </p:extLst>
          </p:nvPr>
        </p:nvGraphicFramePr>
        <p:xfrm>
          <a:off x="971600" y="1140010"/>
          <a:ext cx="7488832" cy="3574879"/>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pic>
        <p:nvPicPr>
          <p:cNvPr id="2" name="图片 1">
            <a:extLst>
              <a:ext uri="{FF2B5EF4-FFF2-40B4-BE49-F238E27FC236}">
                <a16:creationId xmlns:a16="http://schemas.microsoft.com/office/drawing/2014/main" id="{1F2D913D-DEB4-3663-B65D-AAFAA4B0B783}"/>
              </a:ext>
            </a:extLst>
          </p:cNvPr>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组合 1"/>
          <p:cNvGrpSpPr/>
          <p:nvPr/>
        </p:nvGrpSpPr>
        <p:grpSpPr bwMode="auto">
          <a:xfrm>
            <a:off x="2662238" y="2087563"/>
            <a:ext cx="3819525" cy="1112837"/>
            <a:chOff x="1452993" y="2977752"/>
            <a:chExt cx="2350225" cy="902494"/>
          </a:xfrm>
        </p:grpSpPr>
        <p:sp>
          <p:nvSpPr>
            <p:cNvPr id="3" name="文本框 2"/>
            <p:cNvSpPr txBox="1"/>
            <p:nvPr>
              <p:custDataLst>
                <p:tags r:id="rId2"/>
              </p:custDataLst>
            </p:nvPr>
          </p:nvSpPr>
          <p:spPr>
            <a:xfrm>
              <a:off x="1452993" y="2977752"/>
              <a:ext cx="2073785" cy="445454"/>
            </a:xfrm>
            <a:custGeom>
              <a:avLst/>
              <a:gdLst/>
              <a:ahLst/>
              <a:cxnLst/>
              <a:rect l="l" t="t" r="r" b="b"/>
              <a:pathLst>
                <a:path w="4809530" h="445621">
                  <a:moveTo>
                    <a:pt x="3914775" y="14883"/>
                  </a:moveTo>
                  <a:lnTo>
                    <a:pt x="4071342" y="14883"/>
                  </a:lnTo>
                  <a:lnTo>
                    <a:pt x="3705225" y="368499"/>
                  </a:lnTo>
                  <a:lnTo>
                    <a:pt x="3762005" y="445621"/>
                  </a:lnTo>
                  <a:lnTo>
                    <a:pt x="3483444" y="445621"/>
                  </a:lnTo>
                  <a:close/>
                  <a:moveTo>
                    <a:pt x="3365896" y="14883"/>
                  </a:moveTo>
                  <a:lnTo>
                    <a:pt x="3481388" y="14883"/>
                  </a:lnTo>
                  <a:lnTo>
                    <a:pt x="3481388" y="445621"/>
                  </a:lnTo>
                  <a:lnTo>
                    <a:pt x="3365896" y="445621"/>
                  </a:lnTo>
                  <a:close/>
                  <a:moveTo>
                    <a:pt x="3070026" y="14883"/>
                  </a:moveTo>
                  <a:lnTo>
                    <a:pt x="3180754" y="14883"/>
                  </a:lnTo>
                  <a:lnTo>
                    <a:pt x="3180754" y="445621"/>
                  </a:lnTo>
                  <a:lnTo>
                    <a:pt x="3070026" y="445621"/>
                  </a:lnTo>
                  <a:close/>
                  <a:moveTo>
                    <a:pt x="2493168" y="14883"/>
                  </a:moveTo>
                  <a:lnTo>
                    <a:pt x="2611636" y="14883"/>
                  </a:lnTo>
                  <a:lnTo>
                    <a:pt x="2899792" y="445621"/>
                  </a:lnTo>
                  <a:lnTo>
                    <a:pt x="2766860" y="445621"/>
                  </a:lnTo>
                  <a:lnTo>
                    <a:pt x="2603896" y="201811"/>
                  </a:lnTo>
                  <a:lnTo>
                    <a:pt x="2603896" y="445621"/>
                  </a:lnTo>
                  <a:lnTo>
                    <a:pt x="2493168" y="445621"/>
                  </a:lnTo>
                  <a:close/>
                  <a:moveTo>
                    <a:pt x="1924050" y="14883"/>
                  </a:moveTo>
                  <a:lnTo>
                    <a:pt x="2048470" y="14883"/>
                  </a:lnTo>
                  <a:lnTo>
                    <a:pt x="2224762" y="445621"/>
                  </a:lnTo>
                  <a:lnTo>
                    <a:pt x="2105067" y="445621"/>
                  </a:lnTo>
                  <a:lnTo>
                    <a:pt x="2045494" y="287536"/>
                  </a:lnTo>
                  <a:cubicBezTo>
                    <a:pt x="2017713" y="214114"/>
                    <a:pt x="1997075" y="153789"/>
                    <a:pt x="1983581" y="106561"/>
                  </a:cubicBezTo>
                  <a:cubicBezTo>
                    <a:pt x="1972468" y="162521"/>
                    <a:pt x="1956792" y="218083"/>
                    <a:pt x="1936551" y="273249"/>
                  </a:cubicBezTo>
                  <a:lnTo>
                    <a:pt x="1872012" y="445621"/>
                  </a:lnTo>
                  <a:lnTo>
                    <a:pt x="1758630" y="445621"/>
                  </a:lnTo>
                  <a:close/>
                  <a:moveTo>
                    <a:pt x="812006" y="14883"/>
                  </a:moveTo>
                  <a:lnTo>
                    <a:pt x="927497" y="14883"/>
                  </a:lnTo>
                  <a:lnTo>
                    <a:pt x="927497" y="373261"/>
                  </a:lnTo>
                  <a:lnTo>
                    <a:pt x="1381125" y="373261"/>
                  </a:lnTo>
                  <a:lnTo>
                    <a:pt x="1381125" y="14883"/>
                  </a:lnTo>
                  <a:lnTo>
                    <a:pt x="1496615" y="14883"/>
                  </a:lnTo>
                  <a:lnTo>
                    <a:pt x="1496615" y="445621"/>
                  </a:lnTo>
                  <a:lnTo>
                    <a:pt x="812006" y="445621"/>
                  </a:lnTo>
                  <a:close/>
                  <a:moveTo>
                    <a:pt x="0" y="14883"/>
                  </a:moveTo>
                  <a:lnTo>
                    <a:pt x="691753" y="14883"/>
                  </a:lnTo>
                  <a:lnTo>
                    <a:pt x="691753" y="117872"/>
                  </a:lnTo>
                  <a:lnTo>
                    <a:pt x="403027" y="117872"/>
                  </a:lnTo>
                  <a:lnTo>
                    <a:pt x="403027" y="445621"/>
                  </a:lnTo>
                  <a:lnTo>
                    <a:pt x="287536" y="445621"/>
                  </a:lnTo>
                  <a:lnTo>
                    <a:pt x="287536" y="117872"/>
                  </a:lnTo>
                  <a:lnTo>
                    <a:pt x="0" y="117872"/>
                  </a:lnTo>
                  <a:close/>
                  <a:moveTo>
                    <a:pt x="4481513" y="0"/>
                  </a:moveTo>
                  <a:cubicBezTo>
                    <a:pt x="4546203" y="0"/>
                    <a:pt x="4603254" y="10418"/>
                    <a:pt x="4652665" y="31254"/>
                  </a:cubicBezTo>
                  <a:cubicBezTo>
                    <a:pt x="4702076" y="52090"/>
                    <a:pt x="4740076" y="82749"/>
                    <a:pt x="4766667" y="123230"/>
                  </a:cubicBezTo>
                  <a:cubicBezTo>
                    <a:pt x="4793257" y="163711"/>
                    <a:pt x="4807544" y="209550"/>
                    <a:pt x="4809530" y="260747"/>
                  </a:cubicBezTo>
                  <a:lnTo>
                    <a:pt x="4698802" y="269081"/>
                  </a:lnTo>
                  <a:cubicBezTo>
                    <a:pt x="4692848" y="213916"/>
                    <a:pt x="4672707" y="172244"/>
                    <a:pt x="4638377" y="144066"/>
                  </a:cubicBezTo>
                  <a:cubicBezTo>
                    <a:pt x="4604047" y="115888"/>
                    <a:pt x="4553346" y="101799"/>
                    <a:pt x="4486275" y="101799"/>
                  </a:cubicBezTo>
                  <a:cubicBezTo>
                    <a:pt x="4416425" y="101799"/>
                    <a:pt x="4365525" y="114598"/>
                    <a:pt x="4333578" y="140196"/>
                  </a:cubicBezTo>
                  <a:cubicBezTo>
                    <a:pt x="4301629" y="165795"/>
                    <a:pt x="4285654" y="196652"/>
                    <a:pt x="4285654" y="232767"/>
                  </a:cubicBezTo>
                  <a:cubicBezTo>
                    <a:pt x="4285654" y="264120"/>
                    <a:pt x="4296965" y="289917"/>
                    <a:pt x="4319587" y="310158"/>
                  </a:cubicBezTo>
                  <a:cubicBezTo>
                    <a:pt x="4341812" y="330399"/>
                    <a:pt x="4399855" y="351135"/>
                    <a:pt x="4493716" y="372368"/>
                  </a:cubicBezTo>
                  <a:cubicBezTo>
                    <a:pt x="4587577" y="393601"/>
                    <a:pt x="4651971" y="412155"/>
                    <a:pt x="4686895" y="428030"/>
                  </a:cubicBezTo>
                  <a:lnTo>
                    <a:pt x="4716159" y="445621"/>
                  </a:lnTo>
                  <a:lnTo>
                    <a:pt x="4336288" y="445621"/>
                  </a:lnTo>
                  <a:lnTo>
                    <a:pt x="4298156" y="430411"/>
                  </a:lnTo>
                  <a:cubicBezTo>
                    <a:pt x="4256484" y="408583"/>
                    <a:pt x="4225429" y="381496"/>
                    <a:pt x="4204990" y="349151"/>
                  </a:cubicBezTo>
                  <a:cubicBezTo>
                    <a:pt x="4184550" y="316806"/>
                    <a:pt x="4174331" y="280591"/>
                    <a:pt x="4174331" y="240506"/>
                  </a:cubicBezTo>
                  <a:cubicBezTo>
                    <a:pt x="4174331" y="196453"/>
                    <a:pt x="4186833" y="155278"/>
                    <a:pt x="4211836" y="116979"/>
                  </a:cubicBezTo>
                  <a:cubicBezTo>
                    <a:pt x="4236839" y="78681"/>
                    <a:pt x="4273351" y="49610"/>
                    <a:pt x="4321373" y="29766"/>
                  </a:cubicBezTo>
                  <a:cubicBezTo>
                    <a:pt x="4369395" y="9922"/>
                    <a:pt x="4422775" y="0"/>
                    <a:pt x="4481513" y="0"/>
                  </a:cubicBezTo>
                  <a:close/>
                </a:path>
              </a:pathLst>
            </a:custGeom>
            <a:solidFill>
              <a:schemeClr val="accent1"/>
            </a:solidFill>
            <a:ln>
              <a:noFill/>
            </a:ln>
            <a:effectLst/>
          </p:spPr>
          <p:txBody>
            <a:bodyPr lIns="50325" tIns="25162" rIns="50325" bIns="25162">
              <a:normAutofit fontScale="67500" lnSpcReduction="20000"/>
            </a:bodyPr>
            <a:lstStyle/>
            <a:p>
              <a:pPr algn="ctr">
                <a:defRPr/>
              </a:pPr>
              <a:endParaRPr lang="zh-CN" altLang="en-US" sz="5285" noProof="1">
                <a:solidFill>
                  <a:schemeClr val="bg1"/>
                </a:solidFill>
                <a:latin typeface="FrutigerNext LT Regular" pitchFamily="2" charset="0"/>
                <a:ea typeface="华文细黑" panose="02010600040101010101" pitchFamily="2" charset="-122"/>
              </a:endParaRPr>
            </a:p>
          </p:txBody>
        </p:sp>
        <p:sp>
          <p:nvSpPr>
            <p:cNvPr id="4" name="文本框 3"/>
            <p:cNvSpPr txBox="1"/>
            <p:nvPr>
              <p:custDataLst>
                <p:tags r:id="rId3"/>
              </p:custDataLst>
            </p:nvPr>
          </p:nvSpPr>
          <p:spPr>
            <a:xfrm>
              <a:off x="1577049" y="3423206"/>
              <a:ext cx="1960475" cy="457040"/>
            </a:xfrm>
            <a:custGeom>
              <a:avLst/>
              <a:gdLst/>
              <a:ahLst/>
              <a:cxnLst/>
              <a:rect l="l" t="t" r="r" b="b"/>
              <a:pathLst>
                <a:path w="4548187" h="456873">
                  <a:moveTo>
                    <a:pt x="4048752" y="0"/>
                  </a:moveTo>
                  <a:lnTo>
                    <a:pt x="4428623" y="0"/>
                  </a:lnTo>
                  <a:lnTo>
                    <a:pt x="4465588" y="22220"/>
                  </a:lnTo>
                  <a:cubicBezTo>
                    <a:pt x="4484340" y="37054"/>
                    <a:pt x="4499768" y="53449"/>
                    <a:pt x="4511873" y="71408"/>
                  </a:cubicBezTo>
                  <a:cubicBezTo>
                    <a:pt x="4536082" y="107325"/>
                    <a:pt x="4548187" y="148700"/>
                    <a:pt x="4548187" y="195531"/>
                  </a:cubicBezTo>
                  <a:cubicBezTo>
                    <a:pt x="4548187" y="241965"/>
                    <a:pt x="4534892" y="285721"/>
                    <a:pt x="4508301" y="326797"/>
                  </a:cubicBezTo>
                  <a:cubicBezTo>
                    <a:pt x="4481710" y="367874"/>
                    <a:pt x="4443511" y="399822"/>
                    <a:pt x="4393704" y="422643"/>
                  </a:cubicBezTo>
                  <a:cubicBezTo>
                    <a:pt x="4343896" y="445463"/>
                    <a:pt x="4287837" y="456873"/>
                    <a:pt x="4225528" y="456873"/>
                  </a:cubicBezTo>
                  <a:cubicBezTo>
                    <a:pt x="4146550" y="456873"/>
                    <a:pt x="4080371" y="445364"/>
                    <a:pt x="4026991" y="422345"/>
                  </a:cubicBezTo>
                  <a:cubicBezTo>
                    <a:pt x="3973611" y="399326"/>
                    <a:pt x="3931741" y="364699"/>
                    <a:pt x="3901380" y="318463"/>
                  </a:cubicBezTo>
                  <a:cubicBezTo>
                    <a:pt x="3871019" y="272227"/>
                    <a:pt x="3855045" y="219939"/>
                    <a:pt x="3853457" y="161598"/>
                  </a:cubicBezTo>
                  <a:lnTo>
                    <a:pt x="3962400" y="152073"/>
                  </a:lnTo>
                  <a:cubicBezTo>
                    <a:pt x="3967559" y="195729"/>
                    <a:pt x="3979565" y="231547"/>
                    <a:pt x="3998416" y="259527"/>
                  </a:cubicBezTo>
                  <a:cubicBezTo>
                    <a:pt x="4017268" y="287507"/>
                    <a:pt x="4046537" y="310128"/>
                    <a:pt x="4086225" y="327393"/>
                  </a:cubicBezTo>
                  <a:cubicBezTo>
                    <a:pt x="4125912" y="344657"/>
                    <a:pt x="4170560" y="353289"/>
                    <a:pt x="4220170" y="353289"/>
                  </a:cubicBezTo>
                  <a:cubicBezTo>
                    <a:pt x="4264223" y="353289"/>
                    <a:pt x="4303117" y="346740"/>
                    <a:pt x="4336851" y="333643"/>
                  </a:cubicBezTo>
                  <a:cubicBezTo>
                    <a:pt x="4370585" y="320546"/>
                    <a:pt x="4395688" y="302588"/>
                    <a:pt x="4412159" y="279768"/>
                  </a:cubicBezTo>
                  <a:cubicBezTo>
                    <a:pt x="4428628" y="256947"/>
                    <a:pt x="4436864" y="232043"/>
                    <a:pt x="4436864" y="205056"/>
                  </a:cubicBezTo>
                  <a:cubicBezTo>
                    <a:pt x="4436864" y="177671"/>
                    <a:pt x="4428926" y="153760"/>
                    <a:pt x="4413051" y="133321"/>
                  </a:cubicBezTo>
                  <a:cubicBezTo>
                    <a:pt x="4397176" y="112882"/>
                    <a:pt x="4370983" y="95717"/>
                    <a:pt x="4334470" y="81826"/>
                  </a:cubicBezTo>
                  <a:cubicBezTo>
                    <a:pt x="4311054" y="72698"/>
                    <a:pt x="4259262" y="58510"/>
                    <a:pt x="4179093" y="39261"/>
                  </a:cubicBezTo>
                  <a:cubicBezTo>
                    <a:pt x="4139009" y="29637"/>
                    <a:pt x="4104927" y="20286"/>
                    <a:pt x="4076848" y="11207"/>
                  </a:cubicBezTo>
                  <a:close/>
                  <a:moveTo>
                    <a:pt x="3078360" y="0"/>
                  </a:moveTo>
                  <a:lnTo>
                    <a:pt x="3193851" y="0"/>
                  </a:lnTo>
                  <a:lnTo>
                    <a:pt x="3193851" y="2054"/>
                  </a:lnTo>
                  <a:lnTo>
                    <a:pt x="3195908" y="0"/>
                  </a:lnTo>
                  <a:lnTo>
                    <a:pt x="3474469" y="0"/>
                  </a:lnTo>
                  <a:lnTo>
                    <a:pt x="3799879" y="441990"/>
                  </a:lnTo>
                  <a:lnTo>
                    <a:pt x="3647479" y="441990"/>
                  </a:lnTo>
                  <a:lnTo>
                    <a:pt x="3336726" y="268"/>
                  </a:lnTo>
                  <a:lnTo>
                    <a:pt x="3193851" y="139571"/>
                  </a:lnTo>
                  <a:lnTo>
                    <a:pt x="3193851" y="441990"/>
                  </a:lnTo>
                  <a:lnTo>
                    <a:pt x="3078360" y="441990"/>
                  </a:lnTo>
                  <a:close/>
                  <a:moveTo>
                    <a:pt x="2479324" y="0"/>
                  </a:moveTo>
                  <a:lnTo>
                    <a:pt x="2612256" y="0"/>
                  </a:lnTo>
                  <a:lnTo>
                    <a:pt x="2782490" y="254467"/>
                  </a:lnTo>
                  <a:lnTo>
                    <a:pt x="2782490" y="0"/>
                  </a:lnTo>
                  <a:lnTo>
                    <a:pt x="2893218" y="0"/>
                  </a:lnTo>
                  <a:lnTo>
                    <a:pt x="2893218" y="441990"/>
                  </a:lnTo>
                  <a:lnTo>
                    <a:pt x="2774751" y="441990"/>
                  </a:lnTo>
                  <a:close/>
                  <a:moveTo>
                    <a:pt x="2205632" y="0"/>
                  </a:moveTo>
                  <a:lnTo>
                    <a:pt x="2316360" y="0"/>
                  </a:lnTo>
                  <a:lnTo>
                    <a:pt x="2316360" y="441990"/>
                  </a:lnTo>
                  <a:lnTo>
                    <a:pt x="2205632" y="441990"/>
                  </a:lnTo>
                  <a:close/>
                  <a:moveTo>
                    <a:pt x="1471094" y="0"/>
                  </a:moveTo>
                  <a:lnTo>
                    <a:pt x="1584476" y="0"/>
                  </a:lnTo>
                  <a:lnTo>
                    <a:pt x="1553170" y="83612"/>
                  </a:lnTo>
                  <a:lnTo>
                    <a:pt x="1849040" y="83612"/>
                  </a:lnTo>
                  <a:lnTo>
                    <a:pt x="1817531" y="0"/>
                  </a:lnTo>
                  <a:lnTo>
                    <a:pt x="1937226" y="0"/>
                  </a:lnTo>
                  <a:lnTo>
                    <a:pt x="2118122" y="441990"/>
                  </a:lnTo>
                  <a:lnTo>
                    <a:pt x="1986557" y="441990"/>
                  </a:lnTo>
                  <a:lnTo>
                    <a:pt x="1884759" y="177671"/>
                  </a:lnTo>
                  <a:lnTo>
                    <a:pt x="1519833" y="177671"/>
                  </a:lnTo>
                  <a:lnTo>
                    <a:pt x="1423987" y="441990"/>
                  </a:lnTo>
                  <a:lnTo>
                    <a:pt x="1301353" y="441990"/>
                  </a:lnTo>
                  <a:close/>
                  <a:moveTo>
                    <a:pt x="524470" y="0"/>
                  </a:moveTo>
                  <a:lnTo>
                    <a:pt x="1209079" y="0"/>
                  </a:lnTo>
                  <a:lnTo>
                    <a:pt x="1209079" y="441990"/>
                  </a:lnTo>
                  <a:lnTo>
                    <a:pt x="1093589" y="441990"/>
                  </a:lnTo>
                  <a:lnTo>
                    <a:pt x="1093589" y="30629"/>
                  </a:lnTo>
                  <a:lnTo>
                    <a:pt x="639961" y="30629"/>
                  </a:lnTo>
                  <a:lnTo>
                    <a:pt x="639961" y="441990"/>
                  </a:lnTo>
                  <a:lnTo>
                    <a:pt x="524470" y="441990"/>
                  </a:lnTo>
                  <a:close/>
                  <a:moveTo>
                    <a:pt x="0" y="0"/>
                  </a:moveTo>
                  <a:lnTo>
                    <a:pt x="115491" y="0"/>
                  </a:lnTo>
                  <a:lnTo>
                    <a:pt x="115491" y="441990"/>
                  </a:lnTo>
                  <a:lnTo>
                    <a:pt x="0" y="441990"/>
                  </a:lnTo>
                  <a:close/>
                </a:path>
              </a:pathLst>
            </a:custGeom>
            <a:solidFill>
              <a:schemeClr val="bg1"/>
            </a:solidFill>
            <a:ln>
              <a:noFill/>
            </a:ln>
            <a:effectLst/>
          </p:spPr>
          <p:txBody>
            <a:bodyPr lIns="50325" tIns="25162" rIns="50325" bIns="25162">
              <a:normAutofit fontScale="75000" lnSpcReduction="20000"/>
            </a:bodyPr>
            <a:lstStyle/>
            <a:p>
              <a:pPr algn="ctr">
                <a:defRPr/>
              </a:pPr>
              <a:endParaRPr lang="zh-CN" altLang="en-US" sz="5285" noProof="1">
                <a:latin typeface="FrutigerNext LT Regular" pitchFamily="2" charset="0"/>
                <a:ea typeface="华文细黑" panose="02010600040101010101" pitchFamily="2" charset="-122"/>
              </a:endParaRPr>
            </a:p>
          </p:txBody>
        </p:sp>
        <p:sp>
          <p:nvSpPr>
            <p:cNvPr id="5" name="矩形 4"/>
            <p:cNvSpPr/>
            <p:nvPr>
              <p:custDataLst>
                <p:tags r:id="rId4"/>
              </p:custDataLst>
            </p:nvPr>
          </p:nvSpPr>
          <p:spPr>
            <a:xfrm>
              <a:off x="3710420" y="2977752"/>
              <a:ext cx="92798" cy="4428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0325" tIns="25162" rIns="50325" bIns="25162" anchor="ctr">
              <a:normAutofit/>
            </a:bodyPr>
            <a:lstStyle/>
            <a:p>
              <a:pPr algn="ctr">
                <a:defRPr/>
              </a:pPr>
              <a:endParaRPr lang="zh-CN" altLang="en-US" sz="990" noProof="1"/>
            </a:p>
          </p:txBody>
        </p:sp>
        <p:sp>
          <p:nvSpPr>
            <p:cNvPr id="6" name="矩形 5"/>
            <p:cNvSpPr/>
            <p:nvPr>
              <p:custDataLst>
                <p:tags r:id="rId5"/>
              </p:custDataLst>
            </p:nvPr>
          </p:nvSpPr>
          <p:spPr>
            <a:xfrm>
              <a:off x="3710420" y="3420631"/>
              <a:ext cx="92798" cy="108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0325" tIns="25162" rIns="50325" bIns="25162" anchor="ctr">
              <a:normAutofit fontScale="65000" lnSpcReduction="20000"/>
            </a:bodyPr>
            <a:lstStyle/>
            <a:p>
              <a:pPr algn="ctr">
                <a:defRPr/>
              </a:pPr>
              <a:endParaRPr lang="zh-CN" altLang="en-US" sz="990" noProof="1"/>
            </a:p>
          </p:txBody>
        </p:sp>
        <p:sp>
          <p:nvSpPr>
            <p:cNvPr id="7" name="矩形 6"/>
            <p:cNvSpPr/>
            <p:nvPr>
              <p:custDataLst>
                <p:tags r:id="rId6"/>
              </p:custDataLst>
            </p:nvPr>
          </p:nvSpPr>
          <p:spPr>
            <a:xfrm>
              <a:off x="3710420" y="3739916"/>
              <a:ext cx="92798" cy="140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0325" tIns="25162" rIns="50325" bIns="25162" anchor="ctr">
              <a:normAutofit fontScale="90000" lnSpcReduction="20000"/>
            </a:bodyPr>
            <a:lstStyle/>
            <a:p>
              <a:pPr algn="ctr">
                <a:defRPr/>
              </a:pPr>
              <a:endParaRPr lang="zh-CN" altLang="en-US" sz="990" noProof="1"/>
            </a:p>
          </p:txBody>
        </p:sp>
      </p:grpSp>
      <p:pic>
        <p:nvPicPr>
          <p:cNvPr id="2" name="图片 1">
            <a:extLst>
              <a:ext uri="{FF2B5EF4-FFF2-40B4-BE49-F238E27FC236}">
                <a16:creationId xmlns:a16="http://schemas.microsoft.com/office/drawing/2014/main" id="{A50C8AA9-BA36-FEFA-E271-75197F3E1B17}"/>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advClick="0"/>
    </mc:Choice>
    <mc:Fallback xmlns="">
      <p:transition spd="slow"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1"/>
  <p:tag name="KSO_WM_TEMPLATE_CATEGORY" val="diagram"/>
  <p:tag name="KSO_WM_TEMPLATE_INDEX" val="20169843"/>
  <p:tag name="KSO_WM_UNIT_INDEX"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0"/>
  <p:tag name="KSO_WM_TEMPLATE_CATEGORY" val="diagram"/>
  <p:tag name="KSO_WM_TEMPLATE_INDEX" val="20169843"/>
  <p:tag name="KSO_WM_UNIT_INDEX" val="0"/>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8"/>
  <p:tag name="KSO_WM_TEMPLATE_CATEGORY" val="diagram"/>
  <p:tag name="KSO_WM_TEMPLATE_INDEX" val="20169843"/>
  <p:tag name="KSO_WM_UNIT_INDEX" val="8"/>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3"/>
  <p:tag name="KSO_WM_TEMPLATE_CATEGORY" val="diagram"/>
  <p:tag name="KSO_WM_TEMPLATE_INDEX" val="20169843"/>
  <p:tag name="KSO_WM_UNIT_INDEX" val="23"/>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4"/>
  <p:tag name="KSO_WM_TEMPLATE_CATEGORY" val="diagram"/>
  <p:tag name="KSO_WM_TEMPLATE_INDEX" val="20169843"/>
  <p:tag name="KSO_WM_UNIT_INDEX" val="4"/>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5"/>
  <p:tag name="KSO_WM_TEMPLATE_CATEGORY" val="diagram"/>
  <p:tag name="KSO_WM_TEMPLATE_INDEX" val="20169843"/>
  <p:tag name="KSO_WM_UNIT_INDEX" val="5"/>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6"/>
  <p:tag name="KSO_WM_TEMPLATE_CATEGORY" val="diagram"/>
  <p:tag name="KSO_WM_TEMPLATE_INDEX" val="20169843"/>
  <p:tag name="KSO_WM_UNIT_INDEX" val="6"/>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4"/>
  <p:tag name="KSO_WM_TEMPLATE_CATEGORY" val="diagram"/>
  <p:tag name="KSO_WM_TEMPLATE_INDEX" val="20169843"/>
  <p:tag name="KSO_WM_UNIT_INDEX" val="24"/>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15.xml><?xml version="1.0" encoding="utf-8"?>
<p:tagLst xmlns:a="http://schemas.openxmlformats.org/drawingml/2006/main" xmlns:r="http://schemas.openxmlformats.org/officeDocument/2006/relationships" xmlns:p="http://schemas.openxmlformats.org/presentationml/2006/main">
  <p:tag name="KSO_WM_TEMPLATE_THUMBS_INDEX" val="1、4、5、9、12、17、25、27、29、30、31、32、34、35、36、37"/>
  <p:tag name="KSO_WM_TEMPLATE_CATEGORY" val="custom"/>
  <p:tag name="KSO_WM_TEMPLATE_INDEX" val="160570"/>
  <p:tag name="KSO_WM_TAG_VERSION" val="1.0"/>
  <p:tag name="KSO_WM_SLIDE_ID" val="custom160570_1"/>
  <p:tag name="KSO_WM_SLIDE_INDEX" val="1"/>
  <p:tag name="KSO_WM_SLIDE_ITEM_CNT" val="2"/>
  <p:tag name="KSO_WM_SLIDE_LAYOUT" val="a_b"/>
  <p:tag name="KSO_WM_SLIDE_LAYOUT_CNT" val="1_1"/>
  <p:tag name="KSO_WM_SLIDE_TYPE" val="title"/>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1*a*1"/>
  <p:tag name="KSO_WM_UNIT_CLEAR" val="1"/>
  <p:tag name="KSO_WM_UNIT_LAYERLEVEL" val="1"/>
  <p:tag name="KSO_WM_UNIT_VALUE" val="28"/>
  <p:tag name="KSO_WM_UNIT_ISCONTENTSTITLE" val="0"/>
  <p:tag name="KSO_WM_UNIT_HIGHLIGHT" val="0"/>
  <p:tag name="KSO_WM_UNIT_COMPATIBLE" val="0"/>
  <p:tag name="KSO_WM_UNIT_PRESET_TEXT_INDEX" val="3"/>
  <p:tag name="KSO_WM_UNIT_PRESET_TEXT_LEN" val="17"/>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160570"/>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9843"/>
  <p:tag name="KSO_WM_UNIT_TYPE" val="b"/>
  <p:tag name="KSO_WM_UNIT_INDEX" val="1"/>
  <p:tag name="KSO_WM_UNIT_LAYERLEVEL" val="1"/>
  <p:tag name="KSO_WM_UNIT_VALUE" val="4"/>
  <p:tag name="KSO_WM_UNIT_ISCONTENTSTITLE" val="0"/>
  <p:tag name="KSO_WM_UNIT_HIGHLIGHT" val="0"/>
  <p:tag name="KSO_WM_UNIT_COMPATIBLE" val="0"/>
  <p:tag name="KSO_WM_UNIT_CLEAR" val="0"/>
  <p:tag name="KSO_WM_DIAGRAM_GROUP_CODE" val="l1_1"/>
  <p:tag name="KSO_WM_UNIT_ID" val="diagram20169843_3*b*1"/>
  <p:tag name="KSO_WM_UNIT_PRESET_TEXT" val="contents"/>
  <p:tag name="KSO_WM_UNIT_USESOURCEFORMAT_APPLY" val="0"/>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9843"/>
  <p:tag name="KSO_WM_UNIT_TYPE" val="a"/>
  <p:tag name="KSO_WM_UNIT_INDEX" val="1"/>
  <p:tag name="KSO_WM_UNIT_LAYERLEVEL" val="1"/>
  <p:tag name="KSO_WM_UNIT_ISCONTENTSTITLE" val="1"/>
  <p:tag name="KSO_WM_UNIT_VALUE" val="2"/>
  <p:tag name="KSO_WM_UNIT_HIGHLIGHT" val="0"/>
  <p:tag name="KSO_WM_UNIT_COMPATIBLE" val="0"/>
  <p:tag name="KSO_WM_UNIT_CLEAR" val="0"/>
  <p:tag name="KSO_WM_DIAGRAM_GROUP_CODE" val="l1_1"/>
  <p:tag name="KSO_WM_UNIT_ID" val="diagram20169843_3*a*1"/>
  <p:tag name="KSO_WM_UNIT_PRESET_TEXT" val="目录"/>
  <p:tag name="KSO_WM_UNIT_TEXT_FILL_FORE_SCHEMECOLOR_INDEX" val="14"/>
  <p:tag name="KSO_WM_UNIT_TEXT_FILL_TYPE" val="1"/>
  <p:tag name="KSO_WM_UNIT_USESOURCEFORMAT_APPLY" val="0"/>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4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163_3*i*1"/>
  <p:tag name="KSO_WM_TEMPLATE_CATEGORY" val="diagram"/>
  <p:tag name="KSO_WM_TEMPLATE_INDEX" val="160163"/>
  <p:tag name="KSO_WM_UNIT_INDEX" val="1"/>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163_3*i*8"/>
  <p:tag name="KSO_WM_TEMPLATE_CATEGORY" val="diagram"/>
  <p:tag name="KSO_WM_TEMPLATE_INDEX" val="160163"/>
  <p:tag name="KSO_WM_UNIT_INDEX" val="8"/>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163_3*i*15"/>
  <p:tag name="KSO_WM_TEMPLATE_CATEGORY" val="diagram"/>
  <p:tag name="KSO_WM_TEMPLATE_INDEX" val="160163"/>
  <p:tag name="KSO_WM_UNIT_INDEX" val="15"/>
</p:tagLst>
</file>

<file path=ppt/tags/tag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6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7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8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1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1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1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1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1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1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1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1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1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1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1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1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1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1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1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1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1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1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1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1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1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1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1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1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1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1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1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1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1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1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1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1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1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1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1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1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1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1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1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14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1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1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1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1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1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1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1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1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1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1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1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1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1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1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1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1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1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1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1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1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1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1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1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1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1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1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1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17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1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1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1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1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1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1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1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1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1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1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1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1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1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18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1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1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1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1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1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1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1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1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1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1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1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1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2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20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2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2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2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2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2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2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2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2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2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2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2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2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2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21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2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2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2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2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2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2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2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2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2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2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2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2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2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22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2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2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2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2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2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2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2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2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2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2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2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2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2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24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2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2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2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2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2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2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2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2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2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2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2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2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2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25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2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2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2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2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2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2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2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2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2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2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2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2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2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27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2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2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2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2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2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2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2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2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2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2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2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2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2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28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2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2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2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2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2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2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2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2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2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2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2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2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2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29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3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3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3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3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3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3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3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3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3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3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3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3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3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31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3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3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3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3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3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3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3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3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3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3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3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3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3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32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3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3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3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3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3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3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3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3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3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3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3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3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3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34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3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3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3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3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3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3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3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3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3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3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3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3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3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35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3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3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3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3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3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3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3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3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3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3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3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3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3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36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3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3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3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3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3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3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3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3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3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3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3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3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3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38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3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3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3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3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3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3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3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3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3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3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3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3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3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3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3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3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4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4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4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4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4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4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4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4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4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4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41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4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4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4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4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4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4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4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4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4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4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4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4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4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42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8"/>
  <p:tag name="KSO_WM_SLIDE_INDEX" val="8"/>
  <p:tag name="KSO_WM_SLIDE_ITEM_CNT" val="3"/>
  <p:tag name="KSO_WM_SLIDE_LAYOUT" val="a_l"/>
  <p:tag name="KSO_WM_SLIDE_LAYOUT_CNT" val="1_1"/>
  <p:tag name="KSO_WM_SLIDE_TYPE" val="contents"/>
  <p:tag name="KSO_WM_BEAUTIFY_FLAG" val="#wm#"/>
  <p:tag name="KSO_WM_DIAGRAM_GROUP_CODE" val="l1-1"/>
</p:tagLst>
</file>

<file path=ppt/tags/tag4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4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4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4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4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4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4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4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4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4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4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4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4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43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70"/>
  <p:tag name="KSO_WM_TAG_VERSION" val="1.0"/>
  <p:tag name="KSO_WM_SLIDE_ID" val="custom160570_6"/>
  <p:tag name="KSO_WM_SLIDE_INDEX" val="6"/>
  <p:tag name="KSO_WM_SLIDE_ITEM_CNT" val="1"/>
  <p:tag name="KSO_WM_SLIDE_LAYOUT" val="a_l"/>
  <p:tag name="KSO_WM_SLIDE_LAYOUT_CNT" val="1_1"/>
  <p:tag name="KSO_WM_SLIDE_TYPE" val="contents"/>
  <p:tag name="KSO_WM_BEAUTIFY_FLAG" val="#wm#"/>
  <p:tag name="KSO_WM_DIAGRAM_GROUP_CODE" val="l1-1"/>
</p:tagLst>
</file>

<file path=ppt/tags/tag4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70"/>
  <p:tag name="KSO_WM_UNIT_TYPE" val="a"/>
  <p:tag name="KSO_WM_UNIT_INDEX" val="1"/>
  <p:tag name="KSO_WM_UNIT_ID" val="custom160570_8*a*1"/>
  <p:tag name="KSO_WM_UNIT_CLEAR" val="1"/>
  <p:tag name="KSO_WM_UNIT_LAYERLEVEL" val="1"/>
  <p:tag name="KSO_WM_UNIT_ISCONTENTSTITLE" val="1"/>
  <p:tag name="KSO_WM_UNIT_VALUE" val="6"/>
  <p:tag name="KSO_WM_UNIT_HIGHLIGHT" val="0"/>
  <p:tag name="KSO_WM_UNIT_COMPATIBLE" val="0"/>
  <p:tag name="KSO_WM_UNIT_PRESET_TEXT" val="CONTENTS"/>
</p:tagLst>
</file>

<file path=ppt/tags/tag4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1"/>
  <p:tag name="KSO_WM_TEMPLATE_CATEGORY" val="custom"/>
  <p:tag name="KSO_WM_TEMPLATE_INDEX" val="160570"/>
  <p:tag name="KSO_WM_UNIT_INDEX" val="21"/>
</p:tagLst>
</file>

<file path=ppt/tags/tag4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2"/>
  <p:tag name="KSO_WM_TEMPLATE_CATEGORY" val="custom"/>
  <p:tag name="KSO_WM_TEMPLATE_INDEX" val="160570"/>
  <p:tag name="KSO_WM_UNIT_INDEX" val="22"/>
</p:tagLst>
</file>

<file path=ppt/tags/tag4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3"/>
  <p:tag name="KSO_WM_TEMPLATE_CATEGORY" val="custom"/>
  <p:tag name="KSO_WM_TEMPLATE_INDEX" val="160570"/>
  <p:tag name="KSO_WM_UNIT_INDEX" val="23"/>
</p:tagLst>
</file>

<file path=ppt/tags/tag4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4"/>
  <p:tag name="KSO_WM_TEMPLATE_CATEGORY" val="custom"/>
  <p:tag name="KSO_WM_TEMPLATE_INDEX" val="160570"/>
  <p:tag name="KSO_WM_UNIT_INDEX" val="24"/>
</p:tagLst>
</file>

<file path=ppt/tags/tag4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5"/>
  <p:tag name="KSO_WM_TEMPLATE_CATEGORY" val="custom"/>
  <p:tag name="KSO_WM_TEMPLATE_INDEX" val="160570"/>
  <p:tag name="KSO_WM_UNIT_INDEX" val="25"/>
</p:tagLst>
</file>

<file path=ppt/tags/tag4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26"/>
  <p:tag name="KSO_WM_TEMPLATE_CATEGORY" val="custom"/>
  <p:tag name="KSO_WM_TEMPLATE_INDEX" val="160570"/>
  <p:tag name="KSO_WM_UNIT_INDEX" val="26"/>
</p:tagLst>
</file>

<file path=ppt/tags/tag4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8"/>
  <p:tag name="KSO_WM_TEMPLATE_CATEGORY" val="custom"/>
  <p:tag name="KSO_WM_TEMPLATE_INDEX" val="160570"/>
  <p:tag name="KSO_WM_UNIT_INDEX" val="8"/>
</p:tagLst>
</file>

<file path=ppt/tags/tag4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9"/>
  <p:tag name="KSO_WM_TEMPLATE_CATEGORY" val="custom"/>
  <p:tag name="KSO_WM_TEMPLATE_INDEX" val="160570"/>
  <p:tag name="KSO_WM_UNIT_INDEX" val="9"/>
</p:tagLst>
</file>

<file path=ppt/tags/tag4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0"/>
  <p:tag name="KSO_WM_TEMPLATE_CATEGORY" val="custom"/>
  <p:tag name="KSO_WM_TEMPLATE_INDEX" val="160570"/>
  <p:tag name="KSO_WM_UNIT_INDEX" val="10"/>
</p:tagLst>
</file>

<file path=ppt/tags/tag4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1"/>
  <p:tag name="KSO_WM_TEMPLATE_CATEGORY" val="custom"/>
  <p:tag name="KSO_WM_TEMPLATE_INDEX" val="160570"/>
  <p:tag name="KSO_WM_UNIT_INDEX" val="11"/>
</p:tagLst>
</file>

<file path=ppt/tags/tag4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2"/>
  <p:tag name="KSO_WM_TEMPLATE_CATEGORY" val="custom"/>
  <p:tag name="KSO_WM_TEMPLATE_INDEX" val="160570"/>
  <p:tag name="KSO_WM_UNIT_INDEX" val="12"/>
</p:tagLst>
</file>

<file path=ppt/tags/tag4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8*i*13"/>
  <p:tag name="KSO_WM_TEMPLATE_CATEGORY" val="custom"/>
  <p:tag name="KSO_WM_TEMPLATE_INDEX" val="160570"/>
  <p:tag name="KSO_WM_UNIT_INDEX" val="13"/>
</p:tagLst>
</file>

<file path=ppt/tags/tag452.xml><?xml version="1.0" encoding="utf-8"?>
<p:tagLst xmlns:a="http://schemas.openxmlformats.org/drawingml/2006/main" xmlns:r="http://schemas.openxmlformats.org/officeDocument/2006/relationships" xmlns:p="http://schemas.openxmlformats.org/presentationml/2006/main">
  <p:tag name="MH" val="20151014143730"/>
  <p:tag name="MH_LIBRARY" val="GRAPHIC"/>
  <p:tag name="KSO_WM_TEMPLATE_CATEGORY" val="custom"/>
  <p:tag name="KSO_WM_TEMPLATE_INDEX" val="160570"/>
  <p:tag name="KSO_WM_TAG_VERSION" val="1.0"/>
  <p:tag name="KSO_WM_SLIDE_ID" val="custom160570_37"/>
  <p:tag name="KSO_WM_SLIDE_INDEX" val="37"/>
  <p:tag name="KSO_WM_SLIDE_ITEM_CNT" val="0"/>
  <p:tag name="KSO_WM_SLIDE_TYPE" val="endPage"/>
  <p:tag name="KSO_WM_BEAUTIFY_FLAG" val="#wm#"/>
</p:tagLst>
</file>

<file path=ppt/tags/tag4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37*i*6"/>
  <p:tag name="KSO_WM_TEMPLATE_CATEGORY" val="custom"/>
  <p:tag name="KSO_WM_TEMPLATE_INDEX" val="160570"/>
  <p:tag name="KSO_WM_UNIT_INDEX" val="6"/>
</p:tagLst>
</file>

<file path=ppt/tags/tag4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37*i*7"/>
  <p:tag name="KSO_WM_TEMPLATE_CATEGORY" val="custom"/>
  <p:tag name="KSO_WM_TEMPLATE_INDEX" val="160570"/>
  <p:tag name="KSO_WM_UNIT_INDEX" val="7"/>
</p:tagLst>
</file>

<file path=ppt/tags/tag4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37*i*8"/>
  <p:tag name="KSO_WM_TEMPLATE_CATEGORY" val="custom"/>
  <p:tag name="KSO_WM_TEMPLATE_INDEX" val="160570"/>
  <p:tag name="KSO_WM_UNIT_INDEX" val="8"/>
</p:tagLst>
</file>

<file path=ppt/tags/tag4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37*i*9"/>
  <p:tag name="KSO_WM_TEMPLATE_CATEGORY" val="custom"/>
  <p:tag name="KSO_WM_TEMPLATE_INDEX" val="160570"/>
  <p:tag name="KSO_WM_UNIT_INDEX" val="9"/>
</p:tagLst>
</file>

<file path=ppt/tags/tag4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70_37*i*10"/>
  <p:tag name="KSO_WM_TEMPLATE_CATEGORY" val="custom"/>
  <p:tag name="KSO_WM_TEMPLATE_INDEX" val="160570"/>
  <p:tag name="KSO_WM_UNIT_INDEX" val="10"/>
</p:tagLst>
</file>

<file path=ppt/theme/theme1.xml><?xml version="1.0" encoding="utf-8"?>
<a:theme xmlns:a="http://schemas.openxmlformats.org/drawingml/2006/main" name="default">
  <a:themeElements>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Template>
  <TotalTime>904</TotalTime>
  <Words>1824</Words>
  <Application>Microsoft Office PowerPoint</Application>
  <PresentationFormat>全屏显示(16:9)</PresentationFormat>
  <Paragraphs>305</Paragraphs>
  <Slides>32</Slides>
  <Notes>31</Notes>
  <HiddenSlides>0</HiddenSlides>
  <MMClips>0</MMClips>
  <ScaleCrop>false</ScaleCrop>
  <HeadingPairs>
    <vt:vector size="6" baseType="variant">
      <vt:variant>
        <vt:lpstr>已用的字体</vt:lpstr>
      </vt:variant>
      <vt:variant>
        <vt:i4>10</vt:i4>
      </vt:variant>
      <vt:variant>
        <vt:lpstr>主题</vt:lpstr>
      </vt:variant>
      <vt:variant>
        <vt:i4>5</vt:i4>
      </vt:variant>
      <vt:variant>
        <vt:lpstr>幻灯片标题</vt:lpstr>
      </vt:variant>
      <vt:variant>
        <vt:i4>32</vt:i4>
      </vt:variant>
    </vt:vector>
  </HeadingPairs>
  <TitlesOfParts>
    <vt:vector size="47" baseType="lpstr">
      <vt:lpstr>FrutigerNext LT Bold</vt:lpstr>
      <vt:lpstr>FrutigerNext LT Medium</vt:lpstr>
      <vt:lpstr>FrutigerNext LT Regular</vt:lpstr>
      <vt:lpstr>Helvetica Neue</vt:lpstr>
      <vt:lpstr>方正小篆体</vt:lpstr>
      <vt:lpstr>黑体</vt:lpstr>
      <vt:lpstr>微软雅黑</vt:lpstr>
      <vt:lpstr>微软雅黑</vt:lpstr>
      <vt:lpstr>Arial</vt:lpstr>
      <vt:lpstr>Wingdings</vt:lpstr>
      <vt:lpstr>default</vt:lpstr>
      <vt:lpstr>2_自定义设计方案</vt:lpstr>
      <vt:lpstr>1_自定义设计方案</vt:lpstr>
      <vt:lpstr>1_Office 主题</vt:lpstr>
      <vt:lpstr>2_Office 主题</vt:lpstr>
      <vt:lpstr>数字内容安全绪论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吴 凌云</cp:lastModifiedBy>
  <cp:revision>949</cp:revision>
  <dcterms:created xsi:type="dcterms:W3CDTF">2007-04-18T06:56:00Z</dcterms:created>
  <dcterms:modified xsi:type="dcterms:W3CDTF">2022-10-08T15:52:25Z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